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3.xml" ContentType="application/vnd.openxmlformats-officedocument.theme+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4.xml" ContentType="application/vnd.openxmlformats-officedocument.theme+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5.xml" ContentType="application/vnd.openxmlformats-officedocument.theme+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7" r:id="rId1"/>
    <p:sldMasterId id="2147483679" r:id="rId2"/>
    <p:sldMasterId id="2147483703" r:id="rId3"/>
    <p:sldMasterId id="2147483716" r:id="rId4"/>
    <p:sldMasterId id="2147483729" r:id="rId5"/>
    <p:sldMasterId id="2147484092" r:id="rId6"/>
  </p:sldMasterIdLst>
  <p:notesMasterIdLst>
    <p:notesMasterId r:id="rId45"/>
  </p:notesMasterIdLst>
  <p:sldIdLst>
    <p:sldId id="386" r:id="rId7"/>
    <p:sldId id="387" r:id="rId8"/>
    <p:sldId id="388" r:id="rId9"/>
    <p:sldId id="390" r:id="rId10"/>
    <p:sldId id="257" r:id="rId11"/>
    <p:sldId id="392" r:id="rId12"/>
    <p:sldId id="393" r:id="rId13"/>
    <p:sldId id="391" r:id="rId14"/>
    <p:sldId id="397" r:id="rId15"/>
    <p:sldId id="394" r:id="rId16"/>
    <p:sldId id="395" r:id="rId17"/>
    <p:sldId id="396" r:id="rId18"/>
    <p:sldId id="398" r:id="rId19"/>
    <p:sldId id="399" r:id="rId20"/>
    <p:sldId id="400" r:id="rId21"/>
    <p:sldId id="401" r:id="rId22"/>
    <p:sldId id="402" r:id="rId23"/>
    <p:sldId id="403" r:id="rId24"/>
    <p:sldId id="404" r:id="rId25"/>
    <p:sldId id="405" r:id="rId26"/>
    <p:sldId id="406" r:id="rId27"/>
    <p:sldId id="407" r:id="rId28"/>
    <p:sldId id="409" r:id="rId29"/>
    <p:sldId id="410" r:id="rId30"/>
    <p:sldId id="413" r:id="rId31"/>
    <p:sldId id="411" r:id="rId32"/>
    <p:sldId id="412" r:id="rId33"/>
    <p:sldId id="414" r:id="rId34"/>
    <p:sldId id="415" r:id="rId35"/>
    <p:sldId id="416" r:id="rId36"/>
    <p:sldId id="417" r:id="rId37"/>
    <p:sldId id="418" r:id="rId38"/>
    <p:sldId id="419" r:id="rId39"/>
    <p:sldId id="420" r:id="rId40"/>
    <p:sldId id="421" r:id="rId41"/>
    <p:sldId id="422" r:id="rId42"/>
    <p:sldId id="423" r:id="rId43"/>
    <p:sldId id="408" r:id="rId44"/>
  </p:sldIdLst>
  <p:sldSz cx="9144000" cy="6858000" type="screen4x3"/>
  <p:notesSz cx="7099300" cy="10234613"/>
  <p:defaultTextStyle>
    <a:defPPr>
      <a:defRPr lang="th-TH"/>
    </a:defPPr>
    <a:lvl1pPr algn="l" rtl="0" eaLnBrk="0" fontAlgn="base" hangingPunct="0">
      <a:spcBef>
        <a:spcPct val="0"/>
      </a:spcBef>
      <a:spcAft>
        <a:spcPct val="0"/>
      </a:spcAft>
      <a:defRPr kern="1200">
        <a:solidFill>
          <a:schemeClr val="tx1"/>
        </a:solidFill>
        <a:latin typeface="Arial" panose="020B0604020202020204" pitchFamily="34" charset="0"/>
        <a:ea typeface="Angsana New" panose="02020603050405020304" pitchFamily="18" charset="-34"/>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Angsana New" panose="02020603050405020304" pitchFamily="18" charset="-34"/>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Angsana New" panose="02020603050405020304" pitchFamily="18" charset="-34"/>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Angsana New" panose="02020603050405020304" pitchFamily="18" charset="-34"/>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Angsana New" panose="02020603050405020304" pitchFamily="18" charset="-34"/>
        <a:cs typeface="+mn-cs"/>
      </a:defRPr>
    </a:lvl5pPr>
    <a:lvl6pPr marL="2286000" algn="l" defTabSz="914400" rtl="0" eaLnBrk="1" latinLnBrk="0" hangingPunct="1">
      <a:defRPr kern="1200">
        <a:solidFill>
          <a:schemeClr val="tx1"/>
        </a:solidFill>
        <a:latin typeface="Arial" panose="020B0604020202020204" pitchFamily="34" charset="0"/>
        <a:ea typeface="Angsana New" panose="02020603050405020304" pitchFamily="18" charset="-34"/>
        <a:cs typeface="+mn-cs"/>
      </a:defRPr>
    </a:lvl6pPr>
    <a:lvl7pPr marL="2743200" algn="l" defTabSz="914400" rtl="0" eaLnBrk="1" latinLnBrk="0" hangingPunct="1">
      <a:defRPr kern="1200">
        <a:solidFill>
          <a:schemeClr val="tx1"/>
        </a:solidFill>
        <a:latin typeface="Arial" panose="020B0604020202020204" pitchFamily="34" charset="0"/>
        <a:ea typeface="Angsana New" panose="02020603050405020304" pitchFamily="18" charset="-34"/>
        <a:cs typeface="+mn-cs"/>
      </a:defRPr>
    </a:lvl7pPr>
    <a:lvl8pPr marL="3200400" algn="l" defTabSz="914400" rtl="0" eaLnBrk="1" latinLnBrk="0" hangingPunct="1">
      <a:defRPr kern="1200">
        <a:solidFill>
          <a:schemeClr val="tx1"/>
        </a:solidFill>
        <a:latin typeface="Arial" panose="020B0604020202020204" pitchFamily="34" charset="0"/>
        <a:ea typeface="Angsana New" panose="02020603050405020304" pitchFamily="18" charset="-34"/>
        <a:cs typeface="+mn-cs"/>
      </a:defRPr>
    </a:lvl8pPr>
    <a:lvl9pPr marL="3657600" algn="l" defTabSz="914400" rtl="0" eaLnBrk="1" latinLnBrk="0" hangingPunct="1">
      <a:defRPr kern="1200">
        <a:solidFill>
          <a:schemeClr val="tx1"/>
        </a:solidFill>
        <a:latin typeface="Arial" panose="020B0604020202020204" pitchFamily="34" charset="0"/>
        <a:ea typeface="Angsana New" panose="02020603050405020304" pitchFamily="18" charset="-34"/>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66FF"/>
    <a:srgbClr val="800080"/>
    <a:srgbClr val="339966"/>
    <a:srgbClr val="CC3300"/>
    <a:srgbClr val="4924A4"/>
    <a:srgbClr val="542ABC"/>
    <a:srgbClr val="8EC1D8"/>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5" d="100"/>
          <a:sy n="65" d="100"/>
        </p:scale>
        <p:origin x="1536"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viewProps" Target="viewProps.xml"/><Relationship Id="rId7" Type="http://schemas.openxmlformats.org/officeDocument/2006/relationships/slide" Target="slides/slide1.xml"/><Relationship Id="rId2" Type="http://schemas.openxmlformats.org/officeDocument/2006/relationships/slideMaster" Target="slideMasters/slideMaster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notesMaster" Target="notesMasters/notesMaster1.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tableStyles" Target="tableStyle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slide" Target="slides/slide38.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theme" Target="theme/theme1.xml"/><Relationship Id="rId8" Type="http://schemas.openxmlformats.org/officeDocument/2006/relationships/slide" Target="slides/slide2.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presProps" Target="presProps.xml"/><Relationship Id="rId20" Type="http://schemas.openxmlformats.org/officeDocument/2006/relationships/slide" Target="slides/slide14.xml"/><Relationship Id="rId41" Type="http://schemas.openxmlformats.org/officeDocument/2006/relationships/slide" Target="slides/slide35.xml"/><Relationship Id="rId1" Type="http://schemas.openxmlformats.org/officeDocument/2006/relationships/slideMaster" Target="slideMasters/slideMaster1.xml"/><Relationship Id="rId6" Type="http://schemas.openxmlformats.org/officeDocument/2006/relationships/slideMaster" Target="slideMasters/slideMaster6.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226DA00-2C97-4294-9EDB-CF3C6422316C}" type="doc">
      <dgm:prSet loTypeId="urn:microsoft.com/office/officeart/2005/8/layout/default" loCatId="list" qsTypeId="urn:microsoft.com/office/officeart/2005/8/quickstyle/simple1" qsCatId="simple" csTypeId="urn:microsoft.com/office/officeart/2005/8/colors/colorful5" csCatId="colorful"/>
      <dgm:spPr/>
      <dgm:t>
        <a:bodyPr/>
        <a:lstStyle/>
        <a:p>
          <a:endParaRPr lang="en-US"/>
        </a:p>
      </dgm:t>
    </dgm:pt>
    <dgm:pt modelId="{06165F97-8458-4721-B227-542E351F4FD3}">
      <dgm:prSet custT="1"/>
      <dgm:spPr/>
      <dgm:t>
        <a:bodyPr/>
        <a:lstStyle/>
        <a:p>
          <a:r>
            <a:rPr lang="en-US" sz="1800" b="0" i="0" dirty="0"/>
            <a:t>Process models in software development typically consist of several main phases. Here's a concise overview:</a:t>
          </a:r>
          <a:endParaRPr lang="en-US" sz="1800" dirty="0"/>
        </a:p>
      </dgm:t>
    </dgm:pt>
    <dgm:pt modelId="{50D9262E-6C04-4223-A7B7-F2BFD7BF5409}" type="parTrans" cxnId="{1D14EAC5-AA14-4A24-89E1-2CE7BDF13A2C}">
      <dgm:prSet/>
      <dgm:spPr/>
      <dgm:t>
        <a:bodyPr/>
        <a:lstStyle/>
        <a:p>
          <a:endParaRPr lang="en-US" sz="1800"/>
        </a:p>
      </dgm:t>
    </dgm:pt>
    <dgm:pt modelId="{13D55A29-33A5-4317-85C3-FAAFA259E9D9}" type="sibTrans" cxnId="{1D14EAC5-AA14-4A24-89E1-2CE7BDF13A2C}">
      <dgm:prSet/>
      <dgm:spPr/>
      <dgm:t>
        <a:bodyPr/>
        <a:lstStyle/>
        <a:p>
          <a:endParaRPr lang="en-US" sz="1800"/>
        </a:p>
      </dgm:t>
    </dgm:pt>
    <dgm:pt modelId="{A46BE281-B893-4ABA-B4D3-24FE0B09781A}">
      <dgm:prSet custT="1"/>
      <dgm:spPr/>
      <dgm:t>
        <a:bodyPr/>
        <a:lstStyle/>
        <a:p>
          <a:r>
            <a:rPr lang="en-US" sz="1800" b="1" i="0"/>
            <a:t>Requirements Gathering:</a:t>
          </a:r>
          <a:endParaRPr lang="en-US" sz="1800"/>
        </a:p>
      </dgm:t>
    </dgm:pt>
    <dgm:pt modelId="{16F900B6-C79F-418C-928D-BFC68F95D4DE}" type="parTrans" cxnId="{66E543D0-D2E1-49C5-B8E5-286FE591FDAF}">
      <dgm:prSet/>
      <dgm:spPr/>
      <dgm:t>
        <a:bodyPr/>
        <a:lstStyle/>
        <a:p>
          <a:endParaRPr lang="en-US" sz="1800"/>
        </a:p>
      </dgm:t>
    </dgm:pt>
    <dgm:pt modelId="{B084520E-31A3-4487-A805-4502040B07B7}" type="sibTrans" cxnId="{66E543D0-D2E1-49C5-B8E5-286FE591FDAF}">
      <dgm:prSet/>
      <dgm:spPr/>
      <dgm:t>
        <a:bodyPr/>
        <a:lstStyle/>
        <a:p>
          <a:endParaRPr lang="en-US" sz="1800"/>
        </a:p>
      </dgm:t>
    </dgm:pt>
    <dgm:pt modelId="{39EE31A6-D705-4D35-A0E5-B696EAD8AA36}">
      <dgm:prSet custT="1"/>
      <dgm:spPr/>
      <dgm:t>
        <a:bodyPr/>
        <a:lstStyle/>
        <a:p>
          <a:r>
            <a:rPr lang="en-US" sz="1800" b="0" i="0"/>
            <a:t>Identify and document the needs and expectations of users and stakeholders.</a:t>
          </a:r>
          <a:endParaRPr lang="en-US" sz="1800"/>
        </a:p>
      </dgm:t>
    </dgm:pt>
    <dgm:pt modelId="{2359B5CB-6132-47F6-9B0A-639FAF4C67A0}" type="parTrans" cxnId="{A2ADAA4A-4F39-45A8-9227-6F07FD12D88D}">
      <dgm:prSet/>
      <dgm:spPr/>
      <dgm:t>
        <a:bodyPr/>
        <a:lstStyle/>
        <a:p>
          <a:endParaRPr lang="en-US" sz="1800"/>
        </a:p>
      </dgm:t>
    </dgm:pt>
    <dgm:pt modelId="{CC36727C-C593-409D-826E-E6F650D40ABB}" type="sibTrans" cxnId="{A2ADAA4A-4F39-45A8-9227-6F07FD12D88D}">
      <dgm:prSet/>
      <dgm:spPr/>
      <dgm:t>
        <a:bodyPr/>
        <a:lstStyle/>
        <a:p>
          <a:endParaRPr lang="en-US" sz="1800"/>
        </a:p>
      </dgm:t>
    </dgm:pt>
    <dgm:pt modelId="{9CAA7F98-4711-40EF-A3A3-262780467458}">
      <dgm:prSet custT="1"/>
      <dgm:spPr/>
      <dgm:t>
        <a:bodyPr/>
        <a:lstStyle/>
        <a:p>
          <a:r>
            <a:rPr lang="en-US" sz="1800" b="1" i="0"/>
            <a:t>Planning:</a:t>
          </a:r>
          <a:endParaRPr lang="en-US" sz="1800"/>
        </a:p>
      </dgm:t>
    </dgm:pt>
    <dgm:pt modelId="{92F306C2-1430-468D-9BC2-0844C9A48CB6}" type="parTrans" cxnId="{C4659BAF-73F7-4C00-8D64-80C9767A6174}">
      <dgm:prSet/>
      <dgm:spPr/>
      <dgm:t>
        <a:bodyPr/>
        <a:lstStyle/>
        <a:p>
          <a:endParaRPr lang="en-US" sz="1800"/>
        </a:p>
      </dgm:t>
    </dgm:pt>
    <dgm:pt modelId="{6708EA67-CBF5-4887-AFF8-7BB7E38DE3C9}" type="sibTrans" cxnId="{C4659BAF-73F7-4C00-8D64-80C9767A6174}">
      <dgm:prSet/>
      <dgm:spPr/>
      <dgm:t>
        <a:bodyPr/>
        <a:lstStyle/>
        <a:p>
          <a:endParaRPr lang="en-US" sz="1800"/>
        </a:p>
      </dgm:t>
    </dgm:pt>
    <dgm:pt modelId="{4ECB1E0E-DB3C-46CD-8F1F-AEE3F297F243}">
      <dgm:prSet custT="1"/>
      <dgm:spPr/>
      <dgm:t>
        <a:bodyPr/>
        <a:lstStyle/>
        <a:p>
          <a:r>
            <a:rPr lang="en-US" sz="1800" b="0" i="0"/>
            <a:t>Define project scope, resources, timeline, and activities required for successful completion.</a:t>
          </a:r>
          <a:endParaRPr lang="en-US" sz="1800"/>
        </a:p>
      </dgm:t>
    </dgm:pt>
    <dgm:pt modelId="{BB234669-07F4-4903-AF4B-E653F5D8FBC8}" type="parTrans" cxnId="{6C0CB305-F9A5-475F-8FE2-5D10835973F1}">
      <dgm:prSet/>
      <dgm:spPr/>
      <dgm:t>
        <a:bodyPr/>
        <a:lstStyle/>
        <a:p>
          <a:endParaRPr lang="en-US" sz="1800"/>
        </a:p>
      </dgm:t>
    </dgm:pt>
    <dgm:pt modelId="{089966C7-6072-4007-A444-1901DBAFD6BB}" type="sibTrans" cxnId="{6C0CB305-F9A5-475F-8FE2-5D10835973F1}">
      <dgm:prSet/>
      <dgm:spPr/>
      <dgm:t>
        <a:bodyPr/>
        <a:lstStyle/>
        <a:p>
          <a:endParaRPr lang="en-US" sz="1800"/>
        </a:p>
      </dgm:t>
    </dgm:pt>
    <dgm:pt modelId="{A739B2AF-3A30-4215-906D-5A2545F1898F}">
      <dgm:prSet custT="1"/>
      <dgm:spPr/>
      <dgm:t>
        <a:bodyPr/>
        <a:lstStyle/>
        <a:p>
          <a:r>
            <a:rPr lang="en-US" sz="1800" b="1" i="0"/>
            <a:t>Design:</a:t>
          </a:r>
          <a:endParaRPr lang="en-US" sz="1800"/>
        </a:p>
      </dgm:t>
    </dgm:pt>
    <dgm:pt modelId="{8A229297-AB6D-4042-9086-2FB0783E0DBE}" type="parTrans" cxnId="{CC3CD1BE-16FA-4FBA-AF71-AADE1EB4226B}">
      <dgm:prSet/>
      <dgm:spPr/>
      <dgm:t>
        <a:bodyPr/>
        <a:lstStyle/>
        <a:p>
          <a:endParaRPr lang="en-US" sz="1800"/>
        </a:p>
      </dgm:t>
    </dgm:pt>
    <dgm:pt modelId="{E2D7EECD-95A5-4545-B05A-99F6BDC72083}" type="sibTrans" cxnId="{CC3CD1BE-16FA-4FBA-AF71-AADE1EB4226B}">
      <dgm:prSet/>
      <dgm:spPr/>
      <dgm:t>
        <a:bodyPr/>
        <a:lstStyle/>
        <a:p>
          <a:endParaRPr lang="en-US" sz="1800"/>
        </a:p>
      </dgm:t>
    </dgm:pt>
    <dgm:pt modelId="{3BF8E762-8DA4-446B-8F01-799E3571992C}">
      <dgm:prSet custT="1"/>
      <dgm:spPr/>
      <dgm:t>
        <a:bodyPr/>
        <a:lstStyle/>
        <a:p>
          <a:r>
            <a:rPr lang="en-US" sz="1800" b="0" i="0"/>
            <a:t>Create high-level and detailed specifications for the software architecture and components.</a:t>
          </a:r>
          <a:endParaRPr lang="en-US" sz="1800"/>
        </a:p>
      </dgm:t>
    </dgm:pt>
    <dgm:pt modelId="{D46C79F5-04F2-4CCF-8038-033114F563E0}" type="parTrans" cxnId="{F1AB18A1-0368-4BBF-BACC-91FAEFFDF9C6}">
      <dgm:prSet/>
      <dgm:spPr/>
      <dgm:t>
        <a:bodyPr/>
        <a:lstStyle/>
        <a:p>
          <a:endParaRPr lang="en-US" sz="1800"/>
        </a:p>
      </dgm:t>
    </dgm:pt>
    <dgm:pt modelId="{3238A021-4707-4D3B-8358-D3EB410A2EC9}" type="sibTrans" cxnId="{F1AB18A1-0368-4BBF-BACC-91FAEFFDF9C6}">
      <dgm:prSet/>
      <dgm:spPr/>
      <dgm:t>
        <a:bodyPr/>
        <a:lstStyle/>
        <a:p>
          <a:endParaRPr lang="en-US" sz="1800"/>
        </a:p>
      </dgm:t>
    </dgm:pt>
    <dgm:pt modelId="{426C6B61-2926-409C-AAE0-29630D1AA148}">
      <dgm:prSet custT="1"/>
      <dgm:spPr/>
      <dgm:t>
        <a:bodyPr/>
        <a:lstStyle/>
        <a:p>
          <a:r>
            <a:rPr lang="en-US" sz="1800" b="1" i="0"/>
            <a:t>Implementation (Coding):</a:t>
          </a:r>
          <a:endParaRPr lang="en-US" sz="1800"/>
        </a:p>
      </dgm:t>
    </dgm:pt>
    <dgm:pt modelId="{5B63F7A0-F0C0-4E24-80E2-1AF53B1C0349}" type="parTrans" cxnId="{96DC134E-5E26-4488-B6D2-F93A7D73BFA8}">
      <dgm:prSet/>
      <dgm:spPr/>
      <dgm:t>
        <a:bodyPr/>
        <a:lstStyle/>
        <a:p>
          <a:endParaRPr lang="en-US" sz="1800"/>
        </a:p>
      </dgm:t>
    </dgm:pt>
    <dgm:pt modelId="{896BD682-D24F-4F50-A6B8-8170F5A0AF0B}" type="sibTrans" cxnId="{96DC134E-5E26-4488-B6D2-F93A7D73BFA8}">
      <dgm:prSet/>
      <dgm:spPr/>
      <dgm:t>
        <a:bodyPr/>
        <a:lstStyle/>
        <a:p>
          <a:endParaRPr lang="en-US" sz="1800"/>
        </a:p>
      </dgm:t>
    </dgm:pt>
    <dgm:pt modelId="{61CD5441-8507-45B1-A652-AA246D7A5D28}">
      <dgm:prSet custT="1"/>
      <dgm:spPr/>
      <dgm:t>
        <a:bodyPr/>
        <a:lstStyle/>
        <a:p>
          <a:r>
            <a:rPr lang="en-US" sz="1800" b="0" i="0"/>
            <a:t>Translate the design into actual code, following coding standards and best practices.</a:t>
          </a:r>
          <a:endParaRPr lang="en-US" sz="1800"/>
        </a:p>
      </dgm:t>
    </dgm:pt>
    <dgm:pt modelId="{38005469-6A59-4374-B754-C3E384497E06}" type="parTrans" cxnId="{E7CA091A-2C10-495D-8FEE-2D870930A1AC}">
      <dgm:prSet/>
      <dgm:spPr/>
      <dgm:t>
        <a:bodyPr/>
        <a:lstStyle/>
        <a:p>
          <a:endParaRPr lang="en-US" sz="1800"/>
        </a:p>
      </dgm:t>
    </dgm:pt>
    <dgm:pt modelId="{0500246D-F7BF-47B6-A9ED-62CCB8DB52BB}" type="sibTrans" cxnId="{E7CA091A-2C10-495D-8FEE-2D870930A1AC}">
      <dgm:prSet/>
      <dgm:spPr/>
      <dgm:t>
        <a:bodyPr/>
        <a:lstStyle/>
        <a:p>
          <a:endParaRPr lang="en-US" sz="1800"/>
        </a:p>
      </dgm:t>
    </dgm:pt>
    <dgm:pt modelId="{B89551F4-4B16-4956-A455-D1924F366350}">
      <dgm:prSet custT="1"/>
      <dgm:spPr/>
      <dgm:t>
        <a:bodyPr/>
        <a:lstStyle/>
        <a:p>
          <a:r>
            <a:rPr lang="en-US" sz="1800" b="1" i="0"/>
            <a:t>Testing:</a:t>
          </a:r>
          <a:endParaRPr lang="en-US" sz="1800"/>
        </a:p>
      </dgm:t>
    </dgm:pt>
    <dgm:pt modelId="{7EB7CFC3-C66F-493D-95E8-FE9C9E6A19AE}" type="parTrans" cxnId="{D86FFA82-47A3-43A8-86B7-52C6B77CB2AB}">
      <dgm:prSet/>
      <dgm:spPr/>
      <dgm:t>
        <a:bodyPr/>
        <a:lstStyle/>
        <a:p>
          <a:endParaRPr lang="en-US" sz="1800"/>
        </a:p>
      </dgm:t>
    </dgm:pt>
    <dgm:pt modelId="{43F830F0-3514-49E7-8F72-2F23922D5E4C}" type="sibTrans" cxnId="{D86FFA82-47A3-43A8-86B7-52C6B77CB2AB}">
      <dgm:prSet/>
      <dgm:spPr/>
      <dgm:t>
        <a:bodyPr/>
        <a:lstStyle/>
        <a:p>
          <a:endParaRPr lang="en-US" sz="1800"/>
        </a:p>
      </dgm:t>
    </dgm:pt>
    <dgm:pt modelId="{E2D4FD5D-4CF4-4E9A-909B-565F961C0850}">
      <dgm:prSet custT="1"/>
      <dgm:spPr/>
      <dgm:t>
        <a:bodyPr/>
        <a:lstStyle/>
        <a:p>
          <a:r>
            <a:rPr lang="en-US" sz="1800" b="0" i="0"/>
            <a:t>Verify that the software functions correctly and meets the specified requirements through various testing phases.</a:t>
          </a:r>
          <a:endParaRPr lang="en-US" sz="1800"/>
        </a:p>
      </dgm:t>
    </dgm:pt>
    <dgm:pt modelId="{9905B43D-00FA-4080-A88F-72767576C936}" type="parTrans" cxnId="{65FE19F0-16FF-4184-9085-EC3D48446785}">
      <dgm:prSet/>
      <dgm:spPr/>
      <dgm:t>
        <a:bodyPr/>
        <a:lstStyle/>
        <a:p>
          <a:endParaRPr lang="en-US" sz="1800"/>
        </a:p>
      </dgm:t>
    </dgm:pt>
    <dgm:pt modelId="{67B4D2F1-BD00-4420-AD63-ECDB606F0769}" type="sibTrans" cxnId="{65FE19F0-16FF-4184-9085-EC3D48446785}">
      <dgm:prSet/>
      <dgm:spPr/>
      <dgm:t>
        <a:bodyPr/>
        <a:lstStyle/>
        <a:p>
          <a:endParaRPr lang="en-US" sz="1800"/>
        </a:p>
      </dgm:t>
    </dgm:pt>
    <dgm:pt modelId="{DC72B160-AB6C-4B6B-8259-A95D07B991FA}">
      <dgm:prSet custT="1"/>
      <dgm:spPr/>
      <dgm:t>
        <a:bodyPr/>
        <a:lstStyle/>
        <a:p>
          <a:r>
            <a:rPr lang="en-US" sz="1800" b="1" i="0"/>
            <a:t>Deployment:</a:t>
          </a:r>
          <a:endParaRPr lang="en-US" sz="1800"/>
        </a:p>
      </dgm:t>
    </dgm:pt>
    <dgm:pt modelId="{8AD75FD9-DCF4-4DED-9809-4A0177D19B4F}" type="parTrans" cxnId="{24DB7570-2F57-4996-A3C6-6B9EFE1E5737}">
      <dgm:prSet/>
      <dgm:spPr/>
      <dgm:t>
        <a:bodyPr/>
        <a:lstStyle/>
        <a:p>
          <a:endParaRPr lang="en-US" sz="1800"/>
        </a:p>
      </dgm:t>
    </dgm:pt>
    <dgm:pt modelId="{422D62C1-871D-4A67-9E5F-B7920D0FE7BC}" type="sibTrans" cxnId="{24DB7570-2F57-4996-A3C6-6B9EFE1E5737}">
      <dgm:prSet/>
      <dgm:spPr/>
      <dgm:t>
        <a:bodyPr/>
        <a:lstStyle/>
        <a:p>
          <a:endParaRPr lang="en-US" sz="1800"/>
        </a:p>
      </dgm:t>
    </dgm:pt>
    <dgm:pt modelId="{7F8D39D2-BEDF-4AB8-A5F8-2FF6C0B59416}">
      <dgm:prSet custT="1"/>
      <dgm:spPr/>
      <dgm:t>
        <a:bodyPr/>
        <a:lstStyle/>
        <a:p>
          <a:r>
            <a:rPr lang="en-US" sz="1800" b="0" i="0"/>
            <a:t>Release the software for use, either in a controlled environment or to end-users.</a:t>
          </a:r>
          <a:endParaRPr lang="en-US" sz="1800"/>
        </a:p>
      </dgm:t>
    </dgm:pt>
    <dgm:pt modelId="{17D48794-3107-4F5B-AD9C-D1318CB03DD3}" type="parTrans" cxnId="{AFFDD7DA-1460-4A06-88D5-BB59F73F305A}">
      <dgm:prSet/>
      <dgm:spPr/>
      <dgm:t>
        <a:bodyPr/>
        <a:lstStyle/>
        <a:p>
          <a:endParaRPr lang="en-US" sz="1800"/>
        </a:p>
      </dgm:t>
    </dgm:pt>
    <dgm:pt modelId="{EB87796D-0AFF-45D9-8DAE-92036F65C31D}" type="sibTrans" cxnId="{AFFDD7DA-1460-4A06-88D5-BB59F73F305A}">
      <dgm:prSet/>
      <dgm:spPr/>
      <dgm:t>
        <a:bodyPr/>
        <a:lstStyle/>
        <a:p>
          <a:endParaRPr lang="en-US" sz="1800"/>
        </a:p>
      </dgm:t>
    </dgm:pt>
    <dgm:pt modelId="{6CD4B89C-1BCB-4348-A3B2-3C3BDD2261CD}">
      <dgm:prSet custT="1"/>
      <dgm:spPr/>
      <dgm:t>
        <a:bodyPr/>
        <a:lstStyle/>
        <a:p>
          <a:r>
            <a:rPr lang="en-US" sz="1800" b="1" i="0"/>
            <a:t>Maintenance and Support:</a:t>
          </a:r>
          <a:endParaRPr lang="en-US" sz="1800"/>
        </a:p>
      </dgm:t>
    </dgm:pt>
    <dgm:pt modelId="{37EB16EE-33D6-48C7-857E-249F1FD08E02}" type="parTrans" cxnId="{6334D242-1CFE-4B40-A162-EC064F2A667D}">
      <dgm:prSet/>
      <dgm:spPr/>
      <dgm:t>
        <a:bodyPr/>
        <a:lstStyle/>
        <a:p>
          <a:endParaRPr lang="en-US" sz="1800"/>
        </a:p>
      </dgm:t>
    </dgm:pt>
    <dgm:pt modelId="{ED4C6B74-92E8-4404-8699-BF72964239D3}" type="sibTrans" cxnId="{6334D242-1CFE-4B40-A162-EC064F2A667D}">
      <dgm:prSet/>
      <dgm:spPr/>
      <dgm:t>
        <a:bodyPr/>
        <a:lstStyle/>
        <a:p>
          <a:endParaRPr lang="en-US" sz="1800"/>
        </a:p>
      </dgm:t>
    </dgm:pt>
    <dgm:pt modelId="{AEC7A422-235B-4B49-AB32-78564D851202}">
      <dgm:prSet custT="1"/>
      <dgm:spPr/>
      <dgm:t>
        <a:bodyPr/>
        <a:lstStyle/>
        <a:p>
          <a:r>
            <a:rPr lang="en-US" sz="1800" b="0" i="0"/>
            <a:t>Address issues, bugs, and changes that arise after deployment to ensure ongoing functionality.</a:t>
          </a:r>
          <a:endParaRPr lang="en-US" sz="1800"/>
        </a:p>
      </dgm:t>
    </dgm:pt>
    <dgm:pt modelId="{13555C2E-E69F-49E8-9C87-E49E75904697}" type="parTrans" cxnId="{4391EDCD-14A2-44BE-BC16-7068F6068EF2}">
      <dgm:prSet/>
      <dgm:spPr/>
      <dgm:t>
        <a:bodyPr/>
        <a:lstStyle/>
        <a:p>
          <a:endParaRPr lang="en-US" sz="1800"/>
        </a:p>
      </dgm:t>
    </dgm:pt>
    <dgm:pt modelId="{E2AAE1A9-B496-43D2-B186-B7F5B5CBDA9E}" type="sibTrans" cxnId="{4391EDCD-14A2-44BE-BC16-7068F6068EF2}">
      <dgm:prSet/>
      <dgm:spPr/>
      <dgm:t>
        <a:bodyPr/>
        <a:lstStyle/>
        <a:p>
          <a:endParaRPr lang="en-US" sz="1800"/>
        </a:p>
      </dgm:t>
    </dgm:pt>
    <dgm:pt modelId="{E3F88C2F-B65A-4939-9FE6-E60ED521A9AB}" type="pres">
      <dgm:prSet presAssocID="{D226DA00-2C97-4294-9EDB-CF3C6422316C}" presName="diagram" presStyleCnt="0">
        <dgm:presLayoutVars>
          <dgm:dir/>
          <dgm:resizeHandles val="exact"/>
        </dgm:presLayoutVars>
      </dgm:prSet>
      <dgm:spPr/>
    </dgm:pt>
    <dgm:pt modelId="{0C8AD3D2-3EDA-4BA9-8ED6-CCCF18405B2C}" type="pres">
      <dgm:prSet presAssocID="{06165F97-8458-4721-B227-542E351F4FD3}" presName="node" presStyleLbl="node1" presStyleIdx="0" presStyleCnt="8">
        <dgm:presLayoutVars>
          <dgm:bulletEnabled val="1"/>
        </dgm:presLayoutVars>
      </dgm:prSet>
      <dgm:spPr/>
    </dgm:pt>
    <dgm:pt modelId="{4034C05A-0800-4504-A458-7B3C9D098E65}" type="pres">
      <dgm:prSet presAssocID="{13D55A29-33A5-4317-85C3-FAAFA259E9D9}" presName="sibTrans" presStyleCnt="0"/>
      <dgm:spPr/>
    </dgm:pt>
    <dgm:pt modelId="{3EA90448-D8CA-494C-B020-5F4EA8E9786E}" type="pres">
      <dgm:prSet presAssocID="{A46BE281-B893-4ABA-B4D3-24FE0B09781A}" presName="node" presStyleLbl="node1" presStyleIdx="1" presStyleCnt="8">
        <dgm:presLayoutVars>
          <dgm:bulletEnabled val="1"/>
        </dgm:presLayoutVars>
      </dgm:prSet>
      <dgm:spPr/>
    </dgm:pt>
    <dgm:pt modelId="{1ED1FF4E-7D5B-45D4-89F1-C4C666523E2F}" type="pres">
      <dgm:prSet presAssocID="{B084520E-31A3-4487-A805-4502040B07B7}" presName="sibTrans" presStyleCnt="0"/>
      <dgm:spPr/>
    </dgm:pt>
    <dgm:pt modelId="{E9B164FC-9334-4878-AF7E-BDE6CD92C17C}" type="pres">
      <dgm:prSet presAssocID="{9CAA7F98-4711-40EF-A3A3-262780467458}" presName="node" presStyleLbl="node1" presStyleIdx="2" presStyleCnt="8">
        <dgm:presLayoutVars>
          <dgm:bulletEnabled val="1"/>
        </dgm:presLayoutVars>
      </dgm:prSet>
      <dgm:spPr/>
    </dgm:pt>
    <dgm:pt modelId="{43E63791-5719-45B3-87F0-EAFF7F4544C4}" type="pres">
      <dgm:prSet presAssocID="{6708EA67-CBF5-4887-AFF8-7BB7E38DE3C9}" presName="sibTrans" presStyleCnt="0"/>
      <dgm:spPr/>
    </dgm:pt>
    <dgm:pt modelId="{45DBA08D-4DCA-4E83-882B-41C9285E8099}" type="pres">
      <dgm:prSet presAssocID="{A739B2AF-3A30-4215-906D-5A2545F1898F}" presName="node" presStyleLbl="node1" presStyleIdx="3" presStyleCnt="8">
        <dgm:presLayoutVars>
          <dgm:bulletEnabled val="1"/>
        </dgm:presLayoutVars>
      </dgm:prSet>
      <dgm:spPr/>
    </dgm:pt>
    <dgm:pt modelId="{CDE0620E-2CE9-4311-B91F-DE260F4129A0}" type="pres">
      <dgm:prSet presAssocID="{E2D7EECD-95A5-4545-B05A-99F6BDC72083}" presName="sibTrans" presStyleCnt="0"/>
      <dgm:spPr/>
    </dgm:pt>
    <dgm:pt modelId="{AB22A11E-23BE-4551-92C1-EFC5B080A636}" type="pres">
      <dgm:prSet presAssocID="{426C6B61-2926-409C-AAE0-29630D1AA148}" presName="node" presStyleLbl="node1" presStyleIdx="4" presStyleCnt="8">
        <dgm:presLayoutVars>
          <dgm:bulletEnabled val="1"/>
        </dgm:presLayoutVars>
      </dgm:prSet>
      <dgm:spPr/>
    </dgm:pt>
    <dgm:pt modelId="{17DA9353-AA64-4448-9B5A-30E716E332ED}" type="pres">
      <dgm:prSet presAssocID="{896BD682-D24F-4F50-A6B8-8170F5A0AF0B}" presName="sibTrans" presStyleCnt="0"/>
      <dgm:spPr/>
    </dgm:pt>
    <dgm:pt modelId="{420ED5DA-079B-4B77-9E3C-54D72563AE6A}" type="pres">
      <dgm:prSet presAssocID="{B89551F4-4B16-4956-A455-D1924F366350}" presName="node" presStyleLbl="node1" presStyleIdx="5" presStyleCnt="8">
        <dgm:presLayoutVars>
          <dgm:bulletEnabled val="1"/>
        </dgm:presLayoutVars>
      </dgm:prSet>
      <dgm:spPr/>
    </dgm:pt>
    <dgm:pt modelId="{549842BD-5621-4843-9F4E-DD234F52EB29}" type="pres">
      <dgm:prSet presAssocID="{43F830F0-3514-49E7-8F72-2F23922D5E4C}" presName="sibTrans" presStyleCnt="0"/>
      <dgm:spPr/>
    </dgm:pt>
    <dgm:pt modelId="{F4ABAA7D-5CB8-4D0B-A6B7-DFEC7EA06DF1}" type="pres">
      <dgm:prSet presAssocID="{DC72B160-AB6C-4B6B-8259-A95D07B991FA}" presName="node" presStyleLbl="node1" presStyleIdx="6" presStyleCnt="8">
        <dgm:presLayoutVars>
          <dgm:bulletEnabled val="1"/>
        </dgm:presLayoutVars>
      </dgm:prSet>
      <dgm:spPr/>
    </dgm:pt>
    <dgm:pt modelId="{1B9C1732-B111-4B1D-A682-7E7213B29FC9}" type="pres">
      <dgm:prSet presAssocID="{422D62C1-871D-4A67-9E5F-B7920D0FE7BC}" presName="sibTrans" presStyleCnt="0"/>
      <dgm:spPr/>
    </dgm:pt>
    <dgm:pt modelId="{27B49D0D-DDAD-49AC-B2DD-EF4E10DEDCED}" type="pres">
      <dgm:prSet presAssocID="{6CD4B89C-1BCB-4348-A3B2-3C3BDD2261CD}" presName="node" presStyleLbl="node1" presStyleIdx="7" presStyleCnt="8">
        <dgm:presLayoutVars>
          <dgm:bulletEnabled val="1"/>
        </dgm:presLayoutVars>
      </dgm:prSet>
      <dgm:spPr/>
    </dgm:pt>
  </dgm:ptLst>
  <dgm:cxnLst>
    <dgm:cxn modelId="{6C0CB305-F9A5-475F-8FE2-5D10835973F1}" srcId="{9CAA7F98-4711-40EF-A3A3-262780467458}" destId="{4ECB1E0E-DB3C-46CD-8F1F-AEE3F297F243}" srcOrd="0" destOrd="0" parTransId="{BB234669-07F4-4903-AF4B-E653F5D8FBC8}" sibTransId="{089966C7-6072-4007-A444-1901DBAFD6BB}"/>
    <dgm:cxn modelId="{DC780A15-0B45-424E-B10B-03C572724F15}" type="presOf" srcId="{39EE31A6-D705-4D35-A0E5-B696EAD8AA36}" destId="{3EA90448-D8CA-494C-B020-5F4EA8E9786E}" srcOrd="0" destOrd="1" presId="urn:microsoft.com/office/officeart/2005/8/layout/default"/>
    <dgm:cxn modelId="{E7CA091A-2C10-495D-8FEE-2D870930A1AC}" srcId="{426C6B61-2926-409C-AAE0-29630D1AA148}" destId="{61CD5441-8507-45B1-A652-AA246D7A5D28}" srcOrd="0" destOrd="0" parTransId="{38005469-6A59-4374-B754-C3E384497E06}" sibTransId="{0500246D-F7BF-47B6-A9ED-62CCB8DB52BB}"/>
    <dgm:cxn modelId="{EFFB1322-2579-46E8-9451-EBB0FA3BEE72}" type="presOf" srcId="{AEC7A422-235B-4B49-AB32-78564D851202}" destId="{27B49D0D-DDAD-49AC-B2DD-EF4E10DEDCED}" srcOrd="0" destOrd="1" presId="urn:microsoft.com/office/officeart/2005/8/layout/default"/>
    <dgm:cxn modelId="{2F3EBC26-682F-4424-9064-F5B019B239D5}" type="presOf" srcId="{DC72B160-AB6C-4B6B-8259-A95D07B991FA}" destId="{F4ABAA7D-5CB8-4D0B-A6B7-DFEC7EA06DF1}" srcOrd="0" destOrd="0" presId="urn:microsoft.com/office/officeart/2005/8/layout/default"/>
    <dgm:cxn modelId="{D319F92C-C53D-4DEA-B737-AAB307B52C0E}" type="presOf" srcId="{A739B2AF-3A30-4215-906D-5A2545F1898F}" destId="{45DBA08D-4DCA-4E83-882B-41C9285E8099}" srcOrd="0" destOrd="0" presId="urn:microsoft.com/office/officeart/2005/8/layout/default"/>
    <dgm:cxn modelId="{6334D242-1CFE-4B40-A162-EC064F2A667D}" srcId="{D226DA00-2C97-4294-9EDB-CF3C6422316C}" destId="{6CD4B89C-1BCB-4348-A3B2-3C3BDD2261CD}" srcOrd="7" destOrd="0" parTransId="{37EB16EE-33D6-48C7-857E-249F1FD08E02}" sibTransId="{ED4C6B74-92E8-4404-8699-BF72964239D3}"/>
    <dgm:cxn modelId="{A2ADAA4A-4F39-45A8-9227-6F07FD12D88D}" srcId="{A46BE281-B893-4ABA-B4D3-24FE0B09781A}" destId="{39EE31A6-D705-4D35-A0E5-B696EAD8AA36}" srcOrd="0" destOrd="0" parTransId="{2359B5CB-6132-47F6-9B0A-639FAF4C67A0}" sibTransId="{CC36727C-C593-409D-826E-E6F650D40ABB}"/>
    <dgm:cxn modelId="{A2BCF64A-EEE7-42A8-9CF3-FAAE7C85FB64}" type="presOf" srcId="{06165F97-8458-4721-B227-542E351F4FD3}" destId="{0C8AD3D2-3EDA-4BA9-8ED6-CCCF18405B2C}" srcOrd="0" destOrd="0" presId="urn:microsoft.com/office/officeart/2005/8/layout/default"/>
    <dgm:cxn modelId="{96DC134E-5E26-4488-B6D2-F93A7D73BFA8}" srcId="{D226DA00-2C97-4294-9EDB-CF3C6422316C}" destId="{426C6B61-2926-409C-AAE0-29630D1AA148}" srcOrd="4" destOrd="0" parTransId="{5B63F7A0-F0C0-4E24-80E2-1AF53B1C0349}" sibTransId="{896BD682-D24F-4F50-A6B8-8170F5A0AF0B}"/>
    <dgm:cxn modelId="{4FC86A6F-4575-417C-A2F0-8076A7002448}" type="presOf" srcId="{B89551F4-4B16-4956-A455-D1924F366350}" destId="{420ED5DA-079B-4B77-9E3C-54D72563AE6A}" srcOrd="0" destOrd="0" presId="urn:microsoft.com/office/officeart/2005/8/layout/default"/>
    <dgm:cxn modelId="{1F353F50-2033-4D09-A424-00F700B99B11}" type="presOf" srcId="{9CAA7F98-4711-40EF-A3A3-262780467458}" destId="{E9B164FC-9334-4878-AF7E-BDE6CD92C17C}" srcOrd="0" destOrd="0" presId="urn:microsoft.com/office/officeart/2005/8/layout/default"/>
    <dgm:cxn modelId="{24DB7570-2F57-4996-A3C6-6B9EFE1E5737}" srcId="{D226DA00-2C97-4294-9EDB-CF3C6422316C}" destId="{DC72B160-AB6C-4B6B-8259-A95D07B991FA}" srcOrd="6" destOrd="0" parTransId="{8AD75FD9-DCF4-4DED-9809-4A0177D19B4F}" sibTransId="{422D62C1-871D-4A67-9E5F-B7920D0FE7BC}"/>
    <dgm:cxn modelId="{15438C7C-41F8-4A82-98CB-6DCB62B67FFC}" type="presOf" srcId="{3BF8E762-8DA4-446B-8F01-799E3571992C}" destId="{45DBA08D-4DCA-4E83-882B-41C9285E8099}" srcOrd="0" destOrd="1" presId="urn:microsoft.com/office/officeart/2005/8/layout/default"/>
    <dgm:cxn modelId="{D86FFA82-47A3-43A8-86B7-52C6B77CB2AB}" srcId="{D226DA00-2C97-4294-9EDB-CF3C6422316C}" destId="{B89551F4-4B16-4956-A455-D1924F366350}" srcOrd="5" destOrd="0" parTransId="{7EB7CFC3-C66F-493D-95E8-FE9C9E6A19AE}" sibTransId="{43F830F0-3514-49E7-8F72-2F23922D5E4C}"/>
    <dgm:cxn modelId="{7432668D-91D2-4DBD-BA36-BA2F1ACDC803}" type="presOf" srcId="{E2D4FD5D-4CF4-4E9A-909B-565F961C0850}" destId="{420ED5DA-079B-4B77-9E3C-54D72563AE6A}" srcOrd="0" destOrd="1" presId="urn:microsoft.com/office/officeart/2005/8/layout/default"/>
    <dgm:cxn modelId="{2EE87890-67AF-4EBA-A837-1018AFA7C1E2}" type="presOf" srcId="{A46BE281-B893-4ABA-B4D3-24FE0B09781A}" destId="{3EA90448-D8CA-494C-B020-5F4EA8E9786E}" srcOrd="0" destOrd="0" presId="urn:microsoft.com/office/officeart/2005/8/layout/default"/>
    <dgm:cxn modelId="{F894E690-8B10-4489-8BCA-9EC7FBECCA1F}" type="presOf" srcId="{6CD4B89C-1BCB-4348-A3B2-3C3BDD2261CD}" destId="{27B49D0D-DDAD-49AC-B2DD-EF4E10DEDCED}" srcOrd="0" destOrd="0" presId="urn:microsoft.com/office/officeart/2005/8/layout/default"/>
    <dgm:cxn modelId="{F1AB18A1-0368-4BBF-BACC-91FAEFFDF9C6}" srcId="{A739B2AF-3A30-4215-906D-5A2545F1898F}" destId="{3BF8E762-8DA4-446B-8F01-799E3571992C}" srcOrd="0" destOrd="0" parTransId="{D46C79F5-04F2-4CCF-8038-033114F563E0}" sibTransId="{3238A021-4707-4D3B-8358-D3EB410A2EC9}"/>
    <dgm:cxn modelId="{C4659BAF-73F7-4C00-8D64-80C9767A6174}" srcId="{D226DA00-2C97-4294-9EDB-CF3C6422316C}" destId="{9CAA7F98-4711-40EF-A3A3-262780467458}" srcOrd="2" destOrd="0" parTransId="{92F306C2-1430-468D-9BC2-0844C9A48CB6}" sibTransId="{6708EA67-CBF5-4887-AFF8-7BB7E38DE3C9}"/>
    <dgm:cxn modelId="{CC3CD1BE-16FA-4FBA-AF71-AADE1EB4226B}" srcId="{D226DA00-2C97-4294-9EDB-CF3C6422316C}" destId="{A739B2AF-3A30-4215-906D-5A2545F1898F}" srcOrd="3" destOrd="0" parTransId="{8A229297-AB6D-4042-9086-2FB0783E0DBE}" sibTransId="{E2D7EECD-95A5-4545-B05A-99F6BDC72083}"/>
    <dgm:cxn modelId="{1D14EAC5-AA14-4A24-89E1-2CE7BDF13A2C}" srcId="{D226DA00-2C97-4294-9EDB-CF3C6422316C}" destId="{06165F97-8458-4721-B227-542E351F4FD3}" srcOrd="0" destOrd="0" parTransId="{50D9262E-6C04-4223-A7B7-F2BFD7BF5409}" sibTransId="{13D55A29-33A5-4317-85C3-FAAFA259E9D9}"/>
    <dgm:cxn modelId="{4391EDCD-14A2-44BE-BC16-7068F6068EF2}" srcId="{6CD4B89C-1BCB-4348-A3B2-3C3BDD2261CD}" destId="{AEC7A422-235B-4B49-AB32-78564D851202}" srcOrd="0" destOrd="0" parTransId="{13555C2E-E69F-49E8-9C87-E49E75904697}" sibTransId="{E2AAE1A9-B496-43D2-B186-B7F5B5CBDA9E}"/>
    <dgm:cxn modelId="{0923DCCF-4A83-436B-B298-1DD3589EC391}" type="presOf" srcId="{D226DA00-2C97-4294-9EDB-CF3C6422316C}" destId="{E3F88C2F-B65A-4939-9FE6-E60ED521A9AB}" srcOrd="0" destOrd="0" presId="urn:microsoft.com/office/officeart/2005/8/layout/default"/>
    <dgm:cxn modelId="{66E543D0-D2E1-49C5-B8E5-286FE591FDAF}" srcId="{D226DA00-2C97-4294-9EDB-CF3C6422316C}" destId="{A46BE281-B893-4ABA-B4D3-24FE0B09781A}" srcOrd="1" destOrd="0" parTransId="{16F900B6-C79F-418C-928D-BFC68F95D4DE}" sibTransId="{B084520E-31A3-4487-A805-4502040B07B7}"/>
    <dgm:cxn modelId="{AFFDD7DA-1460-4A06-88D5-BB59F73F305A}" srcId="{DC72B160-AB6C-4B6B-8259-A95D07B991FA}" destId="{7F8D39D2-BEDF-4AB8-A5F8-2FF6C0B59416}" srcOrd="0" destOrd="0" parTransId="{17D48794-3107-4F5B-AD9C-D1318CB03DD3}" sibTransId="{EB87796D-0AFF-45D9-8DAE-92036F65C31D}"/>
    <dgm:cxn modelId="{E2FD1CE2-E411-4C20-A837-56BF6C64A6C1}" type="presOf" srcId="{7F8D39D2-BEDF-4AB8-A5F8-2FF6C0B59416}" destId="{F4ABAA7D-5CB8-4D0B-A6B7-DFEC7EA06DF1}" srcOrd="0" destOrd="1" presId="urn:microsoft.com/office/officeart/2005/8/layout/default"/>
    <dgm:cxn modelId="{0B83ABE5-6CD8-4A54-BB4B-540D16C775C9}" type="presOf" srcId="{4ECB1E0E-DB3C-46CD-8F1F-AEE3F297F243}" destId="{E9B164FC-9334-4878-AF7E-BDE6CD92C17C}" srcOrd="0" destOrd="1" presId="urn:microsoft.com/office/officeart/2005/8/layout/default"/>
    <dgm:cxn modelId="{3CEC1DE6-A384-436A-B11F-6759C522857A}" type="presOf" srcId="{426C6B61-2926-409C-AAE0-29630D1AA148}" destId="{AB22A11E-23BE-4551-92C1-EFC5B080A636}" srcOrd="0" destOrd="0" presId="urn:microsoft.com/office/officeart/2005/8/layout/default"/>
    <dgm:cxn modelId="{65FE19F0-16FF-4184-9085-EC3D48446785}" srcId="{B89551F4-4B16-4956-A455-D1924F366350}" destId="{E2D4FD5D-4CF4-4E9A-909B-565F961C0850}" srcOrd="0" destOrd="0" parTransId="{9905B43D-00FA-4080-A88F-72767576C936}" sibTransId="{67B4D2F1-BD00-4420-AD63-ECDB606F0769}"/>
    <dgm:cxn modelId="{3FBABCFB-7A87-4CC4-99C5-7C5E97457FA0}" type="presOf" srcId="{61CD5441-8507-45B1-A652-AA246D7A5D28}" destId="{AB22A11E-23BE-4551-92C1-EFC5B080A636}" srcOrd="0" destOrd="1" presId="urn:microsoft.com/office/officeart/2005/8/layout/default"/>
    <dgm:cxn modelId="{FA9AA6E6-4ED3-45E1-A210-9E97773B6B21}" type="presParOf" srcId="{E3F88C2F-B65A-4939-9FE6-E60ED521A9AB}" destId="{0C8AD3D2-3EDA-4BA9-8ED6-CCCF18405B2C}" srcOrd="0" destOrd="0" presId="urn:microsoft.com/office/officeart/2005/8/layout/default"/>
    <dgm:cxn modelId="{8B152F79-4847-4537-88F9-AB5C992F0593}" type="presParOf" srcId="{E3F88C2F-B65A-4939-9FE6-E60ED521A9AB}" destId="{4034C05A-0800-4504-A458-7B3C9D098E65}" srcOrd="1" destOrd="0" presId="urn:microsoft.com/office/officeart/2005/8/layout/default"/>
    <dgm:cxn modelId="{9596C3CE-9AD4-481E-AE10-93CA2B671499}" type="presParOf" srcId="{E3F88C2F-B65A-4939-9FE6-E60ED521A9AB}" destId="{3EA90448-D8CA-494C-B020-5F4EA8E9786E}" srcOrd="2" destOrd="0" presId="urn:microsoft.com/office/officeart/2005/8/layout/default"/>
    <dgm:cxn modelId="{EB2813F7-1A8C-46A2-8F3D-193631E551FA}" type="presParOf" srcId="{E3F88C2F-B65A-4939-9FE6-E60ED521A9AB}" destId="{1ED1FF4E-7D5B-45D4-89F1-C4C666523E2F}" srcOrd="3" destOrd="0" presId="urn:microsoft.com/office/officeart/2005/8/layout/default"/>
    <dgm:cxn modelId="{2DE93370-788D-47C8-A00B-01561F8D8A5A}" type="presParOf" srcId="{E3F88C2F-B65A-4939-9FE6-E60ED521A9AB}" destId="{E9B164FC-9334-4878-AF7E-BDE6CD92C17C}" srcOrd="4" destOrd="0" presId="urn:microsoft.com/office/officeart/2005/8/layout/default"/>
    <dgm:cxn modelId="{D4C78653-D31E-4EC0-A34E-1C12D08B984E}" type="presParOf" srcId="{E3F88C2F-B65A-4939-9FE6-E60ED521A9AB}" destId="{43E63791-5719-45B3-87F0-EAFF7F4544C4}" srcOrd="5" destOrd="0" presId="urn:microsoft.com/office/officeart/2005/8/layout/default"/>
    <dgm:cxn modelId="{EF674DF3-6B93-4938-AF2D-46C1AACA9603}" type="presParOf" srcId="{E3F88C2F-B65A-4939-9FE6-E60ED521A9AB}" destId="{45DBA08D-4DCA-4E83-882B-41C9285E8099}" srcOrd="6" destOrd="0" presId="urn:microsoft.com/office/officeart/2005/8/layout/default"/>
    <dgm:cxn modelId="{764EA771-202B-408E-95C4-89DA2B408965}" type="presParOf" srcId="{E3F88C2F-B65A-4939-9FE6-E60ED521A9AB}" destId="{CDE0620E-2CE9-4311-B91F-DE260F4129A0}" srcOrd="7" destOrd="0" presId="urn:microsoft.com/office/officeart/2005/8/layout/default"/>
    <dgm:cxn modelId="{9DAFF1A9-3A47-4B7C-AC81-45827027DF42}" type="presParOf" srcId="{E3F88C2F-B65A-4939-9FE6-E60ED521A9AB}" destId="{AB22A11E-23BE-4551-92C1-EFC5B080A636}" srcOrd="8" destOrd="0" presId="urn:microsoft.com/office/officeart/2005/8/layout/default"/>
    <dgm:cxn modelId="{19914574-3997-4EB7-AB41-D4893F05F8F5}" type="presParOf" srcId="{E3F88C2F-B65A-4939-9FE6-E60ED521A9AB}" destId="{17DA9353-AA64-4448-9B5A-30E716E332ED}" srcOrd="9" destOrd="0" presId="urn:microsoft.com/office/officeart/2005/8/layout/default"/>
    <dgm:cxn modelId="{15AEB72B-7294-42A0-A2BE-D51667E4740E}" type="presParOf" srcId="{E3F88C2F-B65A-4939-9FE6-E60ED521A9AB}" destId="{420ED5DA-079B-4B77-9E3C-54D72563AE6A}" srcOrd="10" destOrd="0" presId="urn:microsoft.com/office/officeart/2005/8/layout/default"/>
    <dgm:cxn modelId="{59E67227-942A-446A-B7D6-B4CF945E1851}" type="presParOf" srcId="{E3F88C2F-B65A-4939-9FE6-E60ED521A9AB}" destId="{549842BD-5621-4843-9F4E-DD234F52EB29}" srcOrd="11" destOrd="0" presId="urn:microsoft.com/office/officeart/2005/8/layout/default"/>
    <dgm:cxn modelId="{8BA31B1A-E91E-4D6F-BC7E-796249E94791}" type="presParOf" srcId="{E3F88C2F-B65A-4939-9FE6-E60ED521A9AB}" destId="{F4ABAA7D-5CB8-4D0B-A6B7-DFEC7EA06DF1}" srcOrd="12" destOrd="0" presId="urn:microsoft.com/office/officeart/2005/8/layout/default"/>
    <dgm:cxn modelId="{7882ED20-2F0E-47AF-8791-F331019D0153}" type="presParOf" srcId="{E3F88C2F-B65A-4939-9FE6-E60ED521A9AB}" destId="{1B9C1732-B111-4B1D-A682-7E7213B29FC9}" srcOrd="13" destOrd="0" presId="urn:microsoft.com/office/officeart/2005/8/layout/default"/>
    <dgm:cxn modelId="{3AC08719-E15A-4E2D-829B-951AE50B1FAD}" type="presParOf" srcId="{E3F88C2F-B65A-4939-9FE6-E60ED521A9AB}" destId="{27B49D0D-DDAD-49AC-B2DD-EF4E10DEDCED}" srcOrd="14"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8AD3D2-3EDA-4BA9-8ED6-CCCF18405B2C}">
      <dsp:nvSpPr>
        <dsp:cNvPr id="0" name=""/>
        <dsp:cNvSpPr/>
      </dsp:nvSpPr>
      <dsp:spPr>
        <a:xfrm>
          <a:off x="233362" y="1389"/>
          <a:ext cx="2521148" cy="1512689"/>
        </a:xfrm>
        <a:prstGeom prst="rect">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0" i="0" kern="1200" dirty="0"/>
            <a:t>Process models in software development typically consist of several main phases. Here's a concise overview:</a:t>
          </a:r>
          <a:endParaRPr lang="en-US" sz="1800" kern="1200" dirty="0"/>
        </a:p>
      </dsp:txBody>
      <dsp:txXfrm>
        <a:off x="233362" y="1389"/>
        <a:ext cx="2521148" cy="1512689"/>
      </dsp:txXfrm>
    </dsp:sp>
    <dsp:sp modelId="{3EA90448-D8CA-494C-B020-5F4EA8E9786E}">
      <dsp:nvSpPr>
        <dsp:cNvPr id="0" name=""/>
        <dsp:cNvSpPr/>
      </dsp:nvSpPr>
      <dsp:spPr>
        <a:xfrm>
          <a:off x="3006625" y="1389"/>
          <a:ext cx="2521148" cy="1512689"/>
        </a:xfrm>
        <a:prstGeom prst="rect">
          <a:avLst/>
        </a:prstGeom>
        <a:solidFill>
          <a:schemeClr val="accent5">
            <a:hueOff val="2198259"/>
            <a:satOff val="-785"/>
            <a:lumOff val="1261"/>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i="0" kern="1200"/>
            <a:t>Requirements Gathering:</a:t>
          </a:r>
          <a:endParaRPr lang="en-US" sz="1800" kern="1200"/>
        </a:p>
        <a:p>
          <a:pPr marL="171450" lvl="1" indent="-171450" algn="l" defTabSz="800100">
            <a:lnSpc>
              <a:spcPct val="90000"/>
            </a:lnSpc>
            <a:spcBef>
              <a:spcPct val="0"/>
            </a:spcBef>
            <a:spcAft>
              <a:spcPct val="15000"/>
            </a:spcAft>
            <a:buChar char="•"/>
          </a:pPr>
          <a:r>
            <a:rPr lang="en-US" sz="1800" b="0" i="0" kern="1200"/>
            <a:t>Identify and document the needs and expectations of users and stakeholders.</a:t>
          </a:r>
          <a:endParaRPr lang="en-US" sz="1800" kern="1200"/>
        </a:p>
      </dsp:txBody>
      <dsp:txXfrm>
        <a:off x="3006625" y="1389"/>
        <a:ext cx="2521148" cy="1512689"/>
      </dsp:txXfrm>
    </dsp:sp>
    <dsp:sp modelId="{E9B164FC-9334-4878-AF7E-BDE6CD92C17C}">
      <dsp:nvSpPr>
        <dsp:cNvPr id="0" name=""/>
        <dsp:cNvSpPr/>
      </dsp:nvSpPr>
      <dsp:spPr>
        <a:xfrm>
          <a:off x="5779889" y="1389"/>
          <a:ext cx="2521148" cy="1512689"/>
        </a:xfrm>
        <a:prstGeom prst="rect">
          <a:avLst/>
        </a:prstGeom>
        <a:solidFill>
          <a:schemeClr val="accent5">
            <a:hueOff val="4396518"/>
            <a:satOff val="-1570"/>
            <a:lumOff val="2521"/>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i="0" kern="1200"/>
            <a:t>Planning:</a:t>
          </a:r>
          <a:endParaRPr lang="en-US" sz="1800" kern="1200"/>
        </a:p>
        <a:p>
          <a:pPr marL="171450" lvl="1" indent="-171450" algn="l" defTabSz="800100">
            <a:lnSpc>
              <a:spcPct val="90000"/>
            </a:lnSpc>
            <a:spcBef>
              <a:spcPct val="0"/>
            </a:spcBef>
            <a:spcAft>
              <a:spcPct val="15000"/>
            </a:spcAft>
            <a:buChar char="•"/>
          </a:pPr>
          <a:r>
            <a:rPr lang="en-US" sz="1800" b="0" i="0" kern="1200"/>
            <a:t>Define project scope, resources, timeline, and activities required for successful completion.</a:t>
          </a:r>
          <a:endParaRPr lang="en-US" sz="1800" kern="1200"/>
        </a:p>
      </dsp:txBody>
      <dsp:txXfrm>
        <a:off x="5779889" y="1389"/>
        <a:ext cx="2521148" cy="1512689"/>
      </dsp:txXfrm>
    </dsp:sp>
    <dsp:sp modelId="{45DBA08D-4DCA-4E83-882B-41C9285E8099}">
      <dsp:nvSpPr>
        <dsp:cNvPr id="0" name=""/>
        <dsp:cNvSpPr/>
      </dsp:nvSpPr>
      <dsp:spPr>
        <a:xfrm>
          <a:off x="233362" y="1766192"/>
          <a:ext cx="2521148" cy="1512689"/>
        </a:xfrm>
        <a:prstGeom prst="rect">
          <a:avLst/>
        </a:prstGeom>
        <a:solidFill>
          <a:schemeClr val="accent5">
            <a:hueOff val="6594776"/>
            <a:satOff val="-2355"/>
            <a:lumOff val="3782"/>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i="0" kern="1200"/>
            <a:t>Design:</a:t>
          </a:r>
          <a:endParaRPr lang="en-US" sz="1800" kern="1200"/>
        </a:p>
        <a:p>
          <a:pPr marL="171450" lvl="1" indent="-171450" algn="l" defTabSz="800100">
            <a:lnSpc>
              <a:spcPct val="90000"/>
            </a:lnSpc>
            <a:spcBef>
              <a:spcPct val="0"/>
            </a:spcBef>
            <a:spcAft>
              <a:spcPct val="15000"/>
            </a:spcAft>
            <a:buChar char="•"/>
          </a:pPr>
          <a:r>
            <a:rPr lang="en-US" sz="1800" b="0" i="0" kern="1200"/>
            <a:t>Create high-level and detailed specifications for the software architecture and components.</a:t>
          </a:r>
          <a:endParaRPr lang="en-US" sz="1800" kern="1200"/>
        </a:p>
      </dsp:txBody>
      <dsp:txXfrm>
        <a:off x="233362" y="1766192"/>
        <a:ext cx="2521148" cy="1512689"/>
      </dsp:txXfrm>
    </dsp:sp>
    <dsp:sp modelId="{AB22A11E-23BE-4551-92C1-EFC5B080A636}">
      <dsp:nvSpPr>
        <dsp:cNvPr id="0" name=""/>
        <dsp:cNvSpPr/>
      </dsp:nvSpPr>
      <dsp:spPr>
        <a:xfrm>
          <a:off x="3006625" y="1766192"/>
          <a:ext cx="2521148" cy="1512689"/>
        </a:xfrm>
        <a:prstGeom prst="rect">
          <a:avLst/>
        </a:prstGeom>
        <a:solidFill>
          <a:schemeClr val="accent5">
            <a:hueOff val="8793036"/>
            <a:satOff val="-3141"/>
            <a:lumOff val="5043"/>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i="0" kern="1200"/>
            <a:t>Implementation (Coding):</a:t>
          </a:r>
          <a:endParaRPr lang="en-US" sz="1800" kern="1200"/>
        </a:p>
        <a:p>
          <a:pPr marL="171450" lvl="1" indent="-171450" algn="l" defTabSz="800100">
            <a:lnSpc>
              <a:spcPct val="90000"/>
            </a:lnSpc>
            <a:spcBef>
              <a:spcPct val="0"/>
            </a:spcBef>
            <a:spcAft>
              <a:spcPct val="15000"/>
            </a:spcAft>
            <a:buChar char="•"/>
          </a:pPr>
          <a:r>
            <a:rPr lang="en-US" sz="1800" b="0" i="0" kern="1200"/>
            <a:t>Translate the design into actual code, following coding standards and best practices.</a:t>
          </a:r>
          <a:endParaRPr lang="en-US" sz="1800" kern="1200"/>
        </a:p>
      </dsp:txBody>
      <dsp:txXfrm>
        <a:off x="3006625" y="1766192"/>
        <a:ext cx="2521148" cy="1512689"/>
      </dsp:txXfrm>
    </dsp:sp>
    <dsp:sp modelId="{420ED5DA-079B-4B77-9E3C-54D72563AE6A}">
      <dsp:nvSpPr>
        <dsp:cNvPr id="0" name=""/>
        <dsp:cNvSpPr/>
      </dsp:nvSpPr>
      <dsp:spPr>
        <a:xfrm>
          <a:off x="5779889" y="1766192"/>
          <a:ext cx="2521148" cy="1512689"/>
        </a:xfrm>
        <a:prstGeom prst="rect">
          <a:avLst/>
        </a:prstGeom>
        <a:solidFill>
          <a:schemeClr val="accent5">
            <a:hueOff val="10991295"/>
            <a:satOff val="-3926"/>
            <a:lumOff val="6304"/>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i="0" kern="1200"/>
            <a:t>Testing:</a:t>
          </a:r>
          <a:endParaRPr lang="en-US" sz="1800" kern="1200"/>
        </a:p>
        <a:p>
          <a:pPr marL="171450" lvl="1" indent="-171450" algn="l" defTabSz="800100">
            <a:lnSpc>
              <a:spcPct val="90000"/>
            </a:lnSpc>
            <a:spcBef>
              <a:spcPct val="0"/>
            </a:spcBef>
            <a:spcAft>
              <a:spcPct val="15000"/>
            </a:spcAft>
            <a:buChar char="•"/>
          </a:pPr>
          <a:r>
            <a:rPr lang="en-US" sz="1800" b="0" i="0" kern="1200"/>
            <a:t>Verify that the software functions correctly and meets the specified requirements through various testing phases.</a:t>
          </a:r>
          <a:endParaRPr lang="en-US" sz="1800" kern="1200"/>
        </a:p>
      </dsp:txBody>
      <dsp:txXfrm>
        <a:off x="5779889" y="1766192"/>
        <a:ext cx="2521148" cy="1512689"/>
      </dsp:txXfrm>
    </dsp:sp>
    <dsp:sp modelId="{F4ABAA7D-5CB8-4D0B-A6B7-DFEC7EA06DF1}">
      <dsp:nvSpPr>
        <dsp:cNvPr id="0" name=""/>
        <dsp:cNvSpPr/>
      </dsp:nvSpPr>
      <dsp:spPr>
        <a:xfrm>
          <a:off x="1619994" y="3530996"/>
          <a:ext cx="2521148" cy="1512689"/>
        </a:xfrm>
        <a:prstGeom prst="rect">
          <a:avLst/>
        </a:prstGeom>
        <a:solidFill>
          <a:schemeClr val="accent5">
            <a:hueOff val="13189553"/>
            <a:satOff val="-4711"/>
            <a:lumOff val="7564"/>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i="0" kern="1200"/>
            <a:t>Deployment:</a:t>
          </a:r>
          <a:endParaRPr lang="en-US" sz="1800" kern="1200"/>
        </a:p>
        <a:p>
          <a:pPr marL="171450" lvl="1" indent="-171450" algn="l" defTabSz="800100">
            <a:lnSpc>
              <a:spcPct val="90000"/>
            </a:lnSpc>
            <a:spcBef>
              <a:spcPct val="0"/>
            </a:spcBef>
            <a:spcAft>
              <a:spcPct val="15000"/>
            </a:spcAft>
            <a:buChar char="•"/>
          </a:pPr>
          <a:r>
            <a:rPr lang="en-US" sz="1800" b="0" i="0" kern="1200"/>
            <a:t>Release the software for use, either in a controlled environment or to end-users.</a:t>
          </a:r>
          <a:endParaRPr lang="en-US" sz="1800" kern="1200"/>
        </a:p>
      </dsp:txBody>
      <dsp:txXfrm>
        <a:off x="1619994" y="3530996"/>
        <a:ext cx="2521148" cy="1512689"/>
      </dsp:txXfrm>
    </dsp:sp>
    <dsp:sp modelId="{27B49D0D-DDAD-49AC-B2DD-EF4E10DEDCED}">
      <dsp:nvSpPr>
        <dsp:cNvPr id="0" name=""/>
        <dsp:cNvSpPr/>
      </dsp:nvSpPr>
      <dsp:spPr>
        <a:xfrm>
          <a:off x="4393257" y="3530996"/>
          <a:ext cx="2521148" cy="1512689"/>
        </a:xfrm>
        <a:prstGeom prst="rect">
          <a:avLst/>
        </a:prstGeom>
        <a:solidFill>
          <a:schemeClr val="accent5">
            <a:hueOff val="15387812"/>
            <a:satOff val="-5496"/>
            <a:lumOff val="8825"/>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i="0" kern="1200"/>
            <a:t>Maintenance and Support:</a:t>
          </a:r>
          <a:endParaRPr lang="en-US" sz="1800" kern="1200"/>
        </a:p>
        <a:p>
          <a:pPr marL="171450" lvl="1" indent="-171450" algn="l" defTabSz="800100">
            <a:lnSpc>
              <a:spcPct val="90000"/>
            </a:lnSpc>
            <a:spcBef>
              <a:spcPct val="0"/>
            </a:spcBef>
            <a:spcAft>
              <a:spcPct val="15000"/>
            </a:spcAft>
            <a:buChar char="•"/>
          </a:pPr>
          <a:r>
            <a:rPr lang="en-US" sz="1800" b="0" i="0" kern="1200"/>
            <a:t>Address issues, bugs, and changes that arise after deployment to ensure ongoing functionality.</a:t>
          </a:r>
          <a:endParaRPr lang="en-US" sz="1800" kern="1200"/>
        </a:p>
      </dsp:txBody>
      <dsp:txXfrm>
        <a:off x="4393257" y="3530996"/>
        <a:ext cx="2521148" cy="1512689"/>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1858" name="Rectangle 2">
            <a:extLst>
              <a:ext uri="{FF2B5EF4-FFF2-40B4-BE49-F238E27FC236}">
                <a16:creationId xmlns:a16="http://schemas.microsoft.com/office/drawing/2014/main" id="{0A90D812-285E-45BA-991F-3B053307A42D}"/>
              </a:ext>
            </a:extLst>
          </p:cNvPr>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lvl1pPr defTabSz="990600" eaLnBrk="1" hangingPunct="1">
              <a:defRPr sz="1300">
                <a:ea typeface="Angsana New" panose="02020603050405020304" pitchFamily="18" charset="-34"/>
                <a:cs typeface="Angsana New" panose="02020603050405020304" pitchFamily="18" charset="-34"/>
              </a:defRPr>
            </a:lvl1pPr>
          </a:lstStyle>
          <a:p>
            <a:pPr>
              <a:defRPr/>
            </a:pPr>
            <a:endParaRPr lang="th-TH" altLang="en-US"/>
          </a:p>
        </p:txBody>
      </p:sp>
      <p:sp>
        <p:nvSpPr>
          <p:cNvPr id="121859" name="Rectangle 3">
            <a:extLst>
              <a:ext uri="{FF2B5EF4-FFF2-40B4-BE49-F238E27FC236}">
                <a16:creationId xmlns:a16="http://schemas.microsoft.com/office/drawing/2014/main" id="{0F67A946-3E2C-4C51-977C-26A29244F098}"/>
              </a:ext>
            </a:extLst>
          </p:cNvPr>
          <p:cNvSpPr>
            <a:spLocks noGrp="1" noChangeArrowheads="1"/>
          </p:cNvSpPr>
          <p:nvPr>
            <p:ph type="dt" idx="1"/>
          </p:nvPr>
        </p:nvSpPr>
        <p:spPr bwMode="auto">
          <a:xfrm>
            <a:off x="4021138"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lvl1pPr algn="r" defTabSz="990600" eaLnBrk="1" hangingPunct="1">
              <a:defRPr sz="1300">
                <a:ea typeface="Angsana New" panose="02020603050405020304" pitchFamily="18" charset="-34"/>
                <a:cs typeface="Angsana New" panose="02020603050405020304" pitchFamily="18" charset="-34"/>
              </a:defRPr>
            </a:lvl1pPr>
          </a:lstStyle>
          <a:p>
            <a:pPr>
              <a:defRPr/>
            </a:pPr>
            <a:endParaRPr lang="th-TH" altLang="en-US"/>
          </a:p>
        </p:txBody>
      </p:sp>
      <p:sp>
        <p:nvSpPr>
          <p:cNvPr id="44036" name="Rectangle 4">
            <a:extLst>
              <a:ext uri="{FF2B5EF4-FFF2-40B4-BE49-F238E27FC236}">
                <a16:creationId xmlns:a16="http://schemas.microsoft.com/office/drawing/2014/main" id="{15225186-8A11-432F-AA98-2D5E5BDD3642}"/>
              </a:ext>
            </a:extLst>
          </p:cNvPr>
          <p:cNvSpPr>
            <a:spLocks noGrp="1" noRot="1" noChangeAspect="1" noChangeArrowheads="1" noTextEdit="1"/>
          </p:cNvSpPr>
          <p:nvPr>
            <p:ph type="sldImg" idx="2"/>
          </p:nvPr>
        </p:nvSpPr>
        <p:spPr bwMode="auto">
          <a:xfrm>
            <a:off x="990600" y="768350"/>
            <a:ext cx="5118100" cy="3836988"/>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21861" name="Rectangle 5">
            <a:extLst>
              <a:ext uri="{FF2B5EF4-FFF2-40B4-BE49-F238E27FC236}">
                <a16:creationId xmlns:a16="http://schemas.microsoft.com/office/drawing/2014/main" id="{9BC1CC21-6C5F-4763-87E7-383E478E4E08}"/>
              </a:ext>
            </a:extLst>
          </p:cNvPr>
          <p:cNvSpPr>
            <a:spLocks noGrp="1" noChangeArrowheads="1"/>
          </p:cNvSpPr>
          <p:nvPr>
            <p:ph type="body" sz="quarter" idx="3"/>
          </p:nvPr>
        </p:nvSpPr>
        <p:spPr bwMode="auto">
          <a:xfrm>
            <a:off x="709613" y="4860925"/>
            <a:ext cx="5680075" cy="4605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p>
            <a:pPr lvl="0"/>
            <a:r>
              <a:rPr lang="th-TH" altLang="en-US" noProof="0"/>
              <a:t>Click to edit Master text styles</a:t>
            </a:r>
          </a:p>
          <a:p>
            <a:pPr lvl="1"/>
            <a:r>
              <a:rPr lang="th-TH" altLang="en-US" noProof="0"/>
              <a:t>Second level</a:t>
            </a:r>
          </a:p>
          <a:p>
            <a:pPr lvl="2"/>
            <a:r>
              <a:rPr lang="th-TH" altLang="en-US" noProof="0"/>
              <a:t>Third level</a:t>
            </a:r>
          </a:p>
          <a:p>
            <a:pPr lvl="3"/>
            <a:r>
              <a:rPr lang="th-TH" altLang="en-US" noProof="0"/>
              <a:t>Fourth level</a:t>
            </a:r>
          </a:p>
          <a:p>
            <a:pPr lvl="4"/>
            <a:r>
              <a:rPr lang="th-TH" altLang="en-US" noProof="0"/>
              <a:t>Fifth level</a:t>
            </a:r>
          </a:p>
        </p:txBody>
      </p:sp>
      <p:sp>
        <p:nvSpPr>
          <p:cNvPr id="121862" name="Rectangle 6">
            <a:extLst>
              <a:ext uri="{FF2B5EF4-FFF2-40B4-BE49-F238E27FC236}">
                <a16:creationId xmlns:a16="http://schemas.microsoft.com/office/drawing/2014/main" id="{64EBE8B3-3F9B-456F-B901-2F004D5B654A}"/>
              </a:ext>
            </a:extLst>
          </p:cNvPr>
          <p:cNvSpPr>
            <a:spLocks noGrp="1" noChangeArrowheads="1"/>
          </p:cNvSpPr>
          <p:nvPr>
            <p:ph type="ftr" sz="quarter" idx="4"/>
          </p:nvPr>
        </p:nvSpPr>
        <p:spPr bwMode="auto">
          <a:xfrm>
            <a:off x="0"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prstTxWarp prst="textNoShape">
              <a:avLst/>
            </a:prstTxWarp>
          </a:bodyPr>
          <a:lstStyle>
            <a:lvl1pPr defTabSz="990600" eaLnBrk="1" hangingPunct="1">
              <a:defRPr sz="1300">
                <a:ea typeface="Angsana New" panose="02020603050405020304" pitchFamily="18" charset="-34"/>
                <a:cs typeface="Angsana New" panose="02020603050405020304" pitchFamily="18" charset="-34"/>
              </a:defRPr>
            </a:lvl1pPr>
          </a:lstStyle>
          <a:p>
            <a:pPr>
              <a:defRPr/>
            </a:pPr>
            <a:endParaRPr lang="th-TH" altLang="en-US"/>
          </a:p>
        </p:txBody>
      </p:sp>
      <p:sp>
        <p:nvSpPr>
          <p:cNvPr id="121863" name="Rectangle 7">
            <a:extLst>
              <a:ext uri="{FF2B5EF4-FFF2-40B4-BE49-F238E27FC236}">
                <a16:creationId xmlns:a16="http://schemas.microsoft.com/office/drawing/2014/main" id="{3D2FC271-3D65-4025-B92F-C7BB2C360095}"/>
              </a:ext>
            </a:extLst>
          </p:cNvPr>
          <p:cNvSpPr>
            <a:spLocks noGrp="1" noChangeArrowheads="1"/>
          </p:cNvSpPr>
          <p:nvPr>
            <p:ph type="sldNum" sz="quarter" idx="5"/>
          </p:nvPr>
        </p:nvSpPr>
        <p:spPr bwMode="auto">
          <a:xfrm>
            <a:off x="4021138"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prstTxWarp prst="textNoShape">
              <a:avLst/>
            </a:prstTxWarp>
          </a:bodyPr>
          <a:lstStyle>
            <a:lvl1pPr algn="r" defTabSz="990600" eaLnBrk="1" hangingPunct="1">
              <a:defRPr sz="1300">
                <a:ea typeface="Angsana New" panose="02020603050405020304" pitchFamily="18" charset="-34"/>
                <a:cs typeface="Angsana New" panose="02020603050405020304" pitchFamily="18" charset="-34"/>
              </a:defRPr>
            </a:lvl1pPr>
          </a:lstStyle>
          <a:p>
            <a:pPr>
              <a:defRPr/>
            </a:pPr>
            <a:fld id="{C07C3744-6EC3-4E79-A53A-5EE949019065}" type="slidenum">
              <a:rPr lang="en-US" altLang="en-US"/>
              <a:pPr>
                <a:defRPr/>
              </a:pPr>
              <a:t>‹#›</a:t>
            </a:fld>
            <a:endParaRPr lang="th-TH"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a:extLst>
              <a:ext uri="{FF2B5EF4-FFF2-40B4-BE49-F238E27FC236}">
                <a16:creationId xmlns:a16="http://schemas.microsoft.com/office/drawing/2014/main" id="{E927BB22-7120-44A8-9731-A2D2E90B1390}"/>
              </a:ext>
            </a:extLst>
          </p:cNvPr>
          <p:cNvSpPr>
            <a:spLocks noGrp="1" noRot="1" noChangeAspect="1" noChangeArrowheads="1" noTextEdit="1"/>
          </p:cNvSpPr>
          <p:nvPr>
            <p:ph type="sldImg"/>
          </p:nvPr>
        </p:nvSpPr>
        <p:spPr>
          <a:xfrm>
            <a:off x="1150938" y="692150"/>
            <a:ext cx="4556125" cy="3416300"/>
          </a:xfrm>
          <a:ln/>
        </p:spPr>
      </p:sp>
      <p:sp>
        <p:nvSpPr>
          <p:cNvPr id="46083" name="Notes Placeholder 2">
            <a:extLst>
              <a:ext uri="{FF2B5EF4-FFF2-40B4-BE49-F238E27FC236}">
                <a16:creationId xmlns:a16="http://schemas.microsoft.com/office/drawing/2014/main" id="{B1D4B81E-0CC1-4B34-931C-D8E6CA34197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46084" name="Footer Placeholder 3">
            <a:extLst>
              <a:ext uri="{FF2B5EF4-FFF2-40B4-BE49-F238E27FC236}">
                <a16:creationId xmlns:a16="http://schemas.microsoft.com/office/drawing/2014/main" id="{484F9F28-10A3-46CF-9C5F-2B4FA1BD8BE1}"/>
              </a:ext>
            </a:extLst>
          </p:cNvPr>
          <p:cNvSpPr>
            <a:spLocks noGrp="1"/>
          </p:cNvSpPr>
          <p:nvPr>
            <p:ph type="ftr" sz="quarter" idx="4"/>
          </p:nvPr>
        </p:nvSpPr>
        <p:spPr>
          <a:xfrm>
            <a:off x="0" y="8686800"/>
            <a:ext cx="2971800" cy="457200"/>
          </a:xfrm>
          <a:noFill/>
        </p:spPr>
        <p:txBody>
          <a:bodyPr/>
          <a:lstStyle>
            <a:lvl1pPr defTabSz="990600">
              <a:defRPr>
                <a:solidFill>
                  <a:schemeClr val="tx1"/>
                </a:solidFill>
                <a:latin typeface="Arial" panose="020B0604020202020204" pitchFamily="34" charset="0"/>
                <a:ea typeface="Angsana New" panose="02020603050405020304" pitchFamily="18" charset="-34"/>
              </a:defRPr>
            </a:lvl1pPr>
            <a:lvl2pPr marL="742950" indent="-285750" defTabSz="990600">
              <a:defRPr>
                <a:solidFill>
                  <a:schemeClr val="tx1"/>
                </a:solidFill>
                <a:latin typeface="Arial" panose="020B0604020202020204" pitchFamily="34" charset="0"/>
                <a:ea typeface="Angsana New" panose="02020603050405020304" pitchFamily="18" charset="-34"/>
              </a:defRPr>
            </a:lvl2pPr>
            <a:lvl3pPr marL="1143000" indent="-228600" defTabSz="990600">
              <a:defRPr>
                <a:solidFill>
                  <a:schemeClr val="tx1"/>
                </a:solidFill>
                <a:latin typeface="Arial" panose="020B0604020202020204" pitchFamily="34" charset="0"/>
                <a:ea typeface="Angsana New" panose="02020603050405020304" pitchFamily="18" charset="-34"/>
              </a:defRPr>
            </a:lvl3pPr>
            <a:lvl4pPr marL="1600200" indent="-228600" defTabSz="990600">
              <a:defRPr>
                <a:solidFill>
                  <a:schemeClr val="tx1"/>
                </a:solidFill>
                <a:latin typeface="Arial" panose="020B0604020202020204" pitchFamily="34" charset="0"/>
                <a:ea typeface="Angsana New" panose="02020603050405020304" pitchFamily="18" charset="-34"/>
              </a:defRPr>
            </a:lvl4pPr>
            <a:lvl5pPr marL="2057400" indent="-228600" defTabSz="990600">
              <a:defRPr>
                <a:solidFill>
                  <a:schemeClr val="tx1"/>
                </a:solidFill>
                <a:latin typeface="Arial" panose="020B0604020202020204" pitchFamily="34" charset="0"/>
                <a:ea typeface="Angsana New" panose="02020603050405020304" pitchFamily="18" charset="-34"/>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9pPr>
          </a:lstStyle>
          <a:p>
            <a:r>
              <a:rPr lang="en-US" altLang="en-US"/>
              <a:t>© 2016 Pearson Education, Inc., Hoboken, NJ. All rights reserved.</a:t>
            </a:r>
          </a:p>
        </p:txBody>
      </p:sp>
      <p:sp>
        <p:nvSpPr>
          <p:cNvPr id="46085" name="Slide Number Placeholder 4">
            <a:extLst>
              <a:ext uri="{FF2B5EF4-FFF2-40B4-BE49-F238E27FC236}">
                <a16:creationId xmlns:a16="http://schemas.microsoft.com/office/drawing/2014/main" id="{32185DEE-BFE2-45E2-8220-BC578E7C10C4}"/>
              </a:ext>
            </a:extLst>
          </p:cNvPr>
          <p:cNvSpPr>
            <a:spLocks noGrp="1" noChangeArrowheads="1"/>
          </p:cNvSpPr>
          <p:nvPr>
            <p:ph type="sldNum" sz="quarter" idx="5"/>
          </p:nvPr>
        </p:nvSpPr>
        <p:spPr>
          <a:xfrm>
            <a:off x="3886200" y="8686800"/>
            <a:ext cx="29718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9638">
              <a:defRPr>
                <a:solidFill>
                  <a:schemeClr val="tx1"/>
                </a:solidFill>
                <a:latin typeface="Arial" panose="020B0604020202020204" pitchFamily="34" charset="0"/>
                <a:ea typeface="Angsana New" panose="02020603050405020304" pitchFamily="18" charset="-34"/>
              </a:defRPr>
            </a:lvl1pPr>
            <a:lvl2pPr marL="742950" indent="-285750" defTabSz="909638">
              <a:defRPr>
                <a:solidFill>
                  <a:schemeClr val="tx1"/>
                </a:solidFill>
                <a:latin typeface="Arial" panose="020B0604020202020204" pitchFamily="34" charset="0"/>
                <a:ea typeface="Angsana New" panose="02020603050405020304" pitchFamily="18" charset="-34"/>
              </a:defRPr>
            </a:lvl2pPr>
            <a:lvl3pPr marL="1143000" indent="-228600" defTabSz="909638">
              <a:defRPr>
                <a:solidFill>
                  <a:schemeClr val="tx1"/>
                </a:solidFill>
                <a:latin typeface="Arial" panose="020B0604020202020204" pitchFamily="34" charset="0"/>
                <a:ea typeface="Angsana New" panose="02020603050405020304" pitchFamily="18" charset="-34"/>
              </a:defRPr>
            </a:lvl3pPr>
            <a:lvl4pPr marL="1600200" indent="-228600" defTabSz="909638">
              <a:defRPr>
                <a:solidFill>
                  <a:schemeClr val="tx1"/>
                </a:solidFill>
                <a:latin typeface="Arial" panose="020B0604020202020204" pitchFamily="34" charset="0"/>
                <a:ea typeface="Angsana New" panose="02020603050405020304" pitchFamily="18" charset="-34"/>
              </a:defRPr>
            </a:lvl4pPr>
            <a:lvl5pPr marL="2057400" indent="-228600" defTabSz="909638">
              <a:defRPr>
                <a:solidFill>
                  <a:schemeClr val="tx1"/>
                </a:solidFill>
                <a:latin typeface="Arial" panose="020B0604020202020204" pitchFamily="34" charset="0"/>
                <a:ea typeface="Angsana New" panose="02020603050405020304" pitchFamily="18" charset="-34"/>
              </a:defRPr>
            </a:lvl5pPr>
            <a:lvl6pPr marL="2514600" indent="-228600" defTabSz="909638"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6pPr>
            <a:lvl7pPr marL="2971800" indent="-228600" defTabSz="909638"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7pPr>
            <a:lvl8pPr marL="3429000" indent="-228600" defTabSz="909638"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8pPr>
            <a:lvl9pPr marL="3886200" indent="-228600" defTabSz="909638"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9pPr>
          </a:lstStyle>
          <a:p>
            <a:fld id="{404B7AD8-E783-48AE-9303-16B5B68B1C49}" type="slidenum">
              <a:rPr lang="en-US" altLang="en-US" sz="1000" i="1" smtClean="0">
                <a:latin typeface="Times New Roman" panose="02020603050405020304" pitchFamily="18" charset="0"/>
                <a:ea typeface="新細明體" panose="02020500000000000000" pitchFamily="18" charset="-120"/>
              </a:rPr>
              <a:pPr/>
              <a:t>1</a:t>
            </a:fld>
            <a:endParaRPr lang="en-US" altLang="en-US" sz="1000" i="1">
              <a:latin typeface="Times New Roman" panose="02020603050405020304" pitchFamily="18" charset="0"/>
              <a:ea typeface="新細明體" panose="02020500000000000000" pitchFamily="18" charset="-12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CA7BF0AF-4BD3-456F-876E-731944C7CF1E}"/>
              </a:ext>
            </a:extLst>
          </p:cNvPr>
          <p:cNvGrpSpPr>
            <a:grpSpLocks/>
          </p:cNvGrpSpPr>
          <p:nvPr/>
        </p:nvGrpSpPr>
        <p:grpSpPr bwMode="auto">
          <a:xfrm>
            <a:off x="0" y="0"/>
            <a:ext cx="8763000" cy="5943600"/>
            <a:chOff x="0" y="0"/>
            <a:chExt cx="5520" cy="3744"/>
          </a:xfrm>
        </p:grpSpPr>
        <p:sp>
          <p:nvSpPr>
            <p:cNvPr id="5" name="Rectangle 3">
              <a:extLst>
                <a:ext uri="{FF2B5EF4-FFF2-40B4-BE49-F238E27FC236}">
                  <a16:creationId xmlns:a16="http://schemas.microsoft.com/office/drawing/2014/main" id="{66A0F1AE-2137-46E3-93A2-7105D8B0B170}"/>
                </a:ext>
              </a:extLst>
            </p:cNvPr>
            <p:cNvSpPr>
              <a:spLocks noChangeArrowheads="1"/>
            </p:cNvSpPr>
            <p:nvPr/>
          </p:nvSpPr>
          <p:spPr bwMode="auto">
            <a:xfrm>
              <a:off x="0" y="0"/>
              <a:ext cx="1104" cy="3072"/>
            </a:xfrm>
            <a:prstGeom prst="rect">
              <a:avLst/>
            </a:prstGeom>
            <a:solidFill>
              <a:schemeClr val="accent1"/>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Angsana New" panose="02020603050405020304" pitchFamily="18" charset="-34"/>
                </a:defRPr>
              </a:lvl1pPr>
              <a:lvl2pPr marL="742950" indent="-285750">
                <a:defRPr>
                  <a:solidFill>
                    <a:schemeClr val="tx1"/>
                  </a:solidFill>
                  <a:latin typeface="Arial" panose="020B0604020202020204" pitchFamily="34" charset="0"/>
                  <a:ea typeface="Angsana New" panose="02020603050405020304" pitchFamily="18" charset="-34"/>
                </a:defRPr>
              </a:lvl2pPr>
              <a:lvl3pPr marL="1143000" indent="-228600">
                <a:defRPr>
                  <a:solidFill>
                    <a:schemeClr val="tx1"/>
                  </a:solidFill>
                  <a:latin typeface="Arial" panose="020B0604020202020204" pitchFamily="34" charset="0"/>
                  <a:ea typeface="Angsana New" panose="02020603050405020304" pitchFamily="18" charset="-34"/>
                </a:defRPr>
              </a:lvl3pPr>
              <a:lvl4pPr marL="1600200" indent="-228600">
                <a:defRPr>
                  <a:solidFill>
                    <a:schemeClr val="tx1"/>
                  </a:solidFill>
                  <a:latin typeface="Arial" panose="020B0604020202020204" pitchFamily="34" charset="0"/>
                  <a:ea typeface="Angsana New" panose="02020603050405020304" pitchFamily="18" charset="-34"/>
                </a:defRPr>
              </a:lvl4pPr>
              <a:lvl5pPr marL="2057400" indent="-228600">
                <a:defRPr>
                  <a:solidFill>
                    <a:schemeClr val="tx1"/>
                  </a:solidFill>
                  <a:latin typeface="Arial" panose="020B0604020202020204" pitchFamily="34" charset="0"/>
                  <a:ea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9pPr>
            </a:lstStyle>
            <a:p>
              <a:pPr algn="ctr" eaLnBrk="1" hangingPunct="1">
                <a:defRPr/>
              </a:pPr>
              <a:endParaRPr lang="en-US" altLang="en-US" sz="2400">
                <a:latin typeface="Times New Roman" panose="02020603050405020304" pitchFamily="18" charset="0"/>
              </a:endParaRPr>
            </a:p>
          </p:txBody>
        </p:sp>
        <p:grpSp>
          <p:nvGrpSpPr>
            <p:cNvPr id="6" name="Group 4">
              <a:extLst>
                <a:ext uri="{FF2B5EF4-FFF2-40B4-BE49-F238E27FC236}">
                  <a16:creationId xmlns:a16="http://schemas.microsoft.com/office/drawing/2014/main" id="{2926F480-999F-4E5A-A679-2CC66462FF7A}"/>
                </a:ext>
              </a:extLst>
            </p:cNvPr>
            <p:cNvGrpSpPr>
              <a:grpSpLocks/>
            </p:cNvGrpSpPr>
            <p:nvPr userDrawn="1"/>
          </p:nvGrpSpPr>
          <p:grpSpPr bwMode="auto">
            <a:xfrm>
              <a:off x="0" y="2208"/>
              <a:ext cx="5520" cy="1536"/>
              <a:chOff x="0" y="2208"/>
              <a:chExt cx="5520" cy="1536"/>
            </a:xfrm>
          </p:grpSpPr>
          <p:sp>
            <p:nvSpPr>
              <p:cNvPr id="10" name="Rectangle 5">
                <a:extLst>
                  <a:ext uri="{FF2B5EF4-FFF2-40B4-BE49-F238E27FC236}">
                    <a16:creationId xmlns:a16="http://schemas.microsoft.com/office/drawing/2014/main" id="{787588DD-AA41-4277-9C17-B221A4E03C4C}"/>
                  </a:ext>
                </a:extLst>
              </p:cNvPr>
              <p:cNvSpPr>
                <a:spLocks noChangeArrowheads="1"/>
              </p:cNvSpPr>
              <p:nvPr/>
            </p:nvSpPr>
            <p:spPr bwMode="ltGray">
              <a:xfrm>
                <a:off x="624" y="2208"/>
                <a:ext cx="4896" cy="1536"/>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Angsana New" panose="02020603050405020304" pitchFamily="18" charset="-34"/>
                  </a:defRPr>
                </a:lvl1pPr>
                <a:lvl2pPr marL="742950" indent="-285750">
                  <a:defRPr>
                    <a:solidFill>
                      <a:schemeClr val="tx1"/>
                    </a:solidFill>
                    <a:latin typeface="Arial" panose="020B0604020202020204" pitchFamily="34" charset="0"/>
                    <a:ea typeface="Angsana New" panose="02020603050405020304" pitchFamily="18" charset="-34"/>
                  </a:defRPr>
                </a:lvl2pPr>
                <a:lvl3pPr marL="1143000" indent="-228600">
                  <a:defRPr>
                    <a:solidFill>
                      <a:schemeClr val="tx1"/>
                    </a:solidFill>
                    <a:latin typeface="Arial" panose="020B0604020202020204" pitchFamily="34" charset="0"/>
                    <a:ea typeface="Angsana New" panose="02020603050405020304" pitchFamily="18" charset="-34"/>
                  </a:defRPr>
                </a:lvl3pPr>
                <a:lvl4pPr marL="1600200" indent="-228600">
                  <a:defRPr>
                    <a:solidFill>
                      <a:schemeClr val="tx1"/>
                    </a:solidFill>
                    <a:latin typeface="Arial" panose="020B0604020202020204" pitchFamily="34" charset="0"/>
                    <a:ea typeface="Angsana New" panose="02020603050405020304" pitchFamily="18" charset="-34"/>
                  </a:defRPr>
                </a:lvl4pPr>
                <a:lvl5pPr marL="2057400" indent="-228600">
                  <a:defRPr>
                    <a:solidFill>
                      <a:schemeClr val="tx1"/>
                    </a:solidFill>
                    <a:latin typeface="Arial" panose="020B0604020202020204" pitchFamily="34" charset="0"/>
                    <a:ea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9pPr>
              </a:lstStyle>
              <a:p>
                <a:pPr algn="ctr" eaLnBrk="1" hangingPunct="1">
                  <a:defRPr/>
                </a:pPr>
                <a:endParaRPr lang="en-US" altLang="en-US" sz="2400">
                  <a:latin typeface="Times New Roman" panose="02020603050405020304" pitchFamily="18" charset="0"/>
                </a:endParaRPr>
              </a:p>
            </p:txBody>
          </p:sp>
          <p:sp>
            <p:nvSpPr>
              <p:cNvPr id="11" name="Rectangle 6">
                <a:extLst>
                  <a:ext uri="{FF2B5EF4-FFF2-40B4-BE49-F238E27FC236}">
                    <a16:creationId xmlns:a16="http://schemas.microsoft.com/office/drawing/2014/main" id="{DF66D16C-F975-445F-861F-4D4E68151433}"/>
                  </a:ext>
                </a:extLst>
              </p:cNvPr>
              <p:cNvSpPr>
                <a:spLocks noChangeArrowheads="1"/>
              </p:cNvSpPr>
              <p:nvPr/>
            </p:nvSpPr>
            <p:spPr bwMode="white">
              <a:xfrm>
                <a:off x="654" y="2352"/>
                <a:ext cx="4818" cy="134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Angsana New" panose="02020603050405020304" pitchFamily="18" charset="-34"/>
                  </a:defRPr>
                </a:lvl1pPr>
                <a:lvl2pPr marL="742950" indent="-285750">
                  <a:defRPr>
                    <a:solidFill>
                      <a:schemeClr val="tx1"/>
                    </a:solidFill>
                    <a:latin typeface="Arial" panose="020B0604020202020204" pitchFamily="34" charset="0"/>
                    <a:ea typeface="Angsana New" panose="02020603050405020304" pitchFamily="18" charset="-34"/>
                  </a:defRPr>
                </a:lvl2pPr>
                <a:lvl3pPr marL="1143000" indent="-228600">
                  <a:defRPr>
                    <a:solidFill>
                      <a:schemeClr val="tx1"/>
                    </a:solidFill>
                    <a:latin typeface="Arial" panose="020B0604020202020204" pitchFamily="34" charset="0"/>
                    <a:ea typeface="Angsana New" panose="02020603050405020304" pitchFamily="18" charset="-34"/>
                  </a:defRPr>
                </a:lvl3pPr>
                <a:lvl4pPr marL="1600200" indent="-228600">
                  <a:defRPr>
                    <a:solidFill>
                      <a:schemeClr val="tx1"/>
                    </a:solidFill>
                    <a:latin typeface="Arial" panose="020B0604020202020204" pitchFamily="34" charset="0"/>
                    <a:ea typeface="Angsana New" panose="02020603050405020304" pitchFamily="18" charset="-34"/>
                  </a:defRPr>
                </a:lvl4pPr>
                <a:lvl5pPr marL="2057400" indent="-228600">
                  <a:defRPr>
                    <a:solidFill>
                      <a:schemeClr val="tx1"/>
                    </a:solidFill>
                    <a:latin typeface="Arial" panose="020B0604020202020204" pitchFamily="34" charset="0"/>
                    <a:ea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9pPr>
              </a:lstStyle>
              <a:p>
                <a:pPr algn="ctr" eaLnBrk="1" hangingPunct="1">
                  <a:defRPr/>
                </a:pPr>
                <a:endParaRPr lang="en-US" altLang="en-US" sz="2400">
                  <a:latin typeface="Times New Roman" panose="02020603050405020304" pitchFamily="18" charset="0"/>
                </a:endParaRPr>
              </a:p>
            </p:txBody>
          </p:sp>
          <p:sp>
            <p:nvSpPr>
              <p:cNvPr id="12" name="Line 7">
                <a:extLst>
                  <a:ext uri="{FF2B5EF4-FFF2-40B4-BE49-F238E27FC236}">
                    <a16:creationId xmlns:a16="http://schemas.microsoft.com/office/drawing/2014/main" id="{6E705887-AB71-4B76-B1F4-8D7F77EAE8CC}"/>
                  </a:ext>
                </a:extLst>
              </p:cNvPr>
              <p:cNvSpPr>
                <a:spLocks noChangeShapeType="1"/>
              </p:cNvSpPr>
              <p:nvPr/>
            </p:nvSpPr>
            <p:spPr bwMode="auto">
              <a:xfrm>
                <a:off x="0" y="3072"/>
                <a:ext cx="624" cy="0"/>
              </a:xfrm>
              <a:prstGeom prst="line">
                <a:avLst/>
              </a:prstGeom>
              <a:noFill/>
              <a:ln w="508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7" name="Group 8">
              <a:extLst>
                <a:ext uri="{FF2B5EF4-FFF2-40B4-BE49-F238E27FC236}">
                  <a16:creationId xmlns:a16="http://schemas.microsoft.com/office/drawing/2014/main" id="{BB03B609-8F28-44A4-AC11-5F5379FF134A}"/>
                </a:ext>
              </a:extLst>
            </p:cNvPr>
            <p:cNvGrpSpPr>
              <a:grpSpLocks/>
            </p:cNvGrpSpPr>
            <p:nvPr userDrawn="1"/>
          </p:nvGrpSpPr>
          <p:grpSpPr bwMode="auto">
            <a:xfrm>
              <a:off x="400" y="336"/>
              <a:ext cx="5088" cy="192"/>
              <a:chOff x="400" y="336"/>
              <a:chExt cx="5088" cy="192"/>
            </a:xfrm>
          </p:grpSpPr>
          <p:sp>
            <p:nvSpPr>
              <p:cNvPr id="8" name="Rectangle 9">
                <a:extLst>
                  <a:ext uri="{FF2B5EF4-FFF2-40B4-BE49-F238E27FC236}">
                    <a16:creationId xmlns:a16="http://schemas.microsoft.com/office/drawing/2014/main" id="{C3C17E7D-EFC9-4005-8EDE-8E4466AE8642}"/>
                  </a:ext>
                </a:extLst>
              </p:cNvPr>
              <p:cNvSpPr>
                <a:spLocks noChangeArrowheads="1"/>
              </p:cNvSpPr>
              <p:nvPr/>
            </p:nvSpPr>
            <p:spPr bwMode="auto">
              <a:xfrm>
                <a:off x="3952" y="336"/>
                <a:ext cx="1536" cy="19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Angsana New" panose="02020603050405020304" pitchFamily="18" charset="-34"/>
                  </a:defRPr>
                </a:lvl1pPr>
                <a:lvl2pPr marL="742950" indent="-285750">
                  <a:defRPr>
                    <a:solidFill>
                      <a:schemeClr val="tx1"/>
                    </a:solidFill>
                    <a:latin typeface="Arial" panose="020B0604020202020204" pitchFamily="34" charset="0"/>
                    <a:ea typeface="Angsana New" panose="02020603050405020304" pitchFamily="18" charset="-34"/>
                  </a:defRPr>
                </a:lvl2pPr>
                <a:lvl3pPr marL="1143000" indent="-228600">
                  <a:defRPr>
                    <a:solidFill>
                      <a:schemeClr val="tx1"/>
                    </a:solidFill>
                    <a:latin typeface="Arial" panose="020B0604020202020204" pitchFamily="34" charset="0"/>
                    <a:ea typeface="Angsana New" panose="02020603050405020304" pitchFamily="18" charset="-34"/>
                  </a:defRPr>
                </a:lvl3pPr>
                <a:lvl4pPr marL="1600200" indent="-228600">
                  <a:defRPr>
                    <a:solidFill>
                      <a:schemeClr val="tx1"/>
                    </a:solidFill>
                    <a:latin typeface="Arial" panose="020B0604020202020204" pitchFamily="34" charset="0"/>
                    <a:ea typeface="Angsana New" panose="02020603050405020304" pitchFamily="18" charset="-34"/>
                  </a:defRPr>
                </a:lvl4pPr>
                <a:lvl5pPr marL="2057400" indent="-228600">
                  <a:defRPr>
                    <a:solidFill>
                      <a:schemeClr val="tx1"/>
                    </a:solidFill>
                    <a:latin typeface="Arial" panose="020B0604020202020204" pitchFamily="34" charset="0"/>
                    <a:ea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9pPr>
              </a:lstStyle>
              <a:p>
                <a:pPr algn="ctr" eaLnBrk="1" hangingPunct="1">
                  <a:defRPr/>
                </a:pPr>
                <a:endParaRPr lang="en-US" altLang="en-US" sz="2400">
                  <a:latin typeface="Times New Roman" panose="02020603050405020304" pitchFamily="18" charset="0"/>
                </a:endParaRPr>
              </a:p>
            </p:txBody>
          </p:sp>
          <p:sp>
            <p:nvSpPr>
              <p:cNvPr id="9" name="Line 10">
                <a:extLst>
                  <a:ext uri="{FF2B5EF4-FFF2-40B4-BE49-F238E27FC236}">
                    <a16:creationId xmlns:a16="http://schemas.microsoft.com/office/drawing/2014/main" id="{792123B1-DDFD-4680-AB10-CFA32939CBCF}"/>
                  </a:ext>
                </a:extLst>
              </p:cNvPr>
              <p:cNvSpPr>
                <a:spLocks noChangeShapeType="1"/>
              </p:cNvSpPr>
              <p:nvPr/>
            </p:nvSpPr>
            <p:spPr bwMode="auto">
              <a:xfrm>
                <a:off x="400" y="432"/>
                <a:ext cx="5088" cy="0"/>
              </a:xfrm>
              <a:prstGeom prst="line">
                <a:avLst/>
              </a:prstGeom>
              <a:noFill/>
              <a:ln w="444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pic>
        <p:nvPicPr>
          <p:cNvPr id="13" name="Picture 16" descr="emu_300x300_72dpi_black">
            <a:extLst>
              <a:ext uri="{FF2B5EF4-FFF2-40B4-BE49-F238E27FC236}">
                <a16:creationId xmlns:a16="http://schemas.microsoft.com/office/drawing/2014/main" id="{A6F507B9-BBC3-4F9E-B5B3-1F84BF9FAC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115888"/>
            <a:ext cx="574675"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8027" name="Rectangle 11"/>
          <p:cNvSpPr>
            <a:spLocks noGrp="1" noChangeArrowheads="1"/>
          </p:cNvSpPr>
          <p:nvPr>
            <p:ph type="ctrTitle"/>
          </p:nvPr>
        </p:nvSpPr>
        <p:spPr>
          <a:xfrm>
            <a:off x="2057400" y="1143000"/>
            <a:ext cx="6629400" cy="2209800"/>
          </a:xfrm>
        </p:spPr>
        <p:txBody>
          <a:bodyPr/>
          <a:lstStyle>
            <a:lvl1pPr>
              <a:defRPr sz="4800"/>
            </a:lvl1pPr>
          </a:lstStyle>
          <a:p>
            <a:pPr lvl="0"/>
            <a:r>
              <a:rPr lang="en-US" altLang="en-US" noProof="0"/>
              <a:t>Click to edit Master title style</a:t>
            </a:r>
          </a:p>
        </p:txBody>
      </p:sp>
      <p:sp>
        <p:nvSpPr>
          <p:cNvPr id="598028" name="Rectangle 12"/>
          <p:cNvSpPr>
            <a:spLocks noGrp="1" noChangeArrowheads="1"/>
          </p:cNvSpPr>
          <p:nvPr>
            <p:ph type="subTitle" idx="1"/>
          </p:nvPr>
        </p:nvSpPr>
        <p:spPr>
          <a:xfrm>
            <a:off x="1371600" y="3962400"/>
            <a:ext cx="6858000" cy="1600200"/>
          </a:xfrm>
        </p:spPr>
        <p:txBody>
          <a:bodyPr anchor="ctr"/>
          <a:lstStyle>
            <a:lvl1pPr marL="0" indent="0" algn="ctr">
              <a:buFont typeface="Wingdings" panose="05000000000000000000" pitchFamily="2" charset="2"/>
              <a:buNone/>
              <a:defRPr/>
            </a:lvl1pPr>
          </a:lstStyle>
          <a:p>
            <a:pPr lvl="0"/>
            <a:r>
              <a:rPr lang="en-US" altLang="en-US" noProof="0"/>
              <a:t>Click to edit Master subtitle style</a:t>
            </a:r>
          </a:p>
        </p:txBody>
      </p:sp>
      <p:sp>
        <p:nvSpPr>
          <p:cNvPr id="14" name="Date Placeholder 13">
            <a:extLst>
              <a:ext uri="{FF2B5EF4-FFF2-40B4-BE49-F238E27FC236}">
                <a16:creationId xmlns:a16="http://schemas.microsoft.com/office/drawing/2014/main" id="{0F1BC169-C2A2-45B5-A374-71F2EBA035EC}"/>
              </a:ext>
            </a:extLst>
          </p:cNvPr>
          <p:cNvSpPr>
            <a:spLocks noGrp="1" noChangeArrowheads="1"/>
          </p:cNvSpPr>
          <p:nvPr>
            <p:ph type="dt" sz="half" idx="10"/>
          </p:nvPr>
        </p:nvSpPr>
        <p:spPr>
          <a:xfrm>
            <a:off x="912813" y="6251575"/>
            <a:ext cx="1905000" cy="457200"/>
          </a:xfrm>
        </p:spPr>
        <p:txBody>
          <a:bodyPr/>
          <a:lstStyle>
            <a:lvl1pPr>
              <a:defRPr/>
            </a:lvl1pPr>
          </a:lstStyle>
          <a:p>
            <a:pPr>
              <a:defRPr/>
            </a:pPr>
            <a:fld id="{5BC5A4B5-26F4-4CC4-A8C9-7256B7BDEED5}" type="datetime4">
              <a:rPr lang="en-US" altLang="en-US" smtClean="0"/>
              <a:t>February 26, 2024</a:t>
            </a:fld>
            <a:endParaRPr lang="en-US" altLang="en-US"/>
          </a:p>
        </p:txBody>
      </p:sp>
      <p:sp>
        <p:nvSpPr>
          <p:cNvPr id="15" name="Footer Placeholder 14">
            <a:extLst>
              <a:ext uri="{FF2B5EF4-FFF2-40B4-BE49-F238E27FC236}">
                <a16:creationId xmlns:a16="http://schemas.microsoft.com/office/drawing/2014/main" id="{2790513F-446A-47CC-8086-B585B729A85A}"/>
              </a:ext>
            </a:extLst>
          </p:cNvPr>
          <p:cNvSpPr>
            <a:spLocks noGrp="1" noChangeArrowheads="1"/>
          </p:cNvSpPr>
          <p:nvPr>
            <p:ph type="ftr" sz="quarter" idx="11"/>
          </p:nvPr>
        </p:nvSpPr>
        <p:spPr>
          <a:xfrm>
            <a:off x="3354388" y="6248400"/>
            <a:ext cx="2895600" cy="457200"/>
          </a:xfrm>
        </p:spPr>
        <p:txBody>
          <a:bodyPr/>
          <a:lstStyle>
            <a:lvl1pPr>
              <a:defRPr/>
            </a:lvl1pPr>
          </a:lstStyle>
          <a:p>
            <a:pPr>
              <a:defRPr/>
            </a:pPr>
            <a:endParaRPr lang="en-US" altLang="en-US"/>
          </a:p>
        </p:txBody>
      </p:sp>
      <p:sp>
        <p:nvSpPr>
          <p:cNvPr id="16" name="Slide Number Placeholder 15">
            <a:extLst>
              <a:ext uri="{FF2B5EF4-FFF2-40B4-BE49-F238E27FC236}">
                <a16:creationId xmlns:a16="http://schemas.microsoft.com/office/drawing/2014/main" id="{44DC9E00-0C42-4E33-9791-DB74392E7DDC}"/>
              </a:ext>
            </a:extLst>
          </p:cNvPr>
          <p:cNvSpPr>
            <a:spLocks noGrp="1" noChangeArrowheads="1"/>
          </p:cNvSpPr>
          <p:nvPr>
            <p:ph type="sldNum" sz="quarter" idx="12"/>
          </p:nvPr>
        </p:nvSpPr>
        <p:spPr>
          <a:xfrm>
            <a:off x="6781800" y="6248400"/>
            <a:ext cx="1905000" cy="457200"/>
          </a:xfrm>
        </p:spPr>
        <p:txBody>
          <a:bodyPr/>
          <a:lstStyle>
            <a:lvl1pPr>
              <a:defRPr/>
            </a:lvl1pPr>
          </a:lstStyle>
          <a:p>
            <a:pPr>
              <a:defRPr/>
            </a:pPr>
            <a:fld id="{FCA2A49A-F948-456B-8433-624613035A24}" type="slidenum">
              <a:rPr lang="en-US" altLang="en-US"/>
              <a:pPr>
                <a:defRPr/>
              </a:pPr>
              <a:t>‹#›</a:t>
            </a:fld>
            <a:endParaRPr lang="en-US" altLang="en-US"/>
          </a:p>
        </p:txBody>
      </p:sp>
    </p:spTree>
    <p:extLst>
      <p:ext uri="{BB962C8B-B14F-4D97-AF65-F5344CB8AC3E}">
        <p14:creationId xmlns:p14="http://schemas.microsoft.com/office/powerpoint/2010/main" val="4081891055"/>
      </p:ext>
    </p:extLst>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a:extLst>
              <a:ext uri="{FF2B5EF4-FFF2-40B4-BE49-F238E27FC236}">
                <a16:creationId xmlns:a16="http://schemas.microsoft.com/office/drawing/2014/main" id="{CF9C34EE-72F3-48EA-B932-2A64C2038FE7}"/>
              </a:ext>
            </a:extLst>
          </p:cNvPr>
          <p:cNvSpPr>
            <a:spLocks noGrp="1" noChangeArrowheads="1"/>
          </p:cNvSpPr>
          <p:nvPr>
            <p:ph type="dt" sz="half" idx="10"/>
          </p:nvPr>
        </p:nvSpPr>
        <p:spPr>
          <a:ln/>
        </p:spPr>
        <p:txBody>
          <a:bodyPr/>
          <a:lstStyle>
            <a:lvl1pPr>
              <a:defRPr/>
            </a:lvl1pPr>
          </a:lstStyle>
          <a:p>
            <a:pPr>
              <a:defRPr/>
            </a:pPr>
            <a:fld id="{9827BBBE-186A-4024-8E62-590462448208}" type="datetime4">
              <a:rPr lang="en-US" altLang="en-US" smtClean="0"/>
              <a:t>February 26, 2024</a:t>
            </a:fld>
            <a:endParaRPr lang="en-US" altLang="en-US"/>
          </a:p>
        </p:txBody>
      </p:sp>
      <p:sp>
        <p:nvSpPr>
          <p:cNvPr id="5" name="Rectangle 10">
            <a:extLst>
              <a:ext uri="{FF2B5EF4-FFF2-40B4-BE49-F238E27FC236}">
                <a16:creationId xmlns:a16="http://schemas.microsoft.com/office/drawing/2014/main" id="{C590B3F9-588F-420A-B941-CFF2AA2EA9F4}"/>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11">
            <a:extLst>
              <a:ext uri="{FF2B5EF4-FFF2-40B4-BE49-F238E27FC236}">
                <a16:creationId xmlns:a16="http://schemas.microsoft.com/office/drawing/2014/main" id="{B8035C69-28AB-4877-8601-E8807E4BE94F}"/>
              </a:ext>
            </a:extLst>
          </p:cNvPr>
          <p:cNvSpPr>
            <a:spLocks noGrp="1" noChangeArrowheads="1"/>
          </p:cNvSpPr>
          <p:nvPr>
            <p:ph type="sldNum" sz="quarter" idx="12"/>
          </p:nvPr>
        </p:nvSpPr>
        <p:spPr>
          <a:ln/>
        </p:spPr>
        <p:txBody>
          <a:bodyPr/>
          <a:lstStyle>
            <a:lvl1pPr>
              <a:defRPr/>
            </a:lvl1pPr>
          </a:lstStyle>
          <a:p>
            <a:pPr>
              <a:defRPr/>
            </a:pPr>
            <a:fld id="{50DA9C81-8C0B-420A-8765-3A9516626B09}" type="slidenum">
              <a:rPr lang="en-US" altLang="en-US"/>
              <a:pPr>
                <a:defRPr/>
              </a:pPr>
              <a:t>‹#›</a:t>
            </a:fld>
            <a:endParaRPr lang="en-US" altLang="en-US"/>
          </a:p>
        </p:txBody>
      </p:sp>
    </p:spTree>
    <p:extLst>
      <p:ext uri="{BB962C8B-B14F-4D97-AF65-F5344CB8AC3E}">
        <p14:creationId xmlns:p14="http://schemas.microsoft.com/office/powerpoint/2010/main" val="3406192934"/>
      </p:ext>
    </p:extLst>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
        <p:nvSpPr>
          <p:cNvPr id="4" name="Rectangle 9">
            <a:extLst>
              <a:ext uri="{FF2B5EF4-FFF2-40B4-BE49-F238E27FC236}">
                <a16:creationId xmlns:a16="http://schemas.microsoft.com/office/drawing/2014/main" id="{C4234A2A-5D0C-44C8-887E-D10DDFC7AA53}"/>
              </a:ext>
            </a:extLst>
          </p:cNvPr>
          <p:cNvSpPr>
            <a:spLocks noGrp="1" noChangeArrowheads="1"/>
          </p:cNvSpPr>
          <p:nvPr>
            <p:ph type="dt" sz="half" idx="10"/>
          </p:nvPr>
        </p:nvSpPr>
        <p:spPr>
          <a:ln/>
        </p:spPr>
        <p:txBody>
          <a:bodyPr/>
          <a:lstStyle>
            <a:lvl1pPr>
              <a:defRPr/>
            </a:lvl1pPr>
          </a:lstStyle>
          <a:p>
            <a:pPr>
              <a:defRPr/>
            </a:pPr>
            <a:fld id="{68994EEA-CDE1-4CF0-B97E-F046BC99017A}" type="datetime4">
              <a:rPr lang="en-US" altLang="en-US" smtClean="0"/>
              <a:t>February 26, 2024</a:t>
            </a:fld>
            <a:endParaRPr lang="en-US" altLang="en-US"/>
          </a:p>
        </p:txBody>
      </p:sp>
      <p:sp>
        <p:nvSpPr>
          <p:cNvPr id="5" name="Rectangle 10">
            <a:extLst>
              <a:ext uri="{FF2B5EF4-FFF2-40B4-BE49-F238E27FC236}">
                <a16:creationId xmlns:a16="http://schemas.microsoft.com/office/drawing/2014/main" id="{04E8673F-D3A8-4270-A880-5464CB01F963}"/>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11">
            <a:extLst>
              <a:ext uri="{FF2B5EF4-FFF2-40B4-BE49-F238E27FC236}">
                <a16:creationId xmlns:a16="http://schemas.microsoft.com/office/drawing/2014/main" id="{EB1F1F1B-8663-4447-B9F0-E50D78F34EFB}"/>
              </a:ext>
            </a:extLst>
          </p:cNvPr>
          <p:cNvSpPr>
            <a:spLocks noGrp="1" noChangeArrowheads="1"/>
          </p:cNvSpPr>
          <p:nvPr>
            <p:ph type="sldNum" sz="quarter" idx="12"/>
          </p:nvPr>
        </p:nvSpPr>
        <p:spPr>
          <a:ln/>
        </p:spPr>
        <p:txBody>
          <a:bodyPr/>
          <a:lstStyle>
            <a:lvl1pPr>
              <a:defRPr/>
            </a:lvl1pPr>
          </a:lstStyle>
          <a:p>
            <a:pPr>
              <a:defRPr/>
            </a:pPr>
            <a:fld id="{99E7F0A4-9658-43EF-876F-1B09C1E0A41F}" type="slidenum">
              <a:rPr lang="en-US" altLang="en-US"/>
              <a:pPr>
                <a:defRPr/>
              </a:pPr>
              <a:t>‹#›</a:t>
            </a:fld>
            <a:endParaRPr lang="en-US" altLang="en-US"/>
          </a:p>
        </p:txBody>
      </p:sp>
    </p:spTree>
    <p:extLst>
      <p:ext uri="{BB962C8B-B14F-4D97-AF65-F5344CB8AC3E}">
        <p14:creationId xmlns:p14="http://schemas.microsoft.com/office/powerpoint/2010/main" val="2982120886"/>
      </p:ext>
    </p:extLst>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066800"/>
            <a:ext cx="3962400" cy="5181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00600" y="1066800"/>
            <a:ext cx="3962400" cy="5181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9">
            <a:extLst>
              <a:ext uri="{FF2B5EF4-FFF2-40B4-BE49-F238E27FC236}">
                <a16:creationId xmlns:a16="http://schemas.microsoft.com/office/drawing/2014/main" id="{BEDEDA5F-0A5D-4CA4-A1C5-E0BBCA7D32B1}"/>
              </a:ext>
            </a:extLst>
          </p:cNvPr>
          <p:cNvSpPr>
            <a:spLocks noGrp="1" noChangeArrowheads="1"/>
          </p:cNvSpPr>
          <p:nvPr>
            <p:ph type="dt" sz="half" idx="10"/>
          </p:nvPr>
        </p:nvSpPr>
        <p:spPr>
          <a:ln/>
        </p:spPr>
        <p:txBody>
          <a:bodyPr/>
          <a:lstStyle>
            <a:lvl1pPr>
              <a:defRPr/>
            </a:lvl1pPr>
          </a:lstStyle>
          <a:p>
            <a:pPr>
              <a:defRPr/>
            </a:pPr>
            <a:fld id="{AE36E2F7-403A-4BD1-97B2-954E718C0676}" type="datetime4">
              <a:rPr lang="en-US" altLang="en-US" smtClean="0"/>
              <a:t>February 26, 2024</a:t>
            </a:fld>
            <a:endParaRPr lang="en-US" altLang="en-US"/>
          </a:p>
        </p:txBody>
      </p:sp>
      <p:sp>
        <p:nvSpPr>
          <p:cNvPr id="6" name="Rectangle 10">
            <a:extLst>
              <a:ext uri="{FF2B5EF4-FFF2-40B4-BE49-F238E27FC236}">
                <a16:creationId xmlns:a16="http://schemas.microsoft.com/office/drawing/2014/main" id="{4C2AD675-B79B-4C82-8BB7-A5BB8E849A2A}"/>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11">
            <a:extLst>
              <a:ext uri="{FF2B5EF4-FFF2-40B4-BE49-F238E27FC236}">
                <a16:creationId xmlns:a16="http://schemas.microsoft.com/office/drawing/2014/main" id="{FA6E5F42-4825-4052-A411-7C9668ACCC14}"/>
              </a:ext>
            </a:extLst>
          </p:cNvPr>
          <p:cNvSpPr>
            <a:spLocks noGrp="1" noChangeArrowheads="1"/>
          </p:cNvSpPr>
          <p:nvPr>
            <p:ph type="sldNum" sz="quarter" idx="12"/>
          </p:nvPr>
        </p:nvSpPr>
        <p:spPr>
          <a:ln/>
        </p:spPr>
        <p:txBody>
          <a:bodyPr/>
          <a:lstStyle>
            <a:lvl1pPr>
              <a:defRPr/>
            </a:lvl1pPr>
          </a:lstStyle>
          <a:p>
            <a:pPr>
              <a:defRPr/>
            </a:pPr>
            <a:fld id="{2A030BC2-7CF3-4AF3-91D9-2A59AC404433}" type="slidenum">
              <a:rPr lang="en-US" altLang="en-US"/>
              <a:pPr>
                <a:defRPr/>
              </a:pPr>
              <a:t>‹#›</a:t>
            </a:fld>
            <a:endParaRPr lang="en-US" altLang="en-US"/>
          </a:p>
        </p:txBody>
      </p:sp>
    </p:spTree>
    <p:extLst>
      <p:ext uri="{BB962C8B-B14F-4D97-AF65-F5344CB8AC3E}">
        <p14:creationId xmlns:p14="http://schemas.microsoft.com/office/powerpoint/2010/main" val="762873303"/>
      </p:ext>
    </p:extLst>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9">
            <a:extLst>
              <a:ext uri="{FF2B5EF4-FFF2-40B4-BE49-F238E27FC236}">
                <a16:creationId xmlns:a16="http://schemas.microsoft.com/office/drawing/2014/main" id="{B4B9A3CC-A69C-4380-B243-FF56F5877D4A}"/>
              </a:ext>
            </a:extLst>
          </p:cNvPr>
          <p:cNvSpPr>
            <a:spLocks noGrp="1" noChangeArrowheads="1"/>
          </p:cNvSpPr>
          <p:nvPr>
            <p:ph type="dt" sz="half" idx="10"/>
          </p:nvPr>
        </p:nvSpPr>
        <p:spPr>
          <a:ln/>
        </p:spPr>
        <p:txBody>
          <a:bodyPr/>
          <a:lstStyle>
            <a:lvl1pPr>
              <a:defRPr/>
            </a:lvl1pPr>
          </a:lstStyle>
          <a:p>
            <a:pPr>
              <a:defRPr/>
            </a:pPr>
            <a:fld id="{53C47519-7D6C-4277-A527-EC8BF8B7D20D}" type="datetime4">
              <a:rPr lang="en-US" altLang="en-US" smtClean="0"/>
              <a:t>February 26, 2024</a:t>
            </a:fld>
            <a:endParaRPr lang="en-US" altLang="en-US"/>
          </a:p>
        </p:txBody>
      </p:sp>
      <p:sp>
        <p:nvSpPr>
          <p:cNvPr id="8" name="Rectangle 10">
            <a:extLst>
              <a:ext uri="{FF2B5EF4-FFF2-40B4-BE49-F238E27FC236}">
                <a16:creationId xmlns:a16="http://schemas.microsoft.com/office/drawing/2014/main" id="{4BB100D0-7C52-4FE4-BB69-6A02DD958353}"/>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11">
            <a:extLst>
              <a:ext uri="{FF2B5EF4-FFF2-40B4-BE49-F238E27FC236}">
                <a16:creationId xmlns:a16="http://schemas.microsoft.com/office/drawing/2014/main" id="{8BE3667C-9E53-4554-BDEC-26A785705C60}"/>
              </a:ext>
            </a:extLst>
          </p:cNvPr>
          <p:cNvSpPr>
            <a:spLocks noGrp="1" noChangeArrowheads="1"/>
          </p:cNvSpPr>
          <p:nvPr>
            <p:ph type="sldNum" sz="quarter" idx="12"/>
          </p:nvPr>
        </p:nvSpPr>
        <p:spPr>
          <a:ln/>
        </p:spPr>
        <p:txBody>
          <a:bodyPr/>
          <a:lstStyle>
            <a:lvl1pPr>
              <a:defRPr/>
            </a:lvl1pPr>
          </a:lstStyle>
          <a:p>
            <a:pPr>
              <a:defRPr/>
            </a:pPr>
            <a:fld id="{4E8385E0-B45E-4570-A3AA-0856022418D9}" type="slidenum">
              <a:rPr lang="en-US" altLang="en-US"/>
              <a:pPr>
                <a:defRPr/>
              </a:pPr>
              <a:t>‹#›</a:t>
            </a:fld>
            <a:endParaRPr lang="en-US" altLang="en-US"/>
          </a:p>
        </p:txBody>
      </p:sp>
    </p:spTree>
    <p:extLst>
      <p:ext uri="{BB962C8B-B14F-4D97-AF65-F5344CB8AC3E}">
        <p14:creationId xmlns:p14="http://schemas.microsoft.com/office/powerpoint/2010/main" val="3859124618"/>
      </p:ext>
    </p:extLst>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9">
            <a:extLst>
              <a:ext uri="{FF2B5EF4-FFF2-40B4-BE49-F238E27FC236}">
                <a16:creationId xmlns:a16="http://schemas.microsoft.com/office/drawing/2014/main" id="{75C9C638-878C-4E40-8D06-96E4C1B412DE}"/>
              </a:ext>
            </a:extLst>
          </p:cNvPr>
          <p:cNvSpPr>
            <a:spLocks noGrp="1" noChangeArrowheads="1"/>
          </p:cNvSpPr>
          <p:nvPr>
            <p:ph type="dt" sz="half" idx="10"/>
          </p:nvPr>
        </p:nvSpPr>
        <p:spPr>
          <a:ln/>
        </p:spPr>
        <p:txBody>
          <a:bodyPr/>
          <a:lstStyle>
            <a:lvl1pPr>
              <a:defRPr/>
            </a:lvl1pPr>
          </a:lstStyle>
          <a:p>
            <a:pPr>
              <a:defRPr/>
            </a:pPr>
            <a:fld id="{5DCB4BA1-EF4A-46E7-A043-BEC20C08A882}" type="datetime4">
              <a:rPr lang="en-US" altLang="en-US" smtClean="0"/>
              <a:t>February 26, 2024</a:t>
            </a:fld>
            <a:endParaRPr lang="en-US" altLang="en-US"/>
          </a:p>
        </p:txBody>
      </p:sp>
      <p:sp>
        <p:nvSpPr>
          <p:cNvPr id="4" name="Rectangle 10">
            <a:extLst>
              <a:ext uri="{FF2B5EF4-FFF2-40B4-BE49-F238E27FC236}">
                <a16:creationId xmlns:a16="http://schemas.microsoft.com/office/drawing/2014/main" id="{3310315F-DE20-461D-BB40-598604683D4F}"/>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11">
            <a:extLst>
              <a:ext uri="{FF2B5EF4-FFF2-40B4-BE49-F238E27FC236}">
                <a16:creationId xmlns:a16="http://schemas.microsoft.com/office/drawing/2014/main" id="{45B671E4-A185-4AAA-BFEE-B5DA72854E32}"/>
              </a:ext>
            </a:extLst>
          </p:cNvPr>
          <p:cNvSpPr>
            <a:spLocks noGrp="1" noChangeArrowheads="1"/>
          </p:cNvSpPr>
          <p:nvPr>
            <p:ph type="sldNum" sz="quarter" idx="12"/>
          </p:nvPr>
        </p:nvSpPr>
        <p:spPr>
          <a:ln/>
        </p:spPr>
        <p:txBody>
          <a:bodyPr/>
          <a:lstStyle>
            <a:lvl1pPr>
              <a:defRPr/>
            </a:lvl1pPr>
          </a:lstStyle>
          <a:p>
            <a:pPr>
              <a:defRPr/>
            </a:pPr>
            <a:fld id="{A92DC3B9-A196-4109-8661-49D33AF61530}" type="slidenum">
              <a:rPr lang="en-US" altLang="en-US"/>
              <a:pPr>
                <a:defRPr/>
              </a:pPr>
              <a:t>‹#›</a:t>
            </a:fld>
            <a:endParaRPr lang="en-US" altLang="en-US"/>
          </a:p>
        </p:txBody>
      </p:sp>
    </p:spTree>
    <p:extLst>
      <p:ext uri="{BB962C8B-B14F-4D97-AF65-F5344CB8AC3E}">
        <p14:creationId xmlns:p14="http://schemas.microsoft.com/office/powerpoint/2010/main" val="45112132"/>
      </p:ext>
    </p:extLst>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5C476D0D-B5BB-40B1-97F5-041B0BB00038}"/>
              </a:ext>
            </a:extLst>
          </p:cNvPr>
          <p:cNvSpPr>
            <a:spLocks noGrp="1" noChangeArrowheads="1"/>
          </p:cNvSpPr>
          <p:nvPr>
            <p:ph type="dt" sz="half" idx="10"/>
          </p:nvPr>
        </p:nvSpPr>
        <p:spPr>
          <a:ln/>
        </p:spPr>
        <p:txBody>
          <a:bodyPr/>
          <a:lstStyle>
            <a:lvl1pPr>
              <a:defRPr/>
            </a:lvl1pPr>
          </a:lstStyle>
          <a:p>
            <a:pPr>
              <a:defRPr/>
            </a:pPr>
            <a:fld id="{331896EC-27A3-4DEC-9EAE-1715D1EE9CB2}" type="datetime4">
              <a:rPr lang="en-US" altLang="en-US" smtClean="0"/>
              <a:t>February 26, 2024</a:t>
            </a:fld>
            <a:endParaRPr lang="en-US" altLang="en-US"/>
          </a:p>
        </p:txBody>
      </p:sp>
      <p:sp>
        <p:nvSpPr>
          <p:cNvPr id="3" name="Rectangle 10">
            <a:extLst>
              <a:ext uri="{FF2B5EF4-FFF2-40B4-BE49-F238E27FC236}">
                <a16:creationId xmlns:a16="http://schemas.microsoft.com/office/drawing/2014/main" id="{584D7CD9-03DE-48D5-8B6F-A09B7D332F85}"/>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4" name="Rectangle 11">
            <a:extLst>
              <a:ext uri="{FF2B5EF4-FFF2-40B4-BE49-F238E27FC236}">
                <a16:creationId xmlns:a16="http://schemas.microsoft.com/office/drawing/2014/main" id="{4B50E0DF-BFAF-460E-AA43-87A734A1C027}"/>
              </a:ext>
            </a:extLst>
          </p:cNvPr>
          <p:cNvSpPr>
            <a:spLocks noGrp="1" noChangeArrowheads="1"/>
          </p:cNvSpPr>
          <p:nvPr>
            <p:ph type="sldNum" sz="quarter" idx="12"/>
          </p:nvPr>
        </p:nvSpPr>
        <p:spPr>
          <a:ln/>
        </p:spPr>
        <p:txBody>
          <a:bodyPr/>
          <a:lstStyle>
            <a:lvl1pPr>
              <a:defRPr/>
            </a:lvl1pPr>
          </a:lstStyle>
          <a:p>
            <a:pPr>
              <a:defRPr/>
            </a:pPr>
            <a:fld id="{EB21815A-02CE-4946-BC74-B18050342953}" type="slidenum">
              <a:rPr lang="en-US" altLang="en-US"/>
              <a:pPr>
                <a:defRPr/>
              </a:pPr>
              <a:t>‹#›</a:t>
            </a:fld>
            <a:endParaRPr lang="en-US" altLang="en-US"/>
          </a:p>
        </p:txBody>
      </p:sp>
    </p:spTree>
    <p:extLst>
      <p:ext uri="{BB962C8B-B14F-4D97-AF65-F5344CB8AC3E}">
        <p14:creationId xmlns:p14="http://schemas.microsoft.com/office/powerpoint/2010/main" val="4045836488"/>
      </p:ext>
    </p:extLst>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9">
            <a:extLst>
              <a:ext uri="{FF2B5EF4-FFF2-40B4-BE49-F238E27FC236}">
                <a16:creationId xmlns:a16="http://schemas.microsoft.com/office/drawing/2014/main" id="{9765C9AE-0CF0-4AA4-A848-0E2835A2EE33}"/>
              </a:ext>
            </a:extLst>
          </p:cNvPr>
          <p:cNvSpPr>
            <a:spLocks noGrp="1" noChangeArrowheads="1"/>
          </p:cNvSpPr>
          <p:nvPr>
            <p:ph type="dt" sz="half" idx="10"/>
          </p:nvPr>
        </p:nvSpPr>
        <p:spPr>
          <a:ln/>
        </p:spPr>
        <p:txBody>
          <a:bodyPr/>
          <a:lstStyle>
            <a:lvl1pPr>
              <a:defRPr/>
            </a:lvl1pPr>
          </a:lstStyle>
          <a:p>
            <a:pPr>
              <a:defRPr/>
            </a:pPr>
            <a:fld id="{6F01F57A-160C-4DBD-8129-F74AC5E4C8FF}" type="datetime4">
              <a:rPr lang="en-US" altLang="en-US" smtClean="0"/>
              <a:t>February 26, 2024</a:t>
            </a:fld>
            <a:endParaRPr lang="en-US" altLang="en-US"/>
          </a:p>
        </p:txBody>
      </p:sp>
      <p:sp>
        <p:nvSpPr>
          <p:cNvPr id="6" name="Rectangle 10">
            <a:extLst>
              <a:ext uri="{FF2B5EF4-FFF2-40B4-BE49-F238E27FC236}">
                <a16:creationId xmlns:a16="http://schemas.microsoft.com/office/drawing/2014/main" id="{FC78EA8E-2184-4C93-A632-2F9F0776E0C3}"/>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11">
            <a:extLst>
              <a:ext uri="{FF2B5EF4-FFF2-40B4-BE49-F238E27FC236}">
                <a16:creationId xmlns:a16="http://schemas.microsoft.com/office/drawing/2014/main" id="{1C0FE5F5-94B2-4263-8EC5-9430AB9C03D8}"/>
              </a:ext>
            </a:extLst>
          </p:cNvPr>
          <p:cNvSpPr>
            <a:spLocks noGrp="1" noChangeArrowheads="1"/>
          </p:cNvSpPr>
          <p:nvPr>
            <p:ph type="sldNum" sz="quarter" idx="12"/>
          </p:nvPr>
        </p:nvSpPr>
        <p:spPr>
          <a:ln/>
        </p:spPr>
        <p:txBody>
          <a:bodyPr/>
          <a:lstStyle>
            <a:lvl1pPr>
              <a:defRPr/>
            </a:lvl1pPr>
          </a:lstStyle>
          <a:p>
            <a:pPr>
              <a:defRPr/>
            </a:pPr>
            <a:fld id="{0DE921B3-5AA3-40B2-BD1E-81A7FD4E636B}" type="slidenum">
              <a:rPr lang="en-US" altLang="en-US"/>
              <a:pPr>
                <a:defRPr/>
              </a:pPr>
              <a:t>‹#›</a:t>
            </a:fld>
            <a:endParaRPr lang="en-US" altLang="en-US"/>
          </a:p>
        </p:txBody>
      </p:sp>
    </p:spTree>
    <p:extLst>
      <p:ext uri="{BB962C8B-B14F-4D97-AF65-F5344CB8AC3E}">
        <p14:creationId xmlns:p14="http://schemas.microsoft.com/office/powerpoint/2010/main" val="4154247001"/>
      </p:ext>
    </p:extLst>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9">
            <a:extLst>
              <a:ext uri="{FF2B5EF4-FFF2-40B4-BE49-F238E27FC236}">
                <a16:creationId xmlns:a16="http://schemas.microsoft.com/office/drawing/2014/main" id="{0E467AB0-774D-43D9-8198-193CB588BACB}"/>
              </a:ext>
            </a:extLst>
          </p:cNvPr>
          <p:cNvSpPr>
            <a:spLocks noGrp="1" noChangeArrowheads="1"/>
          </p:cNvSpPr>
          <p:nvPr>
            <p:ph type="dt" sz="half" idx="10"/>
          </p:nvPr>
        </p:nvSpPr>
        <p:spPr>
          <a:ln/>
        </p:spPr>
        <p:txBody>
          <a:bodyPr/>
          <a:lstStyle>
            <a:lvl1pPr>
              <a:defRPr/>
            </a:lvl1pPr>
          </a:lstStyle>
          <a:p>
            <a:pPr>
              <a:defRPr/>
            </a:pPr>
            <a:fld id="{AAB558D7-F0E0-4297-ADF6-FEC8ACB68C6B}" type="datetime4">
              <a:rPr lang="en-US" altLang="en-US" smtClean="0"/>
              <a:t>February 26, 2024</a:t>
            </a:fld>
            <a:endParaRPr lang="en-US" altLang="en-US"/>
          </a:p>
        </p:txBody>
      </p:sp>
      <p:sp>
        <p:nvSpPr>
          <p:cNvPr id="6" name="Rectangle 10">
            <a:extLst>
              <a:ext uri="{FF2B5EF4-FFF2-40B4-BE49-F238E27FC236}">
                <a16:creationId xmlns:a16="http://schemas.microsoft.com/office/drawing/2014/main" id="{7B808355-42A5-4D0E-8518-E0F4FD43197E}"/>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11">
            <a:extLst>
              <a:ext uri="{FF2B5EF4-FFF2-40B4-BE49-F238E27FC236}">
                <a16:creationId xmlns:a16="http://schemas.microsoft.com/office/drawing/2014/main" id="{3BAF7EF2-E2DF-47AB-891C-D84081527129}"/>
              </a:ext>
            </a:extLst>
          </p:cNvPr>
          <p:cNvSpPr>
            <a:spLocks noGrp="1" noChangeArrowheads="1"/>
          </p:cNvSpPr>
          <p:nvPr>
            <p:ph type="sldNum" sz="quarter" idx="12"/>
          </p:nvPr>
        </p:nvSpPr>
        <p:spPr>
          <a:ln/>
        </p:spPr>
        <p:txBody>
          <a:bodyPr/>
          <a:lstStyle>
            <a:lvl1pPr>
              <a:defRPr/>
            </a:lvl1pPr>
          </a:lstStyle>
          <a:p>
            <a:pPr>
              <a:defRPr/>
            </a:pPr>
            <a:fld id="{CCB248BD-9539-4CAF-93DC-A2CA13CA5E98}" type="slidenum">
              <a:rPr lang="en-US" altLang="en-US"/>
              <a:pPr>
                <a:defRPr/>
              </a:pPr>
              <a:t>‹#›</a:t>
            </a:fld>
            <a:endParaRPr lang="en-US" altLang="en-US"/>
          </a:p>
        </p:txBody>
      </p:sp>
    </p:spTree>
    <p:extLst>
      <p:ext uri="{BB962C8B-B14F-4D97-AF65-F5344CB8AC3E}">
        <p14:creationId xmlns:p14="http://schemas.microsoft.com/office/powerpoint/2010/main" val="1270631338"/>
      </p:ext>
    </p:extLst>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a:extLst>
              <a:ext uri="{FF2B5EF4-FFF2-40B4-BE49-F238E27FC236}">
                <a16:creationId xmlns:a16="http://schemas.microsoft.com/office/drawing/2014/main" id="{4DFEB8B6-9CBD-44BF-A7E4-D3D886E91852}"/>
              </a:ext>
            </a:extLst>
          </p:cNvPr>
          <p:cNvSpPr>
            <a:spLocks noGrp="1" noChangeArrowheads="1"/>
          </p:cNvSpPr>
          <p:nvPr>
            <p:ph type="dt" sz="half" idx="10"/>
          </p:nvPr>
        </p:nvSpPr>
        <p:spPr>
          <a:ln/>
        </p:spPr>
        <p:txBody>
          <a:bodyPr/>
          <a:lstStyle>
            <a:lvl1pPr>
              <a:defRPr/>
            </a:lvl1pPr>
          </a:lstStyle>
          <a:p>
            <a:pPr>
              <a:defRPr/>
            </a:pPr>
            <a:fld id="{2EE4C2D4-AED4-49A9-9EFA-2DD204261EE7}" type="datetime4">
              <a:rPr lang="en-US" altLang="en-US" smtClean="0"/>
              <a:t>February 26, 2024</a:t>
            </a:fld>
            <a:endParaRPr lang="en-US" altLang="en-US"/>
          </a:p>
        </p:txBody>
      </p:sp>
      <p:sp>
        <p:nvSpPr>
          <p:cNvPr id="5" name="Rectangle 10">
            <a:extLst>
              <a:ext uri="{FF2B5EF4-FFF2-40B4-BE49-F238E27FC236}">
                <a16:creationId xmlns:a16="http://schemas.microsoft.com/office/drawing/2014/main" id="{E0908BF4-CB10-49D2-9638-F9AF6998E68F}"/>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11">
            <a:extLst>
              <a:ext uri="{FF2B5EF4-FFF2-40B4-BE49-F238E27FC236}">
                <a16:creationId xmlns:a16="http://schemas.microsoft.com/office/drawing/2014/main" id="{D8A2F6A0-8795-460A-8A6C-6A0D79743EA3}"/>
              </a:ext>
            </a:extLst>
          </p:cNvPr>
          <p:cNvSpPr>
            <a:spLocks noGrp="1" noChangeArrowheads="1"/>
          </p:cNvSpPr>
          <p:nvPr>
            <p:ph type="sldNum" sz="quarter" idx="12"/>
          </p:nvPr>
        </p:nvSpPr>
        <p:spPr>
          <a:ln/>
        </p:spPr>
        <p:txBody>
          <a:bodyPr/>
          <a:lstStyle>
            <a:lvl1pPr>
              <a:defRPr/>
            </a:lvl1pPr>
          </a:lstStyle>
          <a:p>
            <a:pPr>
              <a:defRPr/>
            </a:pPr>
            <a:fld id="{DE73F2B1-D81C-4169-96DE-C2961E383EAB}" type="slidenum">
              <a:rPr lang="en-US" altLang="en-US"/>
              <a:pPr>
                <a:defRPr/>
              </a:pPr>
              <a:t>‹#›</a:t>
            </a:fld>
            <a:endParaRPr lang="en-US" altLang="en-US"/>
          </a:p>
        </p:txBody>
      </p:sp>
    </p:spTree>
    <p:extLst>
      <p:ext uri="{BB962C8B-B14F-4D97-AF65-F5344CB8AC3E}">
        <p14:creationId xmlns:p14="http://schemas.microsoft.com/office/powerpoint/2010/main" val="3553602119"/>
      </p:ext>
    </p:extLst>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3700" y="152400"/>
            <a:ext cx="2019300" cy="6096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152400"/>
            <a:ext cx="5905500" cy="60960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a:extLst>
              <a:ext uri="{FF2B5EF4-FFF2-40B4-BE49-F238E27FC236}">
                <a16:creationId xmlns:a16="http://schemas.microsoft.com/office/drawing/2014/main" id="{1DBC7B38-5070-4237-8553-69481B5B89E3}"/>
              </a:ext>
            </a:extLst>
          </p:cNvPr>
          <p:cNvSpPr>
            <a:spLocks noGrp="1" noChangeArrowheads="1"/>
          </p:cNvSpPr>
          <p:nvPr>
            <p:ph type="dt" sz="half" idx="10"/>
          </p:nvPr>
        </p:nvSpPr>
        <p:spPr>
          <a:ln/>
        </p:spPr>
        <p:txBody>
          <a:bodyPr/>
          <a:lstStyle>
            <a:lvl1pPr>
              <a:defRPr/>
            </a:lvl1pPr>
          </a:lstStyle>
          <a:p>
            <a:pPr>
              <a:defRPr/>
            </a:pPr>
            <a:fld id="{845C5BC7-25FB-48F9-9ECD-E148693D6F39}" type="datetime4">
              <a:rPr lang="en-US" altLang="en-US" smtClean="0"/>
              <a:t>February 26, 2024</a:t>
            </a:fld>
            <a:endParaRPr lang="en-US" altLang="en-US"/>
          </a:p>
        </p:txBody>
      </p:sp>
      <p:sp>
        <p:nvSpPr>
          <p:cNvPr id="5" name="Rectangle 10">
            <a:extLst>
              <a:ext uri="{FF2B5EF4-FFF2-40B4-BE49-F238E27FC236}">
                <a16:creationId xmlns:a16="http://schemas.microsoft.com/office/drawing/2014/main" id="{48EF8B06-6A73-463B-8148-0D54FBA1B4F1}"/>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11">
            <a:extLst>
              <a:ext uri="{FF2B5EF4-FFF2-40B4-BE49-F238E27FC236}">
                <a16:creationId xmlns:a16="http://schemas.microsoft.com/office/drawing/2014/main" id="{4E710C1B-376F-4EEA-81E0-1E3990D393E9}"/>
              </a:ext>
            </a:extLst>
          </p:cNvPr>
          <p:cNvSpPr>
            <a:spLocks noGrp="1" noChangeArrowheads="1"/>
          </p:cNvSpPr>
          <p:nvPr>
            <p:ph type="sldNum" sz="quarter" idx="12"/>
          </p:nvPr>
        </p:nvSpPr>
        <p:spPr>
          <a:ln/>
        </p:spPr>
        <p:txBody>
          <a:bodyPr/>
          <a:lstStyle>
            <a:lvl1pPr>
              <a:defRPr/>
            </a:lvl1pPr>
          </a:lstStyle>
          <a:p>
            <a:pPr>
              <a:defRPr/>
            </a:pPr>
            <a:fld id="{CE560F63-EACA-4932-AF9B-D14368E73A48}" type="slidenum">
              <a:rPr lang="en-US" altLang="en-US"/>
              <a:pPr>
                <a:defRPr/>
              </a:pPr>
              <a:t>‹#›</a:t>
            </a:fld>
            <a:endParaRPr lang="en-US" altLang="en-US"/>
          </a:p>
        </p:txBody>
      </p:sp>
    </p:spTree>
    <p:extLst>
      <p:ext uri="{BB962C8B-B14F-4D97-AF65-F5344CB8AC3E}">
        <p14:creationId xmlns:p14="http://schemas.microsoft.com/office/powerpoint/2010/main" val="3187015778"/>
      </p:ext>
    </p:extLst>
  </p:cSld>
  <p:clrMapOvr>
    <a:masterClrMapping/>
  </p:clrMapOvr>
  <p:transition>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D6549AE-72E3-47BE-AD73-E71A3EA949A1}"/>
              </a:ext>
            </a:extLst>
          </p:cNvPr>
          <p:cNvSpPr/>
          <p:nvPr/>
        </p:nvSpPr>
        <p:spPr>
          <a:xfrm>
            <a:off x="282575" y="228600"/>
            <a:ext cx="4235450" cy="41878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5" name="Rectangle 4">
            <a:extLst>
              <a:ext uri="{FF2B5EF4-FFF2-40B4-BE49-F238E27FC236}">
                <a16:creationId xmlns:a16="http://schemas.microsoft.com/office/drawing/2014/main" id="{39EC22C5-F716-4404-9C88-99D11E2E0C45}"/>
              </a:ext>
            </a:extLst>
          </p:cNvPr>
          <p:cNvSpPr/>
          <p:nvPr/>
        </p:nvSpPr>
        <p:spPr>
          <a:xfrm>
            <a:off x="6802438" y="228600"/>
            <a:ext cx="2057400" cy="203835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6" name="Rectangle 5">
            <a:extLst>
              <a:ext uri="{FF2B5EF4-FFF2-40B4-BE49-F238E27FC236}">
                <a16:creationId xmlns:a16="http://schemas.microsoft.com/office/drawing/2014/main" id="{8F9F2FC3-1FDA-44A6-9B5F-C8C03570B5AB}"/>
              </a:ext>
            </a:extLst>
          </p:cNvPr>
          <p:cNvSpPr/>
          <p:nvPr/>
        </p:nvSpPr>
        <p:spPr>
          <a:xfrm>
            <a:off x="4624388" y="2378075"/>
            <a:ext cx="2057400" cy="203835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7" name="TextBox 6">
            <a:extLst>
              <a:ext uri="{FF2B5EF4-FFF2-40B4-BE49-F238E27FC236}">
                <a16:creationId xmlns:a16="http://schemas.microsoft.com/office/drawing/2014/main" id="{3A8AF5D0-F3E1-4ABD-8A1F-F331D59F0408}"/>
              </a:ext>
            </a:extLst>
          </p:cNvPr>
          <p:cNvSpPr txBox="1">
            <a:spLocks noChangeArrowheads="1"/>
          </p:cNvSpPr>
          <p:nvPr/>
        </p:nvSpPr>
        <p:spPr bwMode="auto">
          <a:xfrm>
            <a:off x="425450" y="174625"/>
            <a:ext cx="41275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5400" b="1">
                <a:solidFill>
                  <a:srgbClr val="B870B8"/>
                </a:solidFill>
                <a:cs typeface="Arial" panose="020B0604020202020204" pitchFamily="34" charset="0"/>
              </a:rPr>
              <a:t>+</a:t>
            </a:r>
          </a:p>
        </p:txBody>
      </p:sp>
      <p:sp>
        <p:nvSpPr>
          <p:cNvPr id="8" name="Rectangle 7">
            <a:extLst>
              <a:ext uri="{FF2B5EF4-FFF2-40B4-BE49-F238E27FC236}">
                <a16:creationId xmlns:a16="http://schemas.microsoft.com/office/drawing/2014/main" id="{60510EAD-8477-4A4C-8F7B-CAE19A6CB78E}"/>
              </a:ext>
            </a:extLst>
          </p:cNvPr>
          <p:cNvSpPr/>
          <p:nvPr/>
        </p:nvSpPr>
        <p:spPr>
          <a:xfrm>
            <a:off x="4624388" y="228600"/>
            <a:ext cx="2057400" cy="203835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9" name="Rectangle 8">
            <a:extLst>
              <a:ext uri="{FF2B5EF4-FFF2-40B4-BE49-F238E27FC236}">
                <a16:creationId xmlns:a16="http://schemas.microsoft.com/office/drawing/2014/main" id="{6E6F5103-6E1E-41E2-A621-C0B09AD9ACB2}"/>
              </a:ext>
            </a:extLst>
          </p:cNvPr>
          <p:cNvSpPr/>
          <p:nvPr/>
        </p:nvSpPr>
        <p:spPr>
          <a:xfrm>
            <a:off x="6802438" y="2378075"/>
            <a:ext cx="2057400" cy="20383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10" name="Date Placeholder 3">
            <a:extLst>
              <a:ext uri="{FF2B5EF4-FFF2-40B4-BE49-F238E27FC236}">
                <a16:creationId xmlns:a16="http://schemas.microsoft.com/office/drawing/2014/main" id="{206B4422-FDBB-451A-80A3-E1AF08DE1A22}"/>
              </a:ext>
            </a:extLst>
          </p:cNvPr>
          <p:cNvSpPr>
            <a:spLocks noGrp="1"/>
          </p:cNvSpPr>
          <p:nvPr>
            <p:ph type="dt" sz="half" idx="10"/>
          </p:nvPr>
        </p:nvSpPr>
        <p:spPr>
          <a:xfrm>
            <a:off x="4800600" y="6426200"/>
            <a:ext cx="1231900" cy="365125"/>
          </a:xfrm>
        </p:spPr>
        <p:txBody>
          <a:bodyPr/>
          <a:lstStyle>
            <a:lvl1pPr algn="l">
              <a:defRPr/>
            </a:lvl1pPr>
          </a:lstStyle>
          <a:p>
            <a:pPr>
              <a:defRPr/>
            </a:pPr>
            <a:fld id="{51752509-2F43-4E42-9C46-F67640C7B1B0}" type="datetime4">
              <a:rPr lang="en-US" altLang="en-US" smtClean="0"/>
              <a:t>February 26, 2024</a:t>
            </a:fld>
            <a:endParaRPr lang="en-US" altLang="en-US"/>
          </a:p>
        </p:txBody>
      </p:sp>
      <p:sp>
        <p:nvSpPr>
          <p:cNvPr id="11" name="Footer Placeholder 4">
            <a:extLst>
              <a:ext uri="{FF2B5EF4-FFF2-40B4-BE49-F238E27FC236}">
                <a16:creationId xmlns:a16="http://schemas.microsoft.com/office/drawing/2014/main" id="{F2442541-6637-473A-8646-7A5B17DAAB20}"/>
              </a:ext>
            </a:extLst>
          </p:cNvPr>
          <p:cNvSpPr>
            <a:spLocks noGrp="1"/>
          </p:cNvSpPr>
          <p:nvPr>
            <p:ph type="ftr" sz="quarter" idx="11"/>
          </p:nvPr>
        </p:nvSpPr>
        <p:spPr>
          <a:xfrm>
            <a:off x="6311900" y="6426200"/>
            <a:ext cx="2616200" cy="365125"/>
          </a:xfrm>
        </p:spPr>
        <p:txBody>
          <a:bodyPr/>
          <a:lstStyle>
            <a:lvl1pPr algn="r">
              <a:defRPr/>
            </a:lvl1pPr>
          </a:lstStyle>
          <a:p>
            <a:pPr>
              <a:defRPr/>
            </a:pPr>
            <a:endParaRPr lang="en-US" altLang="en-US"/>
          </a:p>
        </p:txBody>
      </p:sp>
    </p:spTree>
    <p:extLst>
      <p:ext uri="{BB962C8B-B14F-4D97-AF65-F5344CB8AC3E}">
        <p14:creationId xmlns:p14="http://schemas.microsoft.com/office/powerpoint/2010/main" val="3095534497"/>
      </p:ext>
    </p:extLst>
  </p:cSld>
  <p:clrMapOvr>
    <a:masterClrMapping/>
  </p:clrMapOvr>
  <p:transition>
    <p:rand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Title and Content">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5A05DE3-C201-4B11-9666-0C6166F80377}"/>
              </a:ext>
            </a:extLst>
          </p:cNvPr>
          <p:cNvSpPr txBox="1">
            <a:spLocks noChangeArrowheads="1"/>
          </p:cNvSpPr>
          <p:nvPr/>
        </p:nvSpPr>
        <p:spPr bwMode="auto">
          <a:xfrm>
            <a:off x="223838" y="228600"/>
            <a:ext cx="2603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3600" b="1">
                <a:solidFill>
                  <a:srgbClr val="B870B8"/>
                </a:solidFill>
                <a:cs typeface="Arial" panose="020B0604020202020204" pitchFamily="34" charset="0"/>
              </a:rPr>
              <a:t>+</a:t>
            </a:r>
          </a:p>
        </p:txBody>
      </p:sp>
      <p:sp>
        <p:nvSpPr>
          <p:cNvPr id="2" name="Title 1"/>
          <p:cNvSpPr>
            <a:spLocks noGrp="1"/>
          </p:cNvSpPr>
          <p:nvPr>
            <p:ph type="title"/>
          </p:nvPr>
        </p:nvSpPr>
        <p:spPr/>
        <p:txBody>
          <a:bodyPr/>
          <a:lstStyle>
            <a:lvl1pPr>
              <a:defRPr>
                <a:solidFill>
                  <a:srgbClr val="FF0000"/>
                </a:solidFill>
              </a:defRPr>
            </a:lvl1pPr>
          </a:lstStyle>
          <a:p>
            <a:r>
              <a:rPr lang="en-US"/>
              <a:t>Click to edit Master title style</a:t>
            </a:r>
            <a:endParaRPr dirty="0"/>
          </a:p>
        </p:txBody>
      </p:sp>
      <p:sp>
        <p:nvSpPr>
          <p:cNvPr id="3" name="Content Placeholder 2"/>
          <p:cNvSpPr>
            <a:spLocks noGrp="1"/>
          </p:cNvSpPr>
          <p:nvPr>
            <p:ph idx="1"/>
          </p:nvPr>
        </p:nvSpPr>
        <p:spPr/>
        <p:txBody>
          <a:bodyPr/>
          <a:lstStyle>
            <a:lvl1pPr>
              <a:defRPr>
                <a:solidFill>
                  <a:srgbClr val="0070C0"/>
                </a:solidFill>
              </a:defRPr>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3">
            <a:extLst>
              <a:ext uri="{FF2B5EF4-FFF2-40B4-BE49-F238E27FC236}">
                <a16:creationId xmlns:a16="http://schemas.microsoft.com/office/drawing/2014/main" id="{84101D24-BFA7-4899-9B74-B8A3EFA117AF}"/>
              </a:ext>
            </a:extLst>
          </p:cNvPr>
          <p:cNvSpPr>
            <a:spLocks noGrp="1"/>
          </p:cNvSpPr>
          <p:nvPr>
            <p:ph type="dt" sz="half" idx="10"/>
          </p:nvPr>
        </p:nvSpPr>
        <p:spPr/>
        <p:txBody>
          <a:bodyPr/>
          <a:lstStyle>
            <a:lvl1pPr>
              <a:defRPr/>
            </a:lvl1pPr>
          </a:lstStyle>
          <a:p>
            <a:pPr>
              <a:defRPr/>
            </a:pPr>
            <a:fld id="{13F99C14-10D9-4321-B3FF-0E9B3870EC11}" type="datetime4">
              <a:rPr lang="en-US" altLang="en-US" smtClean="0"/>
              <a:t>February 26, 2024</a:t>
            </a:fld>
            <a:endParaRPr lang="en-US" altLang="en-US"/>
          </a:p>
        </p:txBody>
      </p:sp>
      <p:sp>
        <p:nvSpPr>
          <p:cNvPr id="6" name="Footer Placeholder 4">
            <a:extLst>
              <a:ext uri="{FF2B5EF4-FFF2-40B4-BE49-F238E27FC236}">
                <a16:creationId xmlns:a16="http://schemas.microsoft.com/office/drawing/2014/main" id="{6E967D6C-DA6F-4253-9972-3ACF725B5CB4}"/>
              </a:ext>
            </a:extLst>
          </p:cNvPr>
          <p:cNvSpPr>
            <a:spLocks noGrp="1"/>
          </p:cNvSpPr>
          <p:nvPr>
            <p:ph type="ftr" sz="quarter" idx="11"/>
          </p:nvPr>
        </p:nvSpPr>
        <p:spPr/>
        <p:txBody>
          <a:bodyPr/>
          <a:lstStyle>
            <a:lvl1pPr>
              <a:defRPr/>
            </a:lvl1pPr>
          </a:lstStyle>
          <a:p>
            <a:pPr>
              <a:defRPr/>
            </a:pPr>
            <a:endParaRPr lang="en-US" altLang="en-US"/>
          </a:p>
        </p:txBody>
      </p:sp>
      <p:sp>
        <p:nvSpPr>
          <p:cNvPr id="7" name="Slide Number Placeholder 5">
            <a:extLst>
              <a:ext uri="{FF2B5EF4-FFF2-40B4-BE49-F238E27FC236}">
                <a16:creationId xmlns:a16="http://schemas.microsoft.com/office/drawing/2014/main" id="{3A360E86-5EA3-4476-88D3-5048B6BF470E}"/>
              </a:ext>
            </a:extLst>
          </p:cNvPr>
          <p:cNvSpPr>
            <a:spLocks noGrp="1"/>
          </p:cNvSpPr>
          <p:nvPr>
            <p:ph type="sldNum" sz="quarter" idx="12"/>
          </p:nvPr>
        </p:nvSpPr>
        <p:spPr/>
        <p:txBody>
          <a:bodyPr/>
          <a:lstStyle>
            <a:lvl1pPr>
              <a:defRPr/>
            </a:lvl1pPr>
          </a:lstStyle>
          <a:p>
            <a:pPr>
              <a:defRPr/>
            </a:pPr>
            <a:fld id="{5997FF75-9E45-4F6E-9E89-BE68C2AA7735}" type="slidenum">
              <a:rPr lang="en-US" altLang="en-US"/>
              <a:pPr>
                <a:defRPr/>
              </a:pPr>
              <a:t>‹#›</a:t>
            </a:fld>
            <a:endParaRPr lang="en-US" altLang="en-US"/>
          </a:p>
        </p:txBody>
      </p:sp>
    </p:spTree>
    <p:extLst>
      <p:ext uri="{BB962C8B-B14F-4D97-AF65-F5344CB8AC3E}">
        <p14:creationId xmlns:p14="http://schemas.microsoft.com/office/powerpoint/2010/main" val="3026629825"/>
      </p:ext>
    </p:extLst>
  </p:cSld>
  <p:clrMapOvr>
    <a:masterClrMapping/>
  </p:clrMapOvr>
  <p:transition>
    <p:rand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Title and Content, Al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9CC2ECC-E059-4618-997A-65107B4AD2CF}"/>
              </a:ext>
            </a:extLst>
          </p:cNvPr>
          <p:cNvSpPr/>
          <p:nvPr/>
        </p:nvSpPr>
        <p:spPr>
          <a:xfrm>
            <a:off x="8166100" y="282575"/>
            <a:ext cx="685800" cy="1600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6" name="TextBox 5">
            <a:extLst>
              <a:ext uri="{FF2B5EF4-FFF2-40B4-BE49-F238E27FC236}">
                <a16:creationId xmlns:a16="http://schemas.microsoft.com/office/drawing/2014/main" id="{C96F8D73-B495-4145-B486-D69B73FDAB72}"/>
              </a:ext>
            </a:extLst>
          </p:cNvPr>
          <p:cNvSpPr txBox="1">
            <a:spLocks noChangeArrowheads="1"/>
          </p:cNvSpPr>
          <p:nvPr/>
        </p:nvSpPr>
        <p:spPr bwMode="auto">
          <a:xfrm>
            <a:off x="223838" y="228600"/>
            <a:ext cx="2603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3600" b="1">
                <a:solidFill>
                  <a:srgbClr val="B870B8"/>
                </a:solidFill>
                <a:cs typeface="Arial" panose="020B0604020202020204" pitchFamily="34" charset="0"/>
              </a:rPr>
              <a:t>+</a:t>
            </a:r>
          </a:p>
        </p:txBody>
      </p:sp>
      <p:sp>
        <p:nvSpPr>
          <p:cNvPr id="2" name="Title 1"/>
          <p:cNvSpPr>
            <a:spLocks noGrp="1"/>
          </p:cNvSpPr>
          <p:nvPr>
            <p:ph type="title"/>
          </p:nvPr>
        </p:nvSpPr>
        <p:spPr>
          <a:xfrm>
            <a:off x="498474" y="134471"/>
            <a:ext cx="7556313" cy="995082"/>
          </a:xfrm>
        </p:spPr>
        <p:txBody>
          <a:bodyPr anchor="b"/>
          <a:lstStyle>
            <a:lvl1pPr>
              <a:defRPr>
                <a:solidFill>
                  <a:srgbClr val="FF0000"/>
                </a:solidFill>
              </a:defRPr>
            </a:lvl1pPr>
          </a:lstStyle>
          <a:p>
            <a:r>
              <a:rPr lang="en-US"/>
              <a:t>Click to edit Master title style</a:t>
            </a:r>
            <a:endParaRPr dirty="0"/>
          </a:p>
        </p:txBody>
      </p:sp>
      <p:sp>
        <p:nvSpPr>
          <p:cNvPr id="3" name="Content Placeholder 2"/>
          <p:cNvSpPr>
            <a:spLocks noGrp="1"/>
          </p:cNvSpPr>
          <p:nvPr>
            <p:ph idx="1"/>
          </p:nvPr>
        </p:nvSpPr>
        <p:spPr/>
        <p:txBody>
          <a:bodyPr/>
          <a:lstStyle>
            <a:lvl1pPr>
              <a:defRPr>
                <a:solidFill>
                  <a:srgbClr val="0070C0"/>
                </a:solidFill>
              </a:defRPr>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0" name="Text Placeholder 3"/>
          <p:cNvSpPr>
            <a:spLocks noGrp="1"/>
          </p:cNvSpPr>
          <p:nvPr>
            <p:ph type="body" sz="half" idx="2"/>
          </p:nvPr>
        </p:nvSpPr>
        <p:spPr>
          <a:xfrm>
            <a:off x="498518" y="1129553"/>
            <a:ext cx="7558960" cy="774700"/>
          </a:xfrm>
        </p:spPr>
        <p:txBody>
          <a:bodyPr rtlCol="0">
            <a:noAutofit/>
          </a:bodyPr>
          <a:lstStyle>
            <a:lvl1pPr marL="0" indent="0">
              <a:buNone/>
              <a:defRPr kumimoji="0" sz="2400" b="0" i="0" u="none" strike="noStrike" kern="1200" cap="none" spc="0" normalizeH="0" baseline="0">
                <a:ln>
                  <a:noFill/>
                </a:ln>
                <a:solidFill>
                  <a:schemeClr val="accent3"/>
                </a:solidFill>
                <a:effectLst/>
                <a:uLnTx/>
                <a:uFillTx/>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Date Placeholder 3">
            <a:extLst>
              <a:ext uri="{FF2B5EF4-FFF2-40B4-BE49-F238E27FC236}">
                <a16:creationId xmlns:a16="http://schemas.microsoft.com/office/drawing/2014/main" id="{65019766-081A-47D0-BAEA-0C15F0721F57}"/>
              </a:ext>
            </a:extLst>
          </p:cNvPr>
          <p:cNvSpPr>
            <a:spLocks noGrp="1"/>
          </p:cNvSpPr>
          <p:nvPr>
            <p:ph type="dt" sz="half" idx="10"/>
          </p:nvPr>
        </p:nvSpPr>
        <p:spPr/>
        <p:txBody>
          <a:bodyPr/>
          <a:lstStyle>
            <a:lvl1pPr>
              <a:defRPr/>
            </a:lvl1pPr>
          </a:lstStyle>
          <a:p>
            <a:pPr>
              <a:defRPr/>
            </a:pPr>
            <a:fld id="{42F4B6AC-63EB-4180-A36B-8AD10E9CDD5C}" type="datetime4">
              <a:rPr lang="en-US" altLang="en-US" smtClean="0"/>
              <a:t>February 26, 2024</a:t>
            </a:fld>
            <a:endParaRPr lang="en-US" altLang="en-US"/>
          </a:p>
        </p:txBody>
      </p:sp>
      <p:sp>
        <p:nvSpPr>
          <p:cNvPr id="8" name="Footer Placeholder 4">
            <a:extLst>
              <a:ext uri="{FF2B5EF4-FFF2-40B4-BE49-F238E27FC236}">
                <a16:creationId xmlns:a16="http://schemas.microsoft.com/office/drawing/2014/main" id="{7423F56D-9BA3-4A25-B9BA-424A70868E6D}"/>
              </a:ext>
            </a:extLst>
          </p:cNvPr>
          <p:cNvSpPr>
            <a:spLocks noGrp="1"/>
          </p:cNvSpPr>
          <p:nvPr>
            <p:ph type="ftr" sz="quarter" idx="11"/>
          </p:nvPr>
        </p:nvSpPr>
        <p:spPr/>
        <p:txBody>
          <a:bodyPr/>
          <a:lstStyle>
            <a:lvl1pPr>
              <a:defRPr/>
            </a:lvl1pPr>
          </a:lstStyle>
          <a:p>
            <a:pPr>
              <a:defRPr/>
            </a:pPr>
            <a:endParaRPr lang="en-US" altLang="en-US"/>
          </a:p>
        </p:txBody>
      </p:sp>
      <p:sp>
        <p:nvSpPr>
          <p:cNvPr id="9" name="Slide Number Placeholder 5">
            <a:extLst>
              <a:ext uri="{FF2B5EF4-FFF2-40B4-BE49-F238E27FC236}">
                <a16:creationId xmlns:a16="http://schemas.microsoft.com/office/drawing/2014/main" id="{5488EADA-FED8-4753-AAF3-AC9BBB764650}"/>
              </a:ext>
            </a:extLst>
          </p:cNvPr>
          <p:cNvSpPr>
            <a:spLocks noGrp="1"/>
          </p:cNvSpPr>
          <p:nvPr>
            <p:ph type="sldNum" sz="quarter" idx="12"/>
          </p:nvPr>
        </p:nvSpPr>
        <p:spPr/>
        <p:txBody>
          <a:bodyPr/>
          <a:lstStyle>
            <a:lvl1pPr>
              <a:defRPr/>
            </a:lvl1pPr>
          </a:lstStyle>
          <a:p>
            <a:pPr>
              <a:defRPr/>
            </a:pPr>
            <a:fld id="{F9DC72B3-6AE1-4353-8D4C-88EC00346497}" type="slidenum">
              <a:rPr lang="en-US" altLang="en-US"/>
              <a:pPr>
                <a:defRPr/>
              </a:pPr>
              <a:t>‹#›</a:t>
            </a:fld>
            <a:endParaRPr lang="en-US" altLang="en-US"/>
          </a:p>
        </p:txBody>
      </p:sp>
    </p:spTree>
    <p:extLst>
      <p:ext uri="{BB962C8B-B14F-4D97-AF65-F5344CB8AC3E}">
        <p14:creationId xmlns:p14="http://schemas.microsoft.com/office/powerpoint/2010/main" val="18716590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Title Slide with 2 Picture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A5716B2-1D51-4842-A52B-1B7BE135F4E1}"/>
              </a:ext>
            </a:extLst>
          </p:cNvPr>
          <p:cNvSpPr/>
          <p:nvPr/>
        </p:nvSpPr>
        <p:spPr>
          <a:xfrm>
            <a:off x="282575" y="228600"/>
            <a:ext cx="4235450" cy="41878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8" name="Rectangle 7">
            <a:extLst>
              <a:ext uri="{FF2B5EF4-FFF2-40B4-BE49-F238E27FC236}">
                <a16:creationId xmlns:a16="http://schemas.microsoft.com/office/drawing/2014/main" id="{B6F670D2-C111-4D1B-B50D-F3432ABD194E}"/>
              </a:ext>
            </a:extLst>
          </p:cNvPr>
          <p:cNvSpPr/>
          <p:nvPr/>
        </p:nvSpPr>
        <p:spPr>
          <a:xfrm>
            <a:off x="6802438" y="228600"/>
            <a:ext cx="2057400" cy="203835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9" name="Rectangle 8">
            <a:extLst>
              <a:ext uri="{FF2B5EF4-FFF2-40B4-BE49-F238E27FC236}">
                <a16:creationId xmlns:a16="http://schemas.microsoft.com/office/drawing/2014/main" id="{E1D2165C-0B75-4EB3-A9E4-0F14A4B84006}"/>
              </a:ext>
            </a:extLst>
          </p:cNvPr>
          <p:cNvSpPr/>
          <p:nvPr/>
        </p:nvSpPr>
        <p:spPr>
          <a:xfrm>
            <a:off x="4624388" y="2378075"/>
            <a:ext cx="2057400" cy="203835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10" name="TextBox 9">
            <a:extLst>
              <a:ext uri="{FF2B5EF4-FFF2-40B4-BE49-F238E27FC236}">
                <a16:creationId xmlns:a16="http://schemas.microsoft.com/office/drawing/2014/main" id="{BE03CB60-55F5-44EE-92D5-52256DA7E5F3}"/>
              </a:ext>
            </a:extLst>
          </p:cNvPr>
          <p:cNvSpPr txBox="1">
            <a:spLocks noChangeArrowheads="1"/>
          </p:cNvSpPr>
          <p:nvPr/>
        </p:nvSpPr>
        <p:spPr bwMode="auto">
          <a:xfrm>
            <a:off x="425450" y="174625"/>
            <a:ext cx="41275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5400" b="1">
                <a:solidFill>
                  <a:srgbClr val="B870B8"/>
                </a:solidFill>
                <a:cs typeface="Arial" panose="020B0604020202020204" pitchFamily="34" charset="0"/>
              </a:rPr>
              <a:t>+</a:t>
            </a:r>
          </a:p>
        </p:txBody>
      </p:sp>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13" name="Picture Placeholder 12"/>
          <p:cNvSpPr>
            <a:spLocks noGrp="1"/>
          </p:cNvSpPr>
          <p:nvPr>
            <p:ph type="pic" sz="quarter" idx="12"/>
          </p:nvPr>
        </p:nvSpPr>
        <p:spPr>
          <a:xfrm>
            <a:off x="4624388" y="228600"/>
            <a:ext cx="2057400" cy="2039112"/>
          </a:xfrm>
        </p:spPr>
        <p:txBody>
          <a:bodyPr rtlCol="0">
            <a:normAutofit/>
          </a:bodyPr>
          <a:lstStyle>
            <a:lvl1pPr>
              <a:buNone/>
              <a:defRPr/>
            </a:lvl1pPr>
          </a:lstStyle>
          <a:p>
            <a:pPr lvl="0"/>
            <a:r>
              <a:rPr lang="en-US" noProof="0"/>
              <a:t>Click icon to add picture</a:t>
            </a:r>
            <a:endParaRPr noProof="0" dirty="0"/>
          </a:p>
        </p:txBody>
      </p:sp>
      <p:sp>
        <p:nvSpPr>
          <p:cNvPr id="14" name="Picture Placeholder 12"/>
          <p:cNvSpPr>
            <a:spLocks noGrp="1"/>
          </p:cNvSpPr>
          <p:nvPr>
            <p:ph type="pic" sz="quarter" idx="13"/>
          </p:nvPr>
        </p:nvSpPr>
        <p:spPr>
          <a:xfrm>
            <a:off x="6802438" y="2377440"/>
            <a:ext cx="2057400" cy="2039112"/>
          </a:xfrm>
        </p:spPr>
        <p:txBody>
          <a:bodyPr rtlCol="0">
            <a:normAutofit/>
          </a:bodyPr>
          <a:lstStyle>
            <a:lvl1pPr>
              <a:buNone/>
              <a:defRPr/>
            </a:lvl1pPr>
          </a:lstStyle>
          <a:p>
            <a:pPr lvl="0"/>
            <a:r>
              <a:rPr lang="en-US" noProof="0"/>
              <a:t>Click icon to add picture</a:t>
            </a:r>
            <a:endParaRPr noProof="0" dirty="0"/>
          </a:p>
        </p:txBody>
      </p:sp>
      <p:sp>
        <p:nvSpPr>
          <p:cNvPr id="16" name="Text Placeholder 3"/>
          <p:cNvSpPr>
            <a:spLocks noGrp="1"/>
          </p:cNvSpPr>
          <p:nvPr>
            <p:ph type="body" sz="half" idx="2"/>
          </p:nvPr>
        </p:nvSpPr>
        <p:spPr>
          <a:xfrm>
            <a:off x="857250" y="1779494"/>
            <a:ext cx="3086100" cy="3089666"/>
          </a:xfrm>
        </p:spPr>
        <p:txBody>
          <a:bodyPr lIns="45720" rIns="45720">
            <a:noAutofit/>
          </a:bodyPr>
          <a:lstStyle>
            <a:lvl1pPr marL="0" indent="0" algn="ctr">
              <a:buNone/>
              <a:defRPr sz="4600">
                <a:solidFill>
                  <a:srgbClr val="FF0000"/>
                </a:solidFill>
              </a:defRPr>
            </a:lvl1pPr>
            <a:lvl2pPr>
              <a:defRPr sz="1200"/>
            </a:lvl2pPr>
            <a:lvl3pPr>
              <a:defRPr sz="1000"/>
            </a:lvl3pPr>
            <a:lvl4pPr>
              <a:defRPr sz="900"/>
            </a:lvl4pPr>
            <a:lvl5pPr>
              <a:defRPr sz="900"/>
            </a:lvl5pPr>
          </a:lstStyle>
          <a:p>
            <a:pPr lvl="0"/>
            <a:r>
              <a:rPr lang="en-US"/>
              <a:t>Edit Master text styles</a:t>
            </a:r>
          </a:p>
        </p:txBody>
      </p:sp>
      <p:sp>
        <p:nvSpPr>
          <p:cNvPr id="11" name="Date Placeholder 3">
            <a:extLst>
              <a:ext uri="{FF2B5EF4-FFF2-40B4-BE49-F238E27FC236}">
                <a16:creationId xmlns:a16="http://schemas.microsoft.com/office/drawing/2014/main" id="{2844C491-3D0C-48E4-BD99-E1F9E0A64DC8}"/>
              </a:ext>
            </a:extLst>
          </p:cNvPr>
          <p:cNvSpPr>
            <a:spLocks noGrp="1"/>
          </p:cNvSpPr>
          <p:nvPr>
            <p:ph type="dt" sz="half" idx="14"/>
          </p:nvPr>
        </p:nvSpPr>
        <p:spPr>
          <a:xfrm>
            <a:off x="4800600" y="6426200"/>
            <a:ext cx="1231900" cy="365125"/>
          </a:xfrm>
        </p:spPr>
        <p:txBody>
          <a:bodyPr/>
          <a:lstStyle>
            <a:lvl1pPr algn="l">
              <a:defRPr/>
            </a:lvl1pPr>
          </a:lstStyle>
          <a:p>
            <a:pPr>
              <a:defRPr/>
            </a:pPr>
            <a:fld id="{5947DAE1-A49F-4D70-A911-88A3EB474968}" type="datetime4">
              <a:rPr lang="en-US" altLang="en-US" smtClean="0"/>
              <a:t>February 26, 2024</a:t>
            </a:fld>
            <a:endParaRPr lang="en-US" altLang="en-US"/>
          </a:p>
        </p:txBody>
      </p:sp>
      <p:sp>
        <p:nvSpPr>
          <p:cNvPr id="12" name="Footer Placeholder 4">
            <a:extLst>
              <a:ext uri="{FF2B5EF4-FFF2-40B4-BE49-F238E27FC236}">
                <a16:creationId xmlns:a16="http://schemas.microsoft.com/office/drawing/2014/main" id="{C7A89449-B2CD-4D8E-96E7-C3D05CA65A71}"/>
              </a:ext>
            </a:extLst>
          </p:cNvPr>
          <p:cNvSpPr>
            <a:spLocks noGrp="1"/>
          </p:cNvSpPr>
          <p:nvPr>
            <p:ph type="ftr" sz="quarter" idx="15"/>
          </p:nvPr>
        </p:nvSpPr>
        <p:spPr>
          <a:xfrm>
            <a:off x="6311900" y="6426200"/>
            <a:ext cx="2616200" cy="365125"/>
          </a:xfrm>
        </p:spPr>
        <p:txBody>
          <a:bodyPr/>
          <a:lstStyle>
            <a:lvl1pPr algn="r">
              <a:defRPr/>
            </a:lvl1pPr>
          </a:lstStyle>
          <a:p>
            <a:pPr>
              <a:defRPr/>
            </a:pPr>
            <a:endParaRPr lang="en-US" altLang="en-US"/>
          </a:p>
        </p:txBody>
      </p:sp>
    </p:spTree>
    <p:extLst>
      <p:ext uri="{BB962C8B-B14F-4D97-AF65-F5344CB8AC3E}">
        <p14:creationId xmlns:p14="http://schemas.microsoft.com/office/powerpoint/2010/main" val="19001412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911DE96-FAFC-4CF6-98C3-243C9D9B03D7}"/>
              </a:ext>
            </a:extLst>
          </p:cNvPr>
          <p:cNvSpPr/>
          <p:nvPr/>
        </p:nvSpPr>
        <p:spPr>
          <a:xfrm>
            <a:off x="658813" y="211138"/>
            <a:ext cx="8201025" cy="634523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2" name="Title 1"/>
          <p:cNvSpPr>
            <a:spLocks noGrp="1"/>
          </p:cNvSpPr>
          <p:nvPr>
            <p:ph type="title"/>
          </p:nvPr>
        </p:nvSpPr>
        <p:spPr>
          <a:xfrm>
            <a:off x="661903" y="3133725"/>
            <a:ext cx="7313240" cy="1362075"/>
          </a:xfrm>
        </p:spPr>
        <p:txBody>
          <a:bodyPr anchor="b">
            <a:normAutofit/>
          </a:bodyPr>
          <a:lstStyle>
            <a:lvl1pPr algn="l">
              <a:defRPr sz="3200" b="0" cap="none" baseline="0">
                <a:solidFill>
                  <a:srgbClr val="FF0000"/>
                </a:solidFill>
              </a:defRPr>
            </a:lvl1pPr>
          </a:lstStyle>
          <a:p>
            <a:r>
              <a:rPr lang="en-US"/>
              <a:t>Click to edit Master title style</a:t>
            </a:r>
            <a:endParaRPr dirty="0"/>
          </a:p>
        </p:txBody>
      </p:sp>
      <p:sp>
        <p:nvSpPr>
          <p:cNvPr id="3" name="Text Placeholder 2"/>
          <p:cNvSpPr>
            <a:spLocks noGrp="1"/>
          </p:cNvSpPr>
          <p:nvPr>
            <p:ph type="body" idx="1"/>
          </p:nvPr>
        </p:nvSpPr>
        <p:spPr>
          <a:xfrm>
            <a:off x="658906" y="4725144"/>
            <a:ext cx="7265894" cy="1270843"/>
          </a:xfrm>
        </p:spPr>
        <p:txBody>
          <a:bodyPr>
            <a:normAutofit/>
          </a:bodyPr>
          <a:lstStyle>
            <a:lvl1pPr marL="0" indent="0">
              <a:spcBef>
                <a:spcPts val="300"/>
              </a:spcBef>
              <a:buNone/>
              <a:defRPr sz="1400" cap="none" baseline="0">
                <a:solidFill>
                  <a:srgbClr val="0070C0"/>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5" name="Date Placeholder 3">
            <a:extLst>
              <a:ext uri="{FF2B5EF4-FFF2-40B4-BE49-F238E27FC236}">
                <a16:creationId xmlns:a16="http://schemas.microsoft.com/office/drawing/2014/main" id="{CE00B8D7-84F4-46D1-83F3-DB8DA019BD9F}"/>
              </a:ext>
            </a:extLst>
          </p:cNvPr>
          <p:cNvSpPr>
            <a:spLocks noGrp="1"/>
          </p:cNvSpPr>
          <p:nvPr>
            <p:ph type="dt" sz="half" idx="10"/>
          </p:nvPr>
        </p:nvSpPr>
        <p:spPr>
          <a:xfrm>
            <a:off x="658813" y="6248400"/>
            <a:ext cx="1474787" cy="365125"/>
          </a:xfrm>
        </p:spPr>
        <p:txBody>
          <a:bodyPr/>
          <a:lstStyle>
            <a:lvl1pPr algn="l">
              <a:defRPr>
                <a:solidFill>
                  <a:schemeClr val="bg1"/>
                </a:solidFill>
              </a:defRPr>
            </a:lvl1pPr>
          </a:lstStyle>
          <a:p>
            <a:pPr>
              <a:defRPr/>
            </a:pPr>
            <a:fld id="{BCD013CE-67C9-4988-A823-7D0EB71D023D}" type="datetime4">
              <a:rPr lang="en-US" altLang="en-US" smtClean="0"/>
              <a:t>February 26, 2024</a:t>
            </a:fld>
            <a:endParaRPr lang="en-US" altLang="en-US"/>
          </a:p>
        </p:txBody>
      </p:sp>
      <p:sp>
        <p:nvSpPr>
          <p:cNvPr id="6" name="Footer Placeholder 4">
            <a:extLst>
              <a:ext uri="{FF2B5EF4-FFF2-40B4-BE49-F238E27FC236}">
                <a16:creationId xmlns:a16="http://schemas.microsoft.com/office/drawing/2014/main" id="{F5407CD7-AE9E-410F-8F94-A4A372B8F1AC}"/>
              </a:ext>
            </a:extLst>
          </p:cNvPr>
          <p:cNvSpPr>
            <a:spLocks noGrp="1"/>
          </p:cNvSpPr>
          <p:nvPr>
            <p:ph type="ftr" sz="quarter" idx="11"/>
          </p:nvPr>
        </p:nvSpPr>
        <p:spPr>
          <a:xfrm>
            <a:off x="2286000" y="6248400"/>
            <a:ext cx="5638800" cy="365125"/>
          </a:xfrm>
        </p:spPr>
        <p:txBody>
          <a:bodyPr/>
          <a:lstStyle>
            <a:lvl1pPr>
              <a:defRPr>
                <a:solidFill>
                  <a:schemeClr val="bg1"/>
                </a:solidFill>
              </a:defRPr>
            </a:lvl1pPr>
          </a:lstStyle>
          <a:p>
            <a:pPr>
              <a:defRPr/>
            </a:pPr>
            <a:endParaRPr lang="en-US" altLang="en-US"/>
          </a:p>
        </p:txBody>
      </p:sp>
      <p:sp>
        <p:nvSpPr>
          <p:cNvPr id="7" name="Slide Number Placeholder 5">
            <a:extLst>
              <a:ext uri="{FF2B5EF4-FFF2-40B4-BE49-F238E27FC236}">
                <a16:creationId xmlns:a16="http://schemas.microsoft.com/office/drawing/2014/main" id="{9606D7A1-CF24-46FC-A3CA-970975891FAB}"/>
              </a:ext>
            </a:extLst>
          </p:cNvPr>
          <p:cNvSpPr>
            <a:spLocks noGrp="1"/>
          </p:cNvSpPr>
          <p:nvPr>
            <p:ph type="sldNum" sz="quarter" idx="12"/>
          </p:nvPr>
        </p:nvSpPr>
        <p:spPr>
          <a:xfrm>
            <a:off x="8305800" y="6248400"/>
            <a:ext cx="554038" cy="365125"/>
          </a:xfrm>
        </p:spPr>
        <p:txBody>
          <a:bodyPr/>
          <a:lstStyle>
            <a:lvl1pPr>
              <a:defRPr/>
            </a:lvl1pPr>
          </a:lstStyle>
          <a:p>
            <a:pPr>
              <a:defRPr/>
            </a:pPr>
            <a:fld id="{04D8FD4F-45E7-4072-8800-E1C10689F0F2}" type="slidenum">
              <a:rPr lang="en-US" altLang="en-US"/>
              <a:pPr>
                <a:defRPr/>
              </a:pPr>
              <a:t>‹#›</a:t>
            </a:fld>
            <a:endParaRPr lang="en-US" altLang="en-US"/>
          </a:p>
        </p:txBody>
      </p:sp>
    </p:spTree>
    <p:extLst>
      <p:ext uri="{BB962C8B-B14F-4D97-AF65-F5344CB8AC3E}">
        <p14:creationId xmlns:p14="http://schemas.microsoft.com/office/powerpoint/2010/main" val="1771318624"/>
      </p:ext>
    </p:extLst>
  </p:cSld>
  <p:clrMapOvr>
    <a:masterClrMapping/>
  </p:clrMapOvr>
  <p:transition>
    <p:random/>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Two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D9E9D7C-56A6-4B82-9A3D-FD28902E34D6}"/>
              </a:ext>
            </a:extLst>
          </p:cNvPr>
          <p:cNvSpPr/>
          <p:nvPr/>
        </p:nvSpPr>
        <p:spPr>
          <a:xfrm>
            <a:off x="8210550" y="282575"/>
            <a:ext cx="641350" cy="1600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6" name="Rectangle 5">
            <a:extLst>
              <a:ext uri="{FF2B5EF4-FFF2-40B4-BE49-F238E27FC236}">
                <a16:creationId xmlns:a16="http://schemas.microsoft.com/office/drawing/2014/main" id="{99B451A8-D956-4804-BB56-30E8F32ADC46}"/>
              </a:ext>
            </a:extLst>
          </p:cNvPr>
          <p:cNvSpPr/>
          <p:nvPr/>
        </p:nvSpPr>
        <p:spPr>
          <a:xfrm>
            <a:off x="8067675" y="282575"/>
            <a:ext cx="92075" cy="1600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7" name="TextBox 6">
            <a:extLst>
              <a:ext uri="{FF2B5EF4-FFF2-40B4-BE49-F238E27FC236}">
                <a16:creationId xmlns:a16="http://schemas.microsoft.com/office/drawing/2014/main" id="{21727635-677E-4A10-B4D7-6A52FF43DEC0}"/>
              </a:ext>
            </a:extLst>
          </p:cNvPr>
          <p:cNvSpPr txBox="1">
            <a:spLocks noChangeArrowheads="1"/>
          </p:cNvSpPr>
          <p:nvPr/>
        </p:nvSpPr>
        <p:spPr bwMode="auto">
          <a:xfrm>
            <a:off x="223838" y="228600"/>
            <a:ext cx="2603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3600" b="1">
                <a:solidFill>
                  <a:srgbClr val="B870B8"/>
                </a:solidFill>
                <a:cs typeface="Arial" panose="020B0604020202020204" pitchFamily="34" charset="0"/>
              </a:rPr>
              <a:t>+</a:t>
            </a:r>
          </a:p>
        </p:txBody>
      </p:sp>
      <p:sp>
        <p:nvSpPr>
          <p:cNvPr id="2" name="Title 1"/>
          <p:cNvSpPr>
            <a:spLocks noGrp="1"/>
          </p:cNvSpPr>
          <p:nvPr>
            <p:ph type="title"/>
          </p:nvPr>
        </p:nvSpPr>
        <p:spPr/>
        <p:txBody>
          <a:bodyPr/>
          <a:lstStyle>
            <a:lvl1pPr>
              <a:defRPr>
                <a:solidFill>
                  <a:srgbClr val="FF0000"/>
                </a:solidFill>
              </a:defRPr>
            </a:lvl1pPr>
          </a:lstStyle>
          <a:p>
            <a:r>
              <a:rPr lang="en-US"/>
              <a:t>Click to edit Master title style</a:t>
            </a:r>
            <a:endParaRPr dirty="0"/>
          </a:p>
        </p:txBody>
      </p:sp>
      <p:sp>
        <p:nvSpPr>
          <p:cNvPr id="3" name="Content Placeholder 2"/>
          <p:cNvSpPr>
            <a:spLocks noGrp="1"/>
          </p:cNvSpPr>
          <p:nvPr>
            <p:ph sz="half" idx="1"/>
          </p:nvPr>
        </p:nvSpPr>
        <p:spPr>
          <a:xfrm>
            <a:off x="498518" y="1985963"/>
            <a:ext cx="3657600" cy="4140200"/>
          </a:xfrm>
        </p:spPr>
        <p:txBody>
          <a:bodyPr>
            <a:normAutofit/>
          </a:bodyPr>
          <a:lstStyle>
            <a:lvl1pPr>
              <a:defRPr sz="1800">
                <a:solidFill>
                  <a:srgbClr val="0070C0"/>
                </a:solidFill>
              </a:defRPr>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4399878" y="1985963"/>
            <a:ext cx="3657600" cy="4140200"/>
          </a:xfrm>
        </p:spPr>
        <p:txBody>
          <a:bodyPr>
            <a:normAutofit/>
          </a:bodyPr>
          <a:lstStyle>
            <a:lvl1pPr>
              <a:defRPr sz="1800">
                <a:solidFill>
                  <a:srgbClr val="0070C0"/>
                </a:solidFill>
              </a:defRPr>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8" name="Date Placeholder 4">
            <a:extLst>
              <a:ext uri="{FF2B5EF4-FFF2-40B4-BE49-F238E27FC236}">
                <a16:creationId xmlns:a16="http://schemas.microsoft.com/office/drawing/2014/main" id="{425FEDAF-E190-476B-8D80-2FDBE98012B4}"/>
              </a:ext>
            </a:extLst>
          </p:cNvPr>
          <p:cNvSpPr>
            <a:spLocks noGrp="1"/>
          </p:cNvSpPr>
          <p:nvPr>
            <p:ph type="dt" sz="half" idx="10"/>
          </p:nvPr>
        </p:nvSpPr>
        <p:spPr/>
        <p:txBody>
          <a:bodyPr/>
          <a:lstStyle>
            <a:lvl1pPr>
              <a:defRPr/>
            </a:lvl1pPr>
          </a:lstStyle>
          <a:p>
            <a:pPr>
              <a:defRPr/>
            </a:pPr>
            <a:fld id="{8BBC6A0A-016D-4814-87E7-5BE84E79FE1C}" type="datetime4">
              <a:rPr lang="en-US" altLang="en-US" smtClean="0"/>
              <a:t>February 26, 2024</a:t>
            </a:fld>
            <a:endParaRPr lang="en-US" altLang="en-US"/>
          </a:p>
        </p:txBody>
      </p:sp>
      <p:sp>
        <p:nvSpPr>
          <p:cNvPr id="9" name="Footer Placeholder 5">
            <a:extLst>
              <a:ext uri="{FF2B5EF4-FFF2-40B4-BE49-F238E27FC236}">
                <a16:creationId xmlns:a16="http://schemas.microsoft.com/office/drawing/2014/main" id="{40575C56-64B6-4D3B-B150-E0F913949005}"/>
              </a:ext>
            </a:extLst>
          </p:cNvPr>
          <p:cNvSpPr>
            <a:spLocks noGrp="1"/>
          </p:cNvSpPr>
          <p:nvPr>
            <p:ph type="ftr" sz="quarter" idx="11"/>
          </p:nvPr>
        </p:nvSpPr>
        <p:spPr/>
        <p:txBody>
          <a:bodyPr/>
          <a:lstStyle>
            <a:lvl1pPr>
              <a:defRPr/>
            </a:lvl1pPr>
          </a:lstStyle>
          <a:p>
            <a:pPr>
              <a:defRPr/>
            </a:pPr>
            <a:endParaRPr lang="en-US" altLang="en-US"/>
          </a:p>
        </p:txBody>
      </p:sp>
      <p:sp>
        <p:nvSpPr>
          <p:cNvPr id="10" name="Slide Number Placeholder 6">
            <a:extLst>
              <a:ext uri="{FF2B5EF4-FFF2-40B4-BE49-F238E27FC236}">
                <a16:creationId xmlns:a16="http://schemas.microsoft.com/office/drawing/2014/main" id="{9651D746-2E4D-4F42-8E33-B5C7C189907E}"/>
              </a:ext>
            </a:extLst>
          </p:cNvPr>
          <p:cNvSpPr>
            <a:spLocks noGrp="1"/>
          </p:cNvSpPr>
          <p:nvPr>
            <p:ph type="sldNum" sz="quarter" idx="12"/>
          </p:nvPr>
        </p:nvSpPr>
        <p:spPr/>
        <p:txBody>
          <a:bodyPr/>
          <a:lstStyle>
            <a:lvl1pPr>
              <a:defRPr/>
            </a:lvl1pPr>
          </a:lstStyle>
          <a:p>
            <a:pPr>
              <a:defRPr/>
            </a:pPr>
            <a:fld id="{32C62F03-27E2-4C96-967C-2B7425AF4137}" type="slidenum">
              <a:rPr lang="en-US" altLang="en-US"/>
              <a:pPr>
                <a:defRPr/>
              </a:pPr>
              <a:t>‹#›</a:t>
            </a:fld>
            <a:endParaRPr lang="en-US" altLang="en-US"/>
          </a:p>
        </p:txBody>
      </p:sp>
    </p:spTree>
    <p:extLst>
      <p:ext uri="{BB962C8B-B14F-4D97-AF65-F5344CB8AC3E}">
        <p14:creationId xmlns:p14="http://schemas.microsoft.com/office/powerpoint/2010/main" val="2109593391"/>
      </p:ext>
    </p:extLst>
  </p:cSld>
  <p:clrMapOvr>
    <a:masterClrMapping/>
  </p:clrMapOvr>
  <p:transition>
    <p:random/>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mparison">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57B07C5-F853-4FE7-ADE4-312152A861F7}"/>
              </a:ext>
            </a:extLst>
          </p:cNvPr>
          <p:cNvSpPr/>
          <p:nvPr/>
        </p:nvSpPr>
        <p:spPr>
          <a:xfrm>
            <a:off x="8166100" y="282575"/>
            <a:ext cx="685800" cy="1600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8" name="TextBox 7">
            <a:extLst>
              <a:ext uri="{FF2B5EF4-FFF2-40B4-BE49-F238E27FC236}">
                <a16:creationId xmlns:a16="http://schemas.microsoft.com/office/drawing/2014/main" id="{DDC0CEFD-742B-4BDB-AB85-DD99C8FFB610}"/>
              </a:ext>
            </a:extLst>
          </p:cNvPr>
          <p:cNvSpPr txBox="1">
            <a:spLocks noChangeArrowheads="1"/>
          </p:cNvSpPr>
          <p:nvPr/>
        </p:nvSpPr>
        <p:spPr bwMode="auto">
          <a:xfrm>
            <a:off x="223838" y="228600"/>
            <a:ext cx="2603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3600" b="1">
                <a:solidFill>
                  <a:srgbClr val="B870B8"/>
                </a:solidFill>
                <a:cs typeface="Arial" panose="020B0604020202020204" pitchFamily="34" charset="0"/>
              </a:rPr>
              <a:t>+</a:t>
            </a:r>
          </a:p>
        </p:txBody>
      </p:sp>
      <p:sp>
        <p:nvSpPr>
          <p:cNvPr id="2" name="Title 1"/>
          <p:cNvSpPr>
            <a:spLocks noGrp="1"/>
          </p:cNvSpPr>
          <p:nvPr>
            <p:ph type="title"/>
          </p:nvPr>
        </p:nvSpPr>
        <p:spPr/>
        <p:txBody>
          <a:bodyPr/>
          <a:lstStyle>
            <a:lvl1pPr>
              <a:defRPr>
                <a:solidFill>
                  <a:srgbClr val="FF0000"/>
                </a:solidFill>
              </a:defRPr>
            </a:lvl1pPr>
          </a:lstStyle>
          <a:p>
            <a:r>
              <a:rPr lang="en-US"/>
              <a:t>Click to edit Master title style</a:t>
            </a:r>
            <a:endParaRPr dirty="0"/>
          </a:p>
        </p:txBody>
      </p:sp>
      <p:sp>
        <p:nvSpPr>
          <p:cNvPr id="4" name="Content Placeholder 3"/>
          <p:cNvSpPr>
            <a:spLocks noGrp="1"/>
          </p:cNvSpPr>
          <p:nvPr>
            <p:ph sz="half" idx="2"/>
          </p:nvPr>
        </p:nvSpPr>
        <p:spPr>
          <a:xfrm>
            <a:off x="497541"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Content Placeholder 5"/>
          <p:cNvSpPr>
            <a:spLocks noGrp="1"/>
          </p:cNvSpPr>
          <p:nvPr>
            <p:ph sz="quarter" idx="4"/>
          </p:nvPr>
        </p:nvSpPr>
        <p:spPr>
          <a:xfrm>
            <a:off x="4399878"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3" name="Text Placeholder 2"/>
          <p:cNvSpPr>
            <a:spLocks noGrp="1"/>
          </p:cNvSpPr>
          <p:nvPr>
            <p:ph type="body" idx="1"/>
          </p:nvPr>
        </p:nvSpPr>
        <p:spPr>
          <a:xfrm>
            <a:off x="497541" y="2070847"/>
            <a:ext cx="3657600" cy="322729"/>
          </a:xfrm>
          <a:prstGeom prst="rect">
            <a:avLst/>
          </a:prstGeom>
          <a:solidFill>
            <a:schemeClr val="accent3"/>
          </a:solidFill>
        </p:spPr>
        <p:txBody>
          <a:bodyPr tIns="0" bIns="0" anchor="ctr">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5" name="Text Placeholder 4"/>
          <p:cNvSpPr>
            <a:spLocks noGrp="1"/>
          </p:cNvSpPr>
          <p:nvPr>
            <p:ph type="body" sz="quarter" idx="3"/>
          </p:nvPr>
        </p:nvSpPr>
        <p:spPr>
          <a:xfrm>
            <a:off x="4399878" y="2070847"/>
            <a:ext cx="3657600" cy="322729"/>
          </a:xfrm>
          <a:prstGeom prst="rect">
            <a:avLst/>
          </a:prstGeom>
          <a:solidFill>
            <a:schemeClr val="accent3">
              <a:lumMod val="60000"/>
              <a:lumOff val="40000"/>
            </a:schemeClr>
          </a:solidFill>
        </p:spPr>
        <p:txBody>
          <a:bodyPr tIns="0" bIns="0" anchor="ctr">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9" name="Date Placeholder 6">
            <a:extLst>
              <a:ext uri="{FF2B5EF4-FFF2-40B4-BE49-F238E27FC236}">
                <a16:creationId xmlns:a16="http://schemas.microsoft.com/office/drawing/2014/main" id="{71386DFB-7C38-465D-B19A-F9BC200863BD}"/>
              </a:ext>
            </a:extLst>
          </p:cNvPr>
          <p:cNvSpPr>
            <a:spLocks noGrp="1"/>
          </p:cNvSpPr>
          <p:nvPr>
            <p:ph type="dt" sz="half" idx="10"/>
          </p:nvPr>
        </p:nvSpPr>
        <p:spPr/>
        <p:txBody>
          <a:bodyPr/>
          <a:lstStyle>
            <a:lvl1pPr>
              <a:defRPr/>
            </a:lvl1pPr>
          </a:lstStyle>
          <a:p>
            <a:pPr>
              <a:defRPr/>
            </a:pPr>
            <a:fld id="{A6840219-0E5D-43E8-BC46-7B446F82A6CC}" type="datetime4">
              <a:rPr lang="en-US" altLang="en-US" smtClean="0"/>
              <a:t>February 26, 2024</a:t>
            </a:fld>
            <a:endParaRPr lang="en-US" altLang="en-US"/>
          </a:p>
        </p:txBody>
      </p:sp>
      <p:sp>
        <p:nvSpPr>
          <p:cNvPr id="10" name="Footer Placeholder 7">
            <a:extLst>
              <a:ext uri="{FF2B5EF4-FFF2-40B4-BE49-F238E27FC236}">
                <a16:creationId xmlns:a16="http://schemas.microsoft.com/office/drawing/2014/main" id="{AFB72559-48AF-4D8B-BCDA-85DFE5A30C08}"/>
              </a:ext>
            </a:extLst>
          </p:cNvPr>
          <p:cNvSpPr>
            <a:spLocks noGrp="1"/>
          </p:cNvSpPr>
          <p:nvPr>
            <p:ph type="ftr" sz="quarter" idx="11"/>
          </p:nvPr>
        </p:nvSpPr>
        <p:spPr/>
        <p:txBody>
          <a:bodyPr/>
          <a:lstStyle>
            <a:lvl1pPr>
              <a:defRPr/>
            </a:lvl1pPr>
          </a:lstStyle>
          <a:p>
            <a:pPr>
              <a:defRPr/>
            </a:pPr>
            <a:endParaRPr lang="en-US" altLang="en-US"/>
          </a:p>
        </p:txBody>
      </p:sp>
      <p:sp>
        <p:nvSpPr>
          <p:cNvPr id="11" name="Slide Number Placeholder 8">
            <a:extLst>
              <a:ext uri="{FF2B5EF4-FFF2-40B4-BE49-F238E27FC236}">
                <a16:creationId xmlns:a16="http://schemas.microsoft.com/office/drawing/2014/main" id="{C46A864C-2A70-42AC-91B7-3B12616E7B00}"/>
              </a:ext>
            </a:extLst>
          </p:cNvPr>
          <p:cNvSpPr>
            <a:spLocks noGrp="1"/>
          </p:cNvSpPr>
          <p:nvPr>
            <p:ph type="sldNum" sz="quarter" idx="12"/>
          </p:nvPr>
        </p:nvSpPr>
        <p:spPr/>
        <p:txBody>
          <a:bodyPr/>
          <a:lstStyle>
            <a:lvl1pPr>
              <a:defRPr/>
            </a:lvl1pPr>
          </a:lstStyle>
          <a:p>
            <a:pPr>
              <a:defRPr/>
            </a:pPr>
            <a:fld id="{5CC1C16B-91CF-4A52-B7DA-A9E2A0689885}" type="slidenum">
              <a:rPr lang="en-US" altLang="en-US"/>
              <a:pPr>
                <a:defRPr/>
              </a:pPr>
              <a:t>‹#›</a:t>
            </a:fld>
            <a:endParaRPr lang="en-US" altLang="en-US"/>
          </a:p>
        </p:txBody>
      </p:sp>
    </p:spTree>
    <p:extLst>
      <p:ext uri="{BB962C8B-B14F-4D97-AF65-F5344CB8AC3E}">
        <p14:creationId xmlns:p14="http://schemas.microsoft.com/office/powerpoint/2010/main" val="2024414672"/>
      </p:ext>
    </p:extLst>
  </p:cSld>
  <p:clrMapOvr>
    <a:masterClrMapping/>
  </p:clrMapOvr>
  <p:transition>
    <p:random/>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2 Content, Top and Bottom">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2040DC1-CC49-4062-B731-108D0938F7B1}"/>
              </a:ext>
            </a:extLst>
          </p:cNvPr>
          <p:cNvSpPr txBox="1">
            <a:spLocks noChangeArrowheads="1"/>
          </p:cNvSpPr>
          <p:nvPr/>
        </p:nvSpPr>
        <p:spPr bwMode="auto">
          <a:xfrm>
            <a:off x="223838" y="228600"/>
            <a:ext cx="2603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3600" b="1">
                <a:solidFill>
                  <a:srgbClr val="B870B8"/>
                </a:solidFill>
                <a:cs typeface="Arial" panose="020B0604020202020204" pitchFamily="34" charset="0"/>
              </a:rPr>
              <a:t>+</a:t>
            </a:r>
          </a:p>
        </p:txBody>
      </p:sp>
      <p:sp>
        <p:nvSpPr>
          <p:cNvPr id="6" name="Rectangle 5">
            <a:extLst>
              <a:ext uri="{FF2B5EF4-FFF2-40B4-BE49-F238E27FC236}">
                <a16:creationId xmlns:a16="http://schemas.microsoft.com/office/drawing/2014/main" id="{F76B2E1C-83DC-48FB-87B4-6C04ED0E78E1}"/>
              </a:ext>
            </a:extLst>
          </p:cNvPr>
          <p:cNvSpPr/>
          <p:nvPr/>
        </p:nvSpPr>
        <p:spPr>
          <a:xfrm>
            <a:off x="8166100" y="282575"/>
            <a:ext cx="685800" cy="1600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2" name="Title 1"/>
          <p:cNvSpPr>
            <a:spLocks noGrp="1"/>
          </p:cNvSpPr>
          <p:nvPr>
            <p:ph type="title"/>
          </p:nvPr>
        </p:nvSpPr>
        <p:spPr/>
        <p:txBody>
          <a:bodyPr/>
          <a:lstStyle>
            <a:lvl1pPr>
              <a:defRPr>
                <a:solidFill>
                  <a:srgbClr val="FF0000"/>
                </a:solidFill>
              </a:defRPr>
            </a:lvl1pPr>
          </a:lstStyle>
          <a:p>
            <a:r>
              <a:rPr lang="en-US"/>
              <a:t>Click to edit Master title style</a:t>
            </a:r>
            <a:endParaRPr dirty="0"/>
          </a:p>
        </p:txBody>
      </p:sp>
      <p:sp>
        <p:nvSpPr>
          <p:cNvPr id="3" name="Content Placeholder 2"/>
          <p:cNvSpPr>
            <a:spLocks noGrp="1"/>
          </p:cNvSpPr>
          <p:nvPr>
            <p:ph sz="half" idx="1"/>
          </p:nvPr>
        </p:nvSpPr>
        <p:spPr>
          <a:xfrm>
            <a:off x="498517" y="1985963"/>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3" name="Content Placeholder 2"/>
          <p:cNvSpPr>
            <a:spLocks noGrp="1"/>
          </p:cNvSpPr>
          <p:nvPr>
            <p:ph sz="half" idx="14"/>
          </p:nvPr>
        </p:nvSpPr>
        <p:spPr>
          <a:xfrm>
            <a:off x="498517" y="4164965"/>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4">
            <a:extLst>
              <a:ext uri="{FF2B5EF4-FFF2-40B4-BE49-F238E27FC236}">
                <a16:creationId xmlns:a16="http://schemas.microsoft.com/office/drawing/2014/main" id="{40692EE1-AA7B-43BD-AC16-CED9312B3818}"/>
              </a:ext>
            </a:extLst>
          </p:cNvPr>
          <p:cNvSpPr>
            <a:spLocks noGrp="1"/>
          </p:cNvSpPr>
          <p:nvPr>
            <p:ph type="dt" sz="half" idx="15"/>
          </p:nvPr>
        </p:nvSpPr>
        <p:spPr/>
        <p:txBody>
          <a:bodyPr/>
          <a:lstStyle>
            <a:lvl1pPr>
              <a:defRPr/>
            </a:lvl1pPr>
          </a:lstStyle>
          <a:p>
            <a:pPr>
              <a:defRPr/>
            </a:pPr>
            <a:fld id="{367BF1C9-1025-4FC5-95F3-643E4B2392A1}" type="datetime4">
              <a:rPr lang="en-US" altLang="en-US" smtClean="0"/>
              <a:t>February 26, 2024</a:t>
            </a:fld>
            <a:endParaRPr lang="en-US" altLang="en-US"/>
          </a:p>
        </p:txBody>
      </p:sp>
      <p:sp>
        <p:nvSpPr>
          <p:cNvPr id="8" name="Footer Placeholder 5">
            <a:extLst>
              <a:ext uri="{FF2B5EF4-FFF2-40B4-BE49-F238E27FC236}">
                <a16:creationId xmlns:a16="http://schemas.microsoft.com/office/drawing/2014/main" id="{AEB1AA61-3E07-4BA7-BD71-ED9C67738005}"/>
              </a:ext>
            </a:extLst>
          </p:cNvPr>
          <p:cNvSpPr>
            <a:spLocks noGrp="1"/>
          </p:cNvSpPr>
          <p:nvPr>
            <p:ph type="ftr" sz="quarter" idx="16"/>
          </p:nvPr>
        </p:nvSpPr>
        <p:spPr/>
        <p:txBody>
          <a:bodyPr/>
          <a:lstStyle>
            <a:lvl1pPr>
              <a:defRPr/>
            </a:lvl1pPr>
          </a:lstStyle>
          <a:p>
            <a:pPr>
              <a:defRPr/>
            </a:pPr>
            <a:endParaRPr lang="en-US" altLang="en-US"/>
          </a:p>
        </p:txBody>
      </p:sp>
      <p:sp>
        <p:nvSpPr>
          <p:cNvPr id="9" name="Slide Number Placeholder 6">
            <a:extLst>
              <a:ext uri="{FF2B5EF4-FFF2-40B4-BE49-F238E27FC236}">
                <a16:creationId xmlns:a16="http://schemas.microsoft.com/office/drawing/2014/main" id="{A485EDA6-A543-44FE-A126-0BC3B380D774}"/>
              </a:ext>
            </a:extLst>
          </p:cNvPr>
          <p:cNvSpPr>
            <a:spLocks noGrp="1"/>
          </p:cNvSpPr>
          <p:nvPr>
            <p:ph type="sldNum" sz="quarter" idx="17"/>
          </p:nvPr>
        </p:nvSpPr>
        <p:spPr/>
        <p:txBody>
          <a:bodyPr/>
          <a:lstStyle>
            <a:lvl1pPr>
              <a:defRPr/>
            </a:lvl1pPr>
          </a:lstStyle>
          <a:p>
            <a:pPr>
              <a:defRPr/>
            </a:pPr>
            <a:fld id="{B55F4DCD-43D8-4193-A279-26DED609CF35}" type="slidenum">
              <a:rPr lang="en-US" altLang="en-US"/>
              <a:pPr>
                <a:defRPr/>
              </a:pPr>
              <a:t>‹#›</a:t>
            </a:fld>
            <a:endParaRPr lang="en-US" altLang="en-US"/>
          </a:p>
        </p:txBody>
      </p:sp>
    </p:spTree>
    <p:extLst>
      <p:ext uri="{BB962C8B-B14F-4D97-AF65-F5344CB8AC3E}">
        <p14:creationId xmlns:p14="http://schemas.microsoft.com/office/powerpoint/2010/main" val="411924319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3 Conten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36A625E-3694-4DB5-98E8-2D8D318A7935}"/>
              </a:ext>
            </a:extLst>
          </p:cNvPr>
          <p:cNvSpPr/>
          <p:nvPr/>
        </p:nvSpPr>
        <p:spPr>
          <a:xfrm>
            <a:off x="8166100" y="282575"/>
            <a:ext cx="685800" cy="1600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7" name="TextBox 6">
            <a:extLst>
              <a:ext uri="{FF2B5EF4-FFF2-40B4-BE49-F238E27FC236}">
                <a16:creationId xmlns:a16="http://schemas.microsoft.com/office/drawing/2014/main" id="{FA87372B-B1EB-4EEE-BA49-610CBBE37C2A}"/>
              </a:ext>
            </a:extLst>
          </p:cNvPr>
          <p:cNvSpPr txBox="1">
            <a:spLocks noChangeArrowheads="1"/>
          </p:cNvSpPr>
          <p:nvPr/>
        </p:nvSpPr>
        <p:spPr bwMode="auto">
          <a:xfrm>
            <a:off x="223838" y="228600"/>
            <a:ext cx="2603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3600" b="1">
                <a:solidFill>
                  <a:srgbClr val="B870B8"/>
                </a:solidFill>
                <a:cs typeface="Arial" panose="020B0604020202020204" pitchFamily="34" charset="0"/>
              </a:rPr>
              <a:t>+</a:t>
            </a: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1" name="Content Placeholder 2"/>
          <p:cNvSpPr>
            <a:spLocks noGrp="1"/>
          </p:cNvSpPr>
          <p:nvPr>
            <p:ph sz="half" idx="15"/>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3"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Date Placeholder 4">
            <a:extLst>
              <a:ext uri="{FF2B5EF4-FFF2-40B4-BE49-F238E27FC236}">
                <a16:creationId xmlns:a16="http://schemas.microsoft.com/office/drawing/2014/main" id="{A442E16E-8AE9-49E1-B987-A2C09660BFBA}"/>
              </a:ext>
            </a:extLst>
          </p:cNvPr>
          <p:cNvSpPr>
            <a:spLocks noGrp="1"/>
          </p:cNvSpPr>
          <p:nvPr>
            <p:ph type="dt" sz="half" idx="17"/>
          </p:nvPr>
        </p:nvSpPr>
        <p:spPr/>
        <p:txBody>
          <a:bodyPr/>
          <a:lstStyle>
            <a:lvl1pPr>
              <a:defRPr/>
            </a:lvl1pPr>
          </a:lstStyle>
          <a:p>
            <a:pPr>
              <a:defRPr/>
            </a:pPr>
            <a:fld id="{89BDB295-AA0E-4913-8F70-E7AE12812FB4}" type="datetime4">
              <a:rPr lang="en-US" altLang="en-US" smtClean="0"/>
              <a:t>February 26, 2024</a:t>
            </a:fld>
            <a:endParaRPr lang="en-US" altLang="en-US"/>
          </a:p>
        </p:txBody>
      </p:sp>
      <p:sp>
        <p:nvSpPr>
          <p:cNvPr id="9" name="Footer Placeholder 5">
            <a:extLst>
              <a:ext uri="{FF2B5EF4-FFF2-40B4-BE49-F238E27FC236}">
                <a16:creationId xmlns:a16="http://schemas.microsoft.com/office/drawing/2014/main" id="{EFF88378-3EBD-4A53-AAEB-BA3788A9F54D}"/>
              </a:ext>
            </a:extLst>
          </p:cNvPr>
          <p:cNvSpPr>
            <a:spLocks noGrp="1"/>
          </p:cNvSpPr>
          <p:nvPr>
            <p:ph type="ftr" sz="quarter" idx="18"/>
          </p:nvPr>
        </p:nvSpPr>
        <p:spPr/>
        <p:txBody>
          <a:bodyPr/>
          <a:lstStyle>
            <a:lvl1pPr>
              <a:defRPr/>
            </a:lvl1pPr>
          </a:lstStyle>
          <a:p>
            <a:pPr>
              <a:defRPr/>
            </a:pPr>
            <a:endParaRPr lang="en-US" altLang="en-US"/>
          </a:p>
        </p:txBody>
      </p:sp>
      <p:sp>
        <p:nvSpPr>
          <p:cNvPr id="10" name="Slide Number Placeholder 6">
            <a:extLst>
              <a:ext uri="{FF2B5EF4-FFF2-40B4-BE49-F238E27FC236}">
                <a16:creationId xmlns:a16="http://schemas.microsoft.com/office/drawing/2014/main" id="{0A6F8EB9-B8BD-478C-B0C5-CEB182208DD8}"/>
              </a:ext>
            </a:extLst>
          </p:cNvPr>
          <p:cNvSpPr>
            <a:spLocks noGrp="1"/>
          </p:cNvSpPr>
          <p:nvPr>
            <p:ph type="sldNum" sz="quarter" idx="19"/>
          </p:nvPr>
        </p:nvSpPr>
        <p:spPr/>
        <p:txBody>
          <a:bodyPr/>
          <a:lstStyle>
            <a:lvl1pPr>
              <a:defRPr/>
            </a:lvl1pPr>
          </a:lstStyle>
          <a:p>
            <a:pPr>
              <a:defRPr/>
            </a:pPr>
            <a:fld id="{F1E81321-7CA3-455E-B242-7CD20CFE3562}" type="slidenum">
              <a:rPr lang="en-US" altLang="en-US"/>
              <a:pPr>
                <a:defRPr/>
              </a:pPr>
              <a:t>‹#›</a:t>
            </a:fld>
            <a:endParaRPr lang="en-US" altLang="en-US"/>
          </a:p>
        </p:txBody>
      </p:sp>
    </p:spTree>
    <p:extLst>
      <p:ext uri="{BB962C8B-B14F-4D97-AF65-F5344CB8AC3E}">
        <p14:creationId xmlns:p14="http://schemas.microsoft.com/office/powerpoint/2010/main" val="253316420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4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1347075-7758-4CEC-9F96-6FCEEB078727}"/>
              </a:ext>
            </a:extLst>
          </p:cNvPr>
          <p:cNvSpPr/>
          <p:nvPr/>
        </p:nvSpPr>
        <p:spPr>
          <a:xfrm>
            <a:off x="8166100" y="282575"/>
            <a:ext cx="685800" cy="1600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8" name="TextBox 7">
            <a:extLst>
              <a:ext uri="{FF2B5EF4-FFF2-40B4-BE49-F238E27FC236}">
                <a16:creationId xmlns:a16="http://schemas.microsoft.com/office/drawing/2014/main" id="{7352A13F-FE25-4561-A63F-562F49A24EC0}"/>
              </a:ext>
            </a:extLst>
          </p:cNvPr>
          <p:cNvSpPr txBox="1">
            <a:spLocks noChangeArrowheads="1"/>
          </p:cNvSpPr>
          <p:nvPr/>
        </p:nvSpPr>
        <p:spPr bwMode="auto">
          <a:xfrm>
            <a:off x="223838" y="228600"/>
            <a:ext cx="2603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3600" b="1">
                <a:solidFill>
                  <a:srgbClr val="B870B8"/>
                </a:solidFill>
                <a:cs typeface="Arial" panose="020B0604020202020204" pitchFamily="34" charset="0"/>
              </a:rPr>
              <a:t>+</a:t>
            </a:r>
          </a:p>
        </p:txBody>
      </p:sp>
      <p:sp>
        <p:nvSpPr>
          <p:cNvPr id="2" name="Title 1"/>
          <p:cNvSpPr>
            <a:spLocks noGrp="1"/>
          </p:cNvSpPr>
          <p:nvPr>
            <p:ph type="title"/>
          </p:nvPr>
        </p:nvSpPr>
        <p:spPr/>
        <p:txBody>
          <a:bodyPr/>
          <a:lstStyle/>
          <a:p>
            <a:r>
              <a:rPr lang="en-US"/>
              <a:t>Click to edit Master title style</a:t>
            </a:r>
            <a:endParaRPr/>
          </a:p>
        </p:txBody>
      </p:sp>
      <p:sp>
        <p:nvSpPr>
          <p:cNvPr id="12" name="Content Placeholder 2"/>
          <p:cNvSpPr>
            <a:spLocks noGrp="1"/>
          </p:cNvSpPr>
          <p:nvPr>
            <p:ph sz="half" idx="17"/>
          </p:nvPr>
        </p:nvSpPr>
        <p:spPr>
          <a:xfrm>
            <a:off x="502920" y="1985963"/>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4" name="Content Placeholder 2"/>
          <p:cNvSpPr>
            <a:spLocks noGrp="1"/>
          </p:cNvSpPr>
          <p:nvPr>
            <p:ph sz="half" idx="18"/>
          </p:nvPr>
        </p:nvSpPr>
        <p:spPr>
          <a:xfrm>
            <a:off x="502920" y="4164965"/>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5"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6"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9" name="Date Placeholder 4">
            <a:extLst>
              <a:ext uri="{FF2B5EF4-FFF2-40B4-BE49-F238E27FC236}">
                <a16:creationId xmlns:a16="http://schemas.microsoft.com/office/drawing/2014/main" id="{8CA10872-C456-40D3-AEDF-ECC579776C64}"/>
              </a:ext>
            </a:extLst>
          </p:cNvPr>
          <p:cNvSpPr>
            <a:spLocks noGrp="1"/>
          </p:cNvSpPr>
          <p:nvPr>
            <p:ph type="dt" sz="half" idx="19"/>
          </p:nvPr>
        </p:nvSpPr>
        <p:spPr/>
        <p:txBody>
          <a:bodyPr/>
          <a:lstStyle>
            <a:lvl1pPr>
              <a:defRPr/>
            </a:lvl1pPr>
          </a:lstStyle>
          <a:p>
            <a:pPr>
              <a:defRPr/>
            </a:pPr>
            <a:fld id="{1D6746FD-7CE6-4784-B555-E150A698D221}" type="datetime4">
              <a:rPr lang="en-US" altLang="en-US" smtClean="0"/>
              <a:t>February 26, 2024</a:t>
            </a:fld>
            <a:endParaRPr lang="en-US" altLang="en-US"/>
          </a:p>
        </p:txBody>
      </p:sp>
      <p:sp>
        <p:nvSpPr>
          <p:cNvPr id="10" name="Footer Placeholder 5">
            <a:extLst>
              <a:ext uri="{FF2B5EF4-FFF2-40B4-BE49-F238E27FC236}">
                <a16:creationId xmlns:a16="http://schemas.microsoft.com/office/drawing/2014/main" id="{FB6C643F-279E-4508-88CB-5D027FFA15FC}"/>
              </a:ext>
            </a:extLst>
          </p:cNvPr>
          <p:cNvSpPr>
            <a:spLocks noGrp="1"/>
          </p:cNvSpPr>
          <p:nvPr>
            <p:ph type="ftr" sz="quarter" idx="20"/>
          </p:nvPr>
        </p:nvSpPr>
        <p:spPr/>
        <p:txBody>
          <a:bodyPr/>
          <a:lstStyle>
            <a:lvl1pPr>
              <a:defRPr/>
            </a:lvl1pPr>
          </a:lstStyle>
          <a:p>
            <a:pPr>
              <a:defRPr/>
            </a:pPr>
            <a:endParaRPr lang="en-US" altLang="en-US"/>
          </a:p>
        </p:txBody>
      </p:sp>
      <p:sp>
        <p:nvSpPr>
          <p:cNvPr id="11" name="Slide Number Placeholder 6">
            <a:extLst>
              <a:ext uri="{FF2B5EF4-FFF2-40B4-BE49-F238E27FC236}">
                <a16:creationId xmlns:a16="http://schemas.microsoft.com/office/drawing/2014/main" id="{C7FE2F1D-C54D-49CF-AA62-F961BBB73A03}"/>
              </a:ext>
            </a:extLst>
          </p:cNvPr>
          <p:cNvSpPr>
            <a:spLocks noGrp="1"/>
          </p:cNvSpPr>
          <p:nvPr>
            <p:ph type="sldNum" sz="quarter" idx="21"/>
          </p:nvPr>
        </p:nvSpPr>
        <p:spPr/>
        <p:txBody>
          <a:bodyPr/>
          <a:lstStyle>
            <a:lvl1pPr>
              <a:defRPr/>
            </a:lvl1pPr>
          </a:lstStyle>
          <a:p>
            <a:pPr>
              <a:defRPr/>
            </a:pPr>
            <a:fld id="{BD5F9E64-AC8D-4934-A522-F84ADA989424}" type="slidenum">
              <a:rPr lang="en-US" altLang="en-US"/>
              <a:pPr>
                <a:defRPr/>
              </a:pPr>
              <a:t>‹#›</a:t>
            </a:fld>
            <a:endParaRPr lang="en-US" altLang="en-US"/>
          </a:p>
        </p:txBody>
      </p:sp>
    </p:spTree>
    <p:extLst>
      <p:ext uri="{BB962C8B-B14F-4D97-AF65-F5344CB8AC3E}">
        <p14:creationId xmlns:p14="http://schemas.microsoft.com/office/powerpoint/2010/main" val="387659558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Title Onl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93EEB36-E5FF-4FAC-BCEC-EEE3993A2257}"/>
              </a:ext>
            </a:extLst>
          </p:cNvPr>
          <p:cNvSpPr/>
          <p:nvPr/>
        </p:nvSpPr>
        <p:spPr>
          <a:xfrm>
            <a:off x="8166100" y="282575"/>
            <a:ext cx="685800" cy="1600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4" name="TextBox 3">
            <a:extLst>
              <a:ext uri="{FF2B5EF4-FFF2-40B4-BE49-F238E27FC236}">
                <a16:creationId xmlns:a16="http://schemas.microsoft.com/office/drawing/2014/main" id="{45A7B1F7-B66E-4360-933D-20F9FE30A2EA}"/>
              </a:ext>
            </a:extLst>
          </p:cNvPr>
          <p:cNvSpPr txBox="1">
            <a:spLocks noChangeArrowheads="1"/>
          </p:cNvSpPr>
          <p:nvPr/>
        </p:nvSpPr>
        <p:spPr bwMode="auto">
          <a:xfrm>
            <a:off x="223838" y="228600"/>
            <a:ext cx="2603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3600" b="1">
                <a:solidFill>
                  <a:srgbClr val="B870B8"/>
                </a:solidFill>
                <a:cs typeface="Arial" panose="020B0604020202020204" pitchFamily="34" charset="0"/>
              </a:rPr>
              <a:t>+</a:t>
            </a:r>
          </a:p>
        </p:txBody>
      </p:sp>
      <p:sp>
        <p:nvSpPr>
          <p:cNvPr id="2" name="Title 1"/>
          <p:cNvSpPr>
            <a:spLocks noGrp="1"/>
          </p:cNvSpPr>
          <p:nvPr>
            <p:ph type="title"/>
          </p:nvPr>
        </p:nvSpPr>
        <p:spPr/>
        <p:txBody>
          <a:bodyPr/>
          <a:lstStyle/>
          <a:p>
            <a:r>
              <a:rPr lang="en-US"/>
              <a:t>Click to edit Master title style</a:t>
            </a:r>
            <a:endParaRPr/>
          </a:p>
        </p:txBody>
      </p:sp>
      <p:sp>
        <p:nvSpPr>
          <p:cNvPr id="5" name="Date Placeholder 2">
            <a:extLst>
              <a:ext uri="{FF2B5EF4-FFF2-40B4-BE49-F238E27FC236}">
                <a16:creationId xmlns:a16="http://schemas.microsoft.com/office/drawing/2014/main" id="{A60D05BF-08A0-4D82-87B7-25B380F494B0}"/>
              </a:ext>
            </a:extLst>
          </p:cNvPr>
          <p:cNvSpPr>
            <a:spLocks noGrp="1"/>
          </p:cNvSpPr>
          <p:nvPr>
            <p:ph type="dt" sz="half" idx="10"/>
          </p:nvPr>
        </p:nvSpPr>
        <p:spPr/>
        <p:txBody>
          <a:bodyPr/>
          <a:lstStyle>
            <a:lvl1pPr>
              <a:defRPr/>
            </a:lvl1pPr>
          </a:lstStyle>
          <a:p>
            <a:pPr>
              <a:defRPr/>
            </a:pPr>
            <a:fld id="{3A100575-81D0-4836-BDA5-88ECA2DF1A30}" type="datetime4">
              <a:rPr lang="en-US" altLang="en-US" smtClean="0"/>
              <a:t>February 26, 2024</a:t>
            </a:fld>
            <a:endParaRPr lang="en-US" altLang="en-US"/>
          </a:p>
        </p:txBody>
      </p:sp>
      <p:sp>
        <p:nvSpPr>
          <p:cNvPr id="6" name="Footer Placeholder 3">
            <a:extLst>
              <a:ext uri="{FF2B5EF4-FFF2-40B4-BE49-F238E27FC236}">
                <a16:creationId xmlns:a16="http://schemas.microsoft.com/office/drawing/2014/main" id="{70CBB09B-E9D1-4963-9352-60DD2D041409}"/>
              </a:ext>
            </a:extLst>
          </p:cNvPr>
          <p:cNvSpPr>
            <a:spLocks noGrp="1"/>
          </p:cNvSpPr>
          <p:nvPr>
            <p:ph type="ftr" sz="quarter" idx="11"/>
          </p:nvPr>
        </p:nvSpPr>
        <p:spPr/>
        <p:txBody>
          <a:bodyPr/>
          <a:lstStyle>
            <a:lvl1pPr>
              <a:defRPr/>
            </a:lvl1pPr>
          </a:lstStyle>
          <a:p>
            <a:pPr>
              <a:defRPr/>
            </a:pPr>
            <a:endParaRPr lang="en-US" altLang="en-US"/>
          </a:p>
        </p:txBody>
      </p:sp>
      <p:sp>
        <p:nvSpPr>
          <p:cNvPr id="7" name="Slide Number Placeholder 4">
            <a:extLst>
              <a:ext uri="{FF2B5EF4-FFF2-40B4-BE49-F238E27FC236}">
                <a16:creationId xmlns:a16="http://schemas.microsoft.com/office/drawing/2014/main" id="{AAAE83DB-9197-4A51-B3DF-1B22AAB29DD7}"/>
              </a:ext>
            </a:extLst>
          </p:cNvPr>
          <p:cNvSpPr>
            <a:spLocks noGrp="1"/>
          </p:cNvSpPr>
          <p:nvPr>
            <p:ph type="sldNum" sz="quarter" idx="12"/>
          </p:nvPr>
        </p:nvSpPr>
        <p:spPr/>
        <p:txBody>
          <a:bodyPr/>
          <a:lstStyle>
            <a:lvl1pPr>
              <a:defRPr/>
            </a:lvl1pPr>
          </a:lstStyle>
          <a:p>
            <a:pPr>
              <a:defRPr/>
            </a:pPr>
            <a:fld id="{F02FF4ED-2B23-4CC6-834A-FCFA22AF88CD}" type="slidenum">
              <a:rPr lang="en-US" altLang="en-US"/>
              <a:pPr>
                <a:defRPr/>
              </a:pPr>
              <a:t>‹#›</a:t>
            </a:fld>
            <a:endParaRPr lang="en-US" altLang="en-US"/>
          </a:p>
        </p:txBody>
      </p:sp>
    </p:spTree>
    <p:extLst>
      <p:ext uri="{BB962C8B-B14F-4D97-AF65-F5344CB8AC3E}">
        <p14:creationId xmlns:p14="http://schemas.microsoft.com/office/powerpoint/2010/main" val="4037457812"/>
      </p:ext>
    </p:extLst>
  </p:cSld>
  <p:clrMapOvr>
    <a:masterClrMapping/>
  </p:clrMapOvr>
  <p:transition>
    <p:random/>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A297824-E7C6-4F94-94AE-2F0773C2EC4D}"/>
              </a:ext>
            </a:extLst>
          </p:cNvPr>
          <p:cNvSpPr/>
          <p:nvPr/>
        </p:nvSpPr>
        <p:spPr>
          <a:xfrm>
            <a:off x="8166100" y="282575"/>
            <a:ext cx="685800" cy="3016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3" name="Date Placeholder 1">
            <a:extLst>
              <a:ext uri="{FF2B5EF4-FFF2-40B4-BE49-F238E27FC236}">
                <a16:creationId xmlns:a16="http://schemas.microsoft.com/office/drawing/2014/main" id="{BF1A20FE-9E92-4C73-9A74-8F0A2A08F047}"/>
              </a:ext>
            </a:extLst>
          </p:cNvPr>
          <p:cNvSpPr>
            <a:spLocks noGrp="1"/>
          </p:cNvSpPr>
          <p:nvPr>
            <p:ph type="dt" sz="half" idx="10"/>
          </p:nvPr>
        </p:nvSpPr>
        <p:spPr/>
        <p:txBody>
          <a:bodyPr/>
          <a:lstStyle>
            <a:lvl1pPr>
              <a:defRPr/>
            </a:lvl1pPr>
          </a:lstStyle>
          <a:p>
            <a:pPr>
              <a:defRPr/>
            </a:pPr>
            <a:fld id="{8FC35119-4326-4B12-8C41-028122D81B5B}" type="datetime4">
              <a:rPr lang="en-US" altLang="en-US" smtClean="0"/>
              <a:t>February 26, 2024</a:t>
            </a:fld>
            <a:endParaRPr lang="en-US" altLang="en-US"/>
          </a:p>
        </p:txBody>
      </p:sp>
      <p:sp>
        <p:nvSpPr>
          <p:cNvPr id="4" name="Footer Placeholder 2">
            <a:extLst>
              <a:ext uri="{FF2B5EF4-FFF2-40B4-BE49-F238E27FC236}">
                <a16:creationId xmlns:a16="http://schemas.microsoft.com/office/drawing/2014/main" id="{BC591D13-7F35-46DA-90AE-1E6C0A5693DA}"/>
              </a:ext>
            </a:extLst>
          </p:cNvPr>
          <p:cNvSpPr>
            <a:spLocks noGrp="1"/>
          </p:cNvSpPr>
          <p:nvPr>
            <p:ph type="ftr" sz="quarter" idx="11"/>
          </p:nvPr>
        </p:nvSpPr>
        <p:spPr/>
        <p:txBody>
          <a:bodyPr/>
          <a:lstStyle>
            <a:lvl1pPr>
              <a:defRPr/>
            </a:lvl1pPr>
          </a:lstStyle>
          <a:p>
            <a:pPr>
              <a:defRPr/>
            </a:pPr>
            <a:endParaRPr lang="en-US" altLang="en-US"/>
          </a:p>
        </p:txBody>
      </p:sp>
      <p:sp>
        <p:nvSpPr>
          <p:cNvPr id="5" name="Slide Number Placeholder 3">
            <a:extLst>
              <a:ext uri="{FF2B5EF4-FFF2-40B4-BE49-F238E27FC236}">
                <a16:creationId xmlns:a16="http://schemas.microsoft.com/office/drawing/2014/main" id="{AF78DFFF-F6E0-474D-BCE0-10BBC4065D09}"/>
              </a:ext>
            </a:extLst>
          </p:cNvPr>
          <p:cNvSpPr>
            <a:spLocks noGrp="1"/>
          </p:cNvSpPr>
          <p:nvPr>
            <p:ph type="sldNum" sz="quarter" idx="12"/>
          </p:nvPr>
        </p:nvSpPr>
        <p:spPr/>
        <p:txBody>
          <a:bodyPr/>
          <a:lstStyle>
            <a:lvl1pPr>
              <a:defRPr/>
            </a:lvl1pPr>
          </a:lstStyle>
          <a:p>
            <a:pPr>
              <a:defRPr/>
            </a:pPr>
            <a:fld id="{CC516D0E-CD58-4E49-9F6D-689564ED6CA6}" type="slidenum">
              <a:rPr lang="en-US" altLang="en-US"/>
              <a:pPr>
                <a:defRPr/>
              </a:pPr>
              <a:t>‹#›</a:t>
            </a:fld>
            <a:endParaRPr lang="en-US" altLang="en-US"/>
          </a:p>
        </p:txBody>
      </p:sp>
    </p:spTree>
    <p:extLst>
      <p:ext uri="{BB962C8B-B14F-4D97-AF65-F5344CB8AC3E}">
        <p14:creationId xmlns:p14="http://schemas.microsoft.com/office/powerpoint/2010/main" val="2728158440"/>
      </p:ext>
    </p:extLst>
  </p:cSld>
  <p:clrMapOvr>
    <a:masterClrMapping/>
  </p:clrMapOvr>
  <p:transition>
    <p:random/>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81A3E6C-E078-4B52-8583-2B5D165EB6EC}"/>
              </a:ext>
            </a:extLst>
          </p:cNvPr>
          <p:cNvSpPr/>
          <p:nvPr/>
        </p:nvSpPr>
        <p:spPr>
          <a:xfrm>
            <a:off x="282575" y="228600"/>
            <a:ext cx="3451225" cy="63452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6" name="TextBox 5">
            <a:extLst>
              <a:ext uri="{FF2B5EF4-FFF2-40B4-BE49-F238E27FC236}">
                <a16:creationId xmlns:a16="http://schemas.microsoft.com/office/drawing/2014/main" id="{DA61FBA7-0B22-48B0-89DE-EE8F5CC10736}"/>
              </a:ext>
            </a:extLst>
          </p:cNvPr>
          <p:cNvSpPr txBox="1">
            <a:spLocks noChangeArrowheads="1"/>
          </p:cNvSpPr>
          <p:nvPr/>
        </p:nvSpPr>
        <p:spPr bwMode="auto">
          <a:xfrm>
            <a:off x="425450" y="174625"/>
            <a:ext cx="41275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5400" b="1">
                <a:solidFill>
                  <a:srgbClr val="B870B8"/>
                </a:solidFill>
                <a:cs typeface="Arial" panose="020B0604020202020204" pitchFamily="34" charset="0"/>
              </a:rPr>
              <a:t>+</a:t>
            </a:r>
          </a:p>
        </p:txBody>
      </p:sp>
      <p:sp>
        <p:nvSpPr>
          <p:cNvPr id="2" name="Title 1"/>
          <p:cNvSpPr>
            <a:spLocks noGrp="1"/>
          </p:cNvSpPr>
          <p:nvPr>
            <p:ph type="title"/>
          </p:nvPr>
        </p:nvSpPr>
        <p:spPr>
          <a:xfrm>
            <a:off x="380555" y="2571750"/>
            <a:ext cx="3255264" cy="1162050"/>
          </a:xfrm>
        </p:spPr>
        <p:txBody>
          <a:bodyPr anchor="b">
            <a:normAutofit/>
          </a:bodyPr>
          <a:lstStyle>
            <a:lvl1pPr algn="l">
              <a:defRPr sz="2600" b="0">
                <a:solidFill>
                  <a:srgbClr val="FF0000"/>
                </a:solidFill>
              </a:defRPr>
            </a:lvl1pPr>
          </a:lstStyle>
          <a:p>
            <a:r>
              <a:rPr lang="en-US"/>
              <a:t>Click to edit Master title style</a:t>
            </a:r>
            <a:endParaRPr dirty="0"/>
          </a:p>
        </p:txBody>
      </p:sp>
      <p:sp>
        <p:nvSpPr>
          <p:cNvPr id="3" name="Content Placeholder 2"/>
          <p:cNvSpPr>
            <a:spLocks noGrp="1"/>
          </p:cNvSpPr>
          <p:nvPr>
            <p:ph idx="1"/>
          </p:nvPr>
        </p:nvSpPr>
        <p:spPr>
          <a:xfrm>
            <a:off x="4168775" y="273050"/>
            <a:ext cx="4597399" cy="5853113"/>
          </a:xfrm>
        </p:spPr>
        <p:txBody>
          <a:bodyPr>
            <a:normAutofit/>
          </a:bodyPr>
          <a:lstStyle>
            <a:lvl1pPr>
              <a:defRPr sz="1800">
                <a:solidFill>
                  <a:srgbClr val="0070C0"/>
                </a:solidFill>
              </a:defRPr>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Text Placeholder 3"/>
          <p:cNvSpPr>
            <a:spLocks noGrp="1"/>
          </p:cNvSpPr>
          <p:nvPr>
            <p:ph type="body" sz="half" idx="2"/>
          </p:nvPr>
        </p:nvSpPr>
        <p:spPr>
          <a:xfrm>
            <a:off x="381093" y="3733800"/>
            <a:ext cx="3255264" cy="2392363"/>
          </a:xfrm>
        </p:spPr>
        <p:txBody>
          <a:bodyPr/>
          <a:lstStyle>
            <a:lvl1pPr marL="0" indent="0">
              <a:buNone/>
              <a:defRPr sz="1400">
                <a:solidFill>
                  <a:srgbClr val="0070C0"/>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Date Placeholder 4">
            <a:extLst>
              <a:ext uri="{FF2B5EF4-FFF2-40B4-BE49-F238E27FC236}">
                <a16:creationId xmlns:a16="http://schemas.microsoft.com/office/drawing/2014/main" id="{C8CDD739-01DD-46AE-92AD-B19AA301B917}"/>
              </a:ext>
            </a:extLst>
          </p:cNvPr>
          <p:cNvSpPr>
            <a:spLocks noGrp="1"/>
          </p:cNvSpPr>
          <p:nvPr>
            <p:ph type="dt" sz="half" idx="10"/>
          </p:nvPr>
        </p:nvSpPr>
        <p:spPr>
          <a:xfrm>
            <a:off x="7391400" y="6423025"/>
            <a:ext cx="1536700" cy="365125"/>
          </a:xfrm>
        </p:spPr>
        <p:txBody>
          <a:bodyPr/>
          <a:lstStyle>
            <a:lvl1pPr>
              <a:defRPr/>
            </a:lvl1pPr>
          </a:lstStyle>
          <a:p>
            <a:pPr>
              <a:defRPr/>
            </a:pPr>
            <a:fld id="{82402E1E-AC80-476C-BD21-E5D946B2FBAA}" type="datetime4">
              <a:rPr lang="en-US" altLang="en-US" smtClean="0"/>
              <a:t>February 26, 2024</a:t>
            </a:fld>
            <a:endParaRPr lang="en-US" altLang="en-US"/>
          </a:p>
        </p:txBody>
      </p:sp>
      <p:sp>
        <p:nvSpPr>
          <p:cNvPr id="8" name="Footer Placeholder 5">
            <a:extLst>
              <a:ext uri="{FF2B5EF4-FFF2-40B4-BE49-F238E27FC236}">
                <a16:creationId xmlns:a16="http://schemas.microsoft.com/office/drawing/2014/main" id="{2559E1EB-BD5D-43C2-93DB-7E5B72874347}"/>
              </a:ext>
            </a:extLst>
          </p:cNvPr>
          <p:cNvSpPr>
            <a:spLocks noGrp="1"/>
          </p:cNvSpPr>
          <p:nvPr>
            <p:ph type="ftr" sz="quarter" idx="11"/>
          </p:nvPr>
        </p:nvSpPr>
        <p:spPr>
          <a:xfrm>
            <a:off x="3859213" y="6423025"/>
            <a:ext cx="3316287" cy="365125"/>
          </a:xfrm>
        </p:spPr>
        <p:txBody>
          <a:bodyPr/>
          <a:lstStyle>
            <a:lvl1pPr>
              <a:defRPr/>
            </a:lvl1pPr>
          </a:lstStyle>
          <a:p>
            <a:pPr>
              <a:defRPr/>
            </a:pPr>
            <a:endParaRPr lang="en-US" altLang="en-US"/>
          </a:p>
        </p:txBody>
      </p:sp>
    </p:spTree>
    <p:extLst>
      <p:ext uri="{BB962C8B-B14F-4D97-AF65-F5344CB8AC3E}">
        <p14:creationId xmlns:p14="http://schemas.microsoft.com/office/powerpoint/2010/main" val="3306687756"/>
      </p:ext>
    </p:extLst>
  </p:cSld>
  <p:clrMapOvr>
    <a:masterClrMapping/>
  </p:clrMapOvr>
  <p:transition>
    <p:random/>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13DB472-439E-4BDE-918A-FD6BA213D95A}"/>
              </a:ext>
            </a:extLst>
          </p:cNvPr>
          <p:cNvSpPr/>
          <p:nvPr/>
        </p:nvSpPr>
        <p:spPr>
          <a:xfrm>
            <a:off x="8166100" y="282575"/>
            <a:ext cx="685800" cy="3016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6" name="TextBox 5">
            <a:extLst>
              <a:ext uri="{FF2B5EF4-FFF2-40B4-BE49-F238E27FC236}">
                <a16:creationId xmlns:a16="http://schemas.microsoft.com/office/drawing/2014/main" id="{B9BC5FB0-3DC3-4E99-B205-5BF43F431326}"/>
              </a:ext>
            </a:extLst>
          </p:cNvPr>
          <p:cNvSpPr txBox="1">
            <a:spLocks noChangeArrowheads="1"/>
          </p:cNvSpPr>
          <p:nvPr/>
        </p:nvSpPr>
        <p:spPr bwMode="auto">
          <a:xfrm>
            <a:off x="3989388" y="3370263"/>
            <a:ext cx="2206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2400" b="1">
                <a:solidFill>
                  <a:srgbClr val="B870B8"/>
                </a:solidFill>
                <a:cs typeface="Arial" panose="020B0604020202020204" pitchFamily="34" charset="0"/>
              </a:rPr>
              <a:t>+ </a:t>
            </a:r>
          </a:p>
        </p:txBody>
      </p:sp>
      <p:sp>
        <p:nvSpPr>
          <p:cNvPr id="2" name="Title 1"/>
          <p:cNvSpPr>
            <a:spLocks noGrp="1"/>
          </p:cNvSpPr>
          <p:nvPr>
            <p:ph type="title"/>
          </p:nvPr>
        </p:nvSpPr>
        <p:spPr>
          <a:xfrm>
            <a:off x="4169404" y="3124200"/>
            <a:ext cx="3898272" cy="871538"/>
          </a:xfrm>
        </p:spPr>
        <p:txBody>
          <a:bodyPr anchor="b">
            <a:normAutofit/>
          </a:bodyPr>
          <a:lstStyle>
            <a:lvl1pPr algn="l">
              <a:defRPr sz="2600" b="0">
                <a:solidFill>
                  <a:srgbClr val="FF0000"/>
                </a:solidFill>
              </a:defRPr>
            </a:lvl1pPr>
          </a:lstStyle>
          <a:p>
            <a:r>
              <a:rPr lang="en-US"/>
              <a:t>Click to edit Master title style</a:t>
            </a:r>
            <a:endParaRPr dirty="0"/>
          </a:p>
        </p:txBody>
      </p:sp>
      <p:sp>
        <p:nvSpPr>
          <p:cNvPr id="3" name="Picture Placeholder 2"/>
          <p:cNvSpPr>
            <a:spLocks noGrp="1"/>
          </p:cNvSpPr>
          <p:nvPr>
            <p:ph type="pic" idx="1"/>
          </p:nvPr>
        </p:nvSpPr>
        <p:spPr>
          <a:xfrm>
            <a:off x="277906" y="228600"/>
            <a:ext cx="3460658" cy="6345238"/>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dirty="0"/>
          </a:p>
        </p:txBody>
      </p:sp>
      <p:sp>
        <p:nvSpPr>
          <p:cNvPr id="4" name="Text Placeholder 3"/>
          <p:cNvSpPr>
            <a:spLocks noGrp="1"/>
          </p:cNvSpPr>
          <p:nvPr>
            <p:ph type="body" sz="half" idx="2"/>
          </p:nvPr>
        </p:nvSpPr>
        <p:spPr>
          <a:xfrm>
            <a:off x="4169404" y="3995737"/>
            <a:ext cx="3898272"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Date Placeholder 4">
            <a:extLst>
              <a:ext uri="{FF2B5EF4-FFF2-40B4-BE49-F238E27FC236}">
                <a16:creationId xmlns:a16="http://schemas.microsoft.com/office/drawing/2014/main" id="{AF046526-C347-4BD5-B33A-3B7626D4B85F}"/>
              </a:ext>
            </a:extLst>
          </p:cNvPr>
          <p:cNvSpPr>
            <a:spLocks noGrp="1"/>
          </p:cNvSpPr>
          <p:nvPr>
            <p:ph type="dt" sz="half" idx="10"/>
          </p:nvPr>
        </p:nvSpPr>
        <p:spPr>
          <a:xfrm>
            <a:off x="7391400" y="6423025"/>
            <a:ext cx="1536700" cy="365125"/>
          </a:xfrm>
        </p:spPr>
        <p:txBody>
          <a:bodyPr/>
          <a:lstStyle>
            <a:lvl1pPr>
              <a:defRPr/>
            </a:lvl1pPr>
          </a:lstStyle>
          <a:p>
            <a:pPr>
              <a:defRPr/>
            </a:pPr>
            <a:fld id="{00F7BFBB-6B8B-4E2E-8F5B-F5D4B0E631F4}" type="datetime4">
              <a:rPr lang="en-US" altLang="en-US" smtClean="0"/>
              <a:t>February 26, 2024</a:t>
            </a:fld>
            <a:endParaRPr lang="en-US" altLang="en-US"/>
          </a:p>
        </p:txBody>
      </p:sp>
      <p:sp>
        <p:nvSpPr>
          <p:cNvPr id="8" name="Footer Placeholder 5">
            <a:extLst>
              <a:ext uri="{FF2B5EF4-FFF2-40B4-BE49-F238E27FC236}">
                <a16:creationId xmlns:a16="http://schemas.microsoft.com/office/drawing/2014/main" id="{CA9B5365-00CB-4803-A243-CFE63D1EF124}"/>
              </a:ext>
            </a:extLst>
          </p:cNvPr>
          <p:cNvSpPr>
            <a:spLocks noGrp="1"/>
          </p:cNvSpPr>
          <p:nvPr>
            <p:ph type="ftr" sz="quarter" idx="11"/>
          </p:nvPr>
        </p:nvSpPr>
        <p:spPr>
          <a:xfrm>
            <a:off x="4191000" y="6423025"/>
            <a:ext cx="3005138" cy="365125"/>
          </a:xfrm>
        </p:spPr>
        <p:txBody>
          <a:bodyPr/>
          <a:lstStyle>
            <a:lvl1pPr>
              <a:defRPr/>
            </a:lvl1pPr>
          </a:lstStyle>
          <a:p>
            <a:pPr>
              <a:defRPr/>
            </a:pPr>
            <a:endParaRPr lang="en-US" altLang="en-US"/>
          </a:p>
        </p:txBody>
      </p:sp>
      <p:sp>
        <p:nvSpPr>
          <p:cNvPr id="9" name="Slide Number Placeholder 6">
            <a:extLst>
              <a:ext uri="{FF2B5EF4-FFF2-40B4-BE49-F238E27FC236}">
                <a16:creationId xmlns:a16="http://schemas.microsoft.com/office/drawing/2014/main" id="{E08FA02A-7C84-41D3-B339-E1CEC85DED7A}"/>
              </a:ext>
            </a:extLst>
          </p:cNvPr>
          <p:cNvSpPr>
            <a:spLocks noGrp="1"/>
          </p:cNvSpPr>
          <p:nvPr>
            <p:ph type="sldNum" sz="quarter" idx="12"/>
          </p:nvPr>
        </p:nvSpPr>
        <p:spPr/>
        <p:txBody>
          <a:bodyPr/>
          <a:lstStyle>
            <a:lvl1pPr>
              <a:defRPr/>
            </a:lvl1pPr>
          </a:lstStyle>
          <a:p>
            <a:pPr>
              <a:defRPr/>
            </a:pPr>
            <a:fld id="{F4C4F20B-DFB7-47E0-99A5-E35BEB509EFA}" type="slidenum">
              <a:rPr lang="en-US" altLang="en-US"/>
              <a:pPr>
                <a:defRPr/>
              </a:pPr>
              <a:t>‹#›</a:t>
            </a:fld>
            <a:endParaRPr lang="en-US" altLang="en-US"/>
          </a:p>
        </p:txBody>
      </p:sp>
    </p:spTree>
    <p:extLst>
      <p:ext uri="{BB962C8B-B14F-4D97-AF65-F5344CB8AC3E}">
        <p14:creationId xmlns:p14="http://schemas.microsoft.com/office/powerpoint/2010/main" val="2255815162"/>
      </p:ext>
    </p:extLst>
  </p:cSld>
  <p:clrMapOvr>
    <a:masterClrMapping/>
  </p:clrMapOvr>
  <p:transition>
    <p:random/>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picTx" preserve="1">
  <p:cSld name="Picture above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B01909A-2195-4FAB-8839-F9F6FE648B8D}"/>
              </a:ext>
            </a:extLst>
          </p:cNvPr>
          <p:cNvSpPr/>
          <p:nvPr/>
        </p:nvSpPr>
        <p:spPr>
          <a:xfrm>
            <a:off x="6802438" y="228600"/>
            <a:ext cx="2057400" cy="203835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6" name="Rectangle 5">
            <a:extLst>
              <a:ext uri="{FF2B5EF4-FFF2-40B4-BE49-F238E27FC236}">
                <a16:creationId xmlns:a16="http://schemas.microsoft.com/office/drawing/2014/main" id="{F059CE46-129E-4ECD-8EC1-7FBFCCF3D09D}"/>
              </a:ext>
            </a:extLst>
          </p:cNvPr>
          <p:cNvSpPr/>
          <p:nvPr/>
        </p:nvSpPr>
        <p:spPr>
          <a:xfrm>
            <a:off x="6802438" y="2378075"/>
            <a:ext cx="2057400" cy="20383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7" name="TextBox 6">
            <a:extLst>
              <a:ext uri="{FF2B5EF4-FFF2-40B4-BE49-F238E27FC236}">
                <a16:creationId xmlns:a16="http://schemas.microsoft.com/office/drawing/2014/main" id="{C86D4F6F-D994-4A50-98C6-DE2D135B18C0}"/>
              </a:ext>
            </a:extLst>
          </p:cNvPr>
          <p:cNvSpPr txBox="1">
            <a:spLocks noChangeArrowheads="1"/>
          </p:cNvSpPr>
          <p:nvPr/>
        </p:nvSpPr>
        <p:spPr bwMode="auto">
          <a:xfrm>
            <a:off x="327025" y="4632325"/>
            <a:ext cx="2206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2400" b="1">
                <a:solidFill>
                  <a:srgbClr val="B870B8"/>
                </a:solidFill>
                <a:cs typeface="Arial" panose="020B0604020202020204" pitchFamily="34" charset="0"/>
              </a:rPr>
              <a:t>+ </a:t>
            </a:r>
          </a:p>
        </p:txBody>
      </p:sp>
      <p:sp>
        <p:nvSpPr>
          <p:cNvPr id="2" name="Title 1"/>
          <p:cNvSpPr>
            <a:spLocks noGrp="1"/>
          </p:cNvSpPr>
          <p:nvPr>
            <p:ph type="title"/>
          </p:nvPr>
        </p:nvSpPr>
        <p:spPr>
          <a:xfrm>
            <a:off x="506505" y="4424082"/>
            <a:ext cx="6191157" cy="83371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277905" y="228600"/>
            <a:ext cx="6378389" cy="4187952"/>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dirty="0"/>
          </a:p>
        </p:txBody>
      </p:sp>
      <p:sp>
        <p:nvSpPr>
          <p:cNvPr id="4" name="Text Placeholder 3"/>
          <p:cNvSpPr>
            <a:spLocks noGrp="1"/>
          </p:cNvSpPr>
          <p:nvPr>
            <p:ph type="body" sz="half" idx="2"/>
          </p:nvPr>
        </p:nvSpPr>
        <p:spPr>
          <a:xfrm>
            <a:off x="506505" y="5257799"/>
            <a:ext cx="6191157" cy="885825"/>
          </a:xfrm>
        </p:spPr>
        <p:txBody>
          <a:bodyPr/>
          <a:lstStyle>
            <a:lvl1pPr marL="0" indent="0">
              <a:spcBef>
                <a:spcPts val="3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8" name="Date Placeholder 4">
            <a:extLst>
              <a:ext uri="{FF2B5EF4-FFF2-40B4-BE49-F238E27FC236}">
                <a16:creationId xmlns:a16="http://schemas.microsoft.com/office/drawing/2014/main" id="{754C0E74-42E2-446C-94D7-A3B55F60E993}"/>
              </a:ext>
            </a:extLst>
          </p:cNvPr>
          <p:cNvSpPr>
            <a:spLocks noGrp="1"/>
          </p:cNvSpPr>
          <p:nvPr>
            <p:ph type="dt" sz="half" idx="10"/>
          </p:nvPr>
        </p:nvSpPr>
        <p:spPr/>
        <p:txBody>
          <a:bodyPr/>
          <a:lstStyle>
            <a:lvl1pPr>
              <a:defRPr/>
            </a:lvl1pPr>
          </a:lstStyle>
          <a:p>
            <a:pPr>
              <a:defRPr/>
            </a:pPr>
            <a:fld id="{7F45BE75-3A8E-4EEA-B612-B336FA73E380}" type="datetime4">
              <a:rPr lang="en-US" altLang="en-US" smtClean="0"/>
              <a:t>February 26, 2024</a:t>
            </a:fld>
            <a:endParaRPr lang="en-US" altLang="en-US"/>
          </a:p>
        </p:txBody>
      </p:sp>
      <p:sp>
        <p:nvSpPr>
          <p:cNvPr id="9" name="Footer Placeholder 5">
            <a:extLst>
              <a:ext uri="{FF2B5EF4-FFF2-40B4-BE49-F238E27FC236}">
                <a16:creationId xmlns:a16="http://schemas.microsoft.com/office/drawing/2014/main" id="{3B8F4D42-B8D9-4103-ABD1-B75FECA7620C}"/>
              </a:ext>
            </a:extLst>
          </p:cNvPr>
          <p:cNvSpPr>
            <a:spLocks noGrp="1"/>
          </p:cNvSpPr>
          <p:nvPr>
            <p:ph type="ftr" sz="quarter" idx="11"/>
          </p:nvPr>
        </p:nvSpPr>
        <p:spPr/>
        <p:txBody>
          <a:bodyPr/>
          <a:lstStyle>
            <a:lvl1pPr>
              <a:defRPr/>
            </a:lvl1pPr>
          </a:lstStyle>
          <a:p>
            <a:pPr>
              <a:defRPr/>
            </a:pPr>
            <a:endParaRPr lang="en-US" altLang="en-US"/>
          </a:p>
        </p:txBody>
      </p:sp>
      <p:sp>
        <p:nvSpPr>
          <p:cNvPr id="10" name="Slide Number Placeholder 6">
            <a:extLst>
              <a:ext uri="{FF2B5EF4-FFF2-40B4-BE49-F238E27FC236}">
                <a16:creationId xmlns:a16="http://schemas.microsoft.com/office/drawing/2014/main" id="{9FC1F58C-874F-4AD4-A32D-B6BA2E11340C}"/>
              </a:ext>
            </a:extLst>
          </p:cNvPr>
          <p:cNvSpPr>
            <a:spLocks noGrp="1"/>
          </p:cNvSpPr>
          <p:nvPr>
            <p:ph type="sldNum" sz="quarter" idx="12"/>
          </p:nvPr>
        </p:nvSpPr>
        <p:spPr/>
        <p:txBody>
          <a:bodyPr/>
          <a:lstStyle>
            <a:lvl1pPr>
              <a:defRPr/>
            </a:lvl1pPr>
          </a:lstStyle>
          <a:p>
            <a:pPr>
              <a:defRPr/>
            </a:pPr>
            <a:fld id="{3F4A88E9-55FA-4583-A2AF-654D4791C2C9}" type="slidenum">
              <a:rPr lang="en-US" altLang="en-US"/>
              <a:pPr>
                <a:defRPr/>
              </a:pPr>
              <a:t>‹#›</a:t>
            </a:fld>
            <a:endParaRPr lang="en-US" altLang="en-US"/>
          </a:p>
        </p:txBody>
      </p:sp>
    </p:spTree>
    <p:extLst>
      <p:ext uri="{BB962C8B-B14F-4D97-AF65-F5344CB8AC3E}">
        <p14:creationId xmlns:p14="http://schemas.microsoft.com/office/powerpoint/2010/main" val="343624612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2 Pictures with Captio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E4B8522-9E4F-489D-86CD-B4B7DAA29998}"/>
              </a:ext>
            </a:extLst>
          </p:cNvPr>
          <p:cNvSpPr/>
          <p:nvPr/>
        </p:nvSpPr>
        <p:spPr>
          <a:xfrm>
            <a:off x="282575" y="228600"/>
            <a:ext cx="6386513" cy="63452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7" name="TextBox 6">
            <a:extLst>
              <a:ext uri="{FF2B5EF4-FFF2-40B4-BE49-F238E27FC236}">
                <a16:creationId xmlns:a16="http://schemas.microsoft.com/office/drawing/2014/main" id="{06D96BD4-27ED-4DD1-8791-F3D093AD227B}"/>
              </a:ext>
            </a:extLst>
          </p:cNvPr>
          <p:cNvSpPr txBox="1">
            <a:spLocks noChangeArrowheads="1"/>
          </p:cNvSpPr>
          <p:nvPr/>
        </p:nvSpPr>
        <p:spPr bwMode="auto">
          <a:xfrm>
            <a:off x="425450" y="174625"/>
            <a:ext cx="41275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5400" b="1">
                <a:solidFill>
                  <a:srgbClr val="B870B8"/>
                </a:solidFill>
                <a:cs typeface="Arial" panose="020B0604020202020204" pitchFamily="34" charset="0"/>
              </a:rPr>
              <a:t>+</a:t>
            </a:r>
          </a:p>
        </p:txBody>
      </p:sp>
      <p:sp>
        <p:nvSpPr>
          <p:cNvPr id="8" name="Rectangle 7">
            <a:extLst>
              <a:ext uri="{FF2B5EF4-FFF2-40B4-BE49-F238E27FC236}">
                <a16:creationId xmlns:a16="http://schemas.microsoft.com/office/drawing/2014/main" id="{8394B6BF-E2C1-4B6F-9ECA-93E1777E3521}"/>
              </a:ext>
            </a:extLst>
          </p:cNvPr>
          <p:cNvSpPr/>
          <p:nvPr/>
        </p:nvSpPr>
        <p:spPr>
          <a:xfrm>
            <a:off x="6802438" y="228600"/>
            <a:ext cx="2057400" cy="203835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2" name="Title 1"/>
          <p:cNvSpPr>
            <a:spLocks noGrp="1"/>
          </p:cNvSpPr>
          <p:nvPr>
            <p:ph type="title"/>
          </p:nvPr>
        </p:nvSpPr>
        <p:spPr>
          <a:xfrm>
            <a:off x="380554" y="2571750"/>
            <a:ext cx="6181611" cy="1162050"/>
          </a:xfrm>
        </p:spPr>
        <p:txBody>
          <a:bodyPr anchor="b">
            <a:normAutofit/>
          </a:bodyPr>
          <a:lstStyle>
            <a:lvl1pPr algn="l">
              <a:defRPr sz="2600" b="0">
                <a:solidFill>
                  <a:srgbClr val="FF0000"/>
                </a:solidFill>
              </a:defRPr>
            </a:lvl1pPr>
          </a:lstStyle>
          <a:p>
            <a:r>
              <a:rPr lang="en-US"/>
              <a:t>Click to edit Master title style</a:t>
            </a:r>
            <a:endParaRPr dirty="0"/>
          </a:p>
        </p:txBody>
      </p:sp>
      <p:sp>
        <p:nvSpPr>
          <p:cNvPr id="4" name="Text Placeholder 3"/>
          <p:cNvSpPr>
            <a:spLocks noGrp="1"/>
          </p:cNvSpPr>
          <p:nvPr>
            <p:ph type="body" sz="half" idx="2"/>
          </p:nvPr>
        </p:nvSpPr>
        <p:spPr>
          <a:xfrm>
            <a:off x="381094" y="3733800"/>
            <a:ext cx="6179566" cy="2392363"/>
          </a:xfrm>
        </p:spPr>
        <p:txBody>
          <a:bodyPr/>
          <a:lstStyle>
            <a:lvl1pPr marL="0" indent="0">
              <a:buNone/>
              <a:defRPr sz="1400">
                <a:solidFill>
                  <a:srgbClr val="0070C0"/>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2" name="Picture Placeholder 12"/>
          <p:cNvSpPr>
            <a:spLocks noGrp="1"/>
          </p:cNvSpPr>
          <p:nvPr>
            <p:ph type="pic" sz="quarter" idx="13"/>
          </p:nvPr>
        </p:nvSpPr>
        <p:spPr>
          <a:xfrm>
            <a:off x="6802438" y="2374940"/>
            <a:ext cx="2057400" cy="2039112"/>
          </a:xfrm>
        </p:spPr>
        <p:txBody>
          <a:bodyPr rtlCol="0">
            <a:normAutofit/>
          </a:bodyPr>
          <a:lstStyle>
            <a:lvl1pPr>
              <a:buNone/>
              <a:defRPr/>
            </a:lvl1pPr>
          </a:lstStyle>
          <a:p>
            <a:pPr lvl="0"/>
            <a:r>
              <a:rPr lang="en-US" noProof="0"/>
              <a:t>Click icon to add picture</a:t>
            </a:r>
            <a:endParaRPr noProof="0" dirty="0"/>
          </a:p>
        </p:txBody>
      </p:sp>
      <p:sp>
        <p:nvSpPr>
          <p:cNvPr id="13" name="Picture Placeholder 12"/>
          <p:cNvSpPr>
            <a:spLocks noGrp="1"/>
          </p:cNvSpPr>
          <p:nvPr>
            <p:ph type="pic" sz="quarter" idx="14"/>
          </p:nvPr>
        </p:nvSpPr>
        <p:spPr>
          <a:xfrm>
            <a:off x="6802438" y="4535424"/>
            <a:ext cx="2057400" cy="2039112"/>
          </a:xfrm>
        </p:spPr>
        <p:txBody>
          <a:bodyPr rtlCol="0">
            <a:normAutofit/>
          </a:bodyPr>
          <a:lstStyle>
            <a:lvl1pPr>
              <a:buNone/>
              <a:defRPr/>
            </a:lvl1pPr>
          </a:lstStyle>
          <a:p>
            <a:pPr lvl="0"/>
            <a:r>
              <a:rPr lang="en-US" noProof="0"/>
              <a:t>Click icon to add picture</a:t>
            </a:r>
            <a:endParaRPr noProof="0" dirty="0"/>
          </a:p>
        </p:txBody>
      </p:sp>
      <p:sp>
        <p:nvSpPr>
          <p:cNvPr id="9" name="Date Placeholder 4">
            <a:extLst>
              <a:ext uri="{FF2B5EF4-FFF2-40B4-BE49-F238E27FC236}">
                <a16:creationId xmlns:a16="http://schemas.microsoft.com/office/drawing/2014/main" id="{C761474E-2C03-4840-8A15-994BF879D3D2}"/>
              </a:ext>
            </a:extLst>
          </p:cNvPr>
          <p:cNvSpPr>
            <a:spLocks noGrp="1"/>
          </p:cNvSpPr>
          <p:nvPr>
            <p:ph type="dt" sz="half" idx="15"/>
          </p:nvPr>
        </p:nvSpPr>
        <p:spPr>
          <a:xfrm>
            <a:off x="5211763" y="6235700"/>
            <a:ext cx="1349375" cy="365125"/>
          </a:xfrm>
        </p:spPr>
        <p:txBody>
          <a:bodyPr/>
          <a:lstStyle>
            <a:lvl1pPr>
              <a:defRPr>
                <a:solidFill>
                  <a:schemeClr val="bg1"/>
                </a:solidFill>
              </a:defRPr>
            </a:lvl1pPr>
          </a:lstStyle>
          <a:p>
            <a:pPr>
              <a:defRPr/>
            </a:pPr>
            <a:fld id="{20232980-E453-4CBF-A307-45048147E9FA}" type="datetime4">
              <a:rPr lang="en-US" altLang="en-US" smtClean="0"/>
              <a:t>February 26, 2024</a:t>
            </a:fld>
            <a:endParaRPr lang="en-US" altLang="en-US"/>
          </a:p>
        </p:txBody>
      </p:sp>
      <p:sp>
        <p:nvSpPr>
          <p:cNvPr id="10" name="Footer Placeholder 5">
            <a:extLst>
              <a:ext uri="{FF2B5EF4-FFF2-40B4-BE49-F238E27FC236}">
                <a16:creationId xmlns:a16="http://schemas.microsoft.com/office/drawing/2014/main" id="{7C2799EC-B7A7-4AEB-AA05-ED8A41C7D4AE}"/>
              </a:ext>
            </a:extLst>
          </p:cNvPr>
          <p:cNvSpPr>
            <a:spLocks noGrp="1"/>
          </p:cNvSpPr>
          <p:nvPr>
            <p:ph type="ftr" sz="quarter" idx="16"/>
          </p:nvPr>
        </p:nvSpPr>
        <p:spPr>
          <a:xfrm>
            <a:off x="381000" y="6235700"/>
            <a:ext cx="4648200" cy="365125"/>
          </a:xfrm>
        </p:spPr>
        <p:txBody>
          <a:bodyPr/>
          <a:lstStyle>
            <a:lvl1pPr>
              <a:defRPr>
                <a:solidFill>
                  <a:schemeClr val="bg1"/>
                </a:solidFill>
              </a:defRPr>
            </a:lvl1pPr>
          </a:lstStyle>
          <a:p>
            <a:pPr>
              <a:defRPr/>
            </a:pPr>
            <a:endParaRPr lang="en-US" altLang="en-US"/>
          </a:p>
        </p:txBody>
      </p:sp>
      <p:sp>
        <p:nvSpPr>
          <p:cNvPr id="11" name="Slide Number Placeholder 6">
            <a:extLst>
              <a:ext uri="{FF2B5EF4-FFF2-40B4-BE49-F238E27FC236}">
                <a16:creationId xmlns:a16="http://schemas.microsoft.com/office/drawing/2014/main" id="{158E981D-B48B-4C8C-9DD0-1E81EA85DC5F}"/>
              </a:ext>
            </a:extLst>
          </p:cNvPr>
          <p:cNvSpPr>
            <a:spLocks noGrp="1"/>
          </p:cNvSpPr>
          <p:nvPr>
            <p:ph type="sldNum" sz="quarter" idx="17"/>
          </p:nvPr>
        </p:nvSpPr>
        <p:spPr/>
        <p:txBody>
          <a:bodyPr/>
          <a:lstStyle>
            <a:lvl1pPr>
              <a:defRPr/>
            </a:lvl1pPr>
          </a:lstStyle>
          <a:p>
            <a:pPr>
              <a:defRPr/>
            </a:pPr>
            <a:fld id="{C20F1E02-4764-4B68-9C6E-34342FE9361F}" type="slidenum">
              <a:rPr lang="en-US" altLang="en-US"/>
              <a:pPr>
                <a:defRPr/>
              </a:pPr>
              <a:t>‹#›</a:t>
            </a:fld>
            <a:endParaRPr lang="en-US" altLang="en-US"/>
          </a:p>
        </p:txBody>
      </p:sp>
    </p:spTree>
    <p:extLst>
      <p:ext uri="{BB962C8B-B14F-4D97-AF65-F5344CB8AC3E}">
        <p14:creationId xmlns:p14="http://schemas.microsoft.com/office/powerpoint/2010/main" val="182530089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3 Pictures with Caption">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684C6A6-C390-4CE9-9551-280F5894D784}"/>
              </a:ext>
            </a:extLst>
          </p:cNvPr>
          <p:cNvSpPr/>
          <p:nvPr/>
        </p:nvSpPr>
        <p:spPr>
          <a:xfrm>
            <a:off x="282575" y="228600"/>
            <a:ext cx="4235450" cy="63452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8" name="TextBox 7">
            <a:extLst>
              <a:ext uri="{FF2B5EF4-FFF2-40B4-BE49-F238E27FC236}">
                <a16:creationId xmlns:a16="http://schemas.microsoft.com/office/drawing/2014/main" id="{A51F7596-DDE6-4CD4-865C-FEF3B660E3C7}"/>
              </a:ext>
            </a:extLst>
          </p:cNvPr>
          <p:cNvSpPr txBox="1">
            <a:spLocks noChangeArrowheads="1"/>
          </p:cNvSpPr>
          <p:nvPr/>
        </p:nvSpPr>
        <p:spPr bwMode="auto">
          <a:xfrm>
            <a:off x="425450" y="174625"/>
            <a:ext cx="41275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5400" b="1">
                <a:solidFill>
                  <a:srgbClr val="B870B8"/>
                </a:solidFill>
                <a:cs typeface="Arial" panose="020B0604020202020204" pitchFamily="34" charset="0"/>
              </a:rPr>
              <a:t>+</a:t>
            </a:r>
          </a:p>
        </p:txBody>
      </p:sp>
      <p:sp>
        <p:nvSpPr>
          <p:cNvPr id="9" name="Rectangle 8">
            <a:extLst>
              <a:ext uri="{FF2B5EF4-FFF2-40B4-BE49-F238E27FC236}">
                <a16:creationId xmlns:a16="http://schemas.microsoft.com/office/drawing/2014/main" id="{8EC2F2B8-01CF-45D9-851B-C292454438D2}"/>
              </a:ext>
            </a:extLst>
          </p:cNvPr>
          <p:cNvSpPr/>
          <p:nvPr/>
        </p:nvSpPr>
        <p:spPr>
          <a:xfrm>
            <a:off x="6802438" y="228600"/>
            <a:ext cx="2057400" cy="203835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10" name="Rectangle 9">
            <a:extLst>
              <a:ext uri="{FF2B5EF4-FFF2-40B4-BE49-F238E27FC236}">
                <a16:creationId xmlns:a16="http://schemas.microsoft.com/office/drawing/2014/main" id="{187172EA-58AA-450E-8BAD-A116BCA1D3EA}"/>
              </a:ext>
            </a:extLst>
          </p:cNvPr>
          <p:cNvSpPr/>
          <p:nvPr/>
        </p:nvSpPr>
        <p:spPr>
          <a:xfrm>
            <a:off x="4624388" y="4535488"/>
            <a:ext cx="2057400" cy="203835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2" name="Title 1"/>
          <p:cNvSpPr>
            <a:spLocks noGrp="1"/>
          </p:cNvSpPr>
          <p:nvPr>
            <p:ph type="title"/>
          </p:nvPr>
        </p:nvSpPr>
        <p:spPr>
          <a:xfrm>
            <a:off x="380554" y="2571750"/>
            <a:ext cx="4016633" cy="1162050"/>
          </a:xfrm>
        </p:spPr>
        <p:txBody>
          <a:bodyPr anchor="b">
            <a:normAutofit/>
          </a:bodyPr>
          <a:lstStyle>
            <a:lvl1pPr algn="l">
              <a:defRPr sz="2600" b="0">
                <a:solidFill>
                  <a:srgbClr val="FF0000"/>
                </a:solidFill>
              </a:defRPr>
            </a:lvl1pPr>
          </a:lstStyle>
          <a:p>
            <a:r>
              <a:rPr lang="en-US"/>
              <a:t>Click to edit Master title style</a:t>
            </a:r>
            <a:endParaRPr dirty="0"/>
          </a:p>
        </p:txBody>
      </p:sp>
      <p:sp>
        <p:nvSpPr>
          <p:cNvPr id="4" name="Text Placeholder 3"/>
          <p:cNvSpPr>
            <a:spLocks noGrp="1"/>
          </p:cNvSpPr>
          <p:nvPr>
            <p:ph type="body" sz="half" idx="2"/>
          </p:nvPr>
        </p:nvSpPr>
        <p:spPr>
          <a:xfrm>
            <a:off x="381094" y="3733800"/>
            <a:ext cx="4015304" cy="2392363"/>
          </a:xfrm>
        </p:spPr>
        <p:txBody>
          <a:bodyPr/>
          <a:lstStyle>
            <a:lvl1pPr marL="0" indent="0">
              <a:buNone/>
              <a:defRPr sz="1400">
                <a:solidFill>
                  <a:srgbClr val="0070C0"/>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2" name="Picture Placeholder 12"/>
          <p:cNvSpPr>
            <a:spLocks noGrp="1"/>
          </p:cNvSpPr>
          <p:nvPr>
            <p:ph type="pic" sz="quarter" idx="13"/>
          </p:nvPr>
        </p:nvSpPr>
        <p:spPr>
          <a:xfrm>
            <a:off x="4624388" y="228600"/>
            <a:ext cx="2057400" cy="2039112"/>
          </a:xfrm>
        </p:spPr>
        <p:txBody>
          <a:bodyPr rtlCol="0">
            <a:normAutofit/>
          </a:bodyPr>
          <a:lstStyle>
            <a:lvl1pPr>
              <a:buNone/>
              <a:defRPr/>
            </a:lvl1pPr>
          </a:lstStyle>
          <a:p>
            <a:pPr lvl="0"/>
            <a:r>
              <a:rPr lang="en-US" noProof="0"/>
              <a:t>Click icon to add picture</a:t>
            </a:r>
            <a:endParaRPr noProof="0" dirty="0"/>
          </a:p>
        </p:txBody>
      </p:sp>
      <p:sp>
        <p:nvSpPr>
          <p:cNvPr id="13" name="Picture Placeholder 12"/>
          <p:cNvSpPr>
            <a:spLocks noGrp="1"/>
          </p:cNvSpPr>
          <p:nvPr>
            <p:ph type="pic" sz="quarter" idx="14"/>
          </p:nvPr>
        </p:nvSpPr>
        <p:spPr>
          <a:xfrm>
            <a:off x="4624388" y="2381663"/>
            <a:ext cx="2057400" cy="2039112"/>
          </a:xfrm>
        </p:spPr>
        <p:txBody>
          <a:bodyPr rtlCol="0">
            <a:normAutofit/>
          </a:bodyPr>
          <a:lstStyle>
            <a:lvl1pPr>
              <a:buNone/>
              <a:defRPr/>
            </a:lvl1pPr>
          </a:lstStyle>
          <a:p>
            <a:pPr lvl="0"/>
            <a:r>
              <a:rPr lang="en-US" noProof="0"/>
              <a:t>Click icon to add picture</a:t>
            </a:r>
            <a:endParaRPr noProof="0" dirty="0"/>
          </a:p>
        </p:txBody>
      </p:sp>
      <p:sp>
        <p:nvSpPr>
          <p:cNvPr id="14" name="Picture Placeholder 12"/>
          <p:cNvSpPr>
            <a:spLocks noGrp="1"/>
          </p:cNvSpPr>
          <p:nvPr>
            <p:ph type="pic" sz="quarter" idx="15"/>
          </p:nvPr>
        </p:nvSpPr>
        <p:spPr>
          <a:xfrm>
            <a:off x="6803136" y="2381662"/>
            <a:ext cx="2057400" cy="4187952"/>
          </a:xfrm>
        </p:spPr>
        <p:txBody>
          <a:bodyPr rtlCol="0">
            <a:normAutofit/>
          </a:bodyPr>
          <a:lstStyle>
            <a:lvl1pPr>
              <a:buNone/>
              <a:defRPr/>
            </a:lvl1pPr>
          </a:lstStyle>
          <a:p>
            <a:pPr lvl="0"/>
            <a:r>
              <a:rPr lang="en-US" noProof="0"/>
              <a:t>Click icon to add picture</a:t>
            </a:r>
            <a:endParaRPr noProof="0" dirty="0"/>
          </a:p>
        </p:txBody>
      </p:sp>
      <p:sp>
        <p:nvSpPr>
          <p:cNvPr id="11" name="Date Placeholder 4">
            <a:extLst>
              <a:ext uri="{FF2B5EF4-FFF2-40B4-BE49-F238E27FC236}">
                <a16:creationId xmlns:a16="http://schemas.microsoft.com/office/drawing/2014/main" id="{73AC807D-AF86-4476-A47B-879D992AE4E9}"/>
              </a:ext>
            </a:extLst>
          </p:cNvPr>
          <p:cNvSpPr>
            <a:spLocks noGrp="1"/>
          </p:cNvSpPr>
          <p:nvPr>
            <p:ph type="dt" sz="half" idx="16"/>
          </p:nvPr>
        </p:nvSpPr>
        <p:spPr>
          <a:xfrm>
            <a:off x="3048000" y="6235700"/>
            <a:ext cx="1347788" cy="365125"/>
          </a:xfrm>
        </p:spPr>
        <p:txBody>
          <a:bodyPr/>
          <a:lstStyle>
            <a:lvl1pPr>
              <a:defRPr>
                <a:solidFill>
                  <a:schemeClr val="bg1"/>
                </a:solidFill>
              </a:defRPr>
            </a:lvl1pPr>
          </a:lstStyle>
          <a:p>
            <a:pPr>
              <a:defRPr/>
            </a:pPr>
            <a:fld id="{CB0466D8-1F5A-4252-9DF5-0AA1CCE412B1}" type="datetime4">
              <a:rPr lang="en-US" altLang="en-US" smtClean="0"/>
              <a:t>February 26, 2024</a:t>
            </a:fld>
            <a:endParaRPr lang="en-US" altLang="en-US"/>
          </a:p>
        </p:txBody>
      </p:sp>
      <p:sp>
        <p:nvSpPr>
          <p:cNvPr id="15" name="Footer Placeholder 5">
            <a:extLst>
              <a:ext uri="{FF2B5EF4-FFF2-40B4-BE49-F238E27FC236}">
                <a16:creationId xmlns:a16="http://schemas.microsoft.com/office/drawing/2014/main" id="{8E62327F-56AD-4A63-98B9-78485E66D17B}"/>
              </a:ext>
            </a:extLst>
          </p:cNvPr>
          <p:cNvSpPr>
            <a:spLocks noGrp="1"/>
          </p:cNvSpPr>
          <p:nvPr>
            <p:ph type="ftr" sz="quarter" idx="17"/>
          </p:nvPr>
        </p:nvSpPr>
        <p:spPr>
          <a:xfrm>
            <a:off x="381000" y="6235700"/>
            <a:ext cx="2590800" cy="365125"/>
          </a:xfrm>
        </p:spPr>
        <p:txBody>
          <a:bodyPr/>
          <a:lstStyle>
            <a:lvl1pPr>
              <a:defRPr>
                <a:solidFill>
                  <a:schemeClr val="bg1"/>
                </a:solidFill>
              </a:defRPr>
            </a:lvl1pPr>
          </a:lstStyle>
          <a:p>
            <a:pPr>
              <a:defRPr/>
            </a:pPr>
            <a:endParaRPr lang="en-US" altLang="en-US"/>
          </a:p>
        </p:txBody>
      </p:sp>
      <p:sp>
        <p:nvSpPr>
          <p:cNvPr id="16" name="Slide Number Placeholder 6">
            <a:extLst>
              <a:ext uri="{FF2B5EF4-FFF2-40B4-BE49-F238E27FC236}">
                <a16:creationId xmlns:a16="http://schemas.microsoft.com/office/drawing/2014/main" id="{1C12E0BA-FE9E-4BD0-AAEF-9BBAF7C75614}"/>
              </a:ext>
            </a:extLst>
          </p:cNvPr>
          <p:cNvSpPr>
            <a:spLocks noGrp="1"/>
          </p:cNvSpPr>
          <p:nvPr>
            <p:ph type="sldNum" sz="quarter" idx="18"/>
          </p:nvPr>
        </p:nvSpPr>
        <p:spPr/>
        <p:txBody>
          <a:bodyPr/>
          <a:lstStyle>
            <a:lvl1pPr>
              <a:defRPr/>
            </a:lvl1pPr>
          </a:lstStyle>
          <a:p>
            <a:pPr>
              <a:defRPr/>
            </a:pPr>
            <a:fld id="{12D2B7AC-0C10-4CF5-8B9B-68B5A78F7235}" type="slidenum">
              <a:rPr lang="en-US" altLang="en-US"/>
              <a:pPr>
                <a:defRPr/>
              </a:pPr>
              <a:t>‹#›</a:t>
            </a:fld>
            <a:endParaRPr lang="en-US" altLang="en-US"/>
          </a:p>
        </p:txBody>
      </p:sp>
    </p:spTree>
    <p:extLst>
      <p:ext uri="{BB962C8B-B14F-4D97-AF65-F5344CB8AC3E}">
        <p14:creationId xmlns:p14="http://schemas.microsoft.com/office/powerpoint/2010/main" val="394635543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3 Pictures with Caption, Al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D86DB31-10AD-4A0A-BCB6-1CE4F9A6C9F8}"/>
              </a:ext>
            </a:extLst>
          </p:cNvPr>
          <p:cNvSpPr/>
          <p:nvPr/>
        </p:nvSpPr>
        <p:spPr>
          <a:xfrm>
            <a:off x="8166100" y="282575"/>
            <a:ext cx="685800" cy="3016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8" name="TextBox 7">
            <a:extLst>
              <a:ext uri="{FF2B5EF4-FFF2-40B4-BE49-F238E27FC236}">
                <a16:creationId xmlns:a16="http://schemas.microsoft.com/office/drawing/2014/main" id="{6972F84F-B455-44D5-B27F-7968C240A00F}"/>
              </a:ext>
            </a:extLst>
          </p:cNvPr>
          <p:cNvSpPr txBox="1">
            <a:spLocks noChangeArrowheads="1"/>
          </p:cNvSpPr>
          <p:nvPr/>
        </p:nvSpPr>
        <p:spPr bwMode="auto">
          <a:xfrm>
            <a:off x="4749800" y="3370263"/>
            <a:ext cx="2206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2400" b="1">
                <a:solidFill>
                  <a:srgbClr val="B870B8"/>
                </a:solidFill>
                <a:cs typeface="Arial" panose="020B0604020202020204" pitchFamily="34" charset="0"/>
              </a:rPr>
              <a:t>+ </a:t>
            </a:r>
          </a:p>
        </p:txBody>
      </p:sp>
      <p:sp>
        <p:nvSpPr>
          <p:cNvPr id="2" name="Title 1"/>
          <p:cNvSpPr>
            <a:spLocks noGrp="1"/>
          </p:cNvSpPr>
          <p:nvPr>
            <p:ph type="title"/>
          </p:nvPr>
        </p:nvSpPr>
        <p:spPr>
          <a:xfrm>
            <a:off x="4953000" y="3124200"/>
            <a:ext cx="3108960" cy="87153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277905" y="2365248"/>
            <a:ext cx="4240119" cy="4187952"/>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dirty="0"/>
          </a:p>
        </p:txBody>
      </p:sp>
      <p:sp>
        <p:nvSpPr>
          <p:cNvPr id="4" name="Text Placeholder 3"/>
          <p:cNvSpPr>
            <a:spLocks noGrp="1"/>
          </p:cNvSpPr>
          <p:nvPr>
            <p:ph type="body" sz="half" idx="2"/>
          </p:nvPr>
        </p:nvSpPr>
        <p:spPr>
          <a:xfrm>
            <a:off x="4953000" y="3995737"/>
            <a:ext cx="3108960"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Picture Placeholder 12"/>
          <p:cNvSpPr>
            <a:spLocks noGrp="1"/>
          </p:cNvSpPr>
          <p:nvPr>
            <p:ph type="pic" sz="quarter" idx="13"/>
          </p:nvPr>
        </p:nvSpPr>
        <p:spPr>
          <a:xfrm>
            <a:off x="277905" y="228600"/>
            <a:ext cx="2057400" cy="2039112"/>
          </a:xfrm>
        </p:spPr>
        <p:txBody>
          <a:bodyPr rtlCol="0">
            <a:normAutofit/>
          </a:bodyPr>
          <a:lstStyle>
            <a:lvl1pPr>
              <a:buNone/>
              <a:defRPr/>
            </a:lvl1pPr>
          </a:lstStyle>
          <a:p>
            <a:pPr lvl="0"/>
            <a:r>
              <a:rPr lang="en-US" noProof="0"/>
              <a:t>Click icon to add picture</a:t>
            </a:r>
            <a:endParaRPr noProof="0" dirty="0"/>
          </a:p>
        </p:txBody>
      </p:sp>
      <p:sp>
        <p:nvSpPr>
          <p:cNvPr id="15" name="Picture Placeholder 12"/>
          <p:cNvSpPr>
            <a:spLocks noGrp="1"/>
          </p:cNvSpPr>
          <p:nvPr>
            <p:ph type="pic" sz="quarter" idx="14"/>
          </p:nvPr>
        </p:nvSpPr>
        <p:spPr>
          <a:xfrm>
            <a:off x="2460625" y="228600"/>
            <a:ext cx="2057400" cy="2039112"/>
          </a:xfrm>
        </p:spPr>
        <p:txBody>
          <a:bodyPr rtlCol="0">
            <a:normAutofit/>
          </a:bodyPr>
          <a:lstStyle>
            <a:lvl1pPr>
              <a:buNone/>
              <a:defRPr/>
            </a:lvl1pPr>
          </a:lstStyle>
          <a:p>
            <a:pPr lvl="0"/>
            <a:r>
              <a:rPr lang="en-US" noProof="0"/>
              <a:t>Click icon to add picture</a:t>
            </a:r>
            <a:endParaRPr noProof="0" dirty="0"/>
          </a:p>
        </p:txBody>
      </p:sp>
      <p:sp>
        <p:nvSpPr>
          <p:cNvPr id="9" name="Date Placeholder 4">
            <a:extLst>
              <a:ext uri="{FF2B5EF4-FFF2-40B4-BE49-F238E27FC236}">
                <a16:creationId xmlns:a16="http://schemas.microsoft.com/office/drawing/2014/main" id="{649B7326-D2C8-4CBD-A35A-2CB75A4F9E72}"/>
              </a:ext>
            </a:extLst>
          </p:cNvPr>
          <p:cNvSpPr>
            <a:spLocks noGrp="1"/>
          </p:cNvSpPr>
          <p:nvPr>
            <p:ph type="dt" sz="half" idx="15"/>
          </p:nvPr>
        </p:nvSpPr>
        <p:spPr>
          <a:xfrm>
            <a:off x="7391400" y="6423025"/>
            <a:ext cx="1536700" cy="365125"/>
          </a:xfrm>
        </p:spPr>
        <p:txBody>
          <a:bodyPr/>
          <a:lstStyle>
            <a:lvl1pPr>
              <a:defRPr/>
            </a:lvl1pPr>
          </a:lstStyle>
          <a:p>
            <a:pPr>
              <a:defRPr/>
            </a:pPr>
            <a:fld id="{67109545-74AE-4DF0-B5B8-5DCE9283F8AC}" type="datetime4">
              <a:rPr lang="en-US" altLang="en-US" smtClean="0"/>
              <a:t>February 26, 2024</a:t>
            </a:fld>
            <a:endParaRPr lang="en-US" altLang="en-US"/>
          </a:p>
        </p:txBody>
      </p:sp>
      <p:sp>
        <p:nvSpPr>
          <p:cNvPr id="10" name="Footer Placeholder 5">
            <a:extLst>
              <a:ext uri="{FF2B5EF4-FFF2-40B4-BE49-F238E27FC236}">
                <a16:creationId xmlns:a16="http://schemas.microsoft.com/office/drawing/2014/main" id="{46041EA7-B68A-41F3-8113-D9D32DAD8AB8}"/>
              </a:ext>
            </a:extLst>
          </p:cNvPr>
          <p:cNvSpPr>
            <a:spLocks noGrp="1"/>
          </p:cNvSpPr>
          <p:nvPr>
            <p:ph type="ftr" sz="quarter" idx="16"/>
          </p:nvPr>
        </p:nvSpPr>
        <p:spPr>
          <a:xfrm>
            <a:off x="4191000" y="6423025"/>
            <a:ext cx="3005138" cy="365125"/>
          </a:xfrm>
        </p:spPr>
        <p:txBody>
          <a:bodyPr/>
          <a:lstStyle>
            <a:lvl1pPr>
              <a:defRPr/>
            </a:lvl1pPr>
          </a:lstStyle>
          <a:p>
            <a:pPr>
              <a:defRPr/>
            </a:pPr>
            <a:endParaRPr lang="en-US" altLang="en-US"/>
          </a:p>
        </p:txBody>
      </p:sp>
      <p:sp>
        <p:nvSpPr>
          <p:cNvPr id="11" name="Slide Number Placeholder 6">
            <a:extLst>
              <a:ext uri="{FF2B5EF4-FFF2-40B4-BE49-F238E27FC236}">
                <a16:creationId xmlns:a16="http://schemas.microsoft.com/office/drawing/2014/main" id="{443674E4-A79F-449B-9438-925C258E3D68}"/>
              </a:ext>
            </a:extLst>
          </p:cNvPr>
          <p:cNvSpPr>
            <a:spLocks noGrp="1"/>
          </p:cNvSpPr>
          <p:nvPr>
            <p:ph type="sldNum" sz="quarter" idx="17"/>
          </p:nvPr>
        </p:nvSpPr>
        <p:spPr/>
        <p:txBody>
          <a:bodyPr/>
          <a:lstStyle>
            <a:lvl1pPr>
              <a:defRPr/>
            </a:lvl1pPr>
          </a:lstStyle>
          <a:p>
            <a:pPr>
              <a:defRPr/>
            </a:pPr>
            <a:fld id="{27EE316B-296A-4301-835E-E41E4EB19B5F}" type="slidenum">
              <a:rPr lang="en-US" altLang="en-US"/>
              <a:pPr>
                <a:defRPr/>
              </a:pPr>
              <a:t>‹#›</a:t>
            </a:fld>
            <a:endParaRPr lang="en-US" altLang="en-US"/>
          </a:p>
        </p:txBody>
      </p:sp>
    </p:spTree>
    <p:extLst>
      <p:ext uri="{BB962C8B-B14F-4D97-AF65-F5344CB8AC3E}">
        <p14:creationId xmlns:p14="http://schemas.microsoft.com/office/powerpoint/2010/main" val="344413198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Title and Vertical Tex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80C5B91-761D-4C3E-96C5-955410F3898F}"/>
              </a:ext>
            </a:extLst>
          </p:cNvPr>
          <p:cNvSpPr/>
          <p:nvPr/>
        </p:nvSpPr>
        <p:spPr>
          <a:xfrm>
            <a:off x="8166100" y="282575"/>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5" name="TextBox 4">
            <a:extLst>
              <a:ext uri="{FF2B5EF4-FFF2-40B4-BE49-F238E27FC236}">
                <a16:creationId xmlns:a16="http://schemas.microsoft.com/office/drawing/2014/main" id="{E9964D89-1EB4-4144-A2AB-CB37176A383C}"/>
              </a:ext>
            </a:extLst>
          </p:cNvPr>
          <p:cNvSpPr txBox="1">
            <a:spLocks noChangeArrowheads="1"/>
          </p:cNvSpPr>
          <p:nvPr/>
        </p:nvSpPr>
        <p:spPr bwMode="auto">
          <a:xfrm>
            <a:off x="223838" y="228600"/>
            <a:ext cx="2603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3600" b="1">
                <a:solidFill>
                  <a:srgbClr val="B870B8"/>
                </a:solidFill>
                <a:cs typeface="Arial" panose="020B0604020202020204" pitchFamily="34" charset="0"/>
              </a:rPr>
              <a:t>+</a:t>
            </a:r>
          </a:p>
        </p:txBody>
      </p:sp>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Date Placeholder 3">
            <a:extLst>
              <a:ext uri="{FF2B5EF4-FFF2-40B4-BE49-F238E27FC236}">
                <a16:creationId xmlns:a16="http://schemas.microsoft.com/office/drawing/2014/main" id="{53BC3FE9-9D89-4235-BD90-E3028C929DE0}"/>
              </a:ext>
            </a:extLst>
          </p:cNvPr>
          <p:cNvSpPr>
            <a:spLocks noGrp="1"/>
          </p:cNvSpPr>
          <p:nvPr>
            <p:ph type="dt" sz="half" idx="10"/>
          </p:nvPr>
        </p:nvSpPr>
        <p:spPr/>
        <p:txBody>
          <a:bodyPr/>
          <a:lstStyle>
            <a:lvl1pPr>
              <a:defRPr/>
            </a:lvl1pPr>
          </a:lstStyle>
          <a:p>
            <a:pPr>
              <a:defRPr/>
            </a:pPr>
            <a:fld id="{88E9DF7E-06F9-4CC6-95F8-38F71CEE8EE2}" type="datetime4">
              <a:rPr lang="en-US" altLang="en-US" smtClean="0"/>
              <a:t>February 26, 2024</a:t>
            </a:fld>
            <a:endParaRPr lang="en-US" altLang="en-US"/>
          </a:p>
        </p:txBody>
      </p:sp>
      <p:sp>
        <p:nvSpPr>
          <p:cNvPr id="7" name="Footer Placeholder 4">
            <a:extLst>
              <a:ext uri="{FF2B5EF4-FFF2-40B4-BE49-F238E27FC236}">
                <a16:creationId xmlns:a16="http://schemas.microsoft.com/office/drawing/2014/main" id="{54F36AFF-A8BF-4BD2-8967-40B05B6D814C}"/>
              </a:ext>
            </a:extLst>
          </p:cNvPr>
          <p:cNvSpPr>
            <a:spLocks noGrp="1"/>
          </p:cNvSpPr>
          <p:nvPr>
            <p:ph type="ftr" sz="quarter" idx="11"/>
          </p:nvPr>
        </p:nvSpPr>
        <p:spPr/>
        <p:txBody>
          <a:bodyPr/>
          <a:lstStyle>
            <a:lvl1pPr>
              <a:defRPr/>
            </a:lvl1pPr>
          </a:lstStyle>
          <a:p>
            <a:pPr>
              <a:defRPr/>
            </a:pPr>
            <a:endParaRPr lang="en-US" altLang="en-US"/>
          </a:p>
        </p:txBody>
      </p:sp>
      <p:sp>
        <p:nvSpPr>
          <p:cNvPr id="8" name="Slide Number Placeholder 5">
            <a:extLst>
              <a:ext uri="{FF2B5EF4-FFF2-40B4-BE49-F238E27FC236}">
                <a16:creationId xmlns:a16="http://schemas.microsoft.com/office/drawing/2014/main" id="{27A965FE-F10B-4D14-AFE7-31ABFE149A4E}"/>
              </a:ext>
            </a:extLst>
          </p:cNvPr>
          <p:cNvSpPr>
            <a:spLocks noGrp="1"/>
          </p:cNvSpPr>
          <p:nvPr>
            <p:ph type="sldNum" sz="quarter" idx="12"/>
          </p:nvPr>
        </p:nvSpPr>
        <p:spPr/>
        <p:txBody>
          <a:bodyPr/>
          <a:lstStyle>
            <a:lvl1pPr>
              <a:defRPr/>
            </a:lvl1pPr>
          </a:lstStyle>
          <a:p>
            <a:pPr>
              <a:defRPr/>
            </a:pPr>
            <a:fld id="{A2147E2A-C44F-4045-82D2-7C371F82CF1D}" type="slidenum">
              <a:rPr lang="en-US" altLang="en-US"/>
              <a:pPr>
                <a:defRPr/>
              </a:pPr>
              <a:t>‹#›</a:t>
            </a:fld>
            <a:endParaRPr lang="en-US" altLang="en-US"/>
          </a:p>
        </p:txBody>
      </p:sp>
    </p:spTree>
    <p:extLst>
      <p:ext uri="{BB962C8B-B14F-4D97-AF65-F5344CB8AC3E}">
        <p14:creationId xmlns:p14="http://schemas.microsoft.com/office/powerpoint/2010/main" val="360669910"/>
      </p:ext>
    </p:extLst>
  </p:cSld>
  <p:clrMapOvr>
    <a:masterClrMapping/>
  </p:clrMapOvr>
  <p:transition>
    <p:random/>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Vertical Title and Tex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7741545-59F1-4190-84C9-7BFBFE292ACE}"/>
              </a:ext>
            </a:extLst>
          </p:cNvPr>
          <p:cNvSpPr/>
          <p:nvPr/>
        </p:nvSpPr>
        <p:spPr>
          <a:xfrm>
            <a:off x="8166100" y="282575"/>
            <a:ext cx="685800" cy="3016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5" name="TextBox 4">
            <a:extLst>
              <a:ext uri="{FF2B5EF4-FFF2-40B4-BE49-F238E27FC236}">
                <a16:creationId xmlns:a16="http://schemas.microsoft.com/office/drawing/2014/main" id="{0B1A20B8-21F5-4760-BFC9-EC6F73243DA8}"/>
              </a:ext>
            </a:extLst>
          </p:cNvPr>
          <p:cNvSpPr txBox="1">
            <a:spLocks noChangeArrowheads="1"/>
          </p:cNvSpPr>
          <p:nvPr/>
        </p:nvSpPr>
        <p:spPr bwMode="auto">
          <a:xfrm rot="16200000">
            <a:off x="8593932" y="561181"/>
            <a:ext cx="26035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3600" b="1">
                <a:solidFill>
                  <a:srgbClr val="B870B8"/>
                </a:solidFill>
                <a:cs typeface="Arial" panose="020B0604020202020204" pitchFamily="34" charset="0"/>
              </a:rPr>
              <a:t>+</a:t>
            </a:r>
          </a:p>
        </p:txBody>
      </p:sp>
      <p:sp>
        <p:nvSpPr>
          <p:cNvPr id="2" name="Vertical Title 1"/>
          <p:cNvSpPr>
            <a:spLocks noGrp="1"/>
          </p:cNvSpPr>
          <p:nvPr>
            <p:ph type="title" orient="vert"/>
          </p:nvPr>
        </p:nvSpPr>
        <p:spPr>
          <a:xfrm>
            <a:off x="7995772" y="954742"/>
            <a:ext cx="681318" cy="5171422"/>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457200" y="958756"/>
            <a:ext cx="6858000" cy="518486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Date Placeholder 3">
            <a:extLst>
              <a:ext uri="{FF2B5EF4-FFF2-40B4-BE49-F238E27FC236}">
                <a16:creationId xmlns:a16="http://schemas.microsoft.com/office/drawing/2014/main" id="{73E6979F-8696-4C70-A779-45E2CFAAF7A3}"/>
              </a:ext>
            </a:extLst>
          </p:cNvPr>
          <p:cNvSpPr>
            <a:spLocks noGrp="1"/>
          </p:cNvSpPr>
          <p:nvPr>
            <p:ph type="dt" sz="half" idx="10"/>
          </p:nvPr>
        </p:nvSpPr>
        <p:spPr/>
        <p:txBody>
          <a:bodyPr/>
          <a:lstStyle>
            <a:lvl1pPr>
              <a:defRPr/>
            </a:lvl1pPr>
          </a:lstStyle>
          <a:p>
            <a:pPr>
              <a:defRPr/>
            </a:pPr>
            <a:fld id="{FA47287B-CD4B-4276-9C9C-6FD4F40A5F28}" type="datetime4">
              <a:rPr lang="en-US" altLang="en-US" smtClean="0"/>
              <a:t>February 26, 2024</a:t>
            </a:fld>
            <a:endParaRPr lang="en-US" altLang="en-US"/>
          </a:p>
        </p:txBody>
      </p:sp>
      <p:sp>
        <p:nvSpPr>
          <p:cNvPr id="7" name="Footer Placeholder 4">
            <a:extLst>
              <a:ext uri="{FF2B5EF4-FFF2-40B4-BE49-F238E27FC236}">
                <a16:creationId xmlns:a16="http://schemas.microsoft.com/office/drawing/2014/main" id="{B259E8A7-94BA-4CE3-9968-0F52201B546D}"/>
              </a:ext>
            </a:extLst>
          </p:cNvPr>
          <p:cNvSpPr>
            <a:spLocks noGrp="1"/>
          </p:cNvSpPr>
          <p:nvPr>
            <p:ph type="ftr" sz="quarter" idx="11"/>
          </p:nvPr>
        </p:nvSpPr>
        <p:spPr/>
        <p:txBody>
          <a:bodyPr/>
          <a:lstStyle>
            <a:lvl1pPr>
              <a:defRPr/>
            </a:lvl1pPr>
          </a:lstStyle>
          <a:p>
            <a:pPr>
              <a:defRPr/>
            </a:pPr>
            <a:endParaRPr lang="en-US" altLang="en-US"/>
          </a:p>
        </p:txBody>
      </p:sp>
      <p:sp>
        <p:nvSpPr>
          <p:cNvPr id="8" name="Slide Number Placeholder 5">
            <a:extLst>
              <a:ext uri="{FF2B5EF4-FFF2-40B4-BE49-F238E27FC236}">
                <a16:creationId xmlns:a16="http://schemas.microsoft.com/office/drawing/2014/main" id="{EBBE8256-DE8F-4CFA-B85D-AA30DC9107E8}"/>
              </a:ext>
            </a:extLst>
          </p:cNvPr>
          <p:cNvSpPr>
            <a:spLocks noGrp="1"/>
          </p:cNvSpPr>
          <p:nvPr>
            <p:ph type="sldNum" sz="quarter" idx="12"/>
          </p:nvPr>
        </p:nvSpPr>
        <p:spPr/>
        <p:txBody>
          <a:bodyPr/>
          <a:lstStyle>
            <a:lvl1pPr>
              <a:defRPr/>
            </a:lvl1pPr>
          </a:lstStyle>
          <a:p>
            <a:pPr>
              <a:defRPr/>
            </a:pPr>
            <a:fld id="{2C23BFD9-2626-4110-A809-223BFB94F502}" type="slidenum">
              <a:rPr lang="en-US" altLang="en-US"/>
              <a:pPr>
                <a:defRPr/>
              </a:pPr>
              <a:t>‹#›</a:t>
            </a:fld>
            <a:endParaRPr lang="en-US" altLang="en-US"/>
          </a:p>
        </p:txBody>
      </p:sp>
    </p:spTree>
    <p:extLst>
      <p:ext uri="{BB962C8B-B14F-4D97-AF65-F5344CB8AC3E}">
        <p14:creationId xmlns:p14="http://schemas.microsoft.com/office/powerpoint/2010/main" val="1156629683"/>
      </p:ext>
    </p:extLst>
  </p:cSld>
  <p:clrMapOvr>
    <a:masterClrMapping/>
  </p:clrMapOvr>
  <p:transition>
    <p:random/>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obj">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內容版面配置區 2"/>
          <p:cNvSpPr>
            <a:spLocks noGrp="1"/>
          </p:cNvSpPr>
          <p:nvPr>
            <p:ph idx="1"/>
          </p:nvPr>
        </p:nvSpPr>
        <p:spPr/>
        <p:txBody>
          <a:bodyPr/>
          <a:lstStyle>
            <a:lvl1pPr>
              <a:buClr>
                <a:srgbClr val="0000FF"/>
              </a:buClr>
              <a:buFont typeface="Wingdings 2" pitchFamily="18" charset="2"/>
              <a:buChar char="©"/>
              <a:defRPr/>
            </a:lvl1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dirty="0"/>
          </a:p>
        </p:txBody>
      </p:sp>
    </p:spTree>
    <p:extLst>
      <p:ext uri="{BB962C8B-B14F-4D97-AF65-F5344CB8AC3E}">
        <p14:creationId xmlns:p14="http://schemas.microsoft.com/office/powerpoint/2010/main" val="1628870415"/>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titleOnly">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Tree>
    <p:extLst>
      <p:ext uri="{BB962C8B-B14F-4D97-AF65-F5344CB8AC3E}">
        <p14:creationId xmlns:p14="http://schemas.microsoft.com/office/powerpoint/2010/main" val="251077679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xAndObj">
  <p:cSld name="標題，文字及物件">
    <p:spTree>
      <p:nvGrpSpPr>
        <p:cNvPr id="1" name=""/>
        <p:cNvGrpSpPr/>
        <p:nvPr/>
      </p:nvGrpSpPr>
      <p:grpSpPr>
        <a:xfrm>
          <a:off x="0" y="0"/>
          <a:ext cx="0" cy="0"/>
          <a:chOff x="0" y="0"/>
          <a:chExt cx="0" cy="0"/>
        </a:xfrm>
      </p:grpSpPr>
      <p:sp>
        <p:nvSpPr>
          <p:cNvPr id="2" name="標題 1"/>
          <p:cNvSpPr>
            <a:spLocks noGrp="1"/>
          </p:cNvSpPr>
          <p:nvPr>
            <p:ph type="title"/>
          </p:nvPr>
        </p:nvSpPr>
        <p:spPr>
          <a:xfrm>
            <a:off x="855785" y="350839"/>
            <a:ext cx="7904285" cy="414337"/>
          </a:xfrm>
        </p:spPr>
        <p:txBody>
          <a:bodyPr/>
          <a:lstStyle/>
          <a:p>
            <a:r>
              <a:rPr lang="en-US" altLang="zh-TW"/>
              <a:t>Click to edit Master title style</a:t>
            </a:r>
            <a:endParaRPr lang="zh-TW" altLang="en-US"/>
          </a:p>
        </p:txBody>
      </p:sp>
      <p:sp>
        <p:nvSpPr>
          <p:cNvPr id="3" name="文字版面配置區 2"/>
          <p:cNvSpPr>
            <a:spLocks noGrp="1"/>
          </p:cNvSpPr>
          <p:nvPr>
            <p:ph type="body" sz="half" idx="1"/>
          </p:nvPr>
        </p:nvSpPr>
        <p:spPr>
          <a:xfrm>
            <a:off x="457200" y="1295391"/>
            <a:ext cx="4044462" cy="5177127"/>
          </a:xfrm>
          <a:prstGeom prst="rect">
            <a:avLst/>
          </a:prstGeom>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內容版面配置區 3"/>
          <p:cNvSpPr>
            <a:spLocks noGrp="1"/>
          </p:cNvSpPr>
          <p:nvPr>
            <p:ph sz="half" idx="2"/>
          </p:nvPr>
        </p:nvSpPr>
        <p:spPr>
          <a:xfrm>
            <a:off x="4642338" y="1295391"/>
            <a:ext cx="4044462" cy="5186091"/>
          </a:xfrm>
          <a:prstGeom prst="rect">
            <a:avLst/>
          </a:prstGeom>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Tree>
    <p:extLst>
      <p:ext uri="{BB962C8B-B14F-4D97-AF65-F5344CB8AC3E}">
        <p14:creationId xmlns:p14="http://schemas.microsoft.com/office/powerpoint/2010/main" val="209646599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4565F6AB-F257-43C5-9F92-3178E8C87FF1}"/>
              </a:ext>
            </a:extLst>
          </p:cNvPr>
          <p:cNvGrpSpPr>
            <a:grpSpLocks/>
          </p:cNvGrpSpPr>
          <p:nvPr/>
        </p:nvGrpSpPr>
        <p:grpSpPr bwMode="auto">
          <a:xfrm>
            <a:off x="0" y="0"/>
            <a:ext cx="8763000" cy="5943600"/>
            <a:chOff x="0" y="0"/>
            <a:chExt cx="5520" cy="3744"/>
          </a:xfrm>
        </p:grpSpPr>
        <p:sp>
          <p:nvSpPr>
            <p:cNvPr id="5" name="Rectangle 3">
              <a:extLst>
                <a:ext uri="{FF2B5EF4-FFF2-40B4-BE49-F238E27FC236}">
                  <a16:creationId xmlns:a16="http://schemas.microsoft.com/office/drawing/2014/main" id="{5461597E-A600-4D4E-BDA1-48906D219E7D}"/>
                </a:ext>
              </a:extLst>
            </p:cNvPr>
            <p:cNvSpPr>
              <a:spLocks noChangeArrowheads="1"/>
            </p:cNvSpPr>
            <p:nvPr/>
          </p:nvSpPr>
          <p:spPr bwMode="auto">
            <a:xfrm>
              <a:off x="0" y="0"/>
              <a:ext cx="1104" cy="3072"/>
            </a:xfrm>
            <a:prstGeom prst="rect">
              <a:avLst/>
            </a:prstGeom>
            <a:solidFill>
              <a:schemeClr val="accent1"/>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ngsana New" panose="02020603050405020304" pitchFamily="18" charset="-34"/>
                </a:defRPr>
              </a:lvl1pPr>
              <a:lvl2pPr marL="742950" indent="-285750">
                <a:defRPr>
                  <a:solidFill>
                    <a:schemeClr val="tx1"/>
                  </a:solidFill>
                  <a:latin typeface="Arial" panose="020B0604020202020204" pitchFamily="34" charset="0"/>
                  <a:cs typeface="Angsana New" panose="02020603050405020304" pitchFamily="18" charset="-34"/>
                </a:defRPr>
              </a:lvl2pPr>
              <a:lvl3pPr marL="1143000" indent="-228600">
                <a:defRPr>
                  <a:solidFill>
                    <a:schemeClr val="tx1"/>
                  </a:solidFill>
                  <a:latin typeface="Arial" panose="020B0604020202020204" pitchFamily="34" charset="0"/>
                  <a:cs typeface="Angsana New" panose="02020603050405020304" pitchFamily="18" charset="-34"/>
                </a:defRPr>
              </a:lvl3pPr>
              <a:lvl4pPr marL="1600200" indent="-228600">
                <a:defRPr>
                  <a:solidFill>
                    <a:schemeClr val="tx1"/>
                  </a:solidFill>
                  <a:latin typeface="Arial" panose="020B0604020202020204" pitchFamily="34" charset="0"/>
                  <a:cs typeface="Angsana New" panose="02020603050405020304" pitchFamily="18" charset="-34"/>
                </a:defRPr>
              </a:lvl4pPr>
              <a:lvl5pPr marL="2057400" indent="-228600">
                <a:defRPr>
                  <a:solidFill>
                    <a:schemeClr val="tx1"/>
                  </a:solidFill>
                  <a:latin typeface="Arial" panose="020B0604020202020204" pitchFamily="34" charset="0"/>
                  <a:cs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9pPr>
            </a:lstStyle>
            <a:p>
              <a:pPr algn="ctr" eaLnBrk="1" hangingPunct="1">
                <a:defRPr/>
              </a:pPr>
              <a:endParaRPr lang="en-US" altLang="en-US" sz="2400">
                <a:latin typeface="Times New Roman" panose="02020603050405020304" pitchFamily="18" charset="0"/>
                <a:ea typeface="+mn-ea"/>
              </a:endParaRPr>
            </a:p>
          </p:txBody>
        </p:sp>
        <p:grpSp>
          <p:nvGrpSpPr>
            <p:cNvPr id="6" name="Group 4">
              <a:extLst>
                <a:ext uri="{FF2B5EF4-FFF2-40B4-BE49-F238E27FC236}">
                  <a16:creationId xmlns:a16="http://schemas.microsoft.com/office/drawing/2014/main" id="{BE7A2416-A614-4AFA-9BE6-BB733C41BC18}"/>
                </a:ext>
              </a:extLst>
            </p:cNvPr>
            <p:cNvGrpSpPr>
              <a:grpSpLocks/>
            </p:cNvGrpSpPr>
            <p:nvPr userDrawn="1"/>
          </p:nvGrpSpPr>
          <p:grpSpPr bwMode="auto">
            <a:xfrm>
              <a:off x="0" y="2208"/>
              <a:ext cx="5520" cy="1536"/>
              <a:chOff x="0" y="2208"/>
              <a:chExt cx="5520" cy="1536"/>
            </a:xfrm>
          </p:grpSpPr>
          <p:sp>
            <p:nvSpPr>
              <p:cNvPr id="10" name="Rectangle 5">
                <a:extLst>
                  <a:ext uri="{FF2B5EF4-FFF2-40B4-BE49-F238E27FC236}">
                    <a16:creationId xmlns:a16="http://schemas.microsoft.com/office/drawing/2014/main" id="{2167F23D-50D2-4306-815F-A9CB09376D41}"/>
                  </a:ext>
                </a:extLst>
              </p:cNvPr>
              <p:cNvSpPr>
                <a:spLocks noChangeArrowheads="1"/>
              </p:cNvSpPr>
              <p:nvPr/>
            </p:nvSpPr>
            <p:spPr bwMode="ltGray">
              <a:xfrm>
                <a:off x="624" y="2208"/>
                <a:ext cx="4896" cy="1536"/>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ngsana New" panose="02020603050405020304" pitchFamily="18" charset="-34"/>
                  </a:defRPr>
                </a:lvl1pPr>
                <a:lvl2pPr marL="742950" indent="-285750">
                  <a:defRPr>
                    <a:solidFill>
                      <a:schemeClr val="tx1"/>
                    </a:solidFill>
                    <a:latin typeface="Arial" panose="020B0604020202020204" pitchFamily="34" charset="0"/>
                    <a:cs typeface="Angsana New" panose="02020603050405020304" pitchFamily="18" charset="-34"/>
                  </a:defRPr>
                </a:lvl2pPr>
                <a:lvl3pPr marL="1143000" indent="-228600">
                  <a:defRPr>
                    <a:solidFill>
                      <a:schemeClr val="tx1"/>
                    </a:solidFill>
                    <a:latin typeface="Arial" panose="020B0604020202020204" pitchFamily="34" charset="0"/>
                    <a:cs typeface="Angsana New" panose="02020603050405020304" pitchFamily="18" charset="-34"/>
                  </a:defRPr>
                </a:lvl3pPr>
                <a:lvl4pPr marL="1600200" indent="-228600">
                  <a:defRPr>
                    <a:solidFill>
                      <a:schemeClr val="tx1"/>
                    </a:solidFill>
                    <a:latin typeface="Arial" panose="020B0604020202020204" pitchFamily="34" charset="0"/>
                    <a:cs typeface="Angsana New" panose="02020603050405020304" pitchFamily="18" charset="-34"/>
                  </a:defRPr>
                </a:lvl4pPr>
                <a:lvl5pPr marL="2057400" indent="-228600">
                  <a:defRPr>
                    <a:solidFill>
                      <a:schemeClr val="tx1"/>
                    </a:solidFill>
                    <a:latin typeface="Arial" panose="020B0604020202020204" pitchFamily="34" charset="0"/>
                    <a:cs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9pPr>
              </a:lstStyle>
              <a:p>
                <a:pPr algn="ctr" eaLnBrk="1" hangingPunct="1">
                  <a:defRPr/>
                </a:pPr>
                <a:endParaRPr lang="en-US" altLang="en-US" sz="2400">
                  <a:latin typeface="Times New Roman" panose="02020603050405020304" pitchFamily="18" charset="0"/>
                  <a:ea typeface="+mn-ea"/>
                </a:endParaRPr>
              </a:p>
            </p:txBody>
          </p:sp>
          <p:sp>
            <p:nvSpPr>
              <p:cNvPr id="11" name="Rectangle 6">
                <a:extLst>
                  <a:ext uri="{FF2B5EF4-FFF2-40B4-BE49-F238E27FC236}">
                    <a16:creationId xmlns:a16="http://schemas.microsoft.com/office/drawing/2014/main" id="{806C7BCE-5DEF-451A-80C5-F05516FDAD53}"/>
                  </a:ext>
                </a:extLst>
              </p:cNvPr>
              <p:cNvSpPr>
                <a:spLocks noChangeArrowheads="1"/>
              </p:cNvSpPr>
              <p:nvPr/>
            </p:nvSpPr>
            <p:spPr bwMode="white">
              <a:xfrm>
                <a:off x="654" y="2352"/>
                <a:ext cx="4818" cy="134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ngsana New" panose="02020603050405020304" pitchFamily="18" charset="-34"/>
                  </a:defRPr>
                </a:lvl1pPr>
                <a:lvl2pPr marL="742950" indent="-285750">
                  <a:defRPr>
                    <a:solidFill>
                      <a:schemeClr val="tx1"/>
                    </a:solidFill>
                    <a:latin typeface="Arial" panose="020B0604020202020204" pitchFamily="34" charset="0"/>
                    <a:cs typeface="Angsana New" panose="02020603050405020304" pitchFamily="18" charset="-34"/>
                  </a:defRPr>
                </a:lvl2pPr>
                <a:lvl3pPr marL="1143000" indent="-228600">
                  <a:defRPr>
                    <a:solidFill>
                      <a:schemeClr val="tx1"/>
                    </a:solidFill>
                    <a:latin typeface="Arial" panose="020B0604020202020204" pitchFamily="34" charset="0"/>
                    <a:cs typeface="Angsana New" panose="02020603050405020304" pitchFamily="18" charset="-34"/>
                  </a:defRPr>
                </a:lvl3pPr>
                <a:lvl4pPr marL="1600200" indent="-228600">
                  <a:defRPr>
                    <a:solidFill>
                      <a:schemeClr val="tx1"/>
                    </a:solidFill>
                    <a:latin typeface="Arial" panose="020B0604020202020204" pitchFamily="34" charset="0"/>
                    <a:cs typeface="Angsana New" panose="02020603050405020304" pitchFamily="18" charset="-34"/>
                  </a:defRPr>
                </a:lvl4pPr>
                <a:lvl5pPr marL="2057400" indent="-228600">
                  <a:defRPr>
                    <a:solidFill>
                      <a:schemeClr val="tx1"/>
                    </a:solidFill>
                    <a:latin typeface="Arial" panose="020B0604020202020204" pitchFamily="34" charset="0"/>
                    <a:cs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9pPr>
              </a:lstStyle>
              <a:p>
                <a:pPr algn="ctr" eaLnBrk="1" hangingPunct="1">
                  <a:defRPr/>
                </a:pPr>
                <a:endParaRPr lang="en-US" altLang="en-US" sz="2400">
                  <a:latin typeface="Times New Roman" panose="02020603050405020304" pitchFamily="18" charset="0"/>
                  <a:ea typeface="+mn-ea"/>
                </a:endParaRPr>
              </a:p>
            </p:txBody>
          </p:sp>
          <p:sp>
            <p:nvSpPr>
              <p:cNvPr id="12" name="Line 7">
                <a:extLst>
                  <a:ext uri="{FF2B5EF4-FFF2-40B4-BE49-F238E27FC236}">
                    <a16:creationId xmlns:a16="http://schemas.microsoft.com/office/drawing/2014/main" id="{07D70038-99BC-4D49-A2C7-74E645E453FC}"/>
                  </a:ext>
                </a:extLst>
              </p:cNvPr>
              <p:cNvSpPr>
                <a:spLocks noChangeShapeType="1"/>
              </p:cNvSpPr>
              <p:nvPr/>
            </p:nvSpPr>
            <p:spPr bwMode="auto">
              <a:xfrm>
                <a:off x="0" y="3072"/>
                <a:ext cx="624" cy="0"/>
              </a:xfrm>
              <a:prstGeom prst="line">
                <a:avLst/>
              </a:prstGeom>
              <a:noFill/>
              <a:ln w="508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7" name="Group 8">
              <a:extLst>
                <a:ext uri="{FF2B5EF4-FFF2-40B4-BE49-F238E27FC236}">
                  <a16:creationId xmlns:a16="http://schemas.microsoft.com/office/drawing/2014/main" id="{ABF959D0-7825-47E4-A314-F34628B43592}"/>
                </a:ext>
              </a:extLst>
            </p:cNvPr>
            <p:cNvGrpSpPr>
              <a:grpSpLocks/>
            </p:cNvGrpSpPr>
            <p:nvPr userDrawn="1"/>
          </p:nvGrpSpPr>
          <p:grpSpPr bwMode="auto">
            <a:xfrm>
              <a:off x="400" y="336"/>
              <a:ext cx="5088" cy="192"/>
              <a:chOff x="400" y="336"/>
              <a:chExt cx="5088" cy="192"/>
            </a:xfrm>
          </p:grpSpPr>
          <p:sp>
            <p:nvSpPr>
              <p:cNvPr id="8" name="Rectangle 9">
                <a:extLst>
                  <a:ext uri="{FF2B5EF4-FFF2-40B4-BE49-F238E27FC236}">
                    <a16:creationId xmlns:a16="http://schemas.microsoft.com/office/drawing/2014/main" id="{38B2235D-8976-4386-BA15-2981E58EA6B7}"/>
                  </a:ext>
                </a:extLst>
              </p:cNvPr>
              <p:cNvSpPr>
                <a:spLocks noChangeArrowheads="1"/>
              </p:cNvSpPr>
              <p:nvPr/>
            </p:nvSpPr>
            <p:spPr bwMode="auto">
              <a:xfrm>
                <a:off x="3952" y="336"/>
                <a:ext cx="1536" cy="19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ngsana New" panose="02020603050405020304" pitchFamily="18" charset="-34"/>
                  </a:defRPr>
                </a:lvl1pPr>
                <a:lvl2pPr marL="742950" indent="-285750">
                  <a:defRPr>
                    <a:solidFill>
                      <a:schemeClr val="tx1"/>
                    </a:solidFill>
                    <a:latin typeface="Arial" panose="020B0604020202020204" pitchFamily="34" charset="0"/>
                    <a:cs typeface="Angsana New" panose="02020603050405020304" pitchFamily="18" charset="-34"/>
                  </a:defRPr>
                </a:lvl2pPr>
                <a:lvl3pPr marL="1143000" indent="-228600">
                  <a:defRPr>
                    <a:solidFill>
                      <a:schemeClr val="tx1"/>
                    </a:solidFill>
                    <a:latin typeface="Arial" panose="020B0604020202020204" pitchFamily="34" charset="0"/>
                    <a:cs typeface="Angsana New" panose="02020603050405020304" pitchFamily="18" charset="-34"/>
                  </a:defRPr>
                </a:lvl3pPr>
                <a:lvl4pPr marL="1600200" indent="-228600">
                  <a:defRPr>
                    <a:solidFill>
                      <a:schemeClr val="tx1"/>
                    </a:solidFill>
                    <a:latin typeface="Arial" panose="020B0604020202020204" pitchFamily="34" charset="0"/>
                    <a:cs typeface="Angsana New" panose="02020603050405020304" pitchFamily="18" charset="-34"/>
                  </a:defRPr>
                </a:lvl4pPr>
                <a:lvl5pPr marL="2057400" indent="-228600">
                  <a:defRPr>
                    <a:solidFill>
                      <a:schemeClr val="tx1"/>
                    </a:solidFill>
                    <a:latin typeface="Arial" panose="020B0604020202020204" pitchFamily="34" charset="0"/>
                    <a:cs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9pPr>
              </a:lstStyle>
              <a:p>
                <a:pPr algn="ctr" eaLnBrk="1" hangingPunct="1">
                  <a:defRPr/>
                </a:pPr>
                <a:endParaRPr lang="en-US" altLang="en-US" sz="2400">
                  <a:latin typeface="Times New Roman" panose="02020603050405020304" pitchFamily="18" charset="0"/>
                  <a:ea typeface="+mn-ea"/>
                </a:endParaRPr>
              </a:p>
            </p:txBody>
          </p:sp>
          <p:sp>
            <p:nvSpPr>
              <p:cNvPr id="9" name="Line 10">
                <a:extLst>
                  <a:ext uri="{FF2B5EF4-FFF2-40B4-BE49-F238E27FC236}">
                    <a16:creationId xmlns:a16="http://schemas.microsoft.com/office/drawing/2014/main" id="{374D0BE0-54E0-4632-8C0D-50053BF57039}"/>
                  </a:ext>
                </a:extLst>
              </p:cNvPr>
              <p:cNvSpPr>
                <a:spLocks noChangeShapeType="1"/>
              </p:cNvSpPr>
              <p:nvPr/>
            </p:nvSpPr>
            <p:spPr bwMode="auto">
              <a:xfrm>
                <a:off x="400" y="432"/>
                <a:ext cx="5088" cy="0"/>
              </a:xfrm>
              <a:prstGeom prst="line">
                <a:avLst/>
              </a:prstGeom>
              <a:noFill/>
              <a:ln w="444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pic>
        <p:nvPicPr>
          <p:cNvPr id="13" name="Picture 16" descr="emu_300x300_72dpi_black">
            <a:extLst>
              <a:ext uri="{FF2B5EF4-FFF2-40B4-BE49-F238E27FC236}">
                <a16:creationId xmlns:a16="http://schemas.microsoft.com/office/drawing/2014/main" id="{AE54B05D-5B91-4766-A56B-045E3B61C0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115888"/>
            <a:ext cx="574675"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8027" name="Rectangle 11"/>
          <p:cNvSpPr>
            <a:spLocks noGrp="1" noChangeArrowheads="1"/>
          </p:cNvSpPr>
          <p:nvPr>
            <p:ph type="ctrTitle"/>
          </p:nvPr>
        </p:nvSpPr>
        <p:spPr>
          <a:xfrm>
            <a:off x="2057400" y="1143000"/>
            <a:ext cx="6629400" cy="2209800"/>
          </a:xfrm>
        </p:spPr>
        <p:txBody>
          <a:bodyPr/>
          <a:lstStyle>
            <a:lvl1pPr>
              <a:defRPr sz="4800"/>
            </a:lvl1pPr>
          </a:lstStyle>
          <a:p>
            <a:pPr lvl="0"/>
            <a:r>
              <a:rPr lang="en-US" altLang="en-US" noProof="0"/>
              <a:t>Click to edit Master title style</a:t>
            </a:r>
          </a:p>
        </p:txBody>
      </p:sp>
      <p:sp>
        <p:nvSpPr>
          <p:cNvPr id="598028" name="Rectangle 12"/>
          <p:cNvSpPr>
            <a:spLocks noGrp="1" noChangeArrowheads="1"/>
          </p:cNvSpPr>
          <p:nvPr>
            <p:ph type="subTitle" idx="1"/>
          </p:nvPr>
        </p:nvSpPr>
        <p:spPr>
          <a:xfrm>
            <a:off x="1371600" y="3962400"/>
            <a:ext cx="6858000" cy="1600200"/>
          </a:xfrm>
        </p:spPr>
        <p:txBody>
          <a:bodyPr anchor="ctr"/>
          <a:lstStyle>
            <a:lvl1pPr marL="0" indent="0" algn="ctr">
              <a:buFont typeface="Wingdings" panose="05000000000000000000" pitchFamily="2" charset="2"/>
              <a:buNone/>
              <a:defRPr/>
            </a:lvl1pPr>
          </a:lstStyle>
          <a:p>
            <a:pPr lvl="0"/>
            <a:r>
              <a:rPr lang="en-US" altLang="en-US" noProof="0"/>
              <a:t>Click to edit Master subtitle style</a:t>
            </a:r>
          </a:p>
        </p:txBody>
      </p:sp>
      <p:sp>
        <p:nvSpPr>
          <p:cNvPr id="14" name="Date Placeholder 13">
            <a:extLst>
              <a:ext uri="{FF2B5EF4-FFF2-40B4-BE49-F238E27FC236}">
                <a16:creationId xmlns:a16="http://schemas.microsoft.com/office/drawing/2014/main" id="{7E26C5BD-31A8-4E43-9AD6-DBF4FABBC527}"/>
              </a:ext>
            </a:extLst>
          </p:cNvPr>
          <p:cNvSpPr>
            <a:spLocks noGrp="1" noChangeArrowheads="1"/>
          </p:cNvSpPr>
          <p:nvPr>
            <p:ph type="dt" sz="half" idx="10"/>
          </p:nvPr>
        </p:nvSpPr>
        <p:spPr>
          <a:xfrm>
            <a:off x="912813" y="6251575"/>
            <a:ext cx="1905000" cy="457200"/>
          </a:xfrm>
        </p:spPr>
        <p:txBody>
          <a:bodyPr/>
          <a:lstStyle>
            <a:lvl1pPr>
              <a:defRPr/>
            </a:lvl1pPr>
          </a:lstStyle>
          <a:p>
            <a:pPr>
              <a:defRPr/>
            </a:pPr>
            <a:fld id="{3C4FD5DF-EC03-401D-9ACD-A2AF6F06E3BC}" type="datetime4">
              <a:rPr lang="en-US" altLang="en-US" smtClean="0"/>
              <a:t>February 26, 2024</a:t>
            </a:fld>
            <a:endParaRPr lang="en-US" altLang="en-US"/>
          </a:p>
        </p:txBody>
      </p:sp>
      <p:sp>
        <p:nvSpPr>
          <p:cNvPr id="15" name="Footer Placeholder 14">
            <a:extLst>
              <a:ext uri="{FF2B5EF4-FFF2-40B4-BE49-F238E27FC236}">
                <a16:creationId xmlns:a16="http://schemas.microsoft.com/office/drawing/2014/main" id="{CB14246A-DC61-4613-8409-02EE00F42464}"/>
              </a:ext>
            </a:extLst>
          </p:cNvPr>
          <p:cNvSpPr>
            <a:spLocks noGrp="1" noChangeArrowheads="1"/>
          </p:cNvSpPr>
          <p:nvPr>
            <p:ph type="ftr" sz="quarter" idx="11"/>
          </p:nvPr>
        </p:nvSpPr>
        <p:spPr>
          <a:xfrm>
            <a:off x="3354388" y="6248400"/>
            <a:ext cx="2895600" cy="457200"/>
          </a:xfrm>
        </p:spPr>
        <p:txBody>
          <a:bodyPr/>
          <a:lstStyle>
            <a:lvl1pPr>
              <a:defRPr/>
            </a:lvl1pPr>
          </a:lstStyle>
          <a:p>
            <a:pPr>
              <a:defRPr/>
            </a:pPr>
            <a:endParaRPr lang="en-US" altLang="en-US"/>
          </a:p>
        </p:txBody>
      </p:sp>
      <p:sp>
        <p:nvSpPr>
          <p:cNvPr id="16" name="Slide Number Placeholder 15">
            <a:extLst>
              <a:ext uri="{FF2B5EF4-FFF2-40B4-BE49-F238E27FC236}">
                <a16:creationId xmlns:a16="http://schemas.microsoft.com/office/drawing/2014/main" id="{00E0F886-083D-4C20-A68F-BFE0B0E2C4F4}"/>
              </a:ext>
            </a:extLst>
          </p:cNvPr>
          <p:cNvSpPr>
            <a:spLocks noGrp="1" noChangeArrowheads="1"/>
          </p:cNvSpPr>
          <p:nvPr>
            <p:ph type="sldNum" sz="quarter" idx="12"/>
          </p:nvPr>
        </p:nvSpPr>
        <p:spPr>
          <a:xfrm>
            <a:off x="6781800" y="6248400"/>
            <a:ext cx="1905000" cy="457200"/>
          </a:xfrm>
        </p:spPr>
        <p:txBody>
          <a:bodyPr/>
          <a:lstStyle>
            <a:lvl1pPr>
              <a:defRPr/>
            </a:lvl1pPr>
          </a:lstStyle>
          <a:p>
            <a:pPr>
              <a:defRPr/>
            </a:pPr>
            <a:fld id="{A6AAC328-75BB-4382-8A37-3CD1D41CF670}" type="slidenum">
              <a:rPr lang="en-US" altLang="en-US"/>
              <a:pPr>
                <a:defRPr/>
              </a:pPr>
              <a:t>‹#›</a:t>
            </a:fld>
            <a:endParaRPr lang="en-US" altLang="en-US"/>
          </a:p>
        </p:txBody>
      </p:sp>
    </p:spTree>
    <p:extLst>
      <p:ext uri="{BB962C8B-B14F-4D97-AF65-F5344CB8AC3E}">
        <p14:creationId xmlns:p14="http://schemas.microsoft.com/office/powerpoint/2010/main" val="2848707562"/>
      </p:ext>
    </p:extLst>
  </p:cSld>
  <p:clrMapOvr>
    <a:masterClrMapping/>
  </p:clrMapOvr>
  <p:transition>
    <p:random/>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a:extLst>
              <a:ext uri="{FF2B5EF4-FFF2-40B4-BE49-F238E27FC236}">
                <a16:creationId xmlns:a16="http://schemas.microsoft.com/office/drawing/2014/main" id="{59022411-5871-4A8B-BF62-16D06CDB1F13}"/>
              </a:ext>
            </a:extLst>
          </p:cNvPr>
          <p:cNvSpPr>
            <a:spLocks noGrp="1" noChangeArrowheads="1"/>
          </p:cNvSpPr>
          <p:nvPr>
            <p:ph type="dt" sz="half" idx="10"/>
          </p:nvPr>
        </p:nvSpPr>
        <p:spPr>
          <a:ln/>
        </p:spPr>
        <p:txBody>
          <a:bodyPr/>
          <a:lstStyle>
            <a:lvl1pPr>
              <a:defRPr/>
            </a:lvl1pPr>
          </a:lstStyle>
          <a:p>
            <a:pPr>
              <a:defRPr/>
            </a:pPr>
            <a:fld id="{122AB582-E114-47B7-B681-B18692AB844D}" type="datetime4">
              <a:rPr lang="en-US" altLang="en-US" smtClean="0"/>
              <a:t>February 26, 2024</a:t>
            </a:fld>
            <a:endParaRPr lang="en-US" altLang="en-US"/>
          </a:p>
        </p:txBody>
      </p:sp>
      <p:sp>
        <p:nvSpPr>
          <p:cNvPr id="5" name="Rectangle 10">
            <a:extLst>
              <a:ext uri="{FF2B5EF4-FFF2-40B4-BE49-F238E27FC236}">
                <a16:creationId xmlns:a16="http://schemas.microsoft.com/office/drawing/2014/main" id="{441B8DFF-6DF5-46D3-A516-7BA032C46DA2}"/>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11">
            <a:extLst>
              <a:ext uri="{FF2B5EF4-FFF2-40B4-BE49-F238E27FC236}">
                <a16:creationId xmlns:a16="http://schemas.microsoft.com/office/drawing/2014/main" id="{A2AEC60A-824B-41AC-85EB-DC88D545D36D}"/>
              </a:ext>
            </a:extLst>
          </p:cNvPr>
          <p:cNvSpPr>
            <a:spLocks noGrp="1" noChangeArrowheads="1"/>
          </p:cNvSpPr>
          <p:nvPr>
            <p:ph type="sldNum" sz="quarter" idx="12"/>
          </p:nvPr>
        </p:nvSpPr>
        <p:spPr>
          <a:ln/>
        </p:spPr>
        <p:txBody>
          <a:bodyPr/>
          <a:lstStyle>
            <a:lvl1pPr>
              <a:defRPr/>
            </a:lvl1pPr>
          </a:lstStyle>
          <a:p>
            <a:pPr>
              <a:defRPr/>
            </a:pPr>
            <a:fld id="{1088DDF2-FC33-4380-935C-3471BEC9E082}" type="slidenum">
              <a:rPr lang="en-US" altLang="en-US"/>
              <a:pPr>
                <a:defRPr/>
              </a:pPr>
              <a:t>‹#›</a:t>
            </a:fld>
            <a:endParaRPr lang="en-US" altLang="en-US"/>
          </a:p>
        </p:txBody>
      </p:sp>
    </p:spTree>
    <p:extLst>
      <p:ext uri="{BB962C8B-B14F-4D97-AF65-F5344CB8AC3E}">
        <p14:creationId xmlns:p14="http://schemas.microsoft.com/office/powerpoint/2010/main" val="3319195031"/>
      </p:ext>
    </p:extLst>
  </p:cSld>
  <p:clrMapOvr>
    <a:masterClrMapping/>
  </p:clrMapOvr>
  <p:transition>
    <p:random/>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
        <p:nvSpPr>
          <p:cNvPr id="4" name="Rectangle 9">
            <a:extLst>
              <a:ext uri="{FF2B5EF4-FFF2-40B4-BE49-F238E27FC236}">
                <a16:creationId xmlns:a16="http://schemas.microsoft.com/office/drawing/2014/main" id="{7B035493-5AF5-46BE-BEF9-203FD3FE6A22}"/>
              </a:ext>
            </a:extLst>
          </p:cNvPr>
          <p:cNvSpPr>
            <a:spLocks noGrp="1" noChangeArrowheads="1"/>
          </p:cNvSpPr>
          <p:nvPr>
            <p:ph type="dt" sz="half" idx="10"/>
          </p:nvPr>
        </p:nvSpPr>
        <p:spPr>
          <a:ln/>
        </p:spPr>
        <p:txBody>
          <a:bodyPr/>
          <a:lstStyle>
            <a:lvl1pPr>
              <a:defRPr/>
            </a:lvl1pPr>
          </a:lstStyle>
          <a:p>
            <a:pPr>
              <a:defRPr/>
            </a:pPr>
            <a:fld id="{33550446-8384-4E5D-9E53-C0FE3347BEA3}" type="datetime4">
              <a:rPr lang="en-US" altLang="en-US" smtClean="0"/>
              <a:t>February 26, 2024</a:t>
            </a:fld>
            <a:endParaRPr lang="en-US" altLang="en-US"/>
          </a:p>
        </p:txBody>
      </p:sp>
      <p:sp>
        <p:nvSpPr>
          <p:cNvPr id="5" name="Rectangle 10">
            <a:extLst>
              <a:ext uri="{FF2B5EF4-FFF2-40B4-BE49-F238E27FC236}">
                <a16:creationId xmlns:a16="http://schemas.microsoft.com/office/drawing/2014/main" id="{710EE305-D666-4913-88A0-5660678F99BD}"/>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11">
            <a:extLst>
              <a:ext uri="{FF2B5EF4-FFF2-40B4-BE49-F238E27FC236}">
                <a16:creationId xmlns:a16="http://schemas.microsoft.com/office/drawing/2014/main" id="{5B9CFB8C-E6F2-46C8-A7EA-FD706FB07648}"/>
              </a:ext>
            </a:extLst>
          </p:cNvPr>
          <p:cNvSpPr>
            <a:spLocks noGrp="1" noChangeArrowheads="1"/>
          </p:cNvSpPr>
          <p:nvPr>
            <p:ph type="sldNum" sz="quarter" idx="12"/>
          </p:nvPr>
        </p:nvSpPr>
        <p:spPr>
          <a:ln/>
        </p:spPr>
        <p:txBody>
          <a:bodyPr/>
          <a:lstStyle>
            <a:lvl1pPr>
              <a:defRPr/>
            </a:lvl1pPr>
          </a:lstStyle>
          <a:p>
            <a:pPr>
              <a:defRPr/>
            </a:pPr>
            <a:fld id="{B48F7BAD-3287-45BF-8F90-D810A06E9440}" type="slidenum">
              <a:rPr lang="en-US" altLang="en-US"/>
              <a:pPr>
                <a:defRPr/>
              </a:pPr>
              <a:t>‹#›</a:t>
            </a:fld>
            <a:endParaRPr lang="en-US" altLang="en-US"/>
          </a:p>
        </p:txBody>
      </p:sp>
    </p:spTree>
    <p:extLst>
      <p:ext uri="{BB962C8B-B14F-4D97-AF65-F5344CB8AC3E}">
        <p14:creationId xmlns:p14="http://schemas.microsoft.com/office/powerpoint/2010/main" val="4033263618"/>
      </p:ext>
    </p:extLst>
  </p:cSld>
  <p:clrMapOvr>
    <a:masterClrMapping/>
  </p:clrMapOvr>
  <p:transition>
    <p:random/>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066800"/>
            <a:ext cx="3962400" cy="5181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00600" y="1066800"/>
            <a:ext cx="3962400" cy="5181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9">
            <a:extLst>
              <a:ext uri="{FF2B5EF4-FFF2-40B4-BE49-F238E27FC236}">
                <a16:creationId xmlns:a16="http://schemas.microsoft.com/office/drawing/2014/main" id="{D6ECF3A4-B6C5-4DB6-BA3F-7E44275615E8}"/>
              </a:ext>
            </a:extLst>
          </p:cNvPr>
          <p:cNvSpPr>
            <a:spLocks noGrp="1" noChangeArrowheads="1"/>
          </p:cNvSpPr>
          <p:nvPr>
            <p:ph type="dt" sz="half" idx="10"/>
          </p:nvPr>
        </p:nvSpPr>
        <p:spPr>
          <a:ln/>
        </p:spPr>
        <p:txBody>
          <a:bodyPr/>
          <a:lstStyle>
            <a:lvl1pPr>
              <a:defRPr/>
            </a:lvl1pPr>
          </a:lstStyle>
          <a:p>
            <a:pPr>
              <a:defRPr/>
            </a:pPr>
            <a:fld id="{46CDCFCB-3033-4FCB-913E-7EE270872FF4}" type="datetime4">
              <a:rPr lang="en-US" altLang="en-US" smtClean="0"/>
              <a:t>February 26, 2024</a:t>
            </a:fld>
            <a:endParaRPr lang="en-US" altLang="en-US"/>
          </a:p>
        </p:txBody>
      </p:sp>
      <p:sp>
        <p:nvSpPr>
          <p:cNvPr id="6" name="Rectangle 10">
            <a:extLst>
              <a:ext uri="{FF2B5EF4-FFF2-40B4-BE49-F238E27FC236}">
                <a16:creationId xmlns:a16="http://schemas.microsoft.com/office/drawing/2014/main" id="{AF25DC84-6083-42F1-B827-3A29C87C6E56}"/>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11">
            <a:extLst>
              <a:ext uri="{FF2B5EF4-FFF2-40B4-BE49-F238E27FC236}">
                <a16:creationId xmlns:a16="http://schemas.microsoft.com/office/drawing/2014/main" id="{CAE6B2B5-B1E8-4B37-8538-6B82AD9E6E0D}"/>
              </a:ext>
            </a:extLst>
          </p:cNvPr>
          <p:cNvSpPr>
            <a:spLocks noGrp="1" noChangeArrowheads="1"/>
          </p:cNvSpPr>
          <p:nvPr>
            <p:ph type="sldNum" sz="quarter" idx="12"/>
          </p:nvPr>
        </p:nvSpPr>
        <p:spPr>
          <a:ln/>
        </p:spPr>
        <p:txBody>
          <a:bodyPr/>
          <a:lstStyle>
            <a:lvl1pPr>
              <a:defRPr/>
            </a:lvl1pPr>
          </a:lstStyle>
          <a:p>
            <a:pPr>
              <a:defRPr/>
            </a:pPr>
            <a:fld id="{62E6C9AD-C5AE-4C93-918B-7A1ABBBF78D4}" type="slidenum">
              <a:rPr lang="en-US" altLang="en-US"/>
              <a:pPr>
                <a:defRPr/>
              </a:pPr>
              <a:t>‹#›</a:t>
            </a:fld>
            <a:endParaRPr lang="en-US" altLang="en-US"/>
          </a:p>
        </p:txBody>
      </p:sp>
    </p:spTree>
    <p:extLst>
      <p:ext uri="{BB962C8B-B14F-4D97-AF65-F5344CB8AC3E}">
        <p14:creationId xmlns:p14="http://schemas.microsoft.com/office/powerpoint/2010/main" val="685781226"/>
      </p:ext>
    </p:extLst>
  </p:cSld>
  <p:clrMapOvr>
    <a:masterClrMapping/>
  </p:clrMapOvr>
  <p:transition>
    <p:random/>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9">
            <a:extLst>
              <a:ext uri="{FF2B5EF4-FFF2-40B4-BE49-F238E27FC236}">
                <a16:creationId xmlns:a16="http://schemas.microsoft.com/office/drawing/2014/main" id="{C115879A-1E70-4F37-936B-A8779C6C6A70}"/>
              </a:ext>
            </a:extLst>
          </p:cNvPr>
          <p:cNvSpPr>
            <a:spLocks noGrp="1" noChangeArrowheads="1"/>
          </p:cNvSpPr>
          <p:nvPr>
            <p:ph type="dt" sz="half" idx="10"/>
          </p:nvPr>
        </p:nvSpPr>
        <p:spPr>
          <a:ln/>
        </p:spPr>
        <p:txBody>
          <a:bodyPr/>
          <a:lstStyle>
            <a:lvl1pPr>
              <a:defRPr/>
            </a:lvl1pPr>
          </a:lstStyle>
          <a:p>
            <a:pPr>
              <a:defRPr/>
            </a:pPr>
            <a:fld id="{3A373AB7-8885-4C1B-9450-465366F23A00}" type="datetime4">
              <a:rPr lang="en-US" altLang="en-US" smtClean="0"/>
              <a:t>February 26, 2024</a:t>
            </a:fld>
            <a:endParaRPr lang="en-US" altLang="en-US"/>
          </a:p>
        </p:txBody>
      </p:sp>
      <p:sp>
        <p:nvSpPr>
          <p:cNvPr id="8" name="Rectangle 10">
            <a:extLst>
              <a:ext uri="{FF2B5EF4-FFF2-40B4-BE49-F238E27FC236}">
                <a16:creationId xmlns:a16="http://schemas.microsoft.com/office/drawing/2014/main" id="{2B314D12-FA41-41D4-B569-36BD9638E8C2}"/>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11">
            <a:extLst>
              <a:ext uri="{FF2B5EF4-FFF2-40B4-BE49-F238E27FC236}">
                <a16:creationId xmlns:a16="http://schemas.microsoft.com/office/drawing/2014/main" id="{7EF6AE72-0373-4CED-816B-7A256019388A}"/>
              </a:ext>
            </a:extLst>
          </p:cNvPr>
          <p:cNvSpPr>
            <a:spLocks noGrp="1" noChangeArrowheads="1"/>
          </p:cNvSpPr>
          <p:nvPr>
            <p:ph type="sldNum" sz="quarter" idx="12"/>
          </p:nvPr>
        </p:nvSpPr>
        <p:spPr>
          <a:ln/>
        </p:spPr>
        <p:txBody>
          <a:bodyPr/>
          <a:lstStyle>
            <a:lvl1pPr>
              <a:defRPr/>
            </a:lvl1pPr>
          </a:lstStyle>
          <a:p>
            <a:pPr>
              <a:defRPr/>
            </a:pPr>
            <a:fld id="{3543F5B8-3E60-4752-838F-F6941F5ADCDC}" type="slidenum">
              <a:rPr lang="en-US" altLang="en-US"/>
              <a:pPr>
                <a:defRPr/>
              </a:pPr>
              <a:t>‹#›</a:t>
            </a:fld>
            <a:endParaRPr lang="en-US" altLang="en-US"/>
          </a:p>
        </p:txBody>
      </p:sp>
    </p:spTree>
    <p:extLst>
      <p:ext uri="{BB962C8B-B14F-4D97-AF65-F5344CB8AC3E}">
        <p14:creationId xmlns:p14="http://schemas.microsoft.com/office/powerpoint/2010/main" val="2757641661"/>
      </p:ext>
    </p:extLst>
  </p:cSld>
  <p:clrMapOvr>
    <a:masterClrMapping/>
  </p:clrMapOvr>
  <p:transition>
    <p:random/>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9">
            <a:extLst>
              <a:ext uri="{FF2B5EF4-FFF2-40B4-BE49-F238E27FC236}">
                <a16:creationId xmlns:a16="http://schemas.microsoft.com/office/drawing/2014/main" id="{10FC0B23-A863-4F89-9403-B289767D242C}"/>
              </a:ext>
            </a:extLst>
          </p:cNvPr>
          <p:cNvSpPr>
            <a:spLocks noGrp="1" noChangeArrowheads="1"/>
          </p:cNvSpPr>
          <p:nvPr>
            <p:ph type="dt" sz="half" idx="10"/>
          </p:nvPr>
        </p:nvSpPr>
        <p:spPr>
          <a:ln/>
        </p:spPr>
        <p:txBody>
          <a:bodyPr/>
          <a:lstStyle>
            <a:lvl1pPr>
              <a:defRPr/>
            </a:lvl1pPr>
          </a:lstStyle>
          <a:p>
            <a:pPr>
              <a:defRPr/>
            </a:pPr>
            <a:fld id="{838B0145-915D-492E-B0E5-E5465E6A681C}" type="datetime4">
              <a:rPr lang="en-US" altLang="en-US" smtClean="0"/>
              <a:t>February 26, 2024</a:t>
            </a:fld>
            <a:endParaRPr lang="en-US" altLang="en-US"/>
          </a:p>
        </p:txBody>
      </p:sp>
      <p:sp>
        <p:nvSpPr>
          <p:cNvPr id="4" name="Rectangle 10">
            <a:extLst>
              <a:ext uri="{FF2B5EF4-FFF2-40B4-BE49-F238E27FC236}">
                <a16:creationId xmlns:a16="http://schemas.microsoft.com/office/drawing/2014/main" id="{BF7E0FBC-DE69-42EB-BF69-7A02DF484804}"/>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11">
            <a:extLst>
              <a:ext uri="{FF2B5EF4-FFF2-40B4-BE49-F238E27FC236}">
                <a16:creationId xmlns:a16="http://schemas.microsoft.com/office/drawing/2014/main" id="{61CF5B6C-C76C-4DB9-81DC-DCC8AA85374D}"/>
              </a:ext>
            </a:extLst>
          </p:cNvPr>
          <p:cNvSpPr>
            <a:spLocks noGrp="1" noChangeArrowheads="1"/>
          </p:cNvSpPr>
          <p:nvPr>
            <p:ph type="sldNum" sz="quarter" idx="12"/>
          </p:nvPr>
        </p:nvSpPr>
        <p:spPr>
          <a:ln/>
        </p:spPr>
        <p:txBody>
          <a:bodyPr/>
          <a:lstStyle>
            <a:lvl1pPr>
              <a:defRPr/>
            </a:lvl1pPr>
          </a:lstStyle>
          <a:p>
            <a:pPr>
              <a:defRPr/>
            </a:pPr>
            <a:fld id="{9152B9A4-2E15-4AD1-8346-48E15ACC8828}" type="slidenum">
              <a:rPr lang="en-US" altLang="en-US"/>
              <a:pPr>
                <a:defRPr/>
              </a:pPr>
              <a:t>‹#›</a:t>
            </a:fld>
            <a:endParaRPr lang="en-US" altLang="en-US"/>
          </a:p>
        </p:txBody>
      </p:sp>
    </p:spTree>
    <p:extLst>
      <p:ext uri="{BB962C8B-B14F-4D97-AF65-F5344CB8AC3E}">
        <p14:creationId xmlns:p14="http://schemas.microsoft.com/office/powerpoint/2010/main" val="2082149873"/>
      </p:ext>
    </p:extLst>
  </p:cSld>
  <p:clrMapOvr>
    <a:masterClrMapping/>
  </p:clrMapOvr>
  <p:transition>
    <p:random/>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2D9E26E7-2562-4F67-94F6-68E16756B5F7}"/>
              </a:ext>
            </a:extLst>
          </p:cNvPr>
          <p:cNvSpPr>
            <a:spLocks noGrp="1" noChangeArrowheads="1"/>
          </p:cNvSpPr>
          <p:nvPr>
            <p:ph type="dt" sz="half" idx="10"/>
          </p:nvPr>
        </p:nvSpPr>
        <p:spPr>
          <a:ln/>
        </p:spPr>
        <p:txBody>
          <a:bodyPr/>
          <a:lstStyle>
            <a:lvl1pPr>
              <a:defRPr/>
            </a:lvl1pPr>
          </a:lstStyle>
          <a:p>
            <a:pPr>
              <a:defRPr/>
            </a:pPr>
            <a:fld id="{F012CE62-0E92-46D2-9ABF-07EBB40E7203}" type="datetime4">
              <a:rPr lang="en-US" altLang="en-US" smtClean="0"/>
              <a:t>February 26, 2024</a:t>
            </a:fld>
            <a:endParaRPr lang="en-US" altLang="en-US"/>
          </a:p>
        </p:txBody>
      </p:sp>
      <p:sp>
        <p:nvSpPr>
          <p:cNvPr id="3" name="Rectangle 10">
            <a:extLst>
              <a:ext uri="{FF2B5EF4-FFF2-40B4-BE49-F238E27FC236}">
                <a16:creationId xmlns:a16="http://schemas.microsoft.com/office/drawing/2014/main" id="{B3F9B8C8-EF31-450B-8DFB-EF9AD89E1A16}"/>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4" name="Rectangle 11">
            <a:extLst>
              <a:ext uri="{FF2B5EF4-FFF2-40B4-BE49-F238E27FC236}">
                <a16:creationId xmlns:a16="http://schemas.microsoft.com/office/drawing/2014/main" id="{56F2B89E-96AB-4169-95F3-325D4A7F8A83}"/>
              </a:ext>
            </a:extLst>
          </p:cNvPr>
          <p:cNvSpPr>
            <a:spLocks noGrp="1" noChangeArrowheads="1"/>
          </p:cNvSpPr>
          <p:nvPr>
            <p:ph type="sldNum" sz="quarter" idx="12"/>
          </p:nvPr>
        </p:nvSpPr>
        <p:spPr>
          <a:ln/>
        </p:spPr>
        <p:txBody>
          <a:bodyPr/>
          <a:lstStyle>
            <a:lvl1pPr>
              <a:defRPr/>
            </a:lvl1pPr>
          </a:lstStyle>
          <a:p>
            <a:pPr>
              <a:defRPr/>
            </a:pPr>
            <a:fld id="{2258FD48-D5F9-4E92-926A-6983804FD3FE}" type="slidenum">
              <a:rPr lang="en-US" altLang="en-US"/>
              <a:pPr>
                <a:defRPr/>
              </a:pPr>
              <a:t>‹#›</a:t>
            </a:fld>
            <a:endParaRPr lang="en-US" altLang="en-US"/>
          </a:p>
        </p:txBody>
      </p:sp>
    </p:spTree>
    <p:extLst>
      <p:ext uri="{BB962C8B-B14F-4D97-AF65-F5344CB8AC3E}">
        <p14:creationId xmlns:p14="http://schemas.microsoft.com/office/powerpoint/2010/main" val="3613735793"/>
      </p:ext>
    </p:extLst>
  </p:cSld>
  <p:clrMapOvr>
    <a:masterClrMapping/>
  </p:clrMapOvr>
  <p:transition>
    <p:random/>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9">
            <a:extLst>
              <a:ext uri="{FF2B5EF4-FFF2-40B4-BE49-F238E27FC236}">
                <a16:creationId xmlns:a16="http://schemas.microsoft.com/office/drawing/2014/main" id="{18F9EF36-EC40-482B-94FA-5578E2B0DD40}"/>
              </a:ext>
            </a:extLst>
          </p:cNvPr>
          <p:cNvSpPr>
            <a:spLocks noGrp="1" noChangeArrowheads="1"/>
          </p:cNvSpPr>
          <p:nvPr>
            <p:ph type="dt" sz="half" idx="10"/>
          </p:nvPr>
        </p:nvSpPr>
        <p:spPr>
          <a:ln/>
        </p:spPr>
        <p:txBody>
          <a:bodyPr/>
          <a:lstStyle>
            <a:lvl1pPr>
              <a:defRPr/>
            </a:lvl1pPr>
          </a:lstStyle>
          <a:p>
            <a:pPr>
              <a:defRPr/>
            </a:pPr>
            <a:fld id="{639D1EB5-5918-4FA3-B40B-72E7B048AE64}" type="datetime4">
              <a:rPr lang="en-US" altLang="en-US" smtClean="0"/>
              <a:t>February 26, 2024</a:t>
            </a:fld>
            <a:endParaRPr lang="en-US" altLang="en-US"/>
          </a:p>
        </p:txBody>
      </p:sp>
      <p:sp>
        <p:nvSpPr>
          <p:cNvPr id="6" name="Rectangle 10">
            <a:extLst>
              <a:ext uri="{FF2B5EF4-FFF2-40B4-BE49-F238E27FC236}">
                <a16:creationId xmlns:a16="http://schemas.microsoft.com/office/drawing/2014/main" id="{9F9B30E7-289F-4B7F-9370-33C752087013}"/>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11">
            <a:extLst>
              <a:ext uri="{FF2B5EF4-FFF2-40B4-BE49-F238E27FC236}">
                <a16:creationId xmlns:a16="http://schemas.microsoft.com/office/drawing/2014/main" id="{F307C202-ED24-441A-B933-E3B1A14EDED0}"/>
              </a:ext>
            </a:extLst>
          </p:cNvPr>
          <p:cNvSpPr>
            <a:spLocks noGrp="1" noChangeArrowheads="1"/>
          </p:cNvSpPr>
          <p:nvPr>
            <p:ph type="sldNum" sz="quarter" idx="12"/>
          </p:nvPr>
        </p:nvSpPr>
        <p:spPr>
          <a:ln/>
        </p:spPr>
        <p:txBody>
          <a:bodyPr/>
          <a:lstStyle>
            <a:lvl1pPr>
              <a:defRPr/>
            </a:lvl1pPr>
          </a:lstStyle>
          <a:p>
            <a:pPr>
              <a:defRPr/>
            </a:pPr>
            <a:fld id="{1F27FE13-3A08-46F4-9540-C0AC9F1369C4}" type="slidenum">
              <a:rPr lang="en-US" altLang="en-US"/>
              <a:pPr>
                <a:defRPr/>
              </a:pPr>
              <a:t>‹#›</a:t>
            </a:fld>
            <a:endParaRPr lang="en-US" altLang="en-US"/>
          </a:p>
        </p:txBody>
      </p:sp>
    </p:spTree>
    <p:extLst>
      <p:ext uri="{BB962C8B-B14F-4D97-AF65-F5344CB8AC3E}">
        <p14:creationId xmlns:p14="http://schemas.microsoft.com/office/powerpoint/2010/main" val="3331546764"/>
      </p:ext>
    </p:extLst>
  </p:cSld>
  <p:clrMapOvr>
    <a:masterClrMapping/>
  </p:clrMapOvr>
  <p:transition>
    <p:random/>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9">
            <a:extLst>
              <a:ext uri="{FF2B5EF4-FFF2-40B4-BE49-F238E27FC236}">
                <a16:creationId xmlns:a16="http://schemas.microsoft.com/office/drawing/2014/main" id="{C676408B-40A3-4A62-A26A-DD972758D001}"/>
              </a:ext>
            </a:extLst>
          </p:cNvPr>
          <p:cNvSpPr>
            <a:spLocks noGrp="1" noChangeArrowheads="1"/>
          </p:cNvSpPr>
          <p:nvPr>
            <p:ph type="dt" sz="half" idx="10"/>
          </p:nvPr>
        </p:nvSpPr>
        <p:spPr>
          <a:ln/>
        </p:spPr>
        <p:txBody>
          <a:bodyPr/>
          <a:lstStyle>
            <a:lvl1pPr>
              <a:defRPr/>
            </a:lvl1pPr>
          </a:lstStyle>
          <a:p>
            <a:pPr>
              <a:defRPr/>
            </a:pPr>
            <a:fld id="{5A79ED6A-635C-48B5-8C93-4AE64B9B7041}" type="datetime4">
              <a:rPr lang="en-US" altLang="en-US" smtClean="0"/>
              <a:t>February 26, 2024</a:t>
            </a:fld>
            <a:endParaRPr lang="en-US" altLang="en-US"/>
          </a:p>
        </p:txBody>
      </p:sp>
      <p:sp>
        <p:nvSpPr>
          <p:cNvPr id="6" name="Rectangle 10">
            <a:extLst>
              <a:ext uri="{FF2B5EF4-FFF2-40B4-BE49-F238E27FC236}">
                <a16:creationId xmlns:a16="http://schemas.microsoft.com/office/drawing/2014/main" id="{FBF0B2E1-F337-4682-A39A-6018BF9E2DA7}"/>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11">
            <a:extLst>
              <a:ext uri="{FF2B5EF4-FFF2-40B4-BE49-F238E27FC236}">
                <a16:creationId xmlns:a16="http://schemas.microsoft.com/office/drawing/2014/main" id="{5C24516E-1776-41F6-9130-468BF3AD817B}"/>
              </a:ext>
            </a:extLst>
          </p:cNvPr>
          <p:cNvSpPr>
            <a:spLocks noGrp="1" noChangeArrowheads="1"/>
          </p:cNvSpPr>
          <p:nvPr>
            <p:ph type="sldNum" sz="quarter" idx="12"/>
          </p:nvPr>
        </p:nvSpPr>
        <p:spPr>
          <a:ln/>
        </p:spPr>
        <p:txBody>
          <a:bodyPr/>
          <a:lstStyle>
            <a:lvl1pPr>
              <a:defRPr/>
            </a:lvl1pPr>
          </a:lstStyle>
          <a:p>
            <a:pPr>
              <a:defRPr/>
            </a:pPr>
            <a:fld id="{EEF591CC-DEA9-4D87-A3E3-77F1E385199A}" type="slidenum">
              <a:rPr lang="en-US" altLang="en-US"/>
              <a:pPr>
                <a:defRPr/>
              </a:pPr>
              <a:t>‹#›</a:t>
            </a:fld>
            <a:endParaRPr lang="en-US" altLang="en-US"/>
          </a:p>
        </p:txBody>
      </p:sp>
    </p:spTree>
    <p:extLst>
      <p:ext uri="{BB962C8B-B14F-4D97-AF65-F5344CB8AC3E}">
        <p14:creationId xmlns:p14="http://schemas.microsoft.com/office/powerpoint/2010/main" val="3676862155"/>
      </p:ext>
    </p:extLst>
  </p:cSld>
  <p:clrMapOvr>
    <a:masterClrMapping/>
  </p:clrMapOvr>
  <p:transition>
    <p:random/>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a:extLst>
              <a:ext uri="{FF2B5EF4-FFF2-40B4-BE49-F238E27FC236}">
                <a16:creationId xmlns:a16="http://schemas.microsoft.com/office/drawing/2014/main" id="{9637224F-8EBD-4964-9859-9AD92408085B}"/>
              </a:ext>
            </a:extLst>
          </p:cNvPr>
          <p:cNvSpPr>
            <a:spLocks noGrp="1" noChangeArrowheads="1"/>
          </p:cNvSpPr>
          <p:nvPr>
            <p:ph type="dt" sz="half" idx="10"/>
          </p:nvPr>
        </p:nvSpPr>
        <p:spPr>
          <a:ln/>
        </p:spPr>
        <p:txBody>
          <a:bodyPr/>
          <a:lstStyle>
            <a:lvl1pPr>
              <a:defRPr/>
            </a:lvl1pPr>
          </a:lstStyle>
          <a:p>
            <a:pPr>
              <a:defRPr/>
            </a:pPr>
            <a:fld id="{D1E2ECF6-6271-4600-B0AC-45B57EB194C0}" type="datetime4">
              <a:rPr lang="en-US" altLang="en-US" smtClean="0"/>
              <a:t>February 26, 2024</a:t>
            </a:fld>
            <a:endParaRPr lang="en-US" altLang="en-US"/>
          </a:p>
        </p:txBody>
      </p:sp>
      <p:sp>
        <p:nvSpPr>
          <p:cNvPr id="5" name="Rectangle 10">
            <a:extLst>
              <a:ext uri="{FF2B5EF4-FFF2-40B4-BE49-F238E27FC236}">
                <a16:creationId xmlns:a16="http://schemas.microsoft.com/office/drawing/2014/main" id="{1CF75AFC-60FB-4AE7-B265-A72286D20402}"/>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11">
            <a:extLst>
              <a:ext uri="{FF2B5EF4-FFF2-40B4-BE49-F238E27FC236}">
                <a16:creationId xmlns:a16="http://schemas.microsoft.com/office/drawing/2014/main" id="{736355B5-28A0-464A-B113-C5BFC82E67E1}"/>
              </a:ext>
            </a:extLst>
          </p:cNvPr>
          <p:cNvSpPr>
            <a:spLocks noGrp="1" noChangeArrowheads="1"/>
          </p:cNvSpPr>
          <p:nvPr>
            <p:ph type="sldNum" sz="quarter" idx="12"/>
          </p:nvPr>
        </p:nvSpPr>
        <p:spPr>
          <a:ln/>
        </p:spPr>
        <p:txBody>
          <a:bodyPr/>
          <a:lstStyle>
            <a:lvl1pPr>
              <a:defRPr/>
            </a:lvl1pPr>
          </a:lstStyle>
          <a:p>
            <a:pPr>
              <a:defRPr/>
            </a:pPr>
            <a:fld id="{06144093-CF23-4573-8EB6-2CFA10DA383F}" type="slidenum">
              <a:rPr lang="en-US" altLang="en-US"/>
              <a:pPr>
                <a:defRPr/>
              </a:pPr>
              <a:t>‹#›</a:t>
            </a:fld>
            <a:endParaRPr lang="en-US" altLang="en-US"/>
          </a:p>
        </p:txBody>
      </p:sp>
    </p:spTree>
    <p:extLst>
      <p:ext uri="{BB962C8B-B14F-4D97-AF65-F5344CB8AC3E}">
        <p14:creationId xmlns:p14="http://schemas.microsoft.com/office/powerpoint/2010/main" val="3333762286"/>
      </p:ext>
    </p:extLst>
  </p:cSld>
  <p:clrMapOvr>
    <a:masterClrMapping/>
  </p:clrMapOvr>
  <p:transition>
    <p:random/>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3700" y="152400"/>
            <a:ext cx="2019300" cy="6096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152400"/>
            <a:ext cx="5905500" cy="60960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a:extLst>
              <a:ext uri="{FF2B5EF4-FFF2-40B4-BE49-F238E27FC236}">
                <a16:creationId xmlns:a16="http://schemas.microsoft.com/office/drawing/2014/main" id="{40EB2D34-9CF9-4FA1-9891-8646038C9EC9}"/>
              </a:ext>
            </a:extLst>
          </p:cNvPr>
          <p:cNvSpPr>
            <a:spLocks noGrp="1" noChangeArrowheads="1"/>
          </p:cNvSpPr>
          <p:nvPr>
            <p:ph type="dt" sz="half" idx="10"/>
          </p:nvPr>
        </p:nvSpPr>
        <p:spPr>
          <a:ln/>
        </p:spPr>
        <p:txBody>
          <a:bodyPr/>
          <a:lstStyle>
            <a:lvl1pPr>
              <a:defRPr/>
            </a:lvl1pPr>
          </a:lstStyle>
          <a:p>
            <a:pPr>
              <a:defRPr/>
            </a:pPr>
            <a:fld id="{AAC094E6-E21F-4642-B330-77EFB0D90D37}" type="datetime4">
              <a:rPr lang="en-US" altLang="en-US" smtClean="0"/>
              <a:t>February 26, 2024</a:t>
            </a:fld>
            <a:endParaRPr lang="en-US" altLang="en-US"/>
          </a:p>
        </p:txBody>
      </p:sp>
      <p:sp>
        <p:nvSpPr>
          <p:cNvPr id="5" name="Rectangle 10">
            <a:extLst>
              <a:ext uri="{FF2B5EF4-FFF2-40B4-BE49-F238E27FC236}">
                <a16:creationId xmlns:a16="http://schemas.microsoft.com/office/drawing/2014/main" id="{4CD0DCE1-E22C-49A5-B6E7-047480437FAD}"/>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11">
            <a:extLst>
              <a:ext uri="{FF2B5EF4-FFF2-40B4-BE49-F238E27FC236}">
                <a16:creationId xmlns:a16="http://schemas.microsoft.com/office/drawing/2014/main" id="{FBA64E89-7327-4792-A101-5C3C61458511}"/>
              </a:ext>
            </a:extLst>
          </p:cNvPr>
          <p:cNvSpPr>
            <a:spLocks noGrp="1" noChangeArrowheads="1"/>
          </p:cNvSpPr>
          <p:nvPr>
            <p:ph type="sldNum" sz="quarter" idx="12"/>
          </p:nvPr>
        </p:nvSpPr>
        <p:spPr>
          <a:ln/>
        </p:spPr>
        <p:txBody>
          <a:bodyPr/>
          <a:lstStyle>
            <a:lvl1pPr>
              <a:defRPr/>
            </a:lvl1pPr>
          </a:lstStyle>
          <a:p>
            <a:pPr>
              <a:defRPr/>
            </a:pPr>
            <a:fld id="{36D07167-06C4-4146-896E-E23FE8A9CC31}" type="slidenum">
              <a:rPr lang="en-US" altLang="en-US"/>
              <a:pPr>
                <a:defRPr/>
              </a:pPr>
              <a:t>‹#›</a:t>
            </a:fld>
            <a:endParaRPr lang="en-US" altLang="en-US"/>
          </a:p>
        </p:txBody>
      </p:sp>
    </p:spTree>
    <p:extLst>
      <p:ext uri="{BB962C8B-B14F-4D97-AF65-F5344CB8AC3E}">
        <p14:creationId xmlns:p14="http://schemas.microsoft.com/office/powerpoint/2010/main" val="551357650"/>
      </p:ext>
    </p:extLst>
  </p:cSld>
  <p:clrMapOvr>
    <a:masterClrMapping/>
  </p:clrMapOvr>
  <p:transition>
    <p:random/>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152400"/>
            <a:ext cx="7772400" cy="712788"/>
          </a:xfrm>
        </p:spPr>
        <p:txBody>
          <a:bodyPr/>
          <a:lstStyle/>
          <a:p>
            <a:r>
              <a:rPr lang="en-US"/>
              <a:t>Click to edit Master title style</a:t>
            </a:r>
          </a:p>
        </p:txBody>
      </p:sp>
      <p:sp>
        <p:nvSpPr>
          <p:cNvPr id="3" name="Text Placeholder 2"/>
          <p:cNvSpPr>
            <a:spLocks noGrp="1"/>
          </p:cNvSpPr>
          <p:nvPr>
            <p:ph type="body" sz="half" idx="1"/>
          </p:nvPr>
        </p:nvSpPr>
        <p:spPr>
          <a:xfrm>
            <a:off x="685800" y="1066800"/>
            <a:ext cx="3962400" cy="5181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00600" y="1066800"/>
            <a:ext cx="3962400" cy="5181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9">
            <a:extLst>
              <a:ext uri="{FF2B5EF4-FFF2-40B4-BE49-F238E27FC236}">
                <a16:creationId xmlns:a16="http://schemas.microsoft.com/office/drawing/2014/main" id="{D143BBFF-AB83-4762-B240-D640FB446D7A}"/>
              </a:ext>
            </a:extLst>
          </p:cNvPr>
          <p:cNvSpPr>
            <a:spLocks noGrp="1" noChangeArrowheads="1"/>
          </p:cNvSpPr>
          <p:nvPr>
            <p:ph type="dt" sz="half" idx="10"/>
          </p:nvPr>
        </p:nvSpPr>
        <p:spPr>
          <a:ln/>
        </p:spPr>
        <p:txBody>
          <a:bodyPr/>
          <a:lstStyle>
            <a:lvl1pPr>
              <a:defRPr/>
            </a:lvl1pPr>
          </a:lstStyle>
          <a:p>
            <a:pPr>
              <a:defRPr/>
            </a:pPr>
            <a:fld id="{9A772627-FA51-460C-BC09-B1AC454D784C}" type="datetime4">
              <a:rPr lang="en-US" altLang="en-US" smtClean="0"/>
              <a:t>February 26, 2024</a:t>
            </a:fld>
            <a:endParaRPr lang="en-US" altLang="en-US"/>
          </a:p>
        </p:txBody>
      </p:sp>
      <p:sp>
        <p:nvSpPr>
          <p:cNvPr id="6" name="Rectangle 10">
            <a:extLst>
              <a:ext uri="{FF2B5EF4-FFF2-40B4-BE49-F238E27FC236}">
                <a16:creationId xmlns:a16="http://schemas.microsoft.com/office/drawing/2014/main" id="{FB6232EA-ABCC-4D5B-817E-5CA339081A46}"/>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11">
            <a:extLst>
              <a:ext uri="{FF2B5EF4-FFF2-40B4-BE49-F238E27FC236}">
                <a16:creationId xmlns:a16="http://schemas.microsoft.com/office/drawing/2014/main" id="{DB6E29C0-AE86-4B3F-9332-6155F923022F}"/>
              </a:ext>
            </a:extLst>
          </p:cNvPr>
          <p:cNvSpPr>
            <a:spLocks noGrp="1" noChangeArrowheads="1"/>
          </p:cNvSpPr>
          <p:nvPr>
            <p:ph type="sldNum" sz="quarter" idx="12"/>
          </p:nvPr>
        </p:nvSpPr>
        <p:spPr>
          <a:ln/>
        </p:spPr>
        <p:txBody>
          <a:bodyPr/>
          <a:lstStyle>
            <a:lvl1pPr>
              <a:defRPr/>
            </a:lvl1pPr>
          </a:lstStyle>
          <a:p>
            <a:pPr>
              <a:defRPr/>
            </a:pPr>
            <a:fld id="{172AABB2-C4AC-49F0-979A-772357E84031}" type="slidenum">
              <a:rPr lang="en-US" altLang="en-US"/>
              <a:pPr>
                <a:defRPr/>
              </a:pPr>
              <a:t>‹#›</a:t>
            </a:fld>
            <a:endParaRPr lang="en-US" altLang="en-US"/>
          </a:p>
        </p:txBody>
      </p:sp>
    </p:spTree>
    <p:extLst>
      <p:ext uri="{BB962C8B-B14F-4D97-AF65-F5344CB8AC3E}">
        <p14:creationId xmlns:p14="http://schemas.microsoft.com/office/powerpoint/2010/main" val="2592524691"/>
      </p:ext>
    </p:extLst>
  </p:cSld>
  <p:clrMapOvr>
    <a:masterClrMapping/>
  </p:clrMapOvr>
  <p:transition>
    <p:random/>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en-US" altLang="zh-TW"/>
              <a:t>Click to edit Master title style</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ltLang="zh-TW"/>
              <a:t>Click to edit Master subtitle style</a:t>
            </a:r>
            <a:endParaRPr lang="zh-TW" altLang="en-US"/>
          </a:p>
        </p:txBody>
      </p:sp>
    </p:spTree>
    <p:extLst>
      <p:ext uri="{BB962C8B-B14F-4D97-AF65-F5344CB8AC3E}">
        <p14:creationId xmlns:p14="http://schemas.microsoft.com/office/powerpoint/2010/main" val="60690763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內容版面配置區 2"/>
          <p:cNvSpPr>
            <a:spLocks noGrp="1"/>
          </p:cNvSpPr>
          <p:nvPr>
            <p:ph idx="1"/>
          </p:nvPr>
        </p:nvSpPr>
        <p:spPr/>
        <p:txBody>
          <a:bodyPr/>
          <a:lstStyle>
            <a:lvl1pPr>
              <a:buClr>
                <a:srgbClr val="0000FF"/>
              </a:buClr>
              <a:buFont typeface="Wingdings 2" pitchFamily="18" charset="2"/>
              <a:buChar char="©"/>
              <a:defRPr/>
            </a:lvl1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dirty="0"/>
          </a:p>
        </p:txBody>
      </p:sp>
    </p:spTree>
    <p:extLst>
      <p:ext uri="{BB962C8B-B14F-4D97-AF65-F5344CB8AC3E}">
        <p14:creationId xmlns:p14="http://schemas.microsoft.com/office/powerpoint/2010/main" val="2874208808"/>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en-US" altLang="zh-TW"/>
              <a:t>Click to edit Master title style</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zh-TW"/>
              <a:t>Edit Master text styles</a:t>
            </a:r>
          </a:p>
        </p:txBody>
      </p:sp>
    </p:spTree>
    <p:extLst>
      <p:ext uri="{BB962C8B-B14F-4D97-AF65-F5344CB8AC3E}">
        <p14:creationId xmlns:p14="http://schemas.microsoft.com/office/powerpoint/2010/main" val="88888665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內容版面配置區 2"/>
          <p:cNvSpPr>
            <a:spLocks noGrp="1"/>
          </p:cNvSpPr>
          <p:nvPr>
            <p:ph sz="half" idx="1"/>
          </p:nvPr>
        </p:nvSpPr>
        <p:spPr>
          <a:xfrm>
            <a:off x="307975" y="1295400"/>
            <a:ext cx="4208463" cy="52022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內容版面配置區 3"/>
          <p:cNvSpPr>
            <a:spLocks noGrp="1"/>
          </p:cNvSpPr>
          <p:nvPr>
            <p:ph sz="half" idx="2"/>
          </p:nvPr>
        </p:nvSpPr>
        <p:spPr>
          <a:xfrm>
            <a:off x="4668838" y="1295400"/>
            <a:ext cx="4210050" cy="52022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Tree>
    <p:extLst>
      <p:ext uri="{BB962C8B-B14F-4D97-AF65-F5344CB8AC3E}">
        <p14:creationId xmlns:p14="http://schemas.microsoft.com/office/powerpoint/2010/main" val="142968223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lstStyle>
            <a:lvl1pPr>
              <a:defRPr/>
            </a:lvl1pPr>
          </a:lstStyle>
          <a:p>
            <a:r>
              <a:rPr lang="en-US" altLang="zh-TW"/>
              <a:t>Click to edit Master title style</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Edit Master text styles</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Edit Master text styles</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Tree>
    <p:extLst>
      <p:ext uri="{BB962C8B-B14F-4D97-AF65-F5344CB8AC3E}">
        <p14:creationId xmlns:p14="http://schemas.microsoft.com/office/powerpoint/2010/main" val="330130366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Tree>
    <p:extLst>
      <p:ext uri="{BB962C8B-B14F-4D97-AF65-F5344CB8AC3E}">
        <p14:creationId xmlns:p14="http://schemas.microsoft.com/office/powerpoint/2010/main" val="350637024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547630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en-US" altLang="zh-TW"/>
              <a:t>Click to edit Master title style</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TW"/>
              <a:t>Edit Master text styles</a:t>
            </a:r>
          </a:p>
        </p:txBody>
      </p:sp>
    </p:spTree>
    <p:extLst>
      <p:ext uri="{BB962C8B-B14F-4D97-AF65-F5344CB8AC3E}">
        <p14:creationId xmlns:p14="http://schemas.microsoft.com/office/powerpoint/2010/main" val="298211654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TW"/>
              <a:t>Edit Master text styles</a:t>
            </a:r>
          </a:p>
        </p:txBody>
      </p:sp>
    </p:spTree>
    <p:extLst>
      <p:ext uri="{BB962C8B-B14F-4D97-AF65-F5344CB8AC3E}">
        <p14:creationId xmlns:p14="http://schemas.microsoft.com/office/powerpoint/2010/main" val="132461563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Tree>
    <p:extLst>
      <p:ext uri="{BB962C8B-B14F-4D97-AF65-F5344CB8AC3E}">
        <p14:creationId xmlns:p14="http://schemas.microsoft.com/office/powerpoint/2010/main" val="377618566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734175" y="228600"/>
            <a:ext cx="2144713" cy="6269038"/>
          </a:xfrm>
        </p:spPr>
        <p:txBody>
          <a:bodyPr vert="eaVert"/>
          <a:lstStyle/>
          <a:p>
            <a:r>
              <a:rPr lang="en-US" altLang="zh-TW"/>
              <a:t>Click to edit Master title style</a:t>
            </a:r>
            <a:endParaRPr lang="zh-TW" altLang="en-US"/>
          </a:p>
        </p:txBody>
      </p:sp>
      <p:sp>
        <p:nvSpPr>
          <p:cNvPr id="3" name="直排文字版面配置區 2"/>
          <p:cNvSpPr>
            <a:spLocks noGrp="1"/>
          </p:cNvSpPr>
          <p:nvPr>
            <p:ph type="body" orient="vert" idx="1"/>
          </p:nvPr>
        </p:nvSpPr>
        <p:spPr>
          <a:xfrm>
            <a:off x="298450" y="228600"/>
            <a:ext cx="6283325" cy="6269038"/>
          </a:xfrm>
        </p:spPr>
        <p:txBody>
          <a:bodyPr vert="eaVert"/>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Tree>
    <p:extLst>
      <p:ext uri="{BB962C8B-B14F-4D97-AF65-F5344CB8AC3E}">
        <p14:creationId xmlns:p14="http://schemas.microsoft.com/office/powerpoint/2010/main" val="267996072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type="txAndObj" preserve="1">
  <p:cSld name="標題，文字及物件">
    <p:spTree>
      <p:nvGrpSpPr>
        <p:cNvPr id="1" name=""/>
        <p:cNvGrpSpPr/>
        <p:nvPr/>
      </p:nvGrpSpPr>
      <p:grpSpPr>
        <a:xfrm>
          <a:off x="0" y="0"/>
          <a:ext cx="0" cy="0"/>
          <a:chOff x="0" y="0"/>
          <a:chExt cx="0" cy="0"/>
        </a:xfrm>
      </p:grpSpPr>
      <p:sp>
        <p:nvSpPr>
          <p:cNvPr id="2" name="標題 1"/>
          <p:cNvSpPr>
            <a:spLocks noGrp="1"/>
          </p:cNvSpPr>
          <p:nvPr>
            <p:ph type="title"/>
          </p:nvPr>
        </p:nvSpPr>
        <p:spPr>
          <a:xfrm>
            <a:off x="855785" y="350839"/>
            <a:ext cx="7904285" cy="414337"/>
          </a:xfrm>
        </p:spPr>
        <p:txBody>
          <a:bodyPr/>
          <a:lstStyle/>
          <a:p>
            <a:r>
              <a:rPr lang="en-US" altLang="zh-TW"/>
              <a:t>Click to edit Master title style</a:t>
            </a:r>
            <a:endParaRPr lang="zh-TW" altLang="en-US"/>
          </a:p>
        </p:txBody>
      </p:sp>
      <p:sp>
        <p:nvSpPr>
          <p:cNvPr id="3" name="文字版面配置區 2"/>
          <p:cNvSpPr>
            <a:spLocks noGrp="1"/>
          </p:cNvSpPr>
          <p:nvPr>
            <p:ph type="body" sz="half" idx="1"/>
          </p:nvPr>
        </p:nvSpPr>
        <p:spPr>
          <a:xfrm>
            <a:off x="457200" y="1295391"/>
            <a:ext cx="4044462" cy="5177127"/>
          </a:xfrm>
          <a:prstGeom prst="rect">
            <a:avLst/>
          </a:prstGeom>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內容版面配置區 3"/>
          <p:cNvSpPr>
            <a:spLocks noGrp="1"/>
          </p:cNvSpPr>
          <p:nvPr>
            <p:ph sz="half" idx="2"/>
          </p:nvPr>
        </p:nvSpPr>
        <p:spPr>
          <a:xfrm>
            <a:off x="4642338" y="1295391"/>
            <a:ext cx="4044462" cy="5186091"/>
          </a:xfrm>
          <a:prstGeom prst="rect">
            <a:avLst/>
          </a:prstGeom>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Tree>
    <p:extLst>
      <p:ext uri="{BB962C8B-B14F-4D97-AF65-F5344CB8AC3E}">
        <p14:creationId xmlns:p14="http://schemas.microsoft.com/office/powerpoint/2010/main" val="299044634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a:prstGeom prst="rect">
            <a:avLst/>
          </a:prstGeom>
        </p:spPr>
        <p:txBody>
          <a:bodyPr/>
          <a:lstStyle/>
          <a:p>
            <a:r>
              <a:rPr lang="en-US" altLang="zh-TW"/>
              <a:t>Click to edit Master title style</a:t>
            </a:r>
            <a:endParaRPr lang="zh-TW" altLang="en-US"/>
          </a:p>
        </p:txBody>
      </p:sp>
      <p:sp>
        <p:nvSpPr>
          <p:cNvPr id="3" name="副標題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ltLang="zh-TW"/>
              <a:t>Click to edit Master subtitle style</a:t>
            </a:r>
            <a:endParaRPr lang="zh-TW" altLang="en-US"/>
          </a:p>
        </p:txBody>
      </p:sp>
    </p:spTree>
    <p:extLst>
      <p:ext uri="{BB962C8B-B14F-4D97-AF65-F5344CB8AC3E}">
        <p14:creationId xmlns:p14="http://schemas.microsoft.com/office/powerpoint/2010/main" val="8977601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p>
            <a:r>
              <a:rPr lang="en-US" altLang="zh-TW"/>
              <a:t>Click to edit Master title style</a:t>
            </a:r>
            <a:endParaRPr lang="zh-TW" altLang="en-US"/>
          </a:p>
        </p:txBody>
      </p:sp>
      <p:sp>
        <p:nvSpPr>
          <p:cNvPr id="3" name="內容版面配置區 2"/>
          <p:cNvSpPr>
            <a:spLocks noGrp="1"/>
          </p:cNvSpPr>
          <p:nvPr>
            <p:ph idx="1"/>
          </p:nvPr>
        </p:nvSpPr>
        <p:spPr>
          <a:xfrm>
            <a:off x="457200" y="1600200"/>
            <a:ext cx="8229600" cy="4525963"/>
          </a:xfrm>
          <a:prstGeom prst="rect">
            <a:avLst/>
          </a:prstGeom>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Tree>
    <p:extLst>
      <p:ext uri="{BB962C8B-B14F-4D97-AF65-F5344CB8AC3E}">
        <p14:creationId xmlns:p14="http://schemas.microsoft.com/office/powerpoint/2010/main" val="241877721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ltLang="zh-TW"/>
              <a:t>Click to edit Master title style</a:t>
            </a:r>
            <a:endParaRPr lang="zh-TW" altLang="en-US"/>
          </a:p>
        </p:txBody>
      </p:sp>
      <p:sp>
        <p:nvSpPr>
          <p:cNvPr id="3" name="文字版面配置區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zh-TW"/>
              <a:t>Edit Master text styles</a:t>
            </a:r>
          </a:p>
        </p:txBody>
      </p:sp>
    </p:spTree>
    <p:extLst>
      <p:ext uri="{BB962C8B-B14F-4D97-AF65-F5344CB8AC3E}">
        <p14:creationId xmlns:p14="http://schemas.microsoft.com/office/powerpoint/2010/main" val="158843040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p>
            <a:r>
              <a:rPr lang="en-US" altLang="zh-TW"/>
              <a:t>Click to edit Master title style</a:t>
            </a:r>
            <a:endParaRPr lang="zh-TW" altLang="en-US"/>
          </a:p>
        </p:txBody>
      </p:sp>
      <p:sp>
        <p:nvSpPr>
          <p:cNvPr id="3" name="內容版面配置區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內容版面配置區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Tree>
    <p:extLst>
      <p:ext uri="{BB962C8B-B14F-4D97-AF65-F5344CB8AC3E}">
        <p14:creationId xmlns:p14="http://schemas.microsoft.com/office/powerpoint/2010/main" val="130062504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lvl1pPr>
              <a:defRPr/>
            </a:lvl1pPr>
          </a:lstStyle>
          <a:p>
            <a:r>
              <a:rPr lang="en-US" altLang="zh-TW"/>
              <a:t>Click to edit Master title style</a:t>
            </a:r>
            <a:endParaRPr lang="zh-TW" altLang="en-US"/>
          </a:p>
        </p:txBody>
      </p:sp>
      <p:sp>
        <p:nvSpPr>
          <p:cNvPr id="3" name="文字版面配置區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Edit Master text styles</a:t>
            </a:r>
          </a:p>
        </p:txBody>
      </p:sp>
      <p:sp>
        <p:nvSpPr>
          <p:cNvPr id="4" name="內容版面配置區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文字版面配置區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Edit Master text styles</a:t>
            </a:r>
          </a:p>
        </p:txBody>
      </p:sp>
      <p:sp>
        <p:nvSpPr>
          <p:cNvPr id="6" name="內容版面配置區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Tree>
    <p:extLst>
      <p:ext uri="{BB962C8B-B14F-4D97-AF65-F5344CB8AC3E}">
        <p14:creationId xmlns:p14="http://schemas.microsoft.com/office/powerpoint/2010/main" val="50974356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p>
            <a:r>
              <a:rPr lang="en-US" altLang="zh-TW"/>
              <a:t>Click to edit Master title style</a:t>
            </a:r>
            <a:endParaRPr lang="zh-TW" altLang="en-US"/>
          </a:p>
        </p:txBody>
      </p:sp>
    </p:spTree>
    <p:extLst>
      <p:ext uri="{BB962C8B-B14F-4D97-AF65-F5344CB8AC3E}">
        <p14:creationId xmlns:p14="http://schemas.microsoft.com/office/powerpoint/2010/main" val="78905673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193031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ltLang="zh-TW"/>
              <a:t>Click to edit Master title style</a:t>
            </a:r>
            <a:endParaRPr lang="zh-TW" altLang="en-US"/>
          </a:p>
        </p:txBody>
      </p:sp>
      <p:sp>
        <p:nvSpPr>
          <p:cNvPr id="3" name="內容版面配置區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TW"/>
              <a:t>Edit Master text styles</a:t>
            </a:r>
          </a:p>
        </p:txBody>
      </p:sp>
    </p:spTree>
    <p:extLst>
      <p:ext uri="{BB962C8B-B14F-4D97-AF65-F5344CB8AC3E}">
        <p14:creationId xmlns:p14="http://schemas.microsoft.com/office/powerpoint/2010/main" val="78678978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TW"/>
              <a:t>Edit Master text styles</a:t>
            </a:r>
          </a:p>
        </p:txBody>
      </p:sp>
    </p:spTree>
    <p:extLst>
      <p:ext uri="{BB962C8B-B14F-4D97-AF65-F5344CB8AC3E}">
        <p14:creationId xmlns:p14="http://schemas.microsoft.com/office/powerpoint/2010/main" val="64278796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a:xfrm>
            <a:off x="457200" y="1600200"/>
            <a:ext cx="8229600" cy="4525963"/>
          </a:xfrm>
          <a:prstGeom prst="rect">
            <a:avLst/>
          </a:prstGeom>
        </p:spPr>
        <p:txBody>
          <a:bodyPr vert="eaVert"/>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Tree>
    <p:extLst>
      <p:ext uri="{BB962C8B-B14F-4D97-AF65-F5344CB8AC3E}">
        <p14:creationId xmlns:p14="http://schemas.microsoft.com/office/powerpoint/2010/main" val="86166793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a:prstGeom prst="rect">
            <a:avLst/>
          </a:prstGeom>
        </p:spPr>
        <p:txBody>
          <a:bodyPr vert="eaVert"/>
          <a:lstStyle/>
          <a:p>
            <a:r>
              <a:rPr lang="en-US" altLang="zh-TW"/>
              <a:t>Click to edit Master title style</a:t>
            </a:r>
            <a:endParaRPr lang="zh-TW" altLang="en-US"/>
          </a:p>
        </p:txBody>
      </p:sp>
      <p:sp>
        <p:nvSpPr>
          <p:cNvPr id="3" name="直排文字版面配置區 2"/>
          <p:cNvSpPr>
            <a:spLocks noGrp="1"/>
          </p:cNvSpPr>
          <p:nvPr>
            <p:ph type="body" orient="vert" idx="1"/>
          </p:nvPr>
        </p:nvSpPr>
        <p:spPr>
          <a:xfrm>
            <a:off x="457200" y="274638"/>
            <a:ext cx="6019800" cy="5851525"/>
          </a:xfrm>
          <a:prstGeom prst="rect">
            <a:avLst/>
          </a:prstGeom>
        </p:spPr>
        <p:txBody>
          <a:bodyPr vert="eaVert"/>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Tree>
    <p:extLst>
      <p:ext uri="{BB962C8B-B14F-4D97-AF65-F5344CB8AC3E}">
        <p14:creationId xmlns:p14="http://schemas.microsoft.com/office/powerpoint/2010/main" val="184991470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Droplets-S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ctrTitle"/>
          </p:nvPr>
        </p:nvSpPr>
        <p:spPr>
          <a:xfrm>
            <a:off x="1313259" y="1300786"/>
            <a:ext cx="6517482"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313259" y="3886201"/>
            <a:ext cx="6517482"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fld id="{51752509-2F43-4E42-9C46-F67640C7B1B0}" type="datetime4">
              <a:rPr lang="en-US" altLang="en-US" smtClean="0"/>
              <a:t>February 26, 2024</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296434663"/>
      </p:ext>
    </p:extLst>
  </p:cSld>
  <p:clrMapOvr>
    <a:masterClrMapping/>
  </p:clrMapOvr>
  <p:transition>
    <p:random/>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330" y="2367093"/>
            <a:ext cx="777287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FF5480F7-A01B-4497-9686-67728E872290}" type="datetime4">
              <a:rPr lang="en-US" altLang="en-US" smtClean="0"/>
              <a:t>February 26, 2024</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Tree>
    <p:extLst>
      <p:ext uri="{BB962C8B-B14F-4D97-AF65-F5344CB8AC3E}">
        <p14:creationId xmlns:p14="http://schemas.microsoft.com/office/powerpoint/2010/main" val="2312415276"/>
      </p:ext>
    </p:extLst>
  </p:cSld>
  <p:clrMapOvr>
    <a:masterClrMapping/>
  </p:clrMapOvr>
  <p:hf hdr="0" ftr="0"/>
</p:sldLayout>
</file>

<file path=ppt/slideLayouts/slideLayout7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8" name="Picture 7"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828564"/>
            <a:ext cx="7763814"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685331" y="3657458"/>
            <a:ext cx="7763814"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BCD013CE-67C9-4988-A823-7D0EB71D023D}" type="datetime4">
              <a:rPr lang="en-US" altLang="en-US" smtClean="0"/>
              <a:t>February 26, 2024</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04D8FD4F-45E7-4072-8800-E1C10689F0F2}" type="slidenum">
              <a:rPr lang="en-US" altLang="en-US" smtClean="0"/>
              <a:pPr>
                <a:defRPr/>
              </a:pPr>
              <a:t>‹#›</a:t>
            </a:fld>
            <a:endParaRPr lang="en-US" altLang="en-US"/>
          </a:p>
        </p:txBody>
      </p:sp>
    </p:spTree>
    <p:extLst>
      <p:ext uri="{BB962C8B-B14F-4D97-AF65-F5344CB8AC3E}">
        <p14:creationId xmlns:p14="http://schemas.microsoft.com/office/powerpoint/2010/main" val="3270420518"/>
      </p:ext>
    </p:extLst>
  </p:cSld>
  <p:clrMapOvr>
    <a:masterClrMapping/>
  </p:clrMapOvr>
  <p:transition>
    <p:random/>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4" name="Title 1"/>
          <p:cNvSpPr>
            <a:spLocks noGrp="1"/>
          </p:cNvSpPr>
          <p:nvPr>
            <p:ph type="title"/>
          </p:nvPr>
        </p:nvSpPr>
        <p:spPr>
          <a:xfrm>
            <a:off x="685332" y="618518"/>
            <a:ext cx="7773338"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330" y="2367093"/>
            <a:ext cx="382952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4629150" y="2367093"/>
            <a:ext cx="382905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fld id="{FF5480F7-A01B-4497-9686-67728E872290}" type="datetime4">
              <a:rPr lang="en-US" altLang="en-US" smtClean="0"/>
              <a:t>February 26, 2024</a:t>
            </a:fld>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Tree>
    <p:extLst>
      <p:ext uri="{BB962C8B-B14F-4D97-AF65-F5344CB8AC3E}">
        <p14:creationId xmlns:p14="http://schemas.microsoft.com/office/powerpoint/2010/main" val="4262612416"/>
      </p:ext>
    </p:extLst>
  </p:cSld>
  <p:clrMapOvr>
    <a:masterClrMapping/>
  </p:clrMapOvr>
  <p:hf hdr="0" ftr="0"/>
</p:sldLayout>
</file>

<file path=ppt/slideLayouts/slideLayout7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1" name="Picture 10"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4" name="Title 1"/>
          <p:cNvSpPr>
            <a:spLocks noGrp="1"/>
          </p:cNvSpPr>
          <p:nvPr>
            <p:ph type="title"/>
          </p:nvPr>
        </p:nvSpPr>
        <p:spPr>
          <a:xfrm>
            <a:off x="685332" y="618518"/>
            <a:ext cx="7773338"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59746" y="2371018"/>
            <a:ext cx="3655106" cy="679994"/>
          </a:xfrm>
        </p:spPr>
        <p:txBody>
          <a:bodyPr anchor="b">
            <a:noAutofit/>
          </a:bodyPr>
          <a:lstStyle>
            <a:lvl1pPr marL="0" indent="0">
              <a:lnSpc>
                <a:spcPct val="7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685331" y="3051013"/>
            <a:ext cx="3829520"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97317" y="2371018"/>
            <a:ext cx="3661353" cy="679994"/>
          </a:xfrm>
        </p:spPr>
        <p:txBody>
          <a:bodyPr anchor="b">
            <a:noAutofit/>
          </a:bodyPr>
          <a:lstStyle>
            <a:lvl1pPr marL="0" indent="0">
              <a:lnSpc>
                <a:spcPct val="7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4629150" y="3051013"/>
            <a:ext cx="382905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fld id="{FF5480F7-A01B-4497-9686-67728E872290}" type="datetime4">
              <a:rPr lang="en-US" altLang="en-US" smtClean="0"/>
              <a:t>February 26, 2024</a:t>
            </a:fld>
            <a:endParaRPr lang="en-US" altLang="en-US"/>
          </a:p>
        </p:txBody>
      </p:sp>
      <p:sp>
        <p:nvSpPr>
          <p:cNvPr id="8" name="Footer Placeholder 7"/>
          <p:cNvSpPr>
            <a:spLocks noGrp="1"/>
          </p:cNvSpPr>
          <p:nvPr>
            <p:ph type="ftr" sz="quarter" idx="11"/>
          </p:nvPr>
        </p:nvSpPr>
        <p:spPr/>
        <p:txBody>
          <a:bodyPr/>
          <a:lstStyle/>
          <a:p>
            <a:pPr>
              <a:defRPr/>
            </a:pPr>
            <a:endParaRPr lang="en-US" altLang="en-US"/>
          </a:p>
        </p:txBody>
      </p:sp>
      <p:sp>
        <p:nvSpPr>
          <p:cNvPr id="9" name="Slide Number Placeholder 8"/>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Tree>
    <p:extLst>
      <p:ext uri="{BB962C8B-B14F-4D97-AF65-F5344CB8AC3E}">
        <p14:creationId xmlns:p14="http://schemas.microsoft.com/office/powerpoint/2010/main" val="3328461537"/>
      </p:ext>
    </p:extLst>
  </p:cSld>
  <p:clrMapOvr>
    <a:masterClrMapping/>
  </p:clrMapOvr>
  <p:hf hdr="0" ftr="0"/>
</p:sldLayout>
</file>

<file path=ppt/slideLayouts/slideLayout7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fld id="{3A100575-81D0-4836-BDA5-88ECA2DF1A30}" type="datetime4">
              <a:rPr lang="en-US" altLang="en-US" smtClean="0"/>
              <a:t>February 26, 2024</a:t>
            </a:fld>
            <a:endParaRPr lang="en-US" altLang="en-US"/>
          </a:p>
        </p:txBody>
      </p:sp>
      <p:sp>
        <p:nvSpPr>
          <p:cNvPr id="4" name="Footer Placeholder 3"/>
          <p:cNvSpPr>
            <a:spLocks noGrp="1"/>
          </p:cNvSpPr>
          <p:nvPr>
            <p:ph type="ftr" sz="quarter" idx="11"/>
          </p:nvPr>
        </p:nvSpPr>
        <p:spPr/>
        <p:txBody>
          <a:bodyPr/>
          <a:lstStyle/>
          <a:p>
            <a:pPr>
              <a:defRPr/>
            </a:pPr>
            <a:endParaRPr lang="en-US" altLang="en-US"/>
          </a:p>
        </p:txBody>
      </p:sp>
      <p:sp>
        <p:nvSpPr>
          <p:cNvPr id="5" name="Slide Number Placeholder 4"/>
          <p:cNvSpPr>
            <a:spLocks noGrp="1"/>
          </p:cNvSpPr>
          <p:nvPr>
            <p:ph type="sldNum" sz="quarter" idx="12"/>
          </p:nvPr>
        </p:nvSpPr>
        <p:spPr/>
        <p:txBody>
          <a:bodyPr/>
          <a:lstStyle/>
          <a:p>
            <a:pPr>
              <a:defRPr/>
            </a:pPr>
            <a:fld id="{F02FF4ED-2B23-4CC6-834A-FCFA22AF88CD}" type="slidenum">
              <a:rPr lang="en-US" altLang="en-US" smtClean="0"/>
              <a:pPr>
                <a:defRPr/>
              </a:pPr>
              <a:t>‹#›</a:t>
            </a:fld>
            <a:endParaRPr lang="en-US" altLang="en-US"/>
          </a:p>
        </p:txBody>
      </p:sp>
    </p:spTree>
    <p:extLst>
      <p:ext uri="{BB962C8B-B14F-4D97-AF65-F5344CB8AC3E}">
        <p14:creationId xmlns:p14="http://schemas.microsoft.com/office/powerpoint/2010/main" val="811284896"/>
      </p:ext>
    </p:extLst>
  </p:cSld>
  <p:clrMapOvr>
    <a:masterClrMapping/>
  </p:clrMapOvr>
  <p:transition>
    <p:random/>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6" name="Picture 5"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Date Placeholder 1"/>
          <p:cNvSpPr>
            <a:spLocks noGrp="1"/>
          </p:cNvSpPr>
          <p:nvPr>
            <p:ph type="dt" sz="half" idx="10"/>
          </p:nvPr>
        </p:nvSpPr>
        <p:spPr/>
        <p:txBody>
          <a:bodyPr/>
          <a:lstStyle/>
          <a:p>
            <a:pPr>
              <a:defRPr/>
            </a:pPr>
            <a:fld id="{8FC35119-4326-4B12-8C41-028122D81B5B}" type="datetime4">
              <a:rPr lang="en-US" altLang="en-US" smtClean="0"/>
              <a:t>February 26, 2024</a:t>
            </a:fld>
            <a:endParaRPr lang="en-US" altLang="en-US"/>
          </a:p>
        </p:txBody>
      </p:sp>
      <p:sp>
        <p:nvSpPr>
          <p:cNvPr id="3" name="Footer Placeholder 2"/>
          <p:cNvSpPr>
            <a:spLocks noGrp="1"/>
          </p:cNvSpPr>
          <p:nvPr>
            <p:ph type="ftr" sz="quarter" idx="11"/>
          </p:nvPr>
        </p:nvSpPr>
        <p:spPr/>
        <p:txBody>
          <a:bodyPr/>
          <a:lstStyle/>
          <a:p>
            <a:pPr>
              <a:defRPr/>
            </a:pPr>
            <a:endParaRPr lang="en-US" altLang="en-US"/>
          </a:p>
        </p:txBody>
      </p:sp>
      <p:sp>
        <p:nvSpPr>
          <p:cNvPr id="4" name="Slide Number Placeholder 3"/>
          <p:cNvSpPr>
            <a:spLocks noGrp="1"/>
          </p:cNvSpPr>
          <p:nvPr>
            <p:ph type="sldNum" sz="quarter" idx="12"/>
          </p:nvPr>
        </p:nvSpPr>
        <p:spPr/>
        <p:txBody>
          <a:bodyPr/>
          <a:lstStyle/>
          <a:p>
            <a:pPr>
              <a:defRPr/>
            </a:pPr>
            <a:fld id="{CC516D0E-CD58-4E49-9F6D-689564ED6CA6}" type="slidenum">
              <a:rPr lang="en-US" altLang="en-US" smtClean="0"/>
              <a:pPr>
                <a:defRPr/>
              </a:pPr>
              <a:t>‹#›</a:t>
            </a:fld>
            <a:endParaRPr lang="en-US" altLang="en-US"/>
          </a:p>
        </p:txBody>
      </p:sp>
    </p:spTree>
    <p:extLst>
      <p:ext uri="{BB962C8B-B14F-4D97-AF65-F5344CB8AC3E}">
        <p14:creationId xmlns:p14="http://schemas.microsoft.com/office/powerpoint/2010/main" val="3515717474"/>
      </p:ext>
    </p:extLst>
  </p:cSld>
  <p:clrMapOvr>
    <a:masterClrMapping/>
  </p:clrMapOvr>
  <p:transition>
    <p:random/>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609600"/>
            <a:ext cx="2951766"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3808547" y="609601"/>
            <a:ext cx="4650122"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331" y="2632852"/>
            <a:ext cx="2951767"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FF5480F7-A01B-4497-9686-67728E872290}" type="datetime4">
              <a:rPr lang="en-US" altLang="en-US" smtClean="0"/>
              <a:t>February 26, 2024</a:t>
            </a:fld>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Tree>
    <p:extLst>
      <p:ext uri="{BB962C8B-B14F-4D97-AF65-F5344CB8AC3E}">
        <p14:creationId xmlns:p14="http://schemas.microsoft.com/office/powerpoint/2010/main" val="3802453608"/>
      </p:ext>
    </p:extLst>
  </p:cSld>
  <p:clrMapOvr>
    <a:masterClrMapping/>
  </p:clrMapOvr>
  <p:hf hdr="0" ftr="0"/>
</p:sldLayout>
</file>

<file path=ppt/slideLayouts/slideLayout7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2" y="609600"/>
            <a:ext cx="4129618"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004270" y="609601"/>
            <a:ext cx="3005851"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346" y="2632853"/>
            <a:ext cx="4129604"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00F7BFBB-6B8B-4E2E-8F5B-F5D4B0E631F4}" type="datetime4">
              <a:rPr lang="en-US" altLang="en-US" smtClean="0"/>
              <a:t>February 26, 2024</a:t>
            </a:fld>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pPr>
              <a:defRPr/>
            </a:pPr>
            <a:fld id="{F4C4F20B-DFB7-47E0-99A5-E35BEB509EFA}" type="slidenum">
              <a:rPr lang="en-US" altLang="en-US" smtClean="0"/>
              <a:pPr>
                <a:defRPr/>
              </a:pPr>
              <a:t>‹#›</a:t>
            </a:fld>
            <a:endParaRPr lang="en-US" altLang="en-US"/>
          </a:p>
        </p:txBody>
      </p:sp>
    </p:spTree>
    <p:extLst>
      <p:ext uri="{BB962C8B-B14F-4D97-AF65-F5344CB8AC3E}">
        <p14:creationId xmlns:p14="http://schemas.microsoft.com/office/powerpoint/2010/main" val="3324908911"/>
      </p:ext>
    </p:extLst>
  </p:cSld>
  <p:clrMapOvr>
    <a:masterClrMapping/>
  </p:clrMapOvr>
  <p:transition>
    <p:random/>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46" y="4289374"/>
            <a:ext cx="7773324"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88558" y="698261"/>
            <a:ext cx="7366899"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331" y="5108728"/>
            <a:ext cx="7773339"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FF5480F7-A01B-4497-9686-67728E872290}" type="datetime4">
              <a:rPr lang="en-US" altLang="en-US" smtClean="0"/>
              <a:t>February 26, 2024</a:t>
            </a:fld>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Tree>
    <p:extLst>
      <p:ext uri="{BB962C8B-B14F-4D97-AF65-F5344CB8AC3E}">
        <p14:creationId xmlns:p14="http://schemas.microsoft.com/office/powerpoint/2010/main" val="3560313768"/>
      </p:ext>
    </p:extLst>
  </p:cSld>
  <p:clrMapOvr>
    <a:masterClrMapping/>
  </p:clrMapOvr>
  <p:hf hdr="0" ftr="0"/>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609600"/>
            <a:ext cx="7773339"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331" y="4204821"/>
            <a:ext cx="7773339"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FF5480F7-A01B-4497-9686-67728E872290}" type="datetime4">
              <a:rPr lang="en-US" altLang="en-US" smtClean="0"/>
              <a:t>February 26, 2024</a:t>
            </a:fld>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Tree>
    <p:extLst>
      <p:ext uri="{BB962C8B-B14F-4D97-AF65-F5344CB8AC3E}">
        <p14:creationId xmlns:p14="http://schemas.microsoft.com/office/powerpoint/2010/main" val="3013122542"/>
      </p:ext>
    </p:extLst>
  </p:cSld>
  <p:clrMapOvr>
    <a:masterClrMapping/>
  </p:clrMapOvr>
  <p:hf hdr="0" ftr="0"/>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3" name="Picture 12"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1084659" y="872588"/>
            <a:ext cx="6977064" cy="2729915"/>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290484" y="3610032"/>
            <a:ext cx="6564224"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331" y="4372797"/>
            <a:ext cx="7773339"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FF5480F7-A01B-4497-9686-67728E872290}" type="datetime4">
              <a:rPr lang="en-US" altLang="en-US" smtClean="0"/>
              <a:t>February 26, 2024</a:t>
            </a:fld>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
        <p:nvSpPr>
          <p:cNvPr id="11" name="TextBox 10"/>
          <p:cNvSpPr txBox="1"/>
          <p:nvPr/>
        </p:nvSpPr>
        <p:spPr>
          <a:xfrm>
            <a:off x="737626" y="887859"/>
            <a:ext cx="546888"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7850130" y="3120015"/>
            <a:ext cx="553641"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369468459"/>
      </p:ext>
    </p:extLst>
  </p:cSld>
  <p:clrMapOvr>
    <a:masterClrMapping/>
  </p:clrMapOvr>
  <p:hf hdr="0" ftr="0"/>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2138722"/>
            <a:ext cx="7773339"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331" y="4662335"/>
            <a:ext cx="777333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FF5480F7-A01B-4497-9686-67728E872290}" type="datetime4">
              <a:rPr lang="en-US" altLang="en-US" smtClean="0"/>
              <a:t>February 26, 2024</a:t>
            </a:fld>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Tree>
    <p:extLst>
      <p:ext uri="{BB962C8B-B14F-4D97-AF65-F5344CB8AC3E}">
        <p14:creationId xmlns:p14="http://schemas.microsoft.com/office/powerpoint/2010/main" val="64668473"/>
      </p:ext>
    </p:extLst>
  </p:cSld>
  <p:clrMapOvr>
    <a:masterClrMapping/>
  </p:clrMapOvr>
  <p:hf hdr="0" ftr="0"/>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4" name="Picture 13"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5" name="Title 1"/>
          <p:cNvSpPr>
            <a:spLocks noGrp="1"/>
          </p:cNvSpPr>
          <p:nvPr>
            <p:ph type="title"/>
          </p:nvPr>
        </p:nvSpPr>
        <p:spPr>
          <a:xfrm>
            <a:off x="685331" y="609600"/>
            <a:ext cx="7773339"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331" y="2367093"/>
            <a:ext cx="2474232"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331" y="2943356"/>
            <a:ext cx="2474232"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39292" y="2367093"/>
            <a:ext cx="2468641"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31012" y="2943356"/>
            <a:ext cx="2477513"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979974" y="2367093"/>
            <a:ext cx="2478696"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979974" y="2943356"/>
            <a:ext cx="247869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pPr>
              <a:defRPr/>
            </a:pPr>
            <a:fld id="{FF5480F7-A01B-4497-9686-67728E872290}" type="datetime4">
              <a:rPr lang="en-US" altLang="en-US" smtClean="0"/>
              <a:t>February 26, 2024</a:t>
            </a:fld>
            <a:endParaRPr lang="en-US" altLang="en-US"/>
          </a:p>
        </p:txBody>
      </p:sp>
      <p:sp>
        <p:nvSpPr>
          <p:cNvPr id="4" name="Footer Placeholder 3"/>
          <p:cNvSpPr>
            <a:spLocks noGrp="1"/>
          </p:cNvSpPr>
          <p:nvPr>
            <p:ph type="ftr" sz="quarter" idx="11"/>
          </p:nvPr>
        </p:nvSpPr>
        <p:spPr/>
        <p:txBody>
          <a:bodyPr/>
          <a:lstStyle/>
          <a:p>
            <a:pPr>
              <a:defRPr/>
            </a:pPr>
            <a:endParaRPr lang="en-US" altLang="en-US"/>
          </a:p>
        </p:txBody>
      </p:sp>
      <p:sp>
        <p:nvSpPr>
          <p:cNvPr id="5" name="Slide Number Placeholder 4"/>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Tree>
    <p:extLst>
      <p:ext uri="{BB962C8B-B14F-4D97-AF65-F5344CB8AC3E}">
        <p14:creationId xmlns:p14="http://schemas.microsoft.com/office/powerpoint/2010/main" val="3405699333"/>
      </p:ext>
    </p:extLst>
  </p:cSld>
  <p:clrMapOvr>
    <a:masterClrMapping/>
  </p:clrMapOvr>
  <p:hf hdr="0" ftr="0"/>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7" name="Picture 1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0" name="Title 1"/>
          <p:cNvSpPr>
            <a:spLocks noGrp="1"/>
          </p:cNvSpPr>
          <p:nvPr>
            <p:ph type="title"/>
          </p:nvPr>
        </p:nvSpPr>
        <p:spPr>
          <a:xfrm>
            <a:off x="685331" y="610772"/>
            <a:ext cx="7773339"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5331" y="4204820"/>
            <a:ext cx="2472307"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5331" y="2367093"/>
            <a:ext cx="2472307"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5331" y="4781082"/>
            <a:ext cx="2472307"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332069" y="4204820"/>
            <a:ext cx="2476371"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331011" y="2367093"/>
            <a:ext cx="2477514"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331011" y="4781081"/>
            <a:ext cx="2477514"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979974" y="4204820"/>
            <a:ext cx="2475511"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979974" y="2367093"/>
            <a:ext cx="2478696"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79880" y="4781079"/>
            <a:ext cx="2478790"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pPr>
              <a:defRPr/>
            </a:pPr>
            <a:fld id="{FF5480F7-A01B-4497-9686-67728E872290}" type="datetime4">
              <a:rPr lang="en-US" altLang="en-US" smtClean="0"/>
              <a:t>February 26, 2024</a:t>
            </a:fld>
            <a:endParaRPr lang="en-US" altLang="en-US"/>
          </a:p>
        </p:txBody>
      </p:sp>
      <p:sp>
        <p:nvSpPr>
          <p:cNvPr id="4" name="Footer Placeholder 3"/>
          <p:cNvSpPr>
            <a:spLocks noGrp="1"/>
          </p:cNvSpPr>
          <p:nvPr>
            <p:ph type="ftr" sz="quarter" idx="11"/>
          </p:nvPr>
        </p:nvSpPr>
        <p:spPr/>
        <p:txBody>
          <a:bodyPr/>
          <a:lstStyle/>
          <a:p>
            <a:pPr>
              <a:defRPr/>
            </a:pPr>
            <a:endParaRPr lang="en-US" altLang="en-US"/>
          </a:p>
        </p:txBody>
      </p:sp>
      <p:sp>
        <p:nvSpPr>
          <p:cNvPr id="5" name="Slide Number Placeholder 4"/>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Tree>
    <p:extLst>
      <p:ext uri="{BB962C8B-B14F-4D97-AF65-F5344CB8AC3E}">
        <p14:creationId xmlns:p14="http://schemas.microsoft.com/office/powerpoint/2010/main" val="2943294387"/>
      </p:ext>
    </p:extLst>
  </p:cSld>
  <p:clrMapOvr>
    <a:masterClrMapping/>
  </p:clrMapOvr>
  <p:hf hdr="0" ftr="0"/>
</p:sldLayout>
</file>

<file path=ppt/slideLayouts/slideLayout8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685331" y="2367094"/>
            <a:ext cx="7773339"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FF5480F7-A01B-4497-9686-67728E872290}" type="datetime4">
              <a:rPr lang="en-US" altLang="en-US" smtClean="0"/>
              <a:t>February 26, 2024</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Tree>
    <p:extLst>
      <p:ext uri="{BB962C8B-B14F-4D97-AF65-F5344CB8AC3E}">
        <p14:creationId xmlns:p14="http://schemas.microsoft.com/office/powerpoint/2010/main" val="1159160439"/>
      </p:ext>
    </p:extLst>
  </p:cSld>
  <p:clrMapOvr>
    <a:masterClrMapping/>
  </p:clrMapOvr>
  <p:hf hdr="0" ftr="0"/>
</p:sldLayout>
</file>

<file path=ppt/slideLayouts/slideLayout8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10" name="Picture 9"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Vertical Title 1"/>
          <p:cNvSpPr>
            <a:spLocks noGrp="1"/>
          </p:cNvSpPr>
          <p:nvPr>
            <p:ph type="title" orient="vert"/>
          </p:nvPr>
        </p:nvSpPr>
        <p:spPr>
          <a:xfrm>
            <a:off x="6543675" y="609602"/>
            <a:ext cx="1914995"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685331" y="609602"/>
            <a:ext cx="5744043"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FF5480F7-A01B-4497-9686-67728E872290}" type="datetime4">
              <a:rPr lang="en-US" altLang="en-US" smtClean="0"/>
              <a:t>February 26, 2024</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Tree>
    <p:extLst>
      <p:ext uri="{BB962C8B-B14F-4D97-AF65-F5344CB8AC3E}">
        <p14:creationId xmlns:p14="http://schemas.microsoft.com/office/powerpoint/2010/main" val="2988074580"/>
      </p:ext>
    </p:extLst>
  </p:cSld>
  <p:clrMapOvr>
    <a:masterClrMapping/>
  </p:clrMapOvr>
  <p:hf hdr="0" ftr="0"/>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FF0000"/>
                </a:solidFill>
              </a:defRPr>
            </a:lvl1pPr>
          </a:lstStyle>
          <a:p>
            <a:r>
              <a:rPr lang="en-US"/>
              <a:t>Click to edit Master title style</a:t>
            </a:r>
            <a:endParaRPr dirty="0"/>
          </a:p>
        </p:txBody>
      </p:sp>
      <p:sp>
        <p:nvSpPr>
          <p:cNvPr id="3" name="Content Placeholder 2"/>
          <p:cNvSpPr>
            <a:spLocks noGrp="1"/>
          </p:cNvSpPr>
          <p:nvPr>
            <p:ph idx="1"/>
          </p:nvPr>
        </p:nvSpPr>
        <p:spPr/>
        <p:txBody>
          <a:bodyPr/>
          <a:lstStyle>
            <a:lvl1pPr>
              <a:defRPr>
                <a:solidFill>
                  <a:srgbClr val="0070C0"/>
                </a:solidFill>
              </a:defRPr>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3">
            <a:extLst>
              <a:ext uri="{FF2B5EF4-FFF2-40B4-BE49-F238E27FC236}">
                <a16:creationId xmlns:a16="http://schemas.microsoft.com/office/drawing/2014/main" id="{84101D24-BFA7-4899-9B74-B8A3EFA117AF}"/>
              </a:ext>
            </a:extLst>
          </p:cNvPr>
          <p:cNvSpPr>
            <a:spLocks noGrp="1"/>
          </p:cNvSpPr>
          <p:nvPr>
            <p:ph type="dt" sz="half" idx="10"/>
          </p:nvPr>
        </p:nvSpPr>
        <p:spPr/>
        <p:txBody>
          <a:bodyPr/>
          <a:lstStyle>
            <a:lvl1pPr>
              <a:defRPr/>
            </a:lvl1pPr>
          </a:lstStyle>
          <a:p>
            <a:pPr>
              <a:defRPr/>
            </a:pPr>
            <a:fld id="{13F99C14-10D9-4321-B3FF-0E9B3870EC11}" type="datetime4">
              <a:rPr lang="en-US" altLang="en-US" smtClean="0"/>
              <a:t>February 26, 2024</a:t>
            </a:fld>
            <a:endParaRPr lang="en-US" altLang="en-US"/>
          </a:p>
        </p:txBody>
      </p:sp>
      <p:sp>
        <p:nvSpPr>
          <p:cNvPr id="6" name="Footer Placeholder 4">
            <a:extLst>
              <a:ext uri="{FF2B5EF4-FFF2-40B4-BE49-F238E27FC236}">
                <a16:creationId xmlns:a16="http://schemas.microsoft.com/office/drawing/2014/main" id="{6E967D6C-DA6F-4253-9972-3ACF725B5CB4}"/>
              </a:ext>
            </a:extLst>
          </p:cNvPr>
          <p:cNvSpPr>
            <a:spLocks noGrp="1"/>
          </p:cNvSpPr>
          <p:nvPr>
            <p:ph type="ftr" sz="quarter" idx="11"/>
          </p:nvPr>
        </p:nvSpPr>
        <p:spPr/>
        <p:txBody>
          <a:bodyPr/>
          <a:lstStyle>
            <a:lvl1pPr>
              <a:defRPr/>
            </a:lvl1pPr>
          </a:lstStyle>
          <a:p>
            <a:pPr>
              <a:defRPr/>
            </a:pPr>
            <a:endParaRPr lang="en-US" altLang="en-US"/>
          </a:p>
        </p:txBody>
      </p:sp>
      <p:sp>
        <p:nvSpPr>
          <p:cNvPr id="7" name="Slide Number Placeholder 5">
            <a:extLst>
              <a:ext uri="{FF2B5EF4-FFF2-40B4-BE49-F238E27FC236}">
                <a16:creationId xmlns:a16="http://schemas.microsoft.com/office/drawing/2014/main" id="{3A360E86-5EA3-4476-88D3-5048B6BF470E}"/>
              </a:ext>
            </a:extLst>
          </p:cNvPr>
          <p:cNvSpPr>
            <a:spLocks noGrp="1"/>
          </p:cNvSpPr>
          <p:nvPr>
            <p:ph type="sldNum" sz="quarter" idx="12"/>
          </p:nvPr>
        </p:nvSpPr>
        <p:spPr/>
        <p:txBody>
          <a:bodyPr/>
          <a:lstStyle>
            <a:lvl1pPr>
              <a:defRPr/>
            </a:lvl1pPr>
          </a:lstStyle>
          <a:p>
            <a:pPr>
              <a:defRPr/>
            </a:pPr>
            <a:fld id="{5997FF75-9E45-4F6E-9E89-BE68C2AA7735}" type="slidenum">
              <a:rPr lang="en-US" altLang="en-US"/>
              <a:pPr>
                <a:defRPr/>
              </a:pPr>
              <a:t>‹#›</a:t>
            </a:fld>
            <a:endParaRPr lang="en-US" altLang="en-US"/>
          </a:p>
        </p:txBody>
      </p:sp>
    </p:spTree>
    <p:extLst>
      <p:ext uri="{BB962C8B-B14F-4D97-AF65-F5344CB8AC3E}">
        <p14:creationId xmlns:p14="http://schemas.microsoft.com/office/powerpoint/2010/main" val="2326636553"/>
      </p:ext>
    </p:extLst>
  </p:cSld>
  <p:clrMapOvr>
    <a:masterClrMapping/>
  </p:clrMapOvr>
  <p:transition>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image" Target="../media/image2.jpeg"/><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theme" Target="../theme/theme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theme" Target="../theme/theme3.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slideLayout" Target="../slideLayouts/slideLayout46.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 Id="rId14"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4.xml"/><Relationship Id="rId13" Type="http://schemas.openxmlformats.org/officeDocument/2006/relationships/theme" Target="../theme/theme4.xml"/><Relationship Id="rId3" Type="http://schemas.openxmlformats.org/officeDocument/2006/relationships/slideLayout" Target="../slideLayouts/slideLayout49.xml"/><Relationship Id="rId7" Type="http://schemas.openxmlformats.org/officeDocument/2006/relationships/slideLayout" Target="../slideLayouts/slideLayout53.xml"/><Relationship Id="rId12" Type="http://schemas.openxmlformats.org/officeDocument/2006/relationships/slideLayout" Target="../slideLayouts/slideLayout58.xml"/><Relationship Id="rId2" Type="http://schemas.openxmlformats.org/officeDocument/2006/relationships/slideLayout" Target="../slideLayouts/slideLayout48.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5" Type="http://schemas.openxmlformats.org/officeDocument/2006/relationships/slideLayout" Target="../slideLayouts/slideLayout51.xml"/><Relationship Id="rId10" Type="http://schemas.openxmlformats.org/officeDocument/2006/relationships/slideLayout" Target="../slideLayouts/slideLayout56.xml"/><Relationship Id="rId4" Type="http://schemas.openxmlformats.org/officeDocument/2006/relationships/slideLayout" Target="../slideLayouts/slideLayout50.xml"/><Relationship Id="rId9" Type="http://schemas.openxmlformats.org/officeDocument/2006/relationships/slideLayout" Target="../slideLayouts/slideLayout55.xml"/><Relationship Id="rId14" Type="http://schemas.openxmlformats.org/officeDocument/2006/relationships/image" Target="../media/image2.jpe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6.xml"/><Relationship Id="rId13" Type="http://schemas.openxmlformats.org/officeDocument/2006/relationships/image" Target="../media/image2.jpeg"/><Relationship Id="rId3" Type="http://schemas.openxmlformats.org/officeDocument/2006/relationships/slideLayout" Target="../slideLayouts/slideLayout61.xml"/><Relationship Id="rId7" Type="http://schemas.openxmlformats.org/officeDocument/2006/relationships/slideLayout" Target="../slideLayouts/slideLayout65.xml"/><Relationship Id="rId12" Type="http://schemas.openxmlformats.org/officeDocument/2006/relationships/theme" Target="../theme/theme5.xml"/><Relationship Id="rId2" Type="http://schemas.openxmlformats.org/officeDocument/2006/relationships/slideLayout" Target="../slideLayouts/slideLayout60.xml"/><Relationship Id="rId1" Type="http://schemas.openxmlformats.org/officeDocument/2006/relationships/slideLayout" Target="../slideLayouts/slideLayout59.xml"/><Relationship Id="rId6" Type="http://schemas.openxmlformats.org/officeDocument/2006/relationships/slideLayout" Target="../slideLayouts/slideLayout64.xml"/><Relationship Id="rId11" Type="http://schemas.openxmlformats.org/officeDocument/2006/relationships/slideLayout" Target="../slideLayouts/slideLayout69.xml"/><Relationship Id="rId5" Type="http://schemas.openxmlformats.org/officeDocument/2006/relationships/slideLayout" Target="../slideLayouts/slideLayout63.xml"/><Relationship Id="rId10" Type="http://schemas.openxmlformats.org/officeDocument/2006/relationships/slideLayout" Target="../slideLayouts/slideLayout68.xml"/><Relationship Id="rId4" Type="http://schemas.openxmlformats.org/officeDocument/2006/relationships/slideLayout" Target="../slideLayouts/slideLayout62.xml"/><Relationship Id="rId9" Type="http://schemas.openxmlformats.org/officeDocument/2006/relationships/slideLayout" Target="../slideLayouts/slideLayout67.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7.xml"/><Relationship Id="rId13" Type="http://schemas.openxmlformats.org/officeDocument/2006/relationships/slideLayout" Target="../slideLayouts/slideLayout82.xml"/><Relationship Id="rId18" Type="http://schemas.openxmlformats.org/officeDocument/2006/relationships/slideLayout" Target="../slideLayouts/slideLayout87.xml"/><Relationship Id="rId3" Type="http://schemas.openxmlformats.org/officeDocument/2006/relationships/slideLayout" Target="../slideLayouts/slideLayout72.xml"/><Relationship Id="rId7" Type="http://schemas.openxmlformats.org/officeDocument/2006/relationships/slideLayout" Target="../slideLayouts/slideLayout76.xml"/><Relationship Id="rId12" Type="http://schemas.openxmlformats.org/officeDocument/2006/relationships/slideLayout" Target="../slideLayouts/slideLayout81.xml"/><Relationship Id="rId17" Type="http://schemas.openxmlformats.org/officeDocument/2006/relationships/slideLayout" Target="../slideLayouts/slideLayout86.xml"/><Relationship Id="rId2" Type="http://schemas.openxmlformats.org/officeDocument/2006/relationships/slideLayout" Target="../slideLayouts/slideLayout71.xml"/><Relationship Id="rId16" Type="http://schemas.openxmlformats.org/officeDocument/2006/relationships/slideLayout" Target="../slideLayouts/slideLayout85.xml"/><Relationship Id="rId20" Type="http://schemas.openxmlformats.org/officeDocument/2006/relationships/image" Target="../media/image3.png"/><Relationship Id="rId1" Type="http://schemas.openxmlformats.org/officeDocument/2006/relationships/slideLayout" Target="../slideLayouts/slideLayout70.xml"/><Relationship Id="rId6" Type="http://schemas.openxmlformats.org/officeDocument/2006/relationships/slideLayout" Target="../slideLayouts/slideLayout75.xml"/><Relationship Id="rId11" Type="http://schemas.openxmlformats.org/officeDocument/2006/relationships/slideLayout" Target="../slideLayouts/slideLayout80.xml"/><Relationship Id="rId5" Type="http://schemas.openxmlformats.org/officeDocument/2006/relationships/slideLayout" Target="../slideLayouts/slideLayout74.xml"/><Relationship Id="rId15" Type="http://schemas.openxmlformats.org/officeDocument/2006/relationships/slideLayout" Target="../slideLayouts/slideLayout84.xml"/><Relationship Id="rId10" Type="http://schemas.openxmlformats.org/officeDocument/2006/relationships/slideLayout" Target="../slideLayouts/slideLayout79.xml"/><Relationship Id="rId19" Type="http://schemas.openxmlformats.org/officeDocument/2006/relationships/theme" Target="../theme/theme6.xml"/><Relationship Id="rId4" Type="http://schemas.openxmlformats.org/officeDocument/2006/relationships/slideLayout" Target="../slideLayouts/slideLayout73.xml"/><Relationship Id="rId9" Type="http://schemas.openxmlformats.org/officeDocument/2006/relationships/slideLayout" Target="../slideLayouts/slideLayout78.xml"/><Relationship Id="rId14" Type="http://schemas.openxmlformats.org/officeDocument/2006/relationships/slideLayout" Target="../slideLayouts/slideLayout8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2D181DFD-BC57-4863-A2C5-280A8F4F16A2}"/>
              </a:ext>
            </a:extLst>
          </p:cNvPr>
          <p:cNvGrpSpPr>
            <a:grpSpLocks/>
          </p:cNvGrpSpPr>
          <p:nvPr/>
        </p:nvGrpSpPr>
        <p:grpSpPr bwMode="auto">
          <a:xfrm>
            <a:off x="0" y="-533400"/>
            <a:ext cx="8686800" cy="4876800"/>
            <a:chOff x="0" y="0"/>
            <a:chExt cx="5472" cy="3072"/>
          </a:xfrm>
        </p:grpSpPr>
        <p:sp>
          <p:nvSpPr>
            <p:cNvPr id="1034" name="Rectangle 3">
              <a:extLst>
                <a:ext uri="{FF2B5EF4-FFF2-40B4-BE49-F238E27FC236}">
                  <a16:creationId xmlns:a16="http://schemas.microsoft.com/office/drawing/2014/main" id="{BF71C004-2F2F-430F-8993-B50AEC603988}"/>
                </a:ext>
              </a:extLst>
            </p:cNvPr>
            <p:cNvSpPr>
              <a:spLocks noChangeArrowheads="1"/>
            </p:cNvSpPr>
            <p:nvPr/>
          </p:nvSpPr>
          <p:spPr bwMode="auto">
            <a:xfrm>
              <a:off x="0" y="0"/>
              <a:ext cx="384" cy="3072"/>
            </a:xfrm>
            <a:prstGeom prst="rect">
              <a:avLst/>
            </a:prstGeom>
            <a:solidFill>
              <a:schemeClr val="accent1"/>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Angsana New" panose="02020603050405020304" pitchFamily="18" charset="-34"/>
                </a:defRPr>
              </a:lvl1pPr>
              <a:lvl2pPr marL="742950" indent="-285750">
                <a:defRPr>
                  <a:solidFill>
                    <a:schemeClr val="tx1"/>
                  </a:solidFill>
                  <a:latin typeface="Arial" panose="020B0604020202020204" pitchFamily="34" charset="0"/>
                  <a:ea typeface="Angsana New" panose="02020603050405020304" pitchFamily="18" charset="-34"/>
                </a:defRPr>
              </a:lvl2pPr>
              <a:lvl3pPr marL="1143000" indent="-228600">
                <a:defRPr>
                  <a:solidFill>
                    <a:schemeClr val="tx1"/>
                  </a:solidFill>
                  <a:latin typeface="Arial" panose="020B0604020202020204" pitchFamily="34" charset="0"/>
                  <a:ea typeface="Angsana New" panose="02020603050405020304" pitchFamily="18" charset="-34"/>
                </a:defRPr>
              </a:lvl3pPr>
              <a:lvl4pPr marL="1600200" indent="-228600">
                <a:defRPr>
                  <a:solidFill>
                    <a:schemeClr val="tx1"/>
                  </a:solidFill>
                  <a:latin typeface="Arial" panose="020B0604020202020204" pitchFamily="34" charset="0"/>
                  <a:ea typeface="Angsana New" panose="02020603050405020304" pitchFamily="18" charset="-34"/>
                </a:defRPr>
              </a:lvl4pPr>
              <a:lvl5pPr marL="2057400" indent="-228600">
                <a:defRPr>
                  <a:solidFill>
                    <a:schemeClr val="tx1"/>
                  </a:solidFill>
                  <a:latin typeface="Arial" panose="020B0604020202020204" pitchFamily="34" charset="0"/>
                  <a:ea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9pPr>
            </a:lstStyle>
            <a:p>
              <a:pPr algn="ctr" eaLnBrk="1" hangingPunct="1">
                <a:defRPr/>
              </a:pPr>
              <a:endParaRPr lang="en-US" altLang="en-US" sz="2400">
                <a:latin typeface="Times New Roman" panose="02020603050405020304" pitchFamily="18" charset="0"/>
              </a:endParaRPr>
            </a:p>
          </p:txBody>
        </p:sp>
        <p:grpSp>
          <p:nvGrpSpPr>
            <p:cNvPr id="1035" name="Group 4">
              <a:extLst>
                <a:ext uri="{FF2B5EF4-FFF2-40B4-BE49-F238E27FC236}">
                  <a16:creationId xmlns:a16="http://schemas.microsoft.com/office/drawing/2014/main" id="{B6AAE28B-53B4-48E7-84A8-BC76053D5A43}"/>
                </a:ext>
              </a:extLst>
            </p:cNvPr>
            <p:cNvGrpSpPr>
              <a:grpSpLocks/>
            </p:cNvGrpSpPr>
            <p:nvPr/>
          </p:nvGrpSpPr>
          <p:grpSpPr bwMode="auto">
            <a:xfrm>
              <a:off x="240" y="893"/>
              <a:ext cx="5232" cy="115"/>
              <a:chOff x="240" y="893"/>
              <a:chExt cx="5232" cy="115"/>
            </a:xfrm>
          </p:grpSpPr>
          <p:sp>
            <p:nvSpPr>
              <p:cNvPr id="1036" name="Rectangle 5">
                <a:extLst>
                  <a:ext uri="{FF2B5EF4-FFF2-40B4-BE49-F238E27FC236}">
                    <a16:creationId xmlns:a16="http://schemas.microsoft.com/office/drawing/2014/main" id="{16EC6BDB-67D2-49CB-B621-6A9F90B52EDE}"/>
                  </a:ext>
                </a:extLst>
              </p:cNvPr>
              <p:cNvSpPr>
                <a:spLocks noChangeArrowheads="1"/>
              </p:cNvSpPr>
              <p:nvPr/>
            </p:nvSpPr>
            <p:spPr bwMode="auto">
              <a:xfrm>
                <a:off x="4320" y="893"/>
                <a:ext cx="1152" cy="115"/>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Angsana New" panose="02020603050405020304" pitchFamily="18" charset="-34"/>
                  </a:defRPr>
                </a:lvl1pPr>
                <a:lvl2pPr marL="742950" indent="-285750">
                  <a:defRPr>
                    <a:solidFill>
                      <a:schemeClr val="tx1"/>
                    </a:solidFill>
                    <a:latin typeface="Arial" panose="020B0604020202020204" pitchFamily="34" charset="0"/>
                    <a:ea typeface="Angsana New" panose="02020603050405020304" pitchFamily="18" charset="-34"/>
                  </a:defRPr>
                </a:lvl2pPr>
                <a:lvl3pPr marL="1143000" indent="-228600">
                  <a:defRPr>
                    <a:solidFill>
                      <a:schemeClr val="tx1"/>
                    </a:solidFill>
                    <a:latin typeface="Arial" panose="020B0604020202020204" pitchFamily="34" charset="0"/>
                    <a:ea typeface="Angsana New" panose="02020603050405020304" pitchFamily="18" charset="-34"/>
                  </a:defRPr>
                </a:lvl3pPr>
                <a:lvl4pPr marL="1600200" indent="-228600">
                  <a:defRPr>
                    <a:solidFill>
                      <a:schemeClr val="tx1"/>
                    </a:solidFill>
                    <a:latin typeface="Arial" panose="020B0604020202020204" pitchFamily="34" charset="0"/>
                    <a:ea typeface="Angsana New" panose="02020603050405020304" pitchFamily="18" charset="-34"/>
                  </a:defRPr>
                </a:lvl4pPr>
                <a:lvl5pPr marL="2057400" indent="-228600">
                  <a:defRPr>
                    <a:solidFill>
                      <a:schemeClr val="tx1"/>
                    </a:solidFill>
                    <a:latin typeface="Arial" panose="020B0604020202020204" pitchFamily="34" charset="0"/>
                    <a:ea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9pPr>
              </a:lstStyle>
              <a:p>
                <a:pPr algn="ctr" eaLnBrk="1" hangingPunct="1">
                  <a:defRPr/>
                </a:pPr>
                <a:endParaRPr lang="en-US" altLang="en-US" sz="2400">
                  <a:latin typeface="Times New Roman" panose="02020603050405020304" pitchFamily="18" charset="0"/>
                </a:endParaRPr>
              </a:p>
            </p:txBody>
          </p:sp>
          <p:sp>
            <p:nvSpPr>
              <p:cNvPr id="1037" name="Line 6">
                <a:extLst>
                  <a:ext uri="{FF2B5EF4-FFF2-40B4-BE49-F238E27FC236}">
                    <a16:creationId xmlns:a16="http://schemas.microsoft.com/office/drawing/2014/main" id="{20B00981-0E93-4437-AA5E-979FECE0C2DF}"/>
                  </a:ext>
                </a:extLst>
              </p:cNvPr>
              <p:cNvSpPr>
                <a:spLocks noChangeShapeType="1"/>
              </p:cNvSpPr>
              <p:nvPr/>
            </p:nvSpPr>
            <p:spPr bwMode="auto">
              <a:xfrm>
                <a:off x="240" y="941"/>
                <a:ext cx="5232"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sp>
        <p:nvSpPr>
          <p:cNvPr id="1027" name="Rectangle 7">
            <a:extLst>
              <a:ext uri="{FF2B5EF4-FFF2-40B4-BE49-F238E27FC236}">
                <a16:creationId xmlns:a16="http://schemas.microsoft.com/office/drawing/2014/main" id="{A5B2AC77-C724-465B-8ECA-F11B462FD8E4}"/>
              </a:ext>
            </a:extLst>
          </p:cNvPr>
          <p:cNvSpPr>
            <a:spLocks noGrp="1" noChangeArrowheads="1"/>
          </p:cNvSpPr>
          <p:nvPr>
            <p:ph type="title"/>
          </p:nvPr>
        </p:nvSpPr>
        <p:spPr bwMode="auto">
          <a:xfrm>
            <a:off x="914400" y="152400"/>
            <a:ext cx="7772400" cy="712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8" name="Rectangle 8">
            <a:extLst>
              <a:ext uri="{FF2B5EF4-FFF2-40B4-BE49-F238E27FC236}">
                <a16:creationId xmlns:a16="http://schemas.microsoft.com/office/drawing/2014/main" id="{1A85A4E8-2581-4EFB-96DA-0FB1DC0BE6C1}"/>
              </a:ext>
            </a:extLst>
          </p:cNvPr>
          <p:cNvSpPr>
            <a:spLocks noGrp="1" noChangeArrowheads="1"/>
          </p:cNvSpPr>
          <p:nvPr>
            <p:ph type="body" idx="1"/>
          </p:nvPr>
        </p:nvSpPr>
        <p:spPr bwMode="auto">
          <a:xfrm>
            <a:off x="685800" y="1066800"/>
            <a:ext cx="8077200"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th-TH" altLang="en-US"/>
              <a:t>Click to edit Master text styles</a:t>
            </a:r>
          </a:p>
          <a:p>
            <a:pPr lvl="1"/>
            <a:r>
              <a:rPr lang="th-TH" altLang="en-US"/>
              <a:t>Second level</a:t>
            </a:r>
          </a:p>
          <a:p>
            <a:pPr lvl="2"/>
            <a:r>
              <a:rPr lang="th-TH" altLang="en-US"/>
              <a:t>Third level</a:t>
            </a:r>
          </a:p>
          <a:p>
            <a:pPr lvl="3"/>
            <a:r>
              <a:rPr lang="th-TH" altLang="en-US"/>
              <a:t>Fourth level</a:t>
            </a:r>
          </a:p>
          <a:p>
            <a:pPr lvl="4"/>
            <a:r>
              <a:rPr lang="th-TH" altLang="en-US"/>
              <a:t>Fifth level</a:t>
            </a:r>
          </a:p>
        </p:txBody>
      </p:sp>
      <p:sp>
        <p:nvSpPr>
          <p:cNvPr id="597001" name="Rectangle 9">
            <a:extLst>
              <a:ext uri="{FF2B5EF4-FFF2-40B4-BE49-F238E27FC236}">
                <a16:creationId xmlns:a16="http://schemas.microsoft.com/office/drawing/2014/main" id="{825087B3-0E08-440F-8225-BA98A0986496}"/>
              </a:ext>
            </a:extLst>
          </p:cNvPr>
          <p:cNvSpPr>
            <a:spLocks noGrp="1" noChangeArrowheads="1"/>
          </p:cNvSpPr>
          <p:nvPr>
            <p:ph type="dt" sz="half" idx="2"/>
          </p:nvPr>
        </p:nvSpPr>
        <p:spPr bwMode="auto">
          <a:xfrm>
            <a:off x="914400" y="6477000"/>
            <a:ext cx="1981200" cy="23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000">
                <a:ea typeface="Angsana New" panose="02020603050405020304" pitchFamily="18" charset="-34"/>
              </a:defRPr>
            </a:lvl1pPr>
          </a:lstStyle>
          <a:p>
            <a:pPr>
              <a:defRPr/>
            </a:pPr>
            <a:fld id="{F4AFC189-73F8-4706-AA45-7D354ED2B7AB}" type="datetime4">
              <a:rPr lang="en-US" altLang="en-US" smtClean="0"/>
              <a:t>February 26, 2024</a:t>
            </a:fld>
            <a:endParaRPr lang="en-US" altLang="en-US"/>
          </a:p>
        </p:txBody>
      </p:sp>
      <p:sp>
        <p:nvSpPr>
          <p:cNvPr id="597002" name="Rectangle 10">
            <a:extLst>
              <a:ext uri="{FF2B5EF4-FFF2-40B4-BE49-F238E27FC236}">
                <a16:creationId xmlns:a16="http://schemas.microsoft.com/office/drawing/2014/main" id="{6022FB8E-9248-4E3A-BAC8-2DF3A9267744}"/>
              </a:ext>
            </a:extLst>
          </p:cNvPr>
          <p:cNvSpPr>
            <a:spLocks noGrp="1" noChangeArrowheads="1"/>
          </p:cNvSpPr>
          <p:nvPr>
            <p:ph type="ftr" sz="quarter" idx="3"/>
          </p:nvPr>
        </p:nvSpPr>
        <p:spPr bwMode="auto">
          <a:xfrm>
            <a:off x="3352800" y="6400800"/>
            <a:ext cx="2971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000">
                <a:ea typeface="Angsana New" panose="02020603050405020304" pitchFamily="18" charset="-34"/>
              </a:defRPr>
            </a:lvl1pPr>
          </a:lstStyle>
          <a:p>
            <a:pPr>
              <a:defRPr/>
            </a:pPr>
            <a:endParaRPr lang="en-US" altLang="en-US"/>
          </a:p>
        </p:txBody>
      </p:sp>
      <p:sp>
        <p:nvSpPr>
          <p:cNvPr id="597003" name="Rectangle 11">
            <a:extLst>
              <a:ext uri="{FF2B5EF4-FFF2-40B4-BE49-F238E27FC236}">
                <a16:creationId xmlns:a16="http://schemas.microsoft.com/office/drawing/2014/main" id="{D08CEDE5-2BB4-49D3-9653-10900DD5AAE0}"/>
              </a:ext>
            </a:extLst>
          </p:cNvPr>
          <p:cNvSpPr>
            <a:spLocks noGrp="1" noChangeArrowheads="1"/>
          </p:cNvSpPr>
          <p:nvPr>
            <p:ph type="sldNum" sz="quarter" idx="4"/>
          </p:nvPr>
        </p:nvSpPr>
        <p:spPr bwMode="auto">
          <a:xfrm>
            <a:off x="6781800" y="6553200"/>
            <a:ext cx="1905000"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000">
                <a:ea typeface="Angsana New" panose="02020603050405020304" pitchFamily="18" charset="-34"/>
              </a:defRPr>
            </a:lvl1pPr>
          </a:lstStyle>
          <a:p>
            <a:pPr>
              <a:defRPr/>
            </a:pPr>
            <a:fld id="{413338A4-F343-45A5-B376-B2CFBC9F9823}" type="slidenum">
              <a:rPr lang="en-US" altLang="en-US"/>
              <a:pPr>
                <a:defRPr/>
              </a:pPr>
              <a:t>‹#›</a:t>
            </a:fld>
            <a:endParaRPr lang="en-US" altLang="en-US"/>
          </a:p>
        </p:txBody>
      </p:sp>
      <p:sp>
        <p:nvSpPr>
          <p:cNvPr id="1032" name="Line 12">
            <a:extLst>
              <a:ext uri="{FF2B5EF4-FFF2-40B4-BE49-F238E27FC236}">
                <a16:creationId xmlns:a16="http://schemas.microsoft.com/office/drawing/2014/main" id="{6A55137F-7DD6-44BD-B655-C7A32D18C50F}"/>
              </a:ext>
            </a:extLst>
          </p:cNvPr>
          <p:cNvSpPr>
            <a:spLocks noChangeShapeType="1"/>
          </p:cNvSpPr>
          <p:nvPr/>
        </p:nvSpPr>
        <p:spPr bwMode="auto">
          <a:xfrm>
            <a:off x="0" y="4876800"/>
            <a:ext cx="609600" cy="0"/>
          </a:xfrm>
          <a:prstGeom prst="line">
            <a:avLst/>
          </a:prstGeom>
          <a:noFill/>
          <a:ln w="444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1033" name="Picture 13" descr="emu_300x300_72dpi_black">
            <a:extLst>
              <a:ext uri="{FF2B5EF4-FFF2-40B4-BE49-F238E27FC236}">
                <a16:creationId xmlns:a16="http://schemas.microsoft.com/office/drawing/2014/main" id="{17F0A75E-850F-483C-AFB7-C3D42533C6A4}"/>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9388" y="188913"/>
            <a:ext cx="6477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44" r:id="rId1"/>
    <p:sldLayoutId id="2147484023" r:id="rId2"/>
    <p:sldLayoutId id="2147484024" r:id="rId3"/>
    <p:sldLayoutId id="2147484025" r:id="rId4"/>
    <p:sldLayoutId id="2147484026" r:id="rId5"/>
    <p:sldLayoutId id="2147484027" r:id="rId6"/>
    <p:sldLayoutId id="2147484028" r:id="rId7"/>
    <p:sldLayoutId id="2147484029" r:id="rId8"/>
    <p:sldLayoutId id="2147484030" r:id="rId9"/>
    <p:sldLayoutId id="2147484031" r:id="rId10"/>
    <p:sldLayoutId id="2147484032" r:id="rId11"/>
  </p:sldLayoutIdLst>
  <p:transition>
    <p:random/>
  </p:transition>
  <p:hf hdr="0" ftr="0"/>
  <p:txStyles>
    <p:titleStyle>
      <a:lvl1pPr algn="l" rtl="0" eaLnBrk="0" fontAlgn="base" hangingPunct="0">
        <a:spcBef>
          <a:spcPct val="0"/>
        </a:spcBef>
        <a:spcAft>
          <a:spcPct val="0"/>
        </a:spcAft>
        <a:defRPr sz="4200" kern="1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Times New Roman" panose="02020603050405020304" pitchFamily="18" charset="0"/>
          <a:cs typeface="Arial" panose="020B0604020202020204" pitchFamily="34" charset="0"/>
        </a:defRPr>
      </a:lvl2pPr>
      <a:lvl3pPr algn="l" rtl="0" eaLnBrk="0" fontAlgn="base" hangingPunct="0">
        <a:spcBef>
          <a:spcPct val="0"/>
        </a:spcBef>
        <a:spcAft>
          <a:spcPct val="0"/>
        </a:spcAft>
        <a:defRPr sz="4200">
          <a:solidFill>
            <a:schemeClr val="tx2"/>
          </a:solidFill>
          <a:latin typeface="Times New Roman" panose="02020603050405020304" pitchFamily="18" charset="0"/>
          <a:cs typeface="Arial" panose="020B0604020202020204" pitchFamily="34" charset="0"/>
        </a:defRPr>
      </a:lvl3pPr>
      <a:lvl4pPr algn="l" rtl="0" eaLnBrk="0" fontAlgn="base" hangingPunct="0">
        <a:spcBef>
          <a:spcPct val="0"/>
        </a:spcBef>
        <a:spcAft>
          <a:spcPct val="0"/>
        </a:spcAft>
        <a:defRPr sz="4200">
          <a:solidFill>
            <a:schemeClr val="tx2"/>
          </a:solidFill>
          <a:latin typeface="Times New Roman" panose="02020603050405020304" pitchFamily="18" charset="0"/>
          <a:cs typeface="Arial" panose="020B0604020202020204" pitchFamily="34" charset="0"/>
        </a:defRPr>
      </a:lvl4pPr>
      <a:lvl5pPr algn="l" rtl="0" eaLnBrk="0" fontAlgn="base" hangingPunct="0">
        <a:spcBef>
          <a:spcPct val="0"/>
        </a:spcBef>
        <a:spcAft>
          <a:spcPct val="0"/>
        </a:spcAft>
        <a:defRPr sz="4200">
          <a:solidFill>
            <a:schemeClr val="tx2"/>
          </a:solidFill>
          <a:latin typeface="Times New Roman" panose="02020603050405020304" pitchFamily="18" charset="0"/>
          <a:cs typeface="Arial" panose="020B0604020202020204" pitchFamily="34" charset="0"/>
        </a:defRPr>
      </a:lvl5pPr>
      <a:lvl6pPr marL="457200" algn="l" rtl="0" fontAlgn="base">
        <a:spcBef>
          <a:spcPct val="0"/>
        </a:spcBef>
        <a:spcAft>
          <a:spcPct val="0"/>
        </a:spcAft>
        <a:defRPr sz="4200">
          <a:solidFill>
            <a:schemeClr val="tx2"/>
          </a:solidFill>
          <a:latin typeface="Times New Roman" panose="02020603050405020304" pitchFamily="18" charset="0"/>
          <a:cs typeface="Arial" panose="020B0604020202020204" pitchFamily="34" charset="0"/>
        </a:defRPr>
      </a:lvl6pPr>
      <a:lvl7pPr marL="914400" algn="l" rtl="0" fontAlgn="base">
        <a:spcBef>
          <a:spcPct val="0"/>
        </a:spcBef>
        <a:spcAft>
          <a:spcPct val="0"/>
        </a:spcAft>
        <a:defRPr sz="4200">
          <a:solidFill>
            <a:schemeClr val="tx2"/>
          </a:solidFill>
          <a:latin typeface="Times New Roman" panose="02020603050405020304" pitchFamily="18" charset="0"/>
          <a:cs typeface="Arial" panose="020B0604020202020204" pitchFamily="34" charset="0"/>
        </a:defRPr>
      </a:lvl7pPr>
      <a:lvl8pPr marL="1371600" algn="l" rtl="0" fontAlgn="base">
        <a:spcBef>
          <a:spcPct val="0"/>
        </a:spcBef>
        <a:spcAft>
          <a:spcPct val="0"/>
        </a:spcAft>
        <a:defRPr sz="4200">
          <a:solidFill>
            <a:schemeClr val="tx2"/>
          </a:solidFill>
          <a:latin typeface="Times New Roman" panose="02020603050405020304" pitchFamily="18" charset="0"/>
          <a:cs typeface="Arial" panose="020B0604020202020204" pitchFamily="34" charset="0"/>
        </a:defRPr>
      </a:lvl8pPr>
      <a:lvl9pPr marL="1828800" algn="l" rtl="0" fontAlgn="base">
        <a:spcBef>
          <a:spcPct val="0"/>
        </a:spcBef>
        <a:spcAft>
          <a:spcPct val="0"/>
        </a:spcAft>
        <a:defRPr sz="4200">
          <a:solidFill>
            <a:schemeClr val="tx2"/>
          </a:solidFill>
          <a:latin typeface="Times New Roman" panose="02020603050405020304" pitchFamily="18" charset="0"/>
          <a:cs typeface="Arial" panose="020B0604020202020204" pitchFamily="34" charset="0"/>
        </a:defRPr>
      </a:lvl9pPr>
    </p:titleStyle>
    <p:bodyStyle>
      <a:lvl1pPr marL="342900" indent="-342900" algn="l" rtl="0" eaLnBrk="0" fontAlgn="base" hangingPunct="0">
        <a:spcBef>
          <a:spcPct val="20000"/>
        </a:spcBef>
        <a:spcAft>
          <a:spcPct val="0"/>
        </a:spcAft>
        <a:buClr>
          <a:schemeClr val="folHlink"/>
        </a:buClr>
        <a:buSzPct val="90000"/>
        <a:buFont typeface="Wingdings" panose="05000000000000000000" pitchFamily="2" charset="2"/>
        <a:buChar char="n"/>
        <a:defRPr sz="24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75000"/>
        <a:buFont typeface="Wingdings" panose="05000000000000000000" pitchFamily="2" charset="2"/>
        <a:buChar char="q"/>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5000"/>
        <a:buFont typeface="Wingdings" panose="05000000000000000000" pitchFamily="2" charset="2"/>
        <a:buChar char="q"/>
        <a:defRPr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1"/>
        </a:buClr>
        <a:buFont typeface="Wingdings" panose="05000000000000000000" pitchFamily="2" charset="2"/>
        <a:buChar char="§"/>
        <a:defRPr sz="16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Font typeface="Wingdings" panose="05000000000000000000" pitchFamily="2" charset="2"/>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Title Placeholder 1">
            <a:extLst>
              <a:ext uri="{FF2B5EF4-FFF2-40B4-BE49-F238E27FC236}">
                <a16:creationId xmlns:a16="http://schemas.microsoft.com/office/drawing/2014/main" id="{E8F770FA-76C9-4E2B-A434-235AF9FBD745}"/>
              </a:ext>
            </a:extLst>
          </p:cNvPr>
          <p:cNvSpPr>
            <a:spLocks noGrp="1" noChangeArrowheads="1"/>
          </p:cNvSpPr>
          <p:nvPr>
            <p:ph type="title"/>
          </p:nvPr>
        </p:nvSpPr>
        <p:spPr bwMode="auto">
          <a:xfrm>
            <a:off x="498475" y="484188"/>
            <a:ext cx="7556500" cy="1116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2051" name="Text Placeholder 2">
            <a:extLst>
              <a:ext uri="{FF2B5EF4-FFF2-40B4-BE49-F238E27FC236}">
                <a16:creationId xmlns:a16="http://schemas.microsoft.com/office/drawing/2014/main" id="{CE77B8DE-5E28-4D68-A1DB-974D6B665223}"/>
              </a:ext>
            </a:extLst>
          </p:cNvPr>
          <p:cNvSpPr>
            <a:spLocks noGrp="1" noChangeArrowheads="1"/>
          </p:cNvSpPr>
          <p:nvPr>
            <p:ph type="body" idx="1"/>
          </p:nvPr>
        </p:nvSpPr>
        <p:spPr bwMode="auto">
          <a:xfrm>
            <a:off x="498475" y="1981200"/>
            <a:ext cx="7556500" cy="414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91B6C67B-79A9-4A0E-BE77-8B0E56CC46B5}"/>
              </a:ext>
            </a:extLst>
          </p:cNvPr>
          <p:cNvSpPr>
            <a:spLocks noGrp="1"/>
          </p:cNvSpPr>
          <p:nvPr>
            <p:ph type="dt" sz="half" idx="2"/>
          </p:nvPr>
        </p:nvSpPr>
        <p:spPr>
          <a:xfrm>
            <a:off x="6794500" y="6423025"/>
            <a:ext cx="2133600" cy="365125"/>
          </a:xfrm>
          <a:prstGeom prst="rect">
            <a:avLst/>
          </a:prstGeom>
        </p:spPr>
        <p:txBody>
          <a:bodyPr vert="horz" lIns="91440" tIns="45720" rIns="91440" bIns="45720" rtlCol="0" anchor="ctr"/>
          <a:lstStyle>
            <a:lvl1pPr algn="r" eaLnBrk="1" hangingPunct="1">
              <a:defRPr sz="1100">
                <a:solidFill>
                  <a:schemeClr val="tx1">
                    <a:lumMod val="65000"/>
                    <a:lumOff val="35000"/>
                  </a:schemeClr>
                </a:solidFill>
                <a:ea typeface="Angsana New" panose="020B0502040204020203" pitchFamily="18" charset="-34"/>
                <a:cs typeface="Arial" panose="020B0604020202020204" pitchFamily="34" charset="0"/>
              </a:defRPr>
            </a:lvl1pPr>
          </a:lstStyle>
          <a:p>
            <a:pPr>
              <a:defRPr/>
            </a:pPr>
            <a:fld id="{FF5480F7-A01B-4497-9686-67728E872290}" type="datetime4">
              <a:rPr lang="en-US" altLang="en-US" smtClean="0"/>
              <a:t>February 26, 2024</a:t>
            </a:fld>
            <a:endParaRPr lang="en-US" altLang="en-US"/>
          </a:p>
        </p:txBody>
      </p:sp>
      <p:sp>
        <p:nvSpPr>
          <p:cNvPr id="5" name="Footer Placeholder 4">
            <a:extLst>
              <a:ext uri="{FF2B5EF4-FFF2-40B4-BE49-F238E27FC236}">
                <a16:creationId xmlns:a16="http://schemas.microsoft.com/office/drawing/2014/main" id="{EDF927D7-EF1F-49CE-B729-8E64D95D89F1}"/>
              </a:ext>
            </a:extLst>
          </p:cNvPr>
          <p:cNvSpPr>
            <a:spLocks noGrp="1"/>
          </p:cNvSpPr>
          <p:nvPr>
            <p:ph type="ftr" sz="quarter" idx="3"/>
          </p:nvPr>
        </p:nvSpPr>
        <p:spPr>
          <a:xfrm>
            <a:off x="201613" y="6423025"/>
            <a:ext cx="6122987" cy="365125"/>
          </a:xfrm>
          <a:prstGeom prst="rect">
            <a:avLst/>
          </a:prstGeom>
        </p:spPr>
        <p:txBody>
          <a:bodyPr vert="horz" lIns="91440" tIns="45720" rIns="91440" bIns="45720" rtlCol="0" anchor="ctr"/>
          <a:lstStyle>
            <a:lvl1pPr algn="l" eaLnBrk="1" hangingPunct="1">
              <a:defRPr sz="1100">
                <a:solidFill>
                  <a:schemeClr val="tx1">
                    <a:lumMod val="65000"/>
                    <a:lumOff val="35000"/>
                  </a:schemeClr>
                </a:solidFill>
                <a:ea typeface="Angsana New" panose="020B0502040204020203" pitchFamily="18" charset="-34"/>
                <a:cs typeface="Arial" panose="020B0604020202020204" pitchFamily="34" charset="0"/>
              </a:defRPr>
            </a:lvl1pPr>
          </a:lstStyle>
          <a:p>
            <a:pPr>
              <a:defRPr/>
            </a:pPr>
            <a:endParaRPr lang="en-US" altLang="en-US"/>
          </a:p>
        </p:txBody>
      </p:sp>
      <p:sp>
        <p:nvSpPr>
          <p:cNvPr id="6" name="Slide Number Placeholder 5">
            <a:extLst>
              <a:ext uri="{FF2B5EF4-FFF2-40B4-BE49-F238E27FC236}">
                <a16:creationId xmlns:a16="http://schemas.microsoft.com/office/drawing/2014/main" id="{3E81E21C-41C3-4EAB-89CE-E6FB352AEE37}"/>
              </a:ext>
            </a:extLst>
          </p:cNvPr>
          <p:cNvSpPr>
            <a:spLocks noGrp="1"/>
          </p:cNvSpPr>
          <p:nvPr>
            <p:ph type="sldNum" sz="quarter" idx="4"/>
          </p:nvPr>
        </p:nvSpPr>
        <p:spPr>
          <a:xfrm>
            <a:off x="8305800" y="242888"/>
            <a:ext cx="554038" cy="365125"/>
          </a:xfrm>
          <a:prstGeom prst="rect">
            <a:avLst/>
          </a:prstGeom>
        </p:spPr>
        <p:txBody>
          <a:bodyPr vert="horz" lIns="91440" tIns="45720" rIns="91440" bIns="45720" rtlCol="0" anchor="ctr"/>
          <a:lstStyle>
            <a:lvl1pPr algn="r" eaLnBrk="1" hangingPunct="1">
              <a:defRPr sz="1400">
                <a:solidFill>
                  <a:schemeClr val="bg1"/>
                </a:solidFill>
                <a:ea typeface="Angsana New" panose="020B0502040204020203" pitchFamily="18" charset="-34"/>
                <a:cs typeface="Arial" panose="020B0604020202020204" pitchFamily="34" charset="0"/>
              </a:defRPr>
            </a:lvl1pPr>
          </a:lstStyle>
          <a:p>
            <a:pPr>
              <a:defRPr/>
            </a:pPr>
            <a:fld id="{EAC1E9C5-179F-49B5-A20B-74BA07190DB8}" type="slidenum">
              <a:rPr lang="en-US" altLang="en-US"/>
              <a:pPr>
                <a:defRPr/>
              </a:pPr>
              <a:t>‹#›</a:t>
            </a:fld>
            <a:endParaRPr lang="en-US" altLang="en-US"/>
          </a:p>
        </p:txBody>
      </p:sp>
      <p:grpSp>
        <p:nvGrpSpPr>
          <p:cNvPr id="2055" name="Group 8">
            <a:extLst>
              <a:ext uri="{FF2B5EF4-FFF2-40B4-BE49-F238E27FC236}">
                <a16:creationId xmlns:a16="http://schemas.microsoft.com/office/drawing/2014/main" id="{8A8273E5-CDF0-44E1-AEF2-4B755C331FD1}"/>
              </a:ext>
            </a:extLst>
          </p:cNvPr>
          <p:cNvGrpSpPr>
            <a:grpSpLocks/>
          </p:cNvGrpSpPr>
          <p:nvPr/>
        </p:nvGrpSpPr>
        <p:grpSpPr bwMode="auto">
          <a:xfrm>
            <a:off x="-9525" y="1049338"/>
            <a:ext cx="9151938" cy="82550"/>
            <a:chOff x="1" y="591"/>
            <a:chExt cx="5759" cy="52"/>
          </a:xfrm>
        </p:grpSpPr>
        <p:sp>
          <p:nvSpPr>
            <p:cNvPr id="2058" name="Line 9">
              <a:extLst>
                <a:ext uri="{FF2B5EF4-FFF2-40B4-BE49-F238E27FC236}">
                  <a16:creationId xmlns:a16="http://schemas.microsoft.com/office/drawing/2014/main" id="{AB178821-03A3-419C-81A7-AB420E98AE13}"/>
                </a:ext>
              </a:extLst>
            </p:cNvPr>
            <p:cNvSpPr>
              <a:spLocks noChangeShapeType="1"/>
            </p:cNvSpPr>
            <p:nvPr/>
          </p:nvSpPr>
          <p:spPr bwMode="auto">
            <a:xfrm>
              <a:off x="2" y="591"/>
              <a:ext cx="5758" cy="0"/>
            </a:xfrm>
            <a:prstGeom prst="line">
              <a:avLst/>
            </a:prstGeom>
            <a:noFill/>
            <a:ln w="762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59" name="Line 10">
              <a:extLst>
                <a:ext uri="{FF2B5EF4-FFF2-40B4-BE49-F238E27FC236}">
                  <a16:creationId xmlns:a16="http://schemas.microsoft.com/office/drawing/2014/main" id="{108B472A-C3BF-481A-9F84-D86E33569768}"/>
                </a:ext>
              </a:extLst>
            </p:cNvPr>
            <p:cNvSpPr>
              <a:spLocks noChangeShapeType="1"/>
            </p:cNvSpPr>
            <p:nvPr/>
          </p:nvSpPr>
          <p:spPr bwMode="auto">
            <a:xfrm>
              <a:off x="2" y="626"/>
              <a:ext cx="5758" cy="0"/>
            </a:xfrm>
            <a:prstGeom prst="line">
              <a:avLst/>
            </a:prstGeom>
            <a:noFill/>
            <a:ln w="127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60" name="Line 11">
              <a:extLst>
                <a:ext uri="{FF2B5EF4-FFF2-40B4-BE49-F238E27FC236}">
                  <a16:creationId xmlns:a16="http://schemas.microsoft.com/office/drawing/2014/main" id="{6167F5F1-1A8D-4199-B338-C75A3E342958}"/>
                </a:ext>
              </a:extLst>
            </p:cNvPr>
            <p:cNvSpPr>
              <a:spLocks noChangeShapeType="1"/>
            </p:cNvSpPr>
            <p:nvPr/>
          </p:nvSpPr>
          <p:spPr bwMode="auto">
            <a:xfrm>
              <a:off x="1" y="643"/>
              <a:ext cx="5759" cy="0"/>
            </a:xfrm>
            <a:prstGeom prst="line">
              <a:avLst/>
            </a:prstGeom>
            <a:noFill/>
            <a:ln w="127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11" name="文字方塊 8">
            <a:extLst>
              <a:ext uri="{FF2B5EF4-FFF2-40B4-BE49-F238E27FC236}">
                <a16:creationId xmlns:a16="http://schemas.microsoft.com/office/drawing/2014/main" id="{39D8D7C8-DB0C-4C03-B575-1A4A8B41ECA6}"/>
              </a:ext>
            </a:extLst>
          </p:cNvPr>
          <p:cNvSpPr txBox="1"/>
          <p:nvPr/>
        </p:nvSpPr>
        <p:spPr>
          <a:xfrm>
            <a:off x="6810375" y="6540500"/>
            <a:ext cx="2298700" cy="304800"/>
          </a:xfrm>
          <a:prstGeom prst="rect">
            <a:avLst/>
          </a:prstGeom>
          <a:noFill/>
        </p:spPr>
        <p:txBody>
          <a:bodyPr>
            <a:spAutoFit/>
          </a:bodyPr>
          <a:lstStyle>
            <a:lvl1pPr eaLnBrk="0" hangingPunct="0">
              <a:defRPr sz="1400" i="1" u="sng">
                <a:solidFill>
                  <a:srgbClr val="003366"/>
                </a:solidFill>
                <a:latin typeface="Times New Roman" panose="02020603050405020304" pitchFamily="18" charset="0"/>
                <a:ea typeface="新細明體" panose="02020500000000000000" pitchFamily="18" charset="-120"/>
              </a:defRPr>
            </a:lvl1pPr>
            <a:lvl2pPr marL="742950" indent="-285750" eaLnBrk="0" hangingPunct="0">
              <a:defRPr sz="1400" i="1" u="sng">
                <a:solidFill>
                  <a:srgbClr val="003366"/>
                </a:solidFill>
                <a:latin typeface="Times New Roman" panose="02020603050405020304" pitchFamily="18" charset="0"/>
                <a:ea typeface="新細明體" panose="02020500000000000000" pitchFamily="18" charset="-120"/>
              </a:defRPr>
            </a:lvl2pPr>
            <a:lvl3pPr marL="1143000" indent="-228600" eaLnBrk="0" hangingPunct="0">
              <a:defRPr sz="1400" i="1" u="sng">
                <a:solidFill>
                  <a:srgbClr val="003366"/>
                </a:solidFill>
                <a:latin typeface="Times New Roman" panose="02020603050405020304" pitchFamily="18" charset="0"/>
                <a:ea typeface="新細明體" panose="02020500000000000000" pitchFamily="18" charset="-120"/>
              </a:defRPr>
            </a:lvl3pPr>
            <a:lvl4pPr marL="1600200" indent="-228600" eaLnBrk="0" hangingPunct="0">
              <a:defRPr sz="1400" i="1" u="sng">
                <a:solidFill>
                  <a:srgbClr val="003366"/>
                </a:solidFill>
                <a:latin typeface="Times New Roman" panose="02020603050405020304" pitchFamily="18" charset="0"/>
                <a:ea typeface="新細明體" panose="02020500000000000000" pitchFamily="18" charset="-120"/>
              </a:defRPr>
            </a:lvl4pPr>
            <a:lvl5pPr marL="2057400" indent="-228600" eaLnBrk="0" hangingPunct="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algn="r" eaLnBrk="1" hangingPunct="1">
              <a:defRPr/>
            </a:pPr>
            <a:r>
              <a:rPr lang="tr-TR" altLang="zh-TW" u="none">
                <a:solidFill>
                  <a:srgbClr val="7F7F7F"/>
                </a:solidFill>
                <a:cs typeface="Arial" panose="020B0604020202020204" pitchFamily="34" charset="0"/>
              </a:rPr>
              <a:t>Digital Logic Design</a:t>
            </a:r>
            <a:r>
              <a:rPr lang="en-US" altLang="zh-TW" u="none">
                <a:solidFill>
                  <a:srgbClr val="7F7F7F"/>
                </a:solidFill>
                <a:cs typeface="Arial" panose="020B0604020202020204" pitchFamily="34" charset="0"/>
              </a:rPr>
              <a:t> </a:t>
            </a:r>
            <a:r>
              <a:rPr lang="en-US" altLang="zh-TW" i="0" u="none">
                <a:solidFill>
                  <a:srgbClr val="7F7F7F"/>
                </a:solidFill>
                <a:cs typeface="Arial" panose="020B0604020202020204" pitchFamily="34" charset="0"/>
              </a:rPr>
              <a:t>Ch1</a:t>
            </a:r>
            <a:r>
              <a:rPr lang="en-US" altLang="zh-TW" u="none">
                <a:solidFill>
                  <a:srgbClr val="7F7F7F"/>
                </a:solidFill>
                <a:cs typeface="Arial" panose="020B0604020202020204" pitchFamily="34" charset="0"/>
              </a:rPr>
              <a:t>-</a:t>
            </a:r>
            <a:fld id="{6DC67BA1-6048-4382-BF1F-2028CE77E041}" type="slidenum">
              <a:rPr lang="zh-TW" altLang="en-US" i="0" u="none" smtClean="0">
                <a:solidFill>
                  <a:srgbClr val="7F7F7F"/>
                </a:solidFill>
                <a:cs typeface="Arial" panose="020B0604020202020204" pitchFamily="34" charset="0"/>
              </a:rPr>
              <a:pPr algn="r" eaLnBrk="1" hangingPunct="1">
                <a:defRPr/>
              </a:pPr>
              <a:t>‹#›</a:t>
            </a:fld>
            <a:endParaRPr lang="en-US" altLang="zh-TW" i="0" u="none">
              <a:solidFill>
                <a:srgbClr val="7F7F7F"/>
              </a:solidFill>
              <a:cs typeface="Arial" panose="020B0604020202020204" pitchFamily="34" charset="0"/>
            </a:endParaRPr>
          </a:p>
        </p:txBody>
      </p:sp>
      <p:pic>
        <p:nvPicPr>
          <p:cNvPr id="2057" name="Picture 9" descr="logoyil30">
            <a:extLst>
              <a:ext uri="{FF2B5EF4-FFF2-40B4-BE49-F238E27FC236}">
                <a16:creationId xmlns:a16="http://schemas.microsoft.com/office/drawing/2014/main" id="{36409056-45D7-4BFF-9064-AA13E57B38C7}"/>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295275" y="161925"/>
            <a:ext cx="736600" cy="74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45" r:id="rId1"/>
    <p:sldLayoutId id="2147484046" r:id="rId2"/>
    <p:sldLayoutId id="2147484047" r:id="rId3"/>
    <p:sldLayoutId id="2147484048" r:id="rId4"/>
    <p:sldLayoutId id="2147484049" r:id="rId5"/>
    <p:sldLayoutId id="2147484050" r:id="rId6"/>
    <p:sldLayoutId id="2147484051" r:id="rId7"/>
    <p:sldLayoutId id="2147484052" r:id="rId8"/>
    <p:sldLayoutId id="2147484053" r:id="rId9"/>
    <p:sldLayoutId id="2147484054" r:id="rId10"/>
    <p:sldLayoutId id="2147484055" r:id="rId11"/>
    <p:sldLayoutId id="2147484056" r:id="rId12"/>
    <p:sldLayoutId id="2147484057" r:id="rId13"/>
    <p:sldLayoutId id="2147484058" r:id="rId14"/>
    <p:sldLayoutId id="2147484059" r:id="rId15"/>
    <p:sldLayoutId id="2147484060" r:id="rId16"/>
    <p:sldLayoutId id="2147484061" r:id="rId17"/>
    <p:sldLayoutId id="2147484062" r:id="rId18"/>
    <p:sldLayoutId id="2147484063" r:id="rId19"/>
    <p:sldLayoutId id="2147484064" r:id="rId20"/>
    <p:sldLayoutId id="2147484065" r:id="rId21"/>
    <p:sldLayoutId id="2147484066" r:id="rId22"/>
    <p:sldLayoutId id="2147484067" r:id="rId23"/>
  </p:sldLayoutIdLst>
  <p:transition>
    <p:random/>
  </p:transition>
  <p:hf hdr="0" ftr="0"/>
  <p:txStyles>
    <p:titleStyle>
      <a:lvl1pPr algn="l" rtl="0" eaLnBrk="0" fontAlgn="base" hangingPunct="0">
        <a:spcBef>
          <a:spcPct val="0"/>
        </a:spcBef>
        <a:spcAft>
          <a:spcPct val="0"/>
        </a:spcAft>
        <a:defRPr sz="3600" kern="1200">
          <a:solidFill>
            <a:srgbClr val="FF0000"/>
          </a:solidFill>
          <a:latin typeface="+mj-lt"/>
          <a:ea typeface="+mj-ea"/>
          <a:cs typeface="+mj-cs"/>
        </a:defRPr>
      </a:lvl1pPr>
      <a:lvl2pPr algn="l" rtl="0" eaLnBrk="0" fontAlgn="base" hangingPunct="0">
        <a:spcBef>
          <a:spcPct val="0"/>
        </a:spcBef>
        <a:spcAft>
          <a:spcPct val="0"/>
        </a:spcAft>
        <a:defRPr sz="3600">
          <a:solidFill>
            <a:srgbClr val="FF0000"/>
          </a:solidFill>
          <a:latin typeface="Rockwell" panose="02060603020205020403" pitchFamily="18" charset="0"/>
        </a:defRPr>
      </a:lvl2pPr>
      <a:lvl3pPr algn="l" rtl="0" eaLnBrk="0" fontAlgn="base" hangingPunct="0">
        <a:spcBef>
          <a:spcPct val="0"/>
        </a:spcBef>
        <a:spcAft>
          <a:spcPct val="0"/>
        </a:spcAft>
        <a:defRPr sz="3600">
          <a:solidFill>
            <a:srgbClr val="FF0000"/>
          </a:solidFill>
          <a:latin typeface="Rockwell" panose="02060603020205020403" pitchFamily="18" charset="0"/>
        </a:defRPr>
      </a:lvl3pPr>
      <a:lvl4pPr algn="l" rtl="0" eaLnBrk="0" fontAlgn="base" hangingPunct="0">
        <a:spcBef>
          <a:spcPct val="0"/>
        </a:spcBef>
        <a:spcAft>
          <a:spcPct val="0"/>
        </a:spcAft>
        <a:defRPr sz="3600">
          <a:solidFill>
            <a:srgbClr val="FF0000"/>
          </a:solidFill>
          <a:latin typeface="Rockwell" panose="02060603020205020403" pitchFamily="18" charset="0"/>
        </a:defRPr>
      </a:lvl4pPr>
      <a:lvl5pPr algn="l" rtl="0" eaLnBrk="0" fontAlgn="base" hangingPunct="0">
        <a:spcBef>
          <a:spcPct val="0"/>
        </a:spcBef>
        <a:spcAft>
          <a:spcPct val="0"/>
        </a:spcAft>
        <a:defRPr sz="3600">
          <a:solidFill>
            <a:srgbClr val="FF0000"/>
          </a:solidFill>
          <a:latin typeface="Rockwell" panose="02060603020205020403" pitchFamily="18" charset="0"/>
        </a:defRPr>
      </a:lvl5pPr>
      <a:lvl6pPr marL="457200" algn="l" rtl="0" eaLnBrk="1" fontAlgn="base" hangingPunct="1">
        <a:spcBef>
          <a:spcPct val="0"/>
        </a:spcBef>
        <a:spcAft>
          <a:spcPct val="0"/>
        </a:spcAft>
        <a:defRPr sz="3600">
          <a:solidFill>
            <a:srgbClr val="FF0000"/>
          </a:solidFill>
          <a:latin typeface="Rockwell" panose="02060603020205020403" pitchFamily="18" charset="0"/>
        </a:defRPr>
      </a:lvl6pPr>
      <a:lvl7pPr marL="914400" algn="l" rtl="0" eaLnBrk="1" fontAlgn="base" hangingPunct="1">
        <a:spcBef>
          <a:spcPct val="0"/>
        </a:spcBef>
        <a:spcAft>
          <a:spcPct val="0"/>
        </a:spcAft>
        <a:defRPr sz="3600">
          <a:solidFill>
            <a:srgbClr val="FF0000"/>
          </a:solidFill>
          <a:latin typeface="Rockwell" panose="02060603020205020403" pitchFamily="18" charset="0"/>
        </a:defRPr>
      </a:lvl7pPr>
      <a:lvl8pPr marL="1371600" algn="l" rtl="0" eaLnBrk="1" fontAlgn="base" hangingPunct="1">
        <a:spcBef>
          <a:spcPct val="0"/>
        </a:spcBef>
        <a:spcAft>
          <a:spcPct val="0"/>
        </a:spcAft>
        <a:defRPr sz="3600">
          <a:solidFill>
            <a:srgbClr val="FF0000"/>
          </a:solidFill>
          <a:latin typeface="Rockwell" panose="02060603020205020403" pitchFamily="18" charset="0"/>
        </a:defRPr>
      </a:lvl8pPr>
      <a:lvl9pPr marL="1828800" algn="l" rtl="0" eaLnBrk="1" fontAlgn="base" hangingPunct="1">
        <a:spcBef>
          <a:spcPct val="0"/>
        </a:spcBef>
        <a:spcAft>
          <a:spcPct val="0"/>
        </a:spcAft>
        <a:defRPr sz="3600">
          <a:solidFill>
            <a:srgbClr val="FF0000"/>
          </a:solidFill>
          <a:latin typeface="Rockwell" panose="02060603020205020403" pitchFamily="18" charset="0"/>
        </a:defRPr>
      </a:lvl9pPr>
    </p:titleStyle>
    <p:bodyStyle>
      <a:lvl1pPr marL="228600" indent="-228600" algn="l" rtl="0" eaLnBrk="0" fontAlgn="base" hangingPunct="0">
        <a:spcBef>
          <a:spcPts val="2000"/>
        </a:spcBef>
        <a:spcAft>
          <a:spcPct val="0"/>
        </a:spcAft>
        <a:buClr>
          <a:schemeClr val="accent1"/>
        </a:buClr>
        <a:buSzPct val="75000"/>
        <a:buFont typeface="Wingdings" panose="05000000000000000000" pitchFamily="2" charset="2"/>
        <a:buChar char="n"/>
        <a:defRPr sz="2000" kern="1200">
          <a:solidFill>
            <a:srgbClr val="0070C0"/>
          </a:solidFill>
          <a:latin typeface="+mn-lt"/>
          <a:ea typeface="+mn-ea"/>
          <a:cs typeface="+mn-cs"/>
        </a:defRPr>
      </a:lvl1pPr>
      <a:lvl2pPr marL="457200" indent="-228600" algn="l" rtl="0" eaLnBrk="0" fontAlgn="base" hangingPunct="0">
        <a:spcBef>
          <a:spcPts val="600"/>
        </a:spcBef>
        <a:spcAft>
          <a:spcPct val="0"/>
        </a:spcAft>
        <a:buClr>
          <a:srgbClr val="B870B8"/>
        </a:buClr>
        <a:buSzPct val="75000"/>
        <a:buFont typeface="Wingdings" panose="05000000000000000000" pitchFamily="2" charset="2"/>
        <a:buChar char="n"/>
        <a:defRPr kern="1200">
          <a:solidFill>
            <a:srgbClr val="595959"/>
          </a:solidFill>
          <a:latin typeface="+mn-lt"/>
          <a:ea typeface="+mn-ea"/>
          <a:cs typeface="+mn-cs"/>
        </a:defRPr>
      </a:lvl2pPr>
      <a:lvl3pPr marL="685800" indent="-228600" algn="l" rtl="0" eaLnBrk="0" fontAlgn="base" hangingPunct="0">
        <a:spcBef>
          <a:spcPts val="600"/>
        </a:spcBef>
        <a:spcAft>
          <a:spcPct val="0"/>
        </a:spcAft>
        <a:buClr>
          <a:schemeClr val="accent1"/>
        </a:buClr>
        <a:buSzPct val="75000"/>
        <a:buFont typeface="Wingdings" panose="05000000000000000000" pitchFamily="2" charset="2"/>
        <a:buChar char="n"/>
        <a:defRPr kern="1200">
          <a:solidFill>
            <a:srgbClr val="595959"/>
          </a:solidFill>
          <a:latin typeface="+mn-lt"/>
          <a:ea typeface="+mn-ea"/>
          <a:cs typeface="+mn-cs"/>
        </a:defRPr>
      </a:lvl3pPr>
      <a:lvl4pPr marL="914400" indent="-228600" algn="l" rtl="0" eaLnBrk="0" fontAlgn="base" hangingPunct="0">
        <a:spcBef>
          <a:spcPts val="600"/>
        </a:spcBef>
        <a:spcAft>
          <a:spcPct val="0"/>
        </a:spcAft>
        <a:buClr>
          <a:srgbClr val="B870B8"/>
        </a:buClr>
        <a:buSzPct val="75000"/>
        <a:buFont typeface="Wingdings" panose="05000000000000000000" pitchFamily="2" charset="2"/>
        <a:buChar char="n"/>
        <a:defRPr kern="1200">
          <a:solidFill>
            <a:srgbClr val="595959"/>
          </a:solidFill>
          <a:latin typeface="+mn-lt"/>
          <a:ea typeface="+mn-ea"/>
          <a:cs typeface="+mn-cs"/>
        </a:defRPr>
      </a:lvl4pPr>
      <a:lvl5pPr marL="1143000" indent="-228600" algn="l" rtl="0" eaLnBrk="0" fontAlgn="base" hangingPunct="0">
        <a:spcBef>
          <a:spcPts val="600"/>
        </a:spcBef>
        <a:spcAft>
          <a:spcPct val="0"/>
        </a:spcAft>
        <a:buClr>
          <a:schemeClr val="accent1"/>
        </a:buClr>
        <a:buSzPct val="75000"/>
        <a:buFont typeface="Wingdings" panose="05000000000000000000" pitchFamily="2" charset="2"/>
        <a:buChar char="n"/>
        <a:defRPr kern="1200">
          <a:solidFill>
            <a:srgbClr val="595959"/>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3074" name="Group 2">
            <a:extLst>
              <a:ext uri="{FF2B5EF4-FFF2-40B4-BE49-F238E27FC236}">
                <a16:creationId xmlns:a16="http://schemas.microsoft.com/office/drawing/2014/main" id="{7AAB99D4-CE45-4100-952D-B840FB3F90B0}"/>
              </a:ext>
            </a:extLst>
          </p:cNvPr>
          <p:cNvGrpSpPr>
            <a:grpSpLocks/>
          </p:cNvGrpSpPr>
          <p:nvPr/>
        </p:nvGrpSpPr>
        <p:grpSpPr bwMode="auto">
          <a:xfrm>
            <a:off x="0" y="-533400"/>
            <a:ext cx="8686800" cy="4876800"/>
            <a:chOff x="0" y="0"/>
            <a:chExt cx="5472" cy="3072"/>
          </a:xfrm>
        </p:grpSpPr>
        <p:sp>
          <p:nvSpPr>
            <p:cNvPr id="1034" name="Rectangle 3">
              <a:extLst>
                <a:ext uri="{FF2B5EF4-FFF2-40B4-BE49-F238E27FC236}">
                  <a16:creationId xmlns:a16="http://schemas.microsoft.com/office/drawing/2014/main" id="{0186C659-E864-4B73-8C1B-F4F18F5FAF02}"/>
                </a:ext>
              </a:extLst>
            </p:cNvPr>
            <p:cNvSpPr>
              <a:spLocks noChangeArrowheads="1"/>
            </p:cNvSpPr>
            <p:nvPr/>
          </p:nvSpPr>
          <p:spPr bwMode="auto">
            <a:xfrm>
              <a:off x="0" y="0"/>
              <a:ext cx="384" cy="3072"/>
            </a:xfrm>
            <a:prstGeom prst="rect">
              <a:avLst/>
            </a:prstGeom>
            <a:solidFill>
              <a:schemeClr val="accent1"/>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ngsana New" panose="02020603050405020304" pitchFamily="18" charset="-34"/>
                </a:defRPr>
              </a:lvl1pPr>
              <a:lvl2pPr marL="742950" indent="-285750">
                <a:defRPr>
                  <a:solidFill>
                    <a:schemeClr val="tx1"/>
                  </a:solidFill>
                  <a:latin typeface="Arial" panose="020B0604020202020204" pitchFamily="34" charset="0"/>
                  <a:cs typeface="Angsana New" panose="02020603050405020304" pitchFamily="18" charset="-34"/>
                </a:defRPr>
              </a:lvl2pPr>
              <a:lvl3pPr marL="1143000" indent="-228600">
                <a:defRPr>
                  <a:solidFill>
                    <a:schemeClr val="tx1"/>
                  </a:solidFill>
                  <a:latin typeface="Arial" panose="020B0604020202020204" pitchFamily="34" charset="0"/>
                  <a:cs typeface="Angsana New" panose="02020603050405020304" pitchFamily="18" charset="-34"/>
                </a:defRPr>
              </a:lvl3pPr>
              <a:lvl4pPr marL="1600200" indent="-228600">
                <a:defRPr>
                  <a:solidFill>
                    <a:schemeClr val="tx1"/>
                  </a:solidFill>
                  <a:latin typeface="Arial" panose="020B0604020202020204" pitchFamily="34" charset="0"/>
                  <a:cs typeface="Angsana New" panose="02020603050405020304" pitchFamily="18" charset="-34"/>
                </a:defRPr>
              </a:lvl4pPr>
              <a:lvl5pPr marL="2057400" indent="-228600">
                <a:defRPr>
                  <a:solidFill>
                    <a:schemeClr val="tx1"/>
                  </a:solidFill>
                  <a:latin typeface="Arial" panose="020B0604020202020204" pitchFamily="34" charset="0"/>
                  <a:cs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9pPr>
            </a:lstStyle>
            <a:p>
              <a:pPr algn="ctr" eaLnBrk="1" hangingPunct="1">
                <a:defRPr/>
              </a:pPr>
              <a:endParaRPr lang="en-US" altLang="en-US" sz="2400">
                <a:latin typeface="Times New Roman" panose="02020603050405020304" pitchFamily="18" charset="0"/>
                <a:ea typeface="+mn-ea"/>
              </a:endParaRPr>
            </a:p>
          </p:txBody>
        </p:sp>
        <p:grpSp>
          <p:nvGrpSpPr>
            <p:cNvPr id="3083" name="Group 4">
              <a:extLst>
                <a:ext uri="{FF2B5EF4-FFF2-40B4-BE49-F238E27FC236}">
                  <a16:creationId xmlns:a16="http://schemas.microsoft.com/office/drawing/2014/main" id="{1DC3B701-1038-4DC9-9693-A8B29A9666F1}"/>
                </a:ext>
              </a:extLst>
            </p:cNvPr>
            <p:cNvGrpSpPr>
              <a:grpSpLocks/>
            </p:cNvGrpSpPr>
            <p:nvPr/>
          </p:nvGrpSpPr>
          <p:grpSpPr bwMode="auto">
            <a:xfrm>
              <a:off x="240" y="893"/>
              <a:ext cx="5232" cy="115"/>
              <a:chOff x="240" y="893"/>
              <a:chExt cx="5232" cy="115"/>
            </a:xfrm>
          </p:grpSpPr>
          <p:sp>
            <p:nvSpPr>
              <p:cNvPr id="1036" name="Rectangle 5">
                <a:extLst>
                  <a:ext uri="{FF2B5EF4-FFF2-40B4-BE49-F238E27FC236}">
                    <a16:creationId xmlns:a16="http://schemas.microsoft.com/office/drawing/2014/main" id="{8E3F94E1-0712-4F68-8BBB-823136F7A48F}"/>
                  </a:ext>
                </a:extLst>
              </p:cNvPr>
              <p:cNvSpPr>
                <a:spLocks noChangeArrowheads="1"/>
              </p:cNvSpPr>
              <p:nvPr/>
            </p:nvSpPr>
            <p:spPr bwMode="auto">
              <a:xfrm>
                <a:off x="4320" y="893"/>
                <a:ext cx="1152" cy="115"/>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ngsana New" panose="02020603050405020304" pitchFamily="18" charset="-34"/>
                  </a:defRPr>
                </a:lvl1pPr>
                <a:lvl2pPr marL="742950" indent="-285750">
                  <a:defRPr>
                    <a:solidFill>
                      <a:schemeClr val="tx1"/>
                    </a:solidFill>
                    <a:latin typeface="Arial" panose="020B0604020202020204" pitchFamily="34" charset="0"/>
                    <a:cs typeface="Angsana New" panose="02020603050405020304" pitchFamily="18" charset="-34"/>
                  </a:defRPr>
                </a:lvl2pPr>
                <a:lvl3pPr marL="1143000" indent="-228600">
                  <a:defRPr>
                    <a:solidFill>
                      <a:schemeClr val="tx1"/>
                    </a:solidFill>
                    <a:latin typeface="Arial" panose="020B0604020202020204" pitchFamily="34" charset="0"/>
                    <a:cs typeface="Angsana New" panose="02020603050405020304" pitchFamily="18" charset="-34"/>
                  </a:defRPr>
                </a:lvl3pPr>
                <a:lvl4pPr marL="1600200" indent="-228600">
                  <a:defRPr>
                    <a:solidFill>
                      <a:schemeClr val="tx1"/>
                    </a:solidFill>
                    <a:latin typeface="Arial" panose="020B0604020202020204" pitchFamily="34" charset="0"/>
                    <a:cs typeface="Angsana New" panose="02020603050405020304" pitchFamily="18" charset="-34"/>
                  </a:defRPr>
                </a:lvl4pPr>
                <a:lvl5pPr marL="2057400" indent="-228600">
                  <a:defRPr>
                    <a:solidFill>
                      <a:schemeClr val="tx1"/>
                    </a:solidFill>
                    <a:latin typeface="Arial" panose="020B0604020202020204" pitchFamily="34" charset="0"/>
                    <a:cs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9pPr>
              </a:lstStyle>
              <a:p>
                <a:pPr algn="ctr" eaLnBrk="1" hangingPunct="1">
                  <a:defRPr/>
                </a:pPr>
                <a:endParaRPr lang="en-US" altLang="en-US" sz="2400">
                  <a:latin typeface="Times New Roman" panose="02020603050405020304" pitchFamily="18" charset="0"/>
                  <a:ea typeface="+mn-ea"/>
                </a:endParaRPr>
              </a:p>
            </p:txBody>
          </p:sp>
          <p:sp>
            <p:nvSpPr>
              <p:cNvPr id="3085" name="Line 6">
                <a:extLst>
                  <a:ext uri="{FF2B5EF4-FFF2-40B4-BE49-F238E27FC236}">
                    <a16:creationId xmlns:a16="http://schemas.microsoft.com/office/drawing/2014/main" id="{F5EFC0ED-3A13-4B81-A43A-A26DFE2A9C80}"/>
                  </a:ext>
                </a:extLst>
              </p:cNvPr>
              <p:cNvSpPr>
                <a:spLocks noChangeShapeType="1"/>
              </p:cNvSpPr>
              <p:nvPr/>
            </p:nvSpPr>
            <p:spPr bwMode="auto">
              <a:xfrm>
                <a:off x="240" y="941"/>
                <a:ext cx="5232"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sp>
        <p:nvSpPr>
          <p:cNvPr id="3075" name="Rectangle 7">
            <a:extLst>
              <a:ext uri="{FF2B5EF4-FFF2-40B4-BE49-F238E27FC236}">
                <a16:creationId xmlns:a16="http://schemas.microsoft.com/office/drawing/2014/main" id="{6AEA2902-9058-4F51-B673-2C3E7247DC01}"/>
              </a:ext>
            </a:extLst>
          </p:cNvPr>
          <p:cNvSpPr>
            <a:spLocks noGrp="1" noChangeArrowheads="1"/>
          </p:cNvSpPr>
          <p:nvPr>
            <p:ph type="title"/>
          </p:nvPr>
        </p:nvSpPr>
        <p:spPr bwMode="auto">
          <a:xfrm>
            <a:off x="914400" y="152400"/>
            <a:ext cx="7772400" cy="712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3076" name="Rectangle 8">
            <a:extLst>
              <a:ext uri="{FF2B5EF4-FFF2-40B4-BE49-F238E27FC236}">
                <a16:creationId xmlns:a16="http://schemas.microsoft.com/office/drawing/2014/main" id="{7E93C493-FECF-435B-AADE-B4DFC21B7063}"/>
              </a:ext>
            </a:extLst>
          </p:cNvPr>
          <p:cNvSpPr>
            <a:spLocks noGrp="1" noChangeArrowheads="1"/>
          </p:cNvSpPr>
          <p:nvPr>
            <p:ph type="body" idx="1"/>
          </p:nvPr>
        </p:nvSpPr>
        <p:spPr bwMode="auto">
          <a:xfrm>
            <a:off x="685800" y="1066800"/>
            <a:ext cx="8077200"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th-TH" altLang="en-US"/>
          </a:p>
        </p:txBody>
      </p:sp>
      <p:sp>
        <p:nvSpPr>
          <p:cNvPr id="597001" name="Rectangle 9">
            <a:extLst>
              <a:ext uri="{FF2B5EF4-FFF2-40B4-BE49-F238E27FC236}">
                <a16:creationId xmlns:a16="http://schemas.microsoft.com/office/drawing/2014/main" id="{2B34976F-6F10-4886-8207-7F2A62AFA80C}"/>
              </a:ext>
            </a:extLst>
          </p:cNvPr>
          <p:cNvSpPr>
            <a:spLocks noGrp="1" noChangeArrowheads="1"/>
          </p:cNvSpPr>
          <p:nvPr>
            <p:ph type="dt" sz="half" idx="2"/>
          </p:nvPr>
        </p:nvSpPr>
        <p:spPr bwMode="auto">
          <a:xfrm>
            <a:off x="914400" y="6477000"/>
            <a:ext cx="1981200" cy="23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000">
                <a:ea typeface="Angsana New" panose="020B0502040204020203" pitchFamily="18" charset="-34"/>
                <a:cs typeface="Arial" panose="020B0604020202020204" pitchFamily="34" charset="0"/>
              </a:defRPr>
            </a:lvl1pPr>
          </a:lstStyle>
          <a:p>
            <a:pPr>
              <a:defRPr/>
            </a:pPr>
            <a:fld id="{B8B25350-D5B1-4B42-963C-680501185571}" type="datetime4">
              <a:rPr lang="en-US" altLang="en-US" smtClean="0"/>
              <a:t>February 26, 2024</a:t>
            </a:fld>
            <a:endParaRPr lang="en-US" altLang="en-US"/>
          </a:p>
        </p:txBody>
      </p:sp>
      <p:sp>
        <p:nvSpPr>
          <p:cNvPr id="597002" name="Rectangle 10">
            <a:extLst>
              <a:ext uri="{FF2B5EF4-FFF2-40B4-BE49-F238E27FC236}">
                <a16:creationId xmlns:a16="http://schemas.microsoft.com/office/drawing/2014/main" id="{1132E334-1383-4EAB-9C9A-5F3FD3A46352}"/>
              </a:ext>
            </a:extLst>
          </p:cNvPr>
          <p:cNvSpPr>
            <a:spLocks noGrp="1" noChangeArrowheads="1"/>
          </p:cNvSpPr>
          <p:nvPr>
            <p:ph type="ftr" sz="quarter" idx="3"/>
          </p:nvPr>
        </p:nvSpPr>
        <p:spPr bwMode="auto">
          <a:xfrm>
            <a:off x="3352800" y="6400800"/>
            <a:ext cx="2971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000">
                <a:ea typeface="Angsana New" panose="020B0502040204020203" pitchFamily="18" charset="-34"/>
                <a:cs typeface="Arial" panose="020B0604020202020204" pitchFamily="34" charset="0"/>
              </a:defRPr>
            </a:lvl1pPr>
          </a:lstStyle>
          <a:p>
            <a:pPr>
              <a:defRPr/>
            </a:pPr>
            <a:endParaRPr lang="en-US" altLang="en-US"/>
          </a:p>
        </p:txBody>
      </p:sp>
      <p:sp>
        <p:nvSpPr>
          <p:cNvPr id="597003" name="Rectangle 11">
            <a:extLst>
              <a:ext uri="{FF2B5EF4-FFF2-40B4-BE49-F238E27FC236}">
                <a16:creationId xmlns:a16="http://schemas.microsoft.com/office/drawing/2014/main" id="{40925F71-ADD2-49DD-86AF-348C756384E7}"/>
              </a:ext>
            </a:extLst>
          </p:cNvPr>
          <p:cNvSpPr>
            <a:spLocks noGrp="1" noChangeArrowheads="1"/>
          </p:cNvSpPr>
          <p:nvPr>
            <p:ph type="sldNum" sz="quarter" idx="4"/>
          </p:nvPr>
        </p:nvSpPr>
        <p:spPr bwMode="auto">
          <a:xfrm>
            <a:off x="6781800" y="6553200"/>
            <a:ext cx="1905000"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000">
                <a:ea typeface="Angsana New" panose="020B0502040204020203" pitchFamily="18" charset="-34"/>
                <a:cs typeface="Arial" panose="020B0604020202020204" pitchFamily="34" charset="0"/>
              </a:defRPr>
            </a:lvl1pPr>
          </a:lstStyle>
          <a:p>
            <a:pPr>
              <a:defRPr/>
            </a:pPr>
            <a:fld id="{E8115678-9089-447D-842A-6F2C91E58983}" type="slidenum">
              <a:rPr lang="en-US" altLang="en-US"/>
              <a:pPr>
                <a:defRPr/>
              </a:pPr>
              <a:t>‹#›</a:t>
            </a:fld>
            <a:endParaRPr lang="en-US" altLang="en-US"/>
          </a:p>
        </p:txBody>
      </p:sp>
      <p:sp>
        <p:nvSpPr>
          <p:cNvPr id="3080" name="Line 12">
            <a:extLst>
              <a:ext uri="{FF2B5EF4-FFF2-40B4-BE49-F238E27FC236}">
                <a16:creationId xmlns:a16="http://schemas.microsoft.com/office/drawing/2014/main" id="{4B1389F9-476E-4E83-9AF8-F7E761E0E687}"/>
              </a:ext>
            </a:extLst>
          </p:cNvPr>
          <p:cNvSpPr>
            <a:spLocks noChangeShapeType="1"/>
          </p:cNvSpPr>
          <p:nvPr/>
        </p:nvSpPr>
        <p:spPr bwMode="auto">
          <a:xfrm>
            <a:off x="0" y="4876800"/>
            <a:ext cx="609600" cy="0"/>
          </a:xfrm>
          <a:prstGeom prst="line">
            <a:avLst/>
          </a:prstGeom>
          <a:noFill/>
          <a:ln w="444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3081" name="Picture 13" descr="emu_300x300_72dpi_black">
            <a:extLst>
              <a:ext uri="{FF2B5EF4-FFF2-40B4-BE49-F238E27FC236}">
                <a16:creationId xmlns:a16="http://schemas.microsoft.com/office/drawing/2014/main" id="{6FFF7B09-08DB-496A-AB73-4C7C597D3FC2}"/>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79388" y="188913"/>
            <a:ext cx="6477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68" r:id="rId1"/>
    <p:sldLayoutId id="2147484033" r:id="rId2"/>
    <p:sldLayoutId id="2147484034" r:id="rId3"/>
    <p:sldLayoutId id="2147484035" r:id="rId4"/>
    <p:sldLayoutId id="2147484036" r:id="rId5"/>
    <p:sldLayoutId id="2147484037" r:id="rId6"/>
    <p:sldLayoutId id="2147484038" r:id="rId7"/>
    <p:sldLayoutId id="2147484039" r:id="rId8"/>
    <p:sldLayoutId id="2147484040" r:id="rId9"/>
    <p:sldLayoutId id="2147484041" r:id="rId10"/>
    <p:sldLayoutId id="2147484042" r:id="rId11"/>
    <p:sldLayoutId id="2147484043" r:id="rId12"/>
  </p:sldLayoutIdLst>
  <p:transition>
    <p:random/>
  </p:transition>
  <p:hf hdr="0" ftr="0"/>
  <p:txStyles>
    <p:titleStyle>
      <a:lvl1pPr algn="l" rtl="0" eaLnBrk="0" fontAlgn="base" hangingPunct="0">
        <a:spcBef>
          <a:spcPct val="0"/>
        </a:spcBef>
        <a:spcAft>
          <a:spcPct val="0"/>
        </a:spcAft>
        <a:defRPr sz="4200" kern="1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Times New Roman" panose="02020603050405020304" pitchFamily="18" charset="0"/>
          <a:cs typeface="Arial" panose="020B0604020202020204" pitchFamily="34" charset="0"/>
        </a:defRPr>
      </a:lvl2pPr>
      <a:lvl3pPr algn="l" rtl="0" eaLnBrk="0" fontAlgn="base" hangingPunct="0">
        <a:spcBef>
          <a:spcPct val="0"/>
        </a:spcBef>
        <a:spcAft>
          <a:spcPct val="0"/>
        </a:spcAft>
        <a:defRPr sz="4200">
          <a:solidFill>
            <a:schemeClr val="tx2"/>
          </a:solidFill>
          <a:latin typeface="Times New Roman" panose="02020603050405020304" pitchFamily="18" charset="0"/>
          <a:cs typeface="Arial" panose="020B0604020202020204" pitchFamily="34" charset="0"/>
        </a:defRPr>
      </a:lvl3pPr>
      <a:lvl4pPr algn="l" rtl="0" eaLnBrk="0" fontAlgn="base" hangingPunct="0">
        <a:spcBef>
          <a:spcPct val="0"/>
        </a:spcBef>
        <a:spcAft>
          <a:spcPct val="0"/>
        </a:spcAft>
        <a:defRPr sz="4200">
          <a:solidFill>
            <a:schemeClr val="tx2"/>
          </a:solidFill>
          <a:latin typeface="Times New Roman" panose="02020603050405020304" pitchFamily="18" charset="0"/>
          <a:cs typeface="Arial" panose="020B0604020202020204" pitchFamily="34" charset="0"/>
        </a:defRPr>
      </a:lvl4pPr>
      <a:lvl5pPr algn="l" rtl="0" eaLnBrk="0" fontAlgn="base" hangingPunct="0">
        <a:spcBef>
          <a:spcPct val="0"/>
        </a:spcBef>
        <a:spcAft>
          <a:spcPct val="0"/>
        </a:spcAft>
        <a:defRPr sz="4200">
          <a:solidFill>
            <a:schemeClr val="tx2"/>
          </a:solidFill>
          <a:latin typeface="Times New Roman" panose="02020603050405020304" pitchFamily="18" charset="0"/>
          <a:cs typeface="Arial" panose="020B0604020202020204" pitchFamily="34" charset="0"/>
        </a:defRPr>
      </a:lvl5pPr>
      <a:lvl6pPr marL="457200" algn="l" rtl="0" eaLnBrk="1" fontAlgn="base" hangingPunct="1">
        <a:spcBef>
          <a:spcPct val="0"/>
        </a:spcBef>
        <a:spcAft>
          <a:spcPct val="0"/>
        </a:spcAft>
        <a:defRPr sz="4200">
          <a:solidFill>
            <a:schemeClr val="tx2"/>
          </a:solidFill>
          <a:latin typeface="Times New Roman" panose="02020603050405020304" pitchFamily="18" charset="0"/>
          <a:cs typeface="Arial" panose="020B0604020202020204" pitchFamily="34" charset="0"/>
        </a:defRPr>
      </a:lvl6pPr>
      <a:lvl7pPr marL="914400" algn="l" rtl="0" eaLnBrk="1" fontAlgn="base" hangingPunct="1">
        <a:spcBef>
          <a:spcPct val="0"/>
        </a:spcBef>
        <a:spcAft>
          <a:spcPct val="0"/>
        </a:spcAft>
        <a:defRPr sz="4200">
          <a:solidFill>
            <a:schemeClr val="tx2"/>
          </a:solidFill>
          <a:latin typeface="Times New Roman" panose="02020603050405020304" pitchFamily="18" charset="0"/>
          <a:cs typeface="Arial" panose="020B0604020202020204" pitchFamily="34" charset="0"/>
        </a:defRPr>
      </a:lvl7pPr>
      <a:lvl8pPr marL="1371600" algn="l" rtl="0" eaLnBrk="1" fontAlgn="base" hangingPunct="1">
        <a:spcBef>
          <a:spcPct val="0"/>
        </a:spcBef>
        <a:spcAft>
          <a:spcPct val="0"/>
        </a:spcAft>
        <a:defRPr sz="4200">
          <a:solidFill>
            <a:schemeClr val="tx2"/>
          </a:solidFill>
          <a:latin typeface="Times New Roman" panose="02020603050405020304" pitchFamily="18" charset="0"/>
          <a:cs typeface="Arial" panose="020B0604020202020204" pitchFamily="34" charset="0"/>
        </a:defRPr>
      </a:lvl8pPr>
      <a:lvl9pPr marL="1828800" algn="l" rtl="0" eaLnBrk="1" fontAlgn="base" hangingPunct="1">
        <a:spcBef>
          <a:spcPct val="0"/>
        </a:spcBef>
        <a:spcAft>
          <a:spcPct val="0"/>
        </a:spcAft>
        <a:defRPr sz="4200">
          <a:solidFill>
            <a:schemeClr val="tx2"/>
          </a:solidFill>
          <a:latin typeface="Times New Roman" panose="02020603050405020304" pitchFamily="18" charset="0"/>
          <a:cs typeface="Arial" panose="020B0604020202020204" pitchFamily="34" charset="0"/>
        </a:defRPr>
      </a:lvl9pPr>
    </p:titleStyle>
    <p:bodyStyle>
      <a:lvl1pPr marL="342900" indent="-342900" algn="l" rtl="0" eaLnBrk="0" fontAlgn="base" hangingPunct="0">
        <a:spcBef>
          <a:spcPct val="20000"/>
        </a:spcBef>
        <a:spcAft>
          <a:spcPct val="0"/>
        </a:spcAft>
        <a:buClr>
          <a:schemeClr val="folHlink"/>
        </a:buClr>
        <a:buSzPct val="90000"/>
        <a:buFont typeface="Wingdings" panose="05000000000000000000" pitchFamily="2" charset="2"/>
        <a:buChar char="n"/>
        <a:defRPr sz="24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75000"/>
        <a:buFont typeface="Wingdings" panose="05000000000000000000" pitchFamily="2" charset="2"/>
        <a:buChar char="q"/>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5000"/>
        <a:buFont typeface="Wingdings" panose="05000000000000000000" pitchFamily="2" charset="2"/>
        <a:buChar char="q"/>
        <a:defRPr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1"/>
        </a:buClr>
        <a:buFont typeface="Wingdings" panose="05000000000000000000" pitchFamily="2" charset="2"/>
        <a:buChar char="§"/>
        <a:defRPr sz="16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Font typeface="Wingdings" panose="05000000000000000000" pitchFamily="2" charset="2"/>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Rectangle 5">
            <a:extLst>
              <a:ext uri="{FF2B5EF4-FFF2-40B4-BE49-F238E27FC236}">
                <a16:creationId xmlns:a16="http://schemas.microsoft.com/office/drawing/2014/main" id="{43B9EDA4-1352-4769-B93C-9CC448C4110B}"/>
              </a:ext>
            </a:extLst>
          </p:cNvPr>
          <p:cNvSpPr>
            <a:spLocks noGrp="1" noChangeArrowheads="1"/>
          </p:cNvSpPr>
          <p:nvPr>
            <p:ph type="body" idx="1"/>
          </p:nvPr>
        </p:nvSpPr>
        <p:spPr bwMode="auto">
          <a:xfrm>
            <a:off x="307975" y="1295400"/>
            <a:ext cx="8570913" cy="520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0488" tIns="44450" rIns="90488" bIns="44450" numCol="1" anchor="t" anchorCtr="0" compatLnSpc="1">
            <a:prstTxWarp prst="textNoShape">
              <a:avLst/>
            </a:prstTxWarp>
          </a:bodyPr>
          <a:lstStyle/>
          <a:p>
            <a:pPr lvl="0"/>
            <a:r>
              <a:rPr lang="zh-TW" altLang="en-US"/>
              <a:t>按一下以編輯母片</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099" name="Rectangle 7">
            <a:extLst>
              <a:ext uri="{FF2B5EF4-FFF2-40B4-BE49-F238E27FC236}">
                <a16:creationId xmlns:a16="http://schemas.microsoft.com/office/drawing/2014/main" id="{86D4C91F-1F85-4112-9534-FAEBE9089E81}"/>
              </a:ext>
            </a:extLst>
          </p:cNvPr>
          <p:cNvSpPr>
            <a:spLocks noGrp="1" noChangeArrowheads="1"/>
          </p:cNvSpPr>
          <p:nvPr>
            <p:ph type="title"/>
          </p:nvPr>
        </p:nvSpPr>
        <p:spPr bwMode="auto">
          <a:xfrm>
            <a:off x="298450" y="228600"/>
            <a:ext cx="85756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lvl="0"/>
            <a:r>
              <a:rPr lang="en-US" altLang="zh-TW"/>
              <a:t>Click to edit Master title style</a:t>
            </a:r>
          </a:p>
        </p:txBody>
      </p:sp>
      <p:grpSp>
        <p:nvGrpSpPr>
          <p:cNvPr id="4100" name="Group 8">
            <a:extLst>
              <a:ext uri="{FF2B5EF4-FFF2-40B4-BE49-F238E27FC236}">
                <a16:creationId xmlns:a16="http://schemas.microsoft.com/office/drawing/2014/main" id="{945E2843-C615-4537-8B6C-4C03279B19F0}"/>
              </a:ext>
            </a:extLst>
          </p:cNvPr>
          <p:cNvGrpSpPr>
            <a:grpSpLocks/>
          </p:cNvGrpSpPr>
          <p:nvPr/>
        </p:nvGrpSpPr>
        <p:grpSpPr bwMode="auto">
          <a:xfrm>
            <a:off x="-9525" y="1049338"/>
            <a:ext cx="9151938" cy="82550"/>
            <a:chOff x="1" y="591"/>
            <a:chExt cx="5759" cy="52"/>
          </a:xfrm>
        </p:grpSpPr>
        <p:sp>
          <p:nvSpPr>
            <p:cNvPr id="4103" name="Line 9">
              <a:extLst>
                <a:ext uri="{FF2B5EF4-FFF2-40B4-BE49-F238E27FC236}">
                  <a16:creationId xmlns:a16="http://schemas.microsoft.com/office/drawing/2014/main" id="{D3FD8793-9705-4B49-BB50-C5CE1789EEAF}"/>
                </a:ext>
              </a:extLst>
            </p:cNvPr>
            <p:cNvSpPr>
              <a:spLocks noChangeShapeType="1"/>
            </p:cNvSpPr>
            <p:nvPr/>
          </p:nvSpPr>
          <p:spPr bwMode="auto">
            <a:xfrm>
              <a:off x="2" y="591"/>
              <a:ext cx="5758" cy="0"/>
            </a:xfrm>
            <a:prstGeom prst="line">
              <a:avLst/>
            </a:prstGeom>
            <a:noFill/>
            <a:ln w="762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104" name="Line 10">
              <a:extLst>
                <a:ext uri="{FF2B5EF4-FFF2-40B4-BE49-F238E27FC236}">
                  <a16:creationId xmlns:a16="http://schemas.microsoft.com/office/drawing/2014/main" id="{B99A43B9-5B41-4094-8A75-EC64B6D0DD1D}"/>
                </a:ext>
              </a:extLst>
            </p:cNvPr>
            <p:cNvSpPr>
              <a:spLocks noChangeShapeType="1"/>
            </p:cNvSpPr>
            <p:nvPr/>
          </p:nvSpPr>
          <p:spPr bwMode="auto">
            <a:xfrm>
              <a:off x="2" y="626"/>
              <a:ext cx="5758" cy="0"/>
            </a:xfrm>
            <a:prstGeom prst="line">
              <a:avLst/>
            </a:prstGeom>
            <a:noFill/>
            <a:ln w="127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105" name="Line 11">
              <a:extLst>
                <a:ext uri="{FF2B5EF4-FFF2-40B4-BE49-F238E27FC236}">
                  <a16:creationId xmlns:a16="http://schemas.microsoft.com/office/drawing/2014/main" id="{04B48040-2F6D-4CEA-A659-7B33B726C626}"/>
                </a:ext>
              </a:extLst>
            </p:cNvPr>
            <p:cNvSpPr>
              <a:spLocks noChangeShapeType="1"/>
            </p:cNvSpPr>
            <p:nvPr/>
          </p:nvSpPr>
          <p:spPr bwMode="auto">
            <a:xfrm>
              <a:off x="1" y="643"/>
              <a:ext cx="5759" cy="0"/>
            </a:xfrm>
            <a:prstGeom prst="line">
              <a:avLst/>
            </a:prstGeom>
            <a:noFill/>
            <a:ln w="127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9" name="文字方塊 8">
            <a:extLst>
              <a:ext uri="{FF2B5EF4-FFF2-40B4-BE49-F238E27FC236}">
                <a16:creationId xmlns:a16="http://schemas.microsoft.com/office/drawing/2014/main" id="{750454F3-716F-4394-BF1B-5F6E621989C5}"/>
              </a:ext>
            </a:extLst>
          </p:cNvPr>
          <p:cNvSpPr txBox="1"/>
          <p:nvPr/>
        </p:nvSpPr>
        <p:spPr>
          <a:xfrm>
            <a:off x="6810375" y="6540500"/>
            <a:ext cx="2298700" cy="304800"/>
          </a:xfrm>
          <a:prstGeom prst="rect">
            <a:avLst/>
          </a:prstGeom>
          <a:noFill/>
        </p:spPr>
        <p:txBody>
          <a:bodyPr>
            <a:spAutoFit/>
          </a:bodyPr>
          <a:lstStyle>
            <a:lvl1pPr eaLnBrk="0" hangingPunct="0">
              <a:defRPr sz="1400" i="1" u="sng">
                <a:solidFill>
                  <a:srgbClr val="003366"/>
                </a:solidFill>
                <a:latin typeface="Times New Roman" panose="02020603050405020304" pitchFamily="18" charset="0"/>
                <a:ea typeface="新細明體" panose="02020500000000000000" pitchFamily="18" charset="-120"/>
              </a:defRPr>
            </a:lvl1pPr>
            <a:lvl2pPr marL="742950" indent="-285750" eaLnBrk="0" hangingPunct="0">
              <a:defRPr sz="1400" i="1" u="sng">
                <a:solidFill>
                  <a:srgbClr val="003366"/>
                </a:solidFill>
                <a:latin typeface="Times New Roman" panose="02020603050405020304" pitchFamily="18" charset="0"/>
                <a:ea typeface="新細明體" panose="02020500000000000000" pitchFamily="18" charset="-120"/>
              </a:defRPr>
            </a:lvl2pPr>
            <a:lvl3pPr marL="1143000" indent="-228600" eaLnBrk="0" hangingPunct="0">
              <a:defRPr sz="1400" i="1" u="sng">
                <a:solidFill>
                  <a:srgbClr val="003366"/>
                </a:solidFill>
                <a:latin typeface="Times New Roman" panose="02020603050405020304" pitchFamily="18" charset="0"/>
                <a:ea typeface="新細明體" panose="02020500000000000000" pitchFamily="18" charset="-120"/>
              </a:defRPr>
            </a:lvl3pPr>
            <a:lvl4pPr marL="1600200" indent="-228600" eaLnBrk="0" hangingPunct="0">
              <a:defRPr sz="1400" i="1" u="sng">
                <a:solidFill>
                  <a:srgbClr val="003366"/>
                </a:solidFill>
                <a:latin typeface="Times New Roman" panose="02020603050405020304" pitchFamily="18" charset="0"/>
                <a:ea typeface="新細明體" panose="02020500000000000000" pitchFamily="18" charset="-120"/>
              </a:defRPr>
            </a:lvl4pPr>
            <a:lvl5pPr marL="2057400" indent="-228600" eaLnBrk="0" hangingPunct="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algn="r" eaLnBrk="1" hangingPunct="1">
              <a:defRPr/>
            </a:pPr>
            <a:r>
              <a:rPr lang="tr-TR" altLang="zh-TW" u="none">
                <a:solidFill>
                  <a:srgbClr val="7F7F7F"/>
                </a:solidFill>
                <a:cs typeface="Arial" panose="020B0604020202020204" pitchFamily="34" charset="0"/>
              </a:rPr>
              <a:t>Digital Logic Design</a:t>
            </a:r>
            <a:r>
              <a:rPr lang="en-US" altLang="zh-TW" u="none">
                <a:solidFill>
                  <a:srgbClr val="7F7F7F"/>
                </a:solidFill>
                <a:cs typeface="Arial" panose="020B0604020202020204" pitchFamily="34" charset="0"/>
              </a:rPr>
              <a:t> </a:t>
            </a:r>
            <a:r>
              <a:rPr lang="en-US" altLang="zh-TW" i="0" u="none">
                <a:solidFill>
                  <a:srgbClr val="7F7F7F"/>
                </a:solidFill>
                <a:cs typeface="Arial" panose="020B0604020202020204" pitchFamily="34" charset="0"/>
              </a:rPr>
              <a:t>Ch1</a:t>
            </a:r>
            <a:r>
              <a:rPr lang="en-US" altLang="zh-TW" u="none">
                <a:solidFill>
                  <a:srgbClr val="7F7F7F"/>
                </a:solidFill>
                <a:cs typeface="Arial" panose="020B0604020202020204" pitchFamily="34" charset="0"/>
              </a:rPr>
              <a:t>-</a:t>
            </a:r>
            <a:fld id="{73AB4636-F3A7-4DEA-AF14-F79885A739CA}" type="slidenum">
              <a:rPr lang="zh-TW" altLang="en-US" i="0" u="none" smtClean="0">
                <a:solidFill>
                  <a:srgbClr val="7F7F7F"/>
                </a:solidFill>
                <a:cs typeface="Arial" panose="020B0604020202020204" pitchFamily="34" charset="0"/>
              </a:rPr>
              <a:pPr algn="r" eaLnBrk="1" hangingPunct="1">
                <a:defRPr/>
              </a:pPr>
              <a:t>‹#›</a:t>
            </a:fld>
            <a:endParaRPr lang="en-US" altLang="zh-TW" i="0" u="none">
              <a:solidFill>
                <a:srgbClr val="7F7F7F"/>
              </a:solidFill>
              <a:cs typeface="Arial" panose="020B0604020202020204" pitchFamily="34" charset="0"/>
            </a:endParaRPr>
          </a:p>
        </p:txBody>
      </p:sp>
      <p:pic>
        <p:nvPicPr>
          <p:cNvPr id="4102" name="Picture 9" descr="logoyil30">
            <a:extLst>
              <a:ext uri="{FF2B5EF4-FFF2-40B4-BE49-F238E27FC236}">
                <a16:creationId xmlns:a16="http://schemas.microsoft.com/office/drawing/2014/main" id="{E08EE95F-7194-462B-B895-417B50D0BDDC}"/>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95275" y="161925"/>
            <a:ext cx="736600" cy="74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69" r:id="rId1"/>
    <p:sldLayoutId id="2147484070" r:id="rId2"/>
    <p:sldLayoutId id="2147484071" r:id="rId3"/>
    <p:sldLayoutId id="2147484072" r:id="rId4"/>
    <p:sldLayoutId id="2147484073" r:id="rId5"/>
    <p:sldLayoutId id="2147484074" r:id="rId6"/>
    <p:sldLayoutId id="2147484075" r:id="rId7"/>
    <p:sldLayoutId id="2147484076" r:id="rId8"/>
    <p:sldLayoutId id="2147484077" r:id="rId9"/>
    <p:sldLayoutId id="2147484078" r:id="rId10"/>
    <p:sldLayoutId id="2147484079" r:id="rId11"/>
    <p:sldLayoutId id="2147484080" r:id="rId12"/>
  </p:sldLayoutIdLst>
  <p:hf hdr="0" ftr="0"/>
  <p:txStyles>
    <p:titleStyle>
      <a:lvl1pPr algn="ctr" rtl="0" eaLnBrk="0" fontAlgn="base" hangingPunct="0">
        <a:spcBef>
          <a:spcPct val="0"/>
        </a:spcBef>
        <a:spcAft>
          <a:spcPct val="0"/>
        </a:spcAft>
        <a:defRPr kumimoji="1" sz="3600">
          <a:solidFill>
            <a:schemeClr val="tx1"/>
          </a:solidFill>
          <a:latin typeface="+mj-lt"/>
          <a:ea typeface="+mj-ea"/>
          <a:cs typeface="+mj-cs"/>
        </a:defRPr>
      </a:lvl1pPr>
      <a:lvl2pPr algn="ctr" rtl="0" eaLnBrk="0" fontAlgn="base" hangingPunct="0">
        <a:spcBef>
          <a:spcPct val="0"/>
        </a:spcBef>
        <a:spcAft>
          <a:spcPct val="0"/>
        </a:spcAft>
        <a:defRPr kumimoji="1" sz="3600">
          <a:solidFill>
            <a:schemeClr val="tx1"/>
          </a:solidFill>
          <a:latin typeface="Book Antiqua" pitchFamily="18" charset="0"/>
          <a:ea typeface="新細明體" pitchFamily="18" charset="-120"/>
        </a:defRPr>
      </a:lvl2pPr>
      <a:lvl3pPr algn="ctr" rtl="0" eaLnBrk="0" fontAlgn="base" hangingPunct="0">
        <a:spcBef>
          <a:spcPct val="0"/>
        </a:spcBef>
        <a:spcAft>
          <a:spcPct val="0"/>
        </a:spcAft>
        <a:defRPr kumimoji="1" sz="3600">
          <a:solidFill>
            <a:schemeClr val="tx1"/>
          </a:solidFill>
          <a:latin typeface="Book Antiqua" pitchFamily="18" charset="0"/>
          <a:ea typeface="新細明體" pitchFamily="18" charset="-120"/>
        </a:defRPr>
      </a:lvl3pPr>
      <a:lvl4pPr algn="ctr" rtl="0" eaLnBrk="0" fontAlgn="base" hangingPunct="0">
        <a:spcBef>
          <a:spcPct val="0"/>
        </a:spcBef>
        <a:spcAft>
          <a:spcPct val="0"/>
        </a:spcAft>
        <a:defRPr kumimoji="1" sz="3600">
          <a:solidFill>
            <a:schemeClr val="tx1"/>
          </a:solidFill>
          <a:latin typeface="Book Antiqua" pitchFamily="18" charset="0"/>
          <a:ea typeface="新細明體" pitchFamily="18" charset="-120"/>
        </a:defRPr>
      </a:lvl4pPr>
      <a:lvl5pPr algn="ctr" rtl="0" eaLnBrk="0" fontAlgn="base" hangingPunct="0">
        <a:spcBef>
          <a:spcPct val="0"/>
        </a:spcBef>
        <a:spcAft>
          <a:spcPct val="0"/>
        </a:spcAft>
        <a:defRPr kumimoji="1" sz="3600">
          <a:solidFill>
            <a:schemeClr val="tx1"/>
          </a:solidFill>
          <a:latin typeface="Book Antiqua" pitchFamily="18" charset="0"/>
          <a:ea typeface="新細明體" pitchFamily="18" charset="-120"/>
        </a:defRPr>
      </a:lvl5pPr>
      <a:lvl6pPr marL="457200" algn="ctr" rtl="0" eaLnBrk="1" fontAlgn="base" hangingPunct="1">
        <a:spcBef>
          <a:spcPct val="0"/>
        </a:spcBef>
        <a:spcAft>
          <a:spcPct val="0"/>
        </a:spcAft>
        <a:defRPr kumimoji="1" sz="3600">
          <a:solidFill>
            <a:schemeClr val="tx1"/>
          </a:solidFill>
          <a:latin typeface="Book Antiqua" pitchFamily="18" charset="0"/>
          <a:ea typeface="新細明體" pitchFamily="18" charset="-120"/>
        </a:defRPr>
      </a:lvl6pPr>
      <a:lvl7pPr marL="914400" algn="ctr" rtl="0" eaLnBrk="1" fontAlgn="base" hangingPunct="1">
        <a:spcBef>
          <a:spcPct val="0"/>
        </a:spcBef>
        <a:spcAft>
          <a:spcPct val="0"/>
        </a:spcAft>
        <a:defRPr kumimoji="1" sz="3600">
          <a:solidFill>
            <a:schemeClr val="tx1"/>
          </a:solidFill>
          <a:latin typeface="Book Antiqua" pitchFamily="18" charset="0"/>
          <a:ea typeface="新細明體" pitchFamily="18" charset="-120"/>
        </a:defRPr>
      </a:lvl7pPr>
      <a:lvl8pPr marL="1371600" algn="ctr" rtl="0" eaLnBrk="1" fontAlgn="base" hangingPunct="1">
        <a:spcBef>
          <a:spcPct val="0"/>
        </a:spcBef>
        <a:spcAft>
          <a:spcPct val="0"/>
        </a:spcAft>
        <a:defRPr kumimoji="1" sz="3600">
          <a:solidFill>
            <a:schemeClr val="tx1"/>
          </a:solidFill>
          <a:latin typeface="Book Antiqua" pitchFamily="18" charset="0"/>
          <a:ea typeface="新細明體" pitchFamily="18" charset="-120"/>
        </a:defRPr>
      </a:lvl8pPr>
      <a:lvl9pPr marL="1828800" algn="ctr" rtl="0" eaLnBrk="1" fontAlgn="base" hangingPunct="1">
        <a:spcBef>
          <a:spcPct val="0"/>
        </a:spcBef>
        <a:spcAft>
          <a:spcPct val="0"/>
        </a:spcAft>
        <a:defRPr kumimoji="1" sz="3600">
          <a:solidFill>
            <a:schemeClr val="tx1"/>
          </a:solidFill>
          <a:latin typeface="Book Antiqua" pitchFamily="18" charset="0"/>
          <a:ea typeface="新細明體" pitchFamily="18" charset="-120"/>
        </a:defRPr>
      </a:lvl9pPr>
    </p:titleStyle>
    <p:bodyStyle>
      <a:lvl1pPr marL="342900" indent="-342900" algn="l" rtl="0" eaLnBrk="0" fontAlgn="base" hangingPunct="0">
        <a:spcBef>
          <a:spcPct val="20000"/>
        </a:spcBef>
        <a:spcAft>
          <a:spcPct val="0"/>
        </a:spcAft>
        <a:buClr>
          <a:srgbClr val="0000FF"/>
        </a:buClr>
        <a:buSzPct val="90000"/>
        <a:buFont typeface="Wingdings 2" panose="05020102010507070707" pitchFamily="18" charset="2"/>
        <a:buChar char="©"/>
        <a:defRPr kumimoji="1" sz="2400">
          <a:solidFill>
            <a:schemeClr val="tx1"/>
          </a:solidFill>
          <a:latin typeface="Times New Roman" pitchFamily="18" charset="0"/>
          <a:ea typeface="+mn-ea"/>
          <a:cs typeface="Times New Roman" pitchFamily="18" charset="0"/>
        </a:defRPr>
      </a:lvl1pPr>
      <a:lvl2pPr marL="742950" indent="-285750" algn="l" rtl="0" eaLnBrk="0" fontAlgn="base" hangingPunct="0">
        <a:spcBef>
          <a:spcPct val="20000"/>
        </a:spcBef>
        <a:spcAft>
          <a:spcPct val="0"/>
        </a:spcAft>
        <a:buClr>
          <a:srgbClr val="FF9900"/>
        </a:buClr>
        <a:buSzPct val="70000"/>
        <a:buFont typeface="Wingdings" panose="05000000000000000000" pitchFamily="2" charset="2"/>
        <a:buChar char="u"/>
        <a:defRPr kumimoji="1" sz="2000">
          <a:solidFill>
            <a:schemeClr val="tx1"/>
          </a:solidFill>
          <a:latin typeface="Times New Roman" pitchFamily="18" charset="0"/>
          <a:ea typeface="+mn-ea"/>
          <a:cs typeface="Times New Roman" pitchFamily="18" charset="0"/>
        </a:defRPr>
      </a:lvl2pPr>
      <a:lvl3pPr marL="1143000" indent="-228600" algn="l" rtl="0" eaLnBrk="0" fontAlgn="base" hangingPunct="0">
        <a:spcBef>
          <a:spcPct val="20000"/>
        </a:spcBef>
        <a:spcAft>
          <a:spcPct val="0"/>
        </a:spcAft>
        <a:buClr>
          <a:srgbClr val="1B1BFF"/>
        </a:buClr>
        <a:buSzPct val="80000"/>
        <a:buFont typeface="Times New Roman" panose="02020603050405020304" pitchFamily="18" charset="0"/>
        <a:buChar char="»"/>
        <a:defRPr kumimoji="1">
          <a:solidFill>
            <a:schemeClr val="tx1"/>
          </a:solidFill>
          <a:latin typeface="Times New Roman" pitchFamily="18" charset="0"/>
          <a:ea typeface="+mn-ea"/>
          <a:cs typeface="Times New Roman" pitchFamily="18" charset="0"/>
        </a:defRPr>
      </a:lvl3pPr>
      <a:lvl4pPr marL="1600200" indent="-228600" algn="l" rtl="0" eaLnBrk="0" fontAlgn="base" hangingPunct="0">
        <a:spcBef>
          <a:spcPct val="20000"/>
        </a:spcBef>
        <a:spcAft>
          <a:spcPct val="0"/>
        </a:spcAft>
        <a:buClr>
          <a:schemeClr val="accent1"/>
        </a:buClr>
        <a:buFont typeface="Book Antiqua" panose="02040602050305030304" pitchFamily="18" charset="0"/>
        <a:buChar char="−"/>
        <a:defRPr kumimoji="1" sz="1600">
          <a:solidFill>
            <a:schemeClr val="tx1"/>
          </a:solidFill>
          <a:latin typeface="Times New Roman" pitchFamily="18" charset="0"/>
          <a:ea typeface="+mn-ea"/>
          <a:cs typeface="Times New Roman" pitchFamily="18" charset="0"/>
        </a:defRPr>
      </a:lvl4pPr>
      <a:lvl5pPr marL="2057400" indent="-228600" algn="l" rtl="0" eaLnBrk="0" fontAlgn="base" hangingPunct="0">
        <a:spcBef>
          <a:spcPct val="20000"/>
        </a:spcBef>
        <a:spcAft>
          <a:spcPct val="0"/>
        </a:spcAft>
        <a:buClr>
          <a:srgbClr val="4D4D4D"/>
        </a:buClr>
        <a:buSzPct val="50000"/>
        <a:buFont typeface="Wingdings" panose="05000000000000000000" pitchFamily="2" charset="2"/>
        <a:buChar char="l"/>
        <a:defRPr kumimoji="1" sz="1400">
          <a:solidFill>
            <a:schemeClr val="tx1"/>
          </a:solidFill>
          <a:latin typeface="Times New Roman" pitchFamily="18" charset="0"/>
          <a:ea typeface="+mn-ea"/>
          <a:cs typeface="Times New Roman" pitchFamily="18" charset="0"/>
        </a:defRPr>
      </a:lvl5pPr>
      <a:lvl6pPr marL="2514600" indent="-228600" algn="l" rtl="0" eaLnBrk="1" fontAlgn="base" hangingPunct="1">
        <a:spcBef>
          <a:spcPct val="20000"/>
        </a:spcBef>
        <a:spcAft>
          <a:spcPct val="0"/>
        </a:spcAft>
        <a:buClr>
          <a:schemeClr val="accent2"/>
        </a:buClr>
        <a:buChar char="»"/>
        <a:defRPr kumimoji="1" sz="1000">
          <a:solidFill>
            <a:schemeClr val="tx1"/>
          </a:solidFill>
          <a:latin typeface="+mn-lt"/>
          <a:ea typeface="+mn-ea"/>
        </a:defRPr>
      </a:lvl6pPr>
      <a:lvl7pPr marL="2971800" indent="-228600" algn="l" rtl="0" eaLnBrk="1" fontAlgn="base" hangingPunct="1">
        <a:spcBef>
          <a:spcPct val="20000"/>
        </a:spcBef>
        <a:spcAft>
          <a:spcPct val="0"/>
        </a:spcAft>
        <a:buClr>
          <a:schemeClr val="accent2"/>
        </a:buClr>
        <a:buChar char="»"/>
        <a:defRPr kumimoji="1" sz="1000">
          <a:solidFill>
            <a:schemeClr val="tx1"/>
          </a:solidFill>
          <a:latin typeface="+mn-lt"/>
          <a:ea typeface="+mn-ea"/>
        </a:defRPr>
      </a:lvl7pPr>
      <a:lvl8pPr marL="3429000" indent="-228600" algn="l" rtl="0" eaLnBrk="1" fontAlgn="base" hangingPunct="1">
        <a:spcBef>
          <a:spcPct val="20000"/>
        </a:spcBef>
        <a:spcAft>
          <a:spcPct val="0"/>
        </a:spcAft>
        <a:buClr>
          <a:schemeClr val="accent2"/>
        </a:buClr>
        <a:buChar char="»"/>
        <a:defRPr kumimoji="1" sz="1000">
          <a:solidFill>
            <a:schemeClr val="tx1"/>
          </a:solidFill>
          <a:latin typeface="+mn-lt"/>
          <a:ea typeface="+mn-ea"/>
        </a:defRPr>
      </a:lvl8pPr>
      <a:lvl9pPr marL="3886200" indent="-228600" algn="l" rtl="0" eaLnBrk="1" fontAlgn="base" hangingPunct="1">
        <a:spcBef>
          <a:spcPct val="20000"/>
        </a:spcBef>
        <a:spcAft>
          <a:spcPct val="0"/>
        </a:spcAft>
        <a:buClr>
          <a:schemeClr val="accent2"/>
        </a:buClr>
        <a:buChar char="»"/>
        <a:defRPr kumimoji="1" sz="10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5122" name="Group 7">
            <a:extLst>
              <a:ext uri="{FF2B5EF4-FFF2-40B4-BE49-F238E27FC236}">
                <a16:creationId xmlns:a16="http://schemas.microsoft.com/office/drawing/2014/main" id="{2F364496-8BA2-4CFA-81DC-C649C6B43699}"/>
              </a:ext>
            </a:extLst>
          </p:cNvPr>
          <p:cNvGrpSpPr>
            <a:grpSpLocks/>
          </p:cNvGrpSpPr>
          <p:nvPr/>
        </p:nvGrpSpPr>
        <p:grpSpPr bwMode="auto">
          <a:xfrm>
            <a:off x="215900" y="215900"/>
            <a:ext cx="8478838" cy="6173788"/>
            <a:chOff x="0" y="0"/>
            <a:chExt cx="5341" cy="3889"/>
          </a:xfrm>
        </p:grpSpPr>
        <p:sp>
          <p:nvSpPr>
            <p:cNvPr id="5132" name="Freeform 8">
              <a:extLst>
                <a:ext uri="{FF2B5EF4-FFF2-40B4-BE49-F238E27FC236}">
                  <a16:creationId xmlns:a16="http://schemas.microsoft.com/office/drawing/2014/main" id="{69CEB01E-FAFC-4111-A0A1-FBD146EBFF21}"/>
                </a:ext>
              </a:extLst>
            </p:cNvPr>
            <p:cNvSpPr>
              <a:spLocks/>
            </p:cNvSpPr>
            <p:nvPr/>
          </p:nvSpPr>
          <p:spPr bwMode="ltGray">
            <a:xfrm>
              <a:off x="0" y="0"/>
              <a:ext cx="3863" cy="3889"/>
            </a:xfrm>
            <a:custGeom>
              <a:avLst/>
              <a:gdLst>
                <a:gd name="T0" fmla="*/ 3862 w 3863"/>
                <a:gd name="T1" fmla="*/ 3418 h 3889"/>
                <a:gd name="T2" fmla="*/ 457 w 3863"/>
                <a:gd name="T3" fmla="*/ 0 h 3889"/>
                <a:gd name="T4" fmla="*/ 0 w 3863"/>
                <a:gd name="T5" fmla="*/ 0 h 3889"/>
                <a:gd name="T6" fmla="*/ 0 w 3863"/>
                <a:gd name="T7" fmla="*/ 481 h 3889"/>
                <a:gd name="T8" fmla="*/ 3394 w 3863"/>
                <a:gd name="T9" fmla="*/ 3888 h 3889"/>
                <a:gd name="T10" fmla="*/ 3862 w 3863"/>
                <a:gd name="T11" fmla="*/ 3418 h 388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863" h="3889">
                  <a:moveTo>
                    <a:pt x="3862" y="3418"/>
                  </a:moveTo>
                  <a:lnTo>
                    <a:pt x="457" y="0"/>
                  </a:lnTo>
                  <a:lnTo>
                    <a:pt x="0" y="0"/>
                  </a:lnTo>
                  <a:lnTo>
                    <a:pt x="0" y="481"/>
                  </a:lnTo>
                  <a:lnTo>
                    <a:pt x="3394" y="3888"/>
                  </a:lnTo>
                  <a:lnTo>
                    <a:pt x="3862" y="3418"/>
                  </a:lnTo>
                </a:path>
              </a:pathLst>
            </a:custGeom>
            <a:solidFill>
              <a:schemeClr val="bg1">
                <a:alpha val="50195"/>
              </a:schemeClr>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en-US"/>
            </a:p>
          </p:txBody>
        </p:sp>
        <p:sp>
          <p:nvSpPr>
            <p:cNvPr id="5133" name="Freeform 9">
              <a:extLst>
                <a:ext uri="{FF2B5EF4-FFF2-40B4-BE49-F238E27FC236}">
                  <a16:creationId xmlns:a16="http://schemas.microsoft.com/office/drawing/2014/main" id="{F12DED50-716D-42AC-85D7-0BA10197B30D}"/>
                </a:ext>
              </a:extLst>
            </p:cNvPr>
            <p:cNvSpPr>
              <a:spLocks/>
            </p:cNvSpPr>
            <p:nvPr/>
          </p:nvSpPr>
          <p:spPr bwMode="ltGray">
            <a:xfrm>
              <a:off x="860" y="0"/>
              <a:ext cx="3394" cy="3223"/>
            </a:xfrm>
            <a:custGeom>
              <a:avLst/>
              <a:gdLst>
                <a:gd name="T0" fmla="*/ 370 w 3394"/>
                <a:gd name="T1" fmla="*/ 0 h 3223"/>
                <a:gd name="T2" fmla="*/ 3393 w 3394"/>
                <a:gd name="T3" fmla="*/ 3036 h 3223"/>
                <a:gd name="T4" fmla="*/ 3208 w 3394"/>
                <a:gd name="T5" fmla="*/ 3222 h 3223"/>
                <a:gd name="T6" fmla="*/ 0 w 3394"/>
                <a:gd name="T7" fmla="*/ 0 h 3223"/>
                <a:gd name="T8" fmla="*/ 370 w 3394"/>
                <a:gd name="T9" fmla="*/ 0 h 32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94" h="3223">
                  <a:moveTo>
                    <a:pt x="370" y="0"/>
                  </a:moveTo>
                  <a:lnTo>
                    <a:pt x="3393" y="3036"/>
                  </a:lnTo>
                  <a:lnTo>
                    <a:pt x="3208" y="3222"/>
                  </a:lnTo>
                  <a:lnTo>
                    <a:pt x="0" y="0"/>
                  </a:lnTo>
                  <a:lnTo>
                    <a:pt x="370" y="0"/>
                  </a:lnTo>
                </a:path>
              </a:pathLst>
            </a:custGeom>
            <a:solidFill>
              <a:schemeClr val="bg1">
                <a:alpha val="50195"/>
              </a:schemeClr>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en-US"/>
            </a:p>
          </p:txBody>
        </p:sp>
        <p:sp>
          <p:nvSpPr>
            <p:cNvPr id="5134" name="Freeform 10">
              <a:extLst>
                <a:ext uri="{FF2B5EF4-FFF2-40B4-BE49-F238E27FC236}">
                  <a16:creationId xmlns:a16="http://schemas.microsoft.com/office/drawing/2014/main" id="{42DCC366-E15E-4083-A380-A19EDD07FD10}"/>
                </a:ext>
              </a:extLst>
            </p:cNvPr>
            <p:cNvSpPr>
              <a:spLocks/>
            </p:cNvSpPr>
            <p:nvPr/>
          </p:nvSpPr>
          <p:spPr bwMode="ltGray">
            <a:xfrm>
              <a:off x="2187" y="0"/>
              <a:ext cx="2859" cy="2556"/>
            </a:xfrm>
            <a:custGeom>
              <a:avLst/>
              <a:gdLst>
                <a:gd name="T0" fmla="*/ 630 w 2859"/>
                <a:gd name="T1" fmla="*/ 0 h 2556"/>
                <a:gd name="T2" fmla="*/ 2858 w 2859"/>
                <a:gd name="T3" fmla="*/ 2238 h 2556"/>
                <a:gd name="T4" fmla="*/ 2543 w 2859"/>
                <a:gd name="T5" fmla="*/ 2555 h 2556"/>
                <a:gd name="T6" fmla="*/ 0 w 2859"/>
                <a:gd name="T7" fmla="*/ 0 h 2556"/>
                <a:gd name="T8" fmla="*/ 630 w 2859"/>
                <a:gd name="T9" fmla="*/ 0 h 25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59" h="2556">
                  <a:moveTo>
                    <a:pt x="630" y="0"/>
                  </a:moveTo>
                  <a:lnTo>
                    <a:pt x="2858" y="2238"/>
                  </a:lnTo>
                  <a:lnTo>
                    <a:pt x="2543" y="2555"/>
                  </a:lnTo>
                  <a:lnTo>
                    <a:pt x="0" y="0"/>
                  </a:lnTo>
                  <a:lnTo>
                    <a:pt x="630" y="0"/>
                  </a:lnTo>
                </a:path>
              </a:pathLst>
            </a:custGeom>
            <a:solidFill>
              <a:schemeClr val="bg1">
                <a:alpha val="50195"/>
              </a:schemeClr>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en-US"/>
            </a:p>
          </p:txBody>
        </p:sp>
        <p:sp>
          <p:nvSpPr>
            <p:cNvPr id="5135" name="Freeform 11">
              <a:extLst>
                <a:ext uri="{FF2B5EF4-FFF2-40B4-BE49-F238E27FC236}">
                  <a16:creationId xmlns:a16="http://schemas.microsoft.com/office/drawing/2014/main" id="{7B681700-EF2E-4ACA-B1AE-B41365E839CD}"/>
                </a:ext>
              </a:extLst>
            </p:cNvPr>
            <p:cNvSpPr>
              <a:spLocks/>
            </p:cNvSpPr>
            <p:nvPr/>
          </p:nvSpPr>
          <p:spPr bwMode="ltGray">
            <a:xfrm>
              <a:off x="3055" y="0"/>
              <a:ext cx="2286" cy="2121"/>
            </a:xfrm>
            <a:custGeom>
              <a:avLst/>
              <a:gdLst>
                <a:gd name="T0" fmla="*/ 0 w 2286"/>
                <a:gd name="T1" fmla="*/ 0 h 2121"/>
                <a:gd name="T2" fmla="*/ 2111 w 2286"/>
                <a:gd name="T3" fmla="*/ 2120 h 2121"/>
                <a:gd name="T4" fmla="*/ 2285 w 2286"/>
                <a:gd name="T5" fmla="*/ 1945 h 2121"/>
                <a:gd name="T6" fmla="*/ 348 w 2286"/>
                <a:gd name="T7" fmla="*/ 0 h 2121"/>
                <a:gd name="T8" fmla="*/ 0 w 2286"/>
                <a:gd name="T9" fmla="*/ 0 h 21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86" h="2121">
                  <a:moveTo>
                    <a:pt x="0" y="0"/>
                  </a:moveTo>
                  <a:lnTo>
                    <a:pt x="2111" y="2120"/>
                  </a:lnTo>
                  <a:lnTo>
                    <a:pt x="2285" y="1945"/>
                  </a:lnTo>
                  <a:lnTo>
                    <a:pt x="348" y="0"/>
                  </a:lnTo>
                  <a:lnTo>
                    <a:pt x="0" y="0"/>
                  </a:lnTo>
                </a:path>
              </a:pathLst>
            </a:custGeom>
            <a:solidFill>
              <a:schemeClr val="bg1">
                <a:alpha val="50195"/>
              </a:schemeClr>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en-US"/>
            </a:p>
          </p:txBody>
        </p:sp>
      </p:grpSp>
      <p:sp>
        <p:nvSpPr>
          <p:cNvPr id="2051" name="Rectangle 12">
            <a:extLst>
              <a:ext uri="{FF2B5EF4-FFF2-40B4-BE49-F238E27FC236}">
                <a16:creationId xmlns:a16="http://schemas.microsoft.com/office/drawing/2014/main" id="{AB39E30C-1B09-4DD8-A4F3-A732237D7893}"/>
              </a:ext>
            </a:extLst>
          </p:cNvPr>
          <p:cNvSpPr>
            <a:spLocks noChangeArrowheads="1"/>
          </p:cNvSpPr>
          <p:nvPr/>
        </p:nvSpPr>
        <p:spPr bwMode="auto">
          <a:xfrm>
            <a:off x="687388" y="2232025"/>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algn="ctr" eaLnBrk="1" hangingPunct="1">
              <a:defRPr/>
            </a:pPr>
            <a:r>
              <a:rPr kumimoji="1" lang="en-US" altLang="zh-TW" sz="4400" i="0" u="none">
                <a:solidFill>
                  <a:schemeClr val="tx2"/>
                </a:solidFill>
                <a:latin typeface="Book Antiqua" panose="02040602050305030304" pitchFamily="18" charset="0"/>
                <a:cs typeface="Arial" panose="020B0604020202020204" pitchFamily="34" charset="0"/>
              </a:rPr>
              <a:t>Click to edit Master title style</a:t>
            </a:r>
          </a:p>
        </p:txBody>
      </p:sp>
      <p:sp>
        <p:nvSpPr>
          <p:cNvPr id="2052" name="Rectangle 13">
            <a:extLst>
              <a:ext uri="{FF2B5EF4-FFF2-40B4-BE49-F238E27FC236}">
                <a16:creationId xmlns:a16="http://schemas.microsoft.com/office/drawing/2014/main" id="{2EC65288-94EA-49EC-940D-4636FC3D4237}"/>
              </a:ext>
            </a:extLst>
          </p:cNvPr>
          <p:cNvSpPr>
            <a:spLocks noChangeArrowheads="1"/>
          </p:cNvSpPr>
          <p:nvPr/>
        </p:nvSpPr>
        <p:spPr bwMode="auto">
          <a:xfrm>
            <a:off x="1301750" y="4195763"/>
            <a:ext cx="6400800" cy="171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algn="ctr" eaLnBrk="1" hangingPunct="1">
              <a:spcBef>
                <a:spcPct val="20000"/>
              </a:spcBef>
              <a:defRPr/>
            </a:pPr>
            <a:r>
              <a:rPr kumimoji="1" lang="en-US" altLang="zh-TW" sz="3200" i="0" u="none">
                <a:solidFill>
                  <a:schemeClr val="tx1"/>
                </a:solidFill>
                <a:latin typeface="Book Antiqua" panose="02040602050305030304" pitchFamily="18" charset="0"/>
                <a:cs typeface="Arial" panose="020B0604020202020204" pitchFamily="34" charset="0"/>
              </a:rPr>
              <a:t>Click to edit Master subtitle style</a:t>
            </a:r>
          </a:p>
        </p:txBody>
      </p:sp>
      <p:grpSp>
        <p:nvGrpSpPr>
          <p:cNvPr id="5125" name="Group 20">
            <a:extLst>
              <a:ext uri="{FF2B5EF4-FFF2-40B4-BE49-F238E27FC236}">
                <a16:creationId xmlns:a16="http://schemas.microsoft.com/office/drawing/2014/main" id="{DE25CAB1-5459-4AC4-9292-A4F2B076FD1A}"/>
              </a:ext>
            </a:extLst>
          </p:cNvPr>
          <p:cNvGrpSpPr>
            <a:grpSpLocks/>
          </p:cNvGrpSpPr>
          <p:nvPr/>
        </p:nvGrpSpPr>
        <p:grpSpPr bwMode="auto">
          <a:xfrm>
            <a:off x="-9525" y="1492250"/>
            <a:ext cx="9159875" cy="82550"/>
            <a:chOff x="1" y="591"/>
            <a:chExt cx="5759" cy="52"/>
          </a:xfrm>
        </p:grpSpPr>
        <p:sp>
          <p:nvSpPr>
            <p:cNvPr id="5129" name="Line 21">
              <a:extLst>
                <a:ext uri="{FF2B5EF4-FFF2-40B4-BE49-F238E27FC236}">
                  <a16:creationId xmlns:a16="http://schemas.microsoft.com/office/drawing/2014/main" id="{AD9D9EAD-CD10-4146-A507-FB2E754984BB}"/>
                </a:ext>
              </a:extLst>
            </p:cNvPr>
            <p:cNvSpPr>
              <a:spLocks noChangeShapeType="1"/>
            </p:cNvSpPr>
            <p:nvPr/>
          </p:nvSpPr>
          <p:spPr bwMode="auto">
            <a:xfrm>
              <a:off x="2" y="591"/>
              <a:ext cx="5758" cy="0"/>
            </a:xfrm>
            <a:prstGeom prst="line">
              <a:avLst/>
            </a:prstGeom>
            <a:noFill/>
            <a:ln w="762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5130" name="Line 22">
              <a:extLst>
                <a:ext uri="{FF2B5EF4-FFF2-40B4-BE49-F238E27FC236}">
                  <a16:creationId xmlns:a16="http://schemas.microsoft.com/office/drawing/2014/main" id="{3340C10B-FE44-4DD2-B40B-A9AE41E92855}"/>
                </a:ext>
              </a:extLst>
            </p:cNvPr>
            <p:cNvSpPr>
              <a:spLocks noChangeShapeType="1"/>
            </p:cNvSpPr>
            <p:nvPr/>
          </p:nvSpPr>
          <p:spPr bwMode="auto">
            <a:xfrm>
              <a:off x="2" y="626"/>
              <a:ext cx="5758" cy="0"/>
            </a:xfrm>
            <a:prstGeom prst="line">
              <a:avLst/>
            </a:prstGeom>
            <a:noFill/>
            <a:ln w="127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5131" name="Line 23">
              <a:extLst>
                <a:ext uri="{FF2B5EF4-FFF2-40B4-BE49-F238E27FC236}">
                  <a16:creationId xmlns:a16="http://schemas.microsoft.com/office/drawing/2014/main" id="{5477D55D-F052-4997-8915-34A510871B6B}"/>
                </a:ext>
              </a:extLst>
            </p:cNvPr>
            <p:cNvSpPr>
              <a:spLocks noChangeShapeType="1"/>
            </p:cNvSpPr>
            <p:nvPr/>
          </p:nvSpPr>
          <p:spPr bwMode="auto">
            <a:xfrm>
              <a:off x="1" y="643"/>
              <a:ext cx="5759" cy="0"/>
            </a:xfrm>
            <a:prstGeom prst="line">
              <a:avLst/>
            </a:prstGeom>
            <a:noFill/>
            <a:ln w="127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109592" name="Rectangle 24">
            <a:extLst>
              <a:ext uri="{FF2B5EF4-FFF2-40B4-BE49-F238E27FC236}">
                <a16:creationId xmlns:a16="http://schemas.microsoft.com/office/drawing/2014/main" id="{257AD62A-E494-4BC9-818F-32F6CF47EAD0}"/>
              </a:ext>
            </a:extLst>
          </p:cNvPr>
          <p:cNvSpPr>
            <a:spLocks noChangeArrowheads="1"/>
          </p:cNvSpPr>
          <p:nvPr/>
        </p:nvSpPr>
        <p:spPr bwMode="auto">
          <a:xfrm>
            <a:off x="8867775" y="6570663"/>
            <a:ext cx="206375" cy="212725"/>
          </a:xfrm>
          <a:prstGeom prst="rect">
            <a:avLst/>
          </a:prstGeom>
          <a:noFill/>
          <a:ln w="9525">
            <a:noFill/>
            <a:miter lim="800000"/>
            <a:headEnd/>
            <a:tailEnd/>
          </a:ln>
          <a:effectLst/>
        </p:spPr>
        <p:txBody>
          <a:bodyPr wrap="none" lIns="0" tIns="0" rIns="0" bIns="0" anchor="ctr">
            <a:spAutoFit/>
          </a:bodyPr>
          <a:lstStyle>
            <a:lvl1pPr eaLnBrk="0" hangingPunct="0">
              <a:defRPr sz="1400" i="1" u="sng">
                <a:solidFill>
                  <a:srgbClr val="003366"/>
                </a:solidFill>
                <a:latin typeface="Times New Roman" panose="02020603050405020304" pitchFamily="18" charset="0"/>
                <a:ea typeface="新細明體" panose="02020500000000000000" pitchFamily="18" charset="-120"/>
              </a:defRPr>
            </a:lvl1pPr>
            <a:lvl2pPr marL="742950" indent="-285750" eaLnBrk="0" hangingPunct="0">
              <a:defRPr sz="1400" i="1" u="sng">
                <a:solidFill>
                  <a:srgbClr val="003366"/>
                </a:solidFill>
                <a:latin typeface="Times New Roman" panose="02020603050405020304" pitchFamily="18" charset="0"/>
                <a:ea typeface="新細明體" panose="02020500000000000000" pitchFamily="18" charset="-120"/>
              </a:defRPr>
            </a:lvl2pPr>
            <a:lvl3pPr marL="1143000" indent="-228600" eaLnBrk="0" hangingPunct="0">
              <a:defRPr sz="1400" i="1" u="sng">
                <a:solidFill>
                  <a:srgbClr val="003366"/>
                </a:solidFill>
                <a:latin typeface="Times New Roman" panose="02020603050405020304" pitchFamily="18" charset="0"/>
                <a:ea typeface="新細明體" panose="02020500000000000000" pitchFamily="18" charset="-120"/>
              </a:defRPr>
            </a:lvl3pPr>
            <a:lvl4pPr marL="1600200" indent="-228600" eaLnBrk="0" hangingPunct="0">
              <a:defRPr sz="1400" i="1" u="sng">
                <a:solidFill>
                  <a:srgbClr val="003366"/>
                </a:solidFill>
                <a:latin typeface="Times New Roman" panose="02020603050405020304" pitchFamily="18" charset="0"/>
                <a:ea typeface="新細明體" panose="02020500000000000000" pitchFamily="18" charset="-120"/>
              </a:defRPr>
            </a:lvl4pPr>
            <a:lvl5pPr marL="2057400" indent="-228600" eaLnBrk="0" hangingPunct="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a:defRPr/>
            </a:pPr>
            <a:fld id="{EA536E08-9229-4670-925E-1ACDE33A6276}" type="slidenum">
              <a:rPr lang="zh-TW" altLang="en-US" u="none" smtClean="0">
                <a:solidFill>
                  <a:schemeClr val="tx1"/>
                </a:solidFill>
                <a:cs typeface="Arial" panose="020B0604020202020204" pitchFamily="34" charset="0"/>
              </a:rPr>
              <a:pPr>
                <a:defRPr/>
              </a:pPr>
              <a:t>‹#›</a:t>
            </a:fld>
            <a:endParaRPr lang="en-US" altLang="zh-TW" u="none">
              <a:solidFill>
                <a:schemeClr val="tx1"/>
              </a:solidFill>
              <a:cs typeface="Arial" panose="020B0604020202020204" pitchFamily="34" charset="0"/>
            </a:endParaRPr>
          </a:p>
        </p:txBody>
      </p:sp>
      <p:sp>
        <p:nvSpPr>
          <p:cNvPr id="2055" name="Rectangle 25">
            <a:extLst>
              <a:ext uri="{FF2B5EF4-FFF2-40B4-BE49-F238E27FC236}">
                <a16:creationId xmlns:a16="http://schemas.microsoft.com/office/drawing/2014/main" id="{9E58B46F-82F7-48DB-BCA2-600B391EBA27}"/>
              </a:ext>
            </a:extLst>
          </p:cNvPr>
          <p:cNvSpPr>
            <a:spLocks noChangeArrowheads="1"/>
          </p:cNvSpPr>
          <p:nvPr/>
        </p:nvSpPr>
        <p:spPr bwMode="auto">
          <a:xfrm>
            <a:off x="106363" y="6572250"/>
            <a:ext cx="6318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fld id="{A2FD34A0-FF4C-463F-AA64-EED38D207E34}" type="datetime1">
              <a:rPr lang="en-US" altLang="zh-TW" u="none" smtClean="0">
                <a:solidFill>
                  <a:schemeClr val="tx1"/>
                </a:solidFill>
                <a:cs typeface="Arial" panose="020B0604020202020204" pitchFamily="34" charset="0"/>
              </a:rPr>
              <a:pPr eaLnBrk="1" hangingPunct="1">
                <a:defRPr/>
              </a:pPr>
              <a:t>2/26/2024</a:t>
            </a:fld>
            <a:endParaRPr lang="en-US" altLang="zh-TW" u="none">
              <a:solidFill>
                <a:schemeClr val="tx1"/>
              </a:solidFill>
              <a:cs typeface="Arial" panose="020B0604020202020204" pitchFamily="34" charset="0"/>
            </a:endParaRPr>
          </a:p>
        </p:txBody>
      </p:sp>
      <p:pic>
        <p:nvPicPr>
          <p:cNvPr id="5128" name="Picture 15" descr="logoyil30">
            <a:extLst>
              <a:ext uri="{FF2B5EF4-FFF2-40B4-BE49-F238E27FC236}">
                <a16:creationId xmlns:a16="http://schemas.microsoft.com/office/drawing/2014/main" id="{773BA3A9-91F0-4499-8350-B7088499C86F}"/>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930650" y="214313"/>
            <a:ext cx="1143000"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81" r:id="rId1"/>
    <p:sldLayoutId id="2147484082" r:id="rId2"/>
    <p:sldLayoutId id="2147484083" r:id="rId3"/>
    <p:sldLayoutId id="2147484084" r:id="rId4"/>
    <p:sldLayoutId id="2147484085" r:id="rId5"/>
    <p:sldLayoutId id="2147484086" r:id="rId6"/>
    <p:sldLayoutId id="2147484087" r:id="rId7"/>
    <p:sldLayoutId id="2147484088" r:id="rId8"/>
    <p:sldLayoutId id="2147484089" r:id="rId9"/>
    <p:sldLayoutId id="2147484090" r:id="rId10"/>
    <p:sldLayoutId id="2147484091" r:id="rId11"/>
  </p:sldLayoutIdLst>
  <p:hf hdr="0" ftr="0"/>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Arial" pitchFamily="34" charset="0"/>
          <a:ea typeface="新細明體" pitchFamily="18" charset="-120"/>
        </a:defRPr>
      </a:lvl2pPr>
      <a:lvl3pPr algn="ctr" rtl="0" eaLnBrk="0" fontAlgn="base" hangingPunct="0">
        <a:spcBef>
          <a:spcPct val="0"/>
        </a:spcBef>
        <a:spcAft>
          <a:spcPct val="0"/>
        </a:spcAft>
        <a:defRPr kumimoji="1" sz="4400">
          <a:solidFill>
            <a:schemeClr val="tx2"/>
          </a:solidFill>
          <a:latin typeface="Arial" pitchFamily="34" charset="0"/>
          <a:ea typeface="新細明體" pitchFamily="18" charset="-120"/>
        </a:defRPr>
      </a:lvl3pPr>
      <a:lvl4pPr algn="ctr" rtl="0" eaLnBrk="0" fontAlgn="base" hangingPunct="0">
        <a:spcBef>
          <a:spcPct val="0"/>
        </a:spcBef>
        <a:spcAft>
          <a:spcPct val="0"/>
        </a:spcAft>
        <a:defRPr kumimoji="1" sz="4400">
          <a:solidFill>
            <a:schemeClr val="tx2"/>
          </a:solidFill>
          <a:latin typeface="Arial" pitchFamily="34" charset="0"/>
          <a:ea typeface="新細明體" pitchFamily="18" charset="-120"/>
        </a:defRPr>
      </a:lvl4pPr>
      <a:lvl5pPr algn="ctr" rtl="0" eaLnBrk="0" fontAlgn="base" hangingPunct="0">
        <a:spcBef>
          <a:spcPct val="0"/>
        </a:spcBef>
        <a:spcAft>
          <a:spcPct val="0"/>
        </a:spcAft>
        <a:defRPr kumimoji="1" sz="4400">
          <a:solidFill>
            <a:schemeClr val="tx2"/>
          </a:solidFill>
          <a:latin typeface="Arial" pitchFamily="34" charset="0"/>
          <a:ea typeface="新細明體" pitchFamily="18" charset="-120"/>
        </a:defRPr>
      </a:lvl5pPr>
      <a:lvl6pPr marL="457200" algn="ctr" rtl="0" eaLnBrk="1" fontAlgn="base" hangingPunct="1">
        <a:spcBef>
          <a:spcPct val="0"/>
        </a:spcBef>
        <a:spcAft>
          <a:spcPct val="0"/>
        </a:spcAft>
        <a:defRPr kumimoji="1" sz="4400">
          <a:solidFill>
            <a:schemeClr val="tx2"/>
          </a:solidFill>
          <a:latin typeface="Arial" pitchFamily="34" charset="0"/>
          <a:ea typeface="新細明體" pitchFamily="18" charset="-120"/>
        </a:defRPr>
      </a:lvl6pPr>
      <a:lvl7pPr marL="914400" algn="ctr" rtl="0" eaLnBrk="1" fontAlgn="base" hangingPunct="1">
        <a:spcBef>
          <a:spcPct val="0"/>
        </a:spcBef>
        <a:spcAft>
          <a:spcPct val="0"/>
        </a:spcAft>
        <a:defRPr kumimoji="1" sz="4400">
          <a:solidFill>
            <a:schemeClr val="tx2"/>
          </a:solidFill>
          <a:latin typeface="Arial" pitchFamily="34" charset="0"/>
          <a:ea typeface="新細明體" pitchFamily="18" charset="-120"/>
        </a:defRPr>
      </a:lvl7pPr>
      <a:lvl8pPr marL="1371600" algn="ctr" rtl="0" eaLnBrk="1" fontAlgn="base" hangingPunct="1">
        <a:spcBef>
          <a:spcPct val="0"/>
        </a:spcBef>
        <a:spcAft>
          <a:spcPct val="0"/>
        </a:spcAft>
        <a:defRPr kumimoji="1" sz="4400">
          <a:solidFill>
            <a:schemeClr val="tx2"/>
          </a:solidFill>
          <a:latin typeface="Arial" pitchFamily="34" charset="0"/>
          <a:ea typeface="新細明體" pitchFamily="18" charset="-120"/>
        </a:defRPr>
      </a:lvl8pPr>
      <a:lvl9pPr marL="1828800" algn="ctr" rtl="0" eaLnBrk="1" fontAlgn="base" hangingPunct="1">
        <a:spcBef>
          <a:spcPct val="0"/>
        </a:spcBef>
        <a:spcAft>
          <a:spcPct val="0"/>
        </a:spcAft>
        <a:defRPr kumimoji="1" sz="4400">
          <a:solidFill>
            <a:schemeClr val="tx2"/>
          </a:solidFill>
          <a:latin typeface="Arial" pitchFamily="34" charset="0"/>
          <a:ea typeface="新細明體" pitchFamily="18" charset="-120"/>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extLst>
              <a:ext uri="{28A0092B-C50C-407E-A947-70E740481C1C}">
                <a14:useLocalDpi xmlns:a14="http://schemas.microsoft.com/office/drawing/2010/main" val="0"/>
              </a:ext>
            </a:extLst>
          </a:blip>
          <a:srcRect/>
          <a:stretch>
            <a:fillRect/>
          </a:stretch>
        </p:blipFill>
        <p:spPr bwMode="auto">
          <a:xfrm>
            <a:off x="1" y="-1"/>
            <a:ext cx="9144002"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685332" y="618518"/>
            <a:ext cx="7773338"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331" y="2367094"/>
            <a:ext cx="7773339"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759053" y="5883276"/>
            <a:ext cx="2057400" cy="365125"/>
          </a:xfrm>
          <a:prstGeom prst="rect">
            <a:avLst/>
          </a:prstGeom>
        </p:spPr>
        <p:txBody>
          <a:bodyPr vert="horz" lIns="91440" tIns="45720" rIns="91440" bIns="45720" rtlCol="0" anchor="ctr"/>
          <a:lstStyle>
            <a:lvl1pPr algn="r">
              <a:defRPr sz="1000">
                <a:solidFill>
                  <a:schemeClr val="tx1"/>
                </a:solidFill>
              </a:defRPr>
            </a:lvl1pPr>
          </a:lstStyle>
          <a:p>
            <a:pPr>
              <a:defRPr/>
            </a:pPr>
            <a:fld id="{F4AFC189-73F8-4706-AA45-7D354ED2B7AB}" type="datetime4">
              <a:rPr lang="en-US" altLang="en-US" smtClean="0"/>
              <a:t>February 26, 2024</a:t>
            </a:fld>
            <a:endParaRPr lang="en-US" altLang="en-US"/>
          </a:p>
        </p:txBody>
      </p:sp>
      <p:sp>
        <p:nvSpPr>
          <p:cNvPr id="5" name="Footer Placeholder 4"/>
          <p:cNvSpPr>
            <a:spLocks noGrp="1"/>
          </p:cNvSpPr>
          <p:nvPr>
            <p:ph type="ftr" sz="quarter" idx="3"/>
          </p:nvPr>
        </p:nvSpPr>
        <p:spPr>
          <a:xfrm>
            <a:off x="685331" y="5883276"/>
            <a:ext cx="5004665" cy="365125"/>
          </a:xfrm>
          <a:prstGeom prst="rect">
            <a:avLst/>
          </a:prstGeom>
        </p:spPr>
        <p:txBody>
          <a:bodyPr vert="horz" lIns="91440" tIns="45720" rIns="91440" bIns="45720" rtlCol="0" anchor="ctr"/>
          <a:lstStyle>
            <a:lvl1pPr algn="l">
              <a:defRPr sz="1000">
                <a:solidFill>
                  <a:schemeClr val="tx1"/>
                </a:solidFill>
              </a:defRPr>
            </a:lvl1pPr>
          </a:lstStyle>
          <a:p>
            <a:pPr>
              <a:defRPr/>
            </a:pPr>
            <a:endParaRPr lang="en-US" altLang="en-US"/>
          </a:p>
        </p:txBody>
      </p:sp>
      <p:sp>
        <p:nvSpPr>
          <p:cNvPr id="6" name="Slide Number Placeholder 5"/>
          <p:cNvSpPr>
            <a:spLocks noGrp="1"/>
          </p:cNvSpPr>
          <p:nvPr>
            <p:ph type="sldNum" sz="quarter" idx="4"/>
          </p:nvPr>
        </p:nvSpPr>
        <p:spPr>
          <a:xfrm>
            <a:off x="7885509" y="5883276"/>
            <a:ext cx="573161" cy="365125"/>
          </a:xfrm>
          <a:prstGeom prst="rect">
            <a:avLst/>
          </a:prstGeom>
        </p:spPr>
        <p:txBody>
          <a:bodyPr vert="horz" lIns="91440" tIns="45720" rIns="91440" bIns="45720" rtlCol="0" anchor="ctr"/>
          <a:lstStyle>
            <a:lvl1pPr algn="r">
              <a:defRPr sz="1000">
                <a:solidFill>
                  <a:schemeClr val="tx1"/>
                </a:solidFill>
              </a:defRPr>
            </a:lvl1pPr>
          </a:lstStyle>
          <a:p>
            <a:pPr>
              <a:defRPr/>
            </a:pPr>
            <a:fld id="{413338A4-F343-45A5-B376-B2CFBC9F9823}" type="slidenum">
              <a:rPr lang="en-US" altLang="en-US" smtClean="0"/>
              <a:pPr>
                <a:defRPr/>
              </a:pPr>
              <a:t>‹#›</a:t>
            </a:fld>
            <a:endParaRPr lang="en-US" altLang="en-US"/>
          </a:p>
        </p:txBody>
      </p:sp>
    </p:spTree>
    <p:extLst>
      <p:ext uri="{BB962C8B-B14F-4D97-AF65-F5344CB8AC3E}">
        <p14:creationId xmlns:p14="http://schemas.microsoft.com/office/powerpoint/2010/main" val="1682507621"/>
      </p:ext>
    </p:extLst>
  </p:cSld>
  <p:clrMap bg1="lt1" tx1="dk1" bg2="lt2" tx2="dk2" accent1="accent1" accent2="accent2" accent3="accent3" accent4="accent4" accent5="accent5" accent6="accent6" hlink="hlink" folHlink="folHlink"/>
  <p:sldLayoutIdLst>
    <p:sldLayoutId id="2147484093" r:id="rId1"/>
    <p:sldLayoutId id="2147484094" r:id="rId2"/>
    <p:sldLayoutId id="2147484095" r:id="rId3"/>
    <p:sldLayoutId id="2147484096" r:id="rId4"/>
    <p:sldLayoutId id="2147484097" r:id="rId5"/>
    <p:sldLayoutId id="2147484098" r:id="rId6"/>
    <p:sldLayoutId id="2147484099" r:id="rId7"/>
    <p:sldLayoutId id="2147484100" r:id="rId8"/>
    <p:sldLayoutId id="2147484101" r:id="rId9"/>
    <p:sldLayoutId id="2147484102" r:id="rId10"/>
    <p:sldLayoutId id="2147484103" r:id="rId11"/>
    <p:sldLayoutId id="2147484104" r:id="rId12"/>
    <p:sldLayoutId id="2147484105" r:id="rId13"/>
    <p:sldLayoutId id="2147484106" r:id="rId14"/>
    <p:sldLayoutId id="2147484107" r:id="rId15"/>
    <p:sldLayoutId id="2147484108" r:id="rId16"/>
    <p:sldLayoutId id="2147484109" r:id="rId17"/>
    <p:sldLayoutId id="2147484110" r:id="rId18"/>
  </p:sldLayoutIdLst>
  <p:transition>
    <p:random/>
  </p:transition>
  <p:hf hdr="0" ftr="0"/>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87.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72.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7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7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76.xml"/><Relationship Id="rId5" Type="http://schemas.openxmlformats.org/officeDocument/2006/relationships/image" Target="../media/image12.sv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6.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6.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6.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71.xml"/><Relationship Id="rId5" Type="http://schemas.openxmlformats.org/officeDocument/2006/relationships/image" Target="../media/image16.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71.xml"/><Relationship Id="rId5" Type="http://schemas.openxmlformats.org/officeDocument/2006/relationships/image" Target="../media/image16.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1.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71.xml"/><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1.xml"/></Relationships>
</file>

<file path=ppt/slides/_rels/slide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3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1.xml"/></Relationships>
</file>

<file path=ppt/slides/_rels/slide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1.xml"/></Relationships>
</file>

<file path=ppt/slides/_rels/slide3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9">
            <a:extLst>
              <a:ext uri="{FF2B5EF4-FFF2-40B4-BE49-F238E27FC236}">
                <a16:creationId xmlns:a16="http://schemas.microsoft.com/office/drawing/2014/main" id="{BFE811EB-6359-4C0C-BB1F-9DFD3BB1A495}"/>
              </a:ext>
            </a:extLst>
          </p:cNvPr>
          <p:cNvSpPr>
            <a:spLocks noGrp="1" noChangeArrowheads="1"/>
          </p:cNvSpPr>
          <p:nvPr>
            <p:ph type="title"/>
          </p:nvPr>
        </p:nvSpPr>
        <p:spPr>
          <a:xfrm>
            <a:off x="498475" y="1844675"/>
            <a:ext cx="7556500" cy="1719263"/>
          </a:xfrm>
        </p:spPr>
        <p:txBody>
          <a:bodyPr/>
          <a:lstStyle/>
          <a:p>
            <a:pPr algn="ctr" eaLnBrk="1" hangingPunct="1"/>
            <a:r>
              <a:rPr lang="en-US" altLang="en-US" b="1" dirty="0">
                <a:latin typeface="Georgia" panose="02040502050405020303" pitchFamily="18" charset="0"/>
              </a:rPr>
              <a:t>Software Design and </a:t>
            </a:r>
            <a:r>
              <a:rPr lang="en-US" altLang="en-US" b="1" dirty="0" err="1">
                <a:latin typeface="Georgia" panose="02040502050405020303" pitchFamily="18" charset="0"/>
              </a:rPr>
              <a:t>Arcitecture</a:t>
            </a:r>
            <a:r>
              <a:rPr lang="en-US" altLang="en-US" b="1" dirty="0">
                <a:latin typeface="Georgia" panose="02040502050405020303" pitchFamily="18" charset="0"/>
              </a:rPr>
              <a:t>(SDA)</a:t>
            </a:r>
            <a:br>
              <a:rPr lang="en-US" altLang="en-US" b="1" dirty="0">
                <a:latin typeface="Georgia" panose="02040502050405020303" pitchFamily="18" charset="0"/>
              </a:rPr>
            </a:br>
            <a:r>
              <a:rPr lang="en-US" altLang="en-US" sz="3200" dirty="0">
                <a:latin typeface="Georgia" panose="02040502050405020303" pitchFamily="18" charset="0"/>
              </a:rPr>
              <a:t>Lecture 1(b)</a:t>
            </a:r>
            <a:endParaRPr lang="en-US" altLang="en-US" dirty="0"/>
          </a:p>
        </p:txBody>
      </p:sp>
      <p:sp>
        <p:nvSpPr>
          <p:cNvPr id="45059" name="Content Placeholder 10">
            <a:extLst>
              <a:ext uri="{FF2B5EF4-FFF2-40B4-BE49-F238E27FC236}">
                <a16:creationId xmlns:a16="http://schemas.microsoft.com/office/drawing/2014/main" id="{EBB3B385-0FFF-4B23-9F2A-6D64D633E1A6}"/>
              </a:ext>
            </a:extLst>
          </p:cNvPr>
          <p:cNvSpPr>
            <a:spLocks noGrp="1" noChangeArrowheads="1"/>
          </p:cNvSpPr>
          <p:nvPr>
            <p:ph idx="1"/>
          </p:nvPr>
        </p:nvSpPr>
        <p:spPr>
          <a:xfrm>
            <a:off x="498475" y="4076700"/>
            <a:ext cx="7556500" cy="2049463"/>
          </a:xfrm>
        </p:spPr>
        <p:txBody>
          <a:bodyPr/>
          <a:lstStyle/>
          <a:p>
            <a:pPr marL="0" indent="0" eaLnBrk="1" hangingPunct="1">
              <a:lnSpc>
                <a:spcPct val="90000"/>
              </a:lnSpc>
              <a:spcBef>
                <a:spcPts val="1000"/>
              </a:spcBef>
              <a:buClrTx/>
              <a:buSzTx/>
              <a:buFont typeface="Wingdings" panose="05000000000000000000" pitchFamily="2" charset="2"/>
              <a:buNone/>
            </a:pPr>
            <a:r>
              <a:rPr lang="en-US" altLang="en-US" sz="2400" dirty="0" err="1">
                <a:solidFill>
                  <a:srgbClr val="2E75B6"/>
                </a:solidFill>
                <a:latin typeface="Georgia" panose="02040502050405020303" pitchFamily="18" charset="0"/>
              </a:rPr>
              <a:t>Engr.Ramsha</a:t>
            </a:r>
            <a:r>
              <a:rPr lang="en-US" altLang="en-US" sz="2400" dirty="0">
                <a:solidFill>
                  <a:srgbClr val="2E75B6"/>
                </a:solidFill>
                <a:latin typeface="Georgia" panose="02040502050405020303" pitchFamily="18" charset="0"/>
              </a:rPr>
              <a:t> </a:t>
            </a:r>
            <a:r>
              <a:rPr lang="en-US" altLang="en-US" sz="2400" dirty="0" err="1">
                <a:solidFill>
                  <a:srgbClr val="2E75B6"/>
                </a:solidFill>
                <a:latin typeface="Georgia" panose="02040502050405020303" pitchFamily="18" charset="0"/>
              </a:rPr>
              <a:t>Mashood</a:t>
            </a:r>
            <a:endParaRPr lang="en-US" altLang="en-US" sz="2400" dirty="0">
              <a:solidFill>
                <a:srgbClr val="2E75B6"/>
              </a:solidFill>
              <a:latin typeface="Georgia" panose="02040502050405020303" pitchFamily="18" charset="0"/>
            </a:endParaRPr>
          </a:p>
          <a:p>
            <a:pPr marL="0" indent="0" eaLnBrk="1" hangingPunct="1">
              <a:lnSpc>
                <a:spcPct val="90000"/>
              </a:lnSpc>
              <a:spcBef>
                <a:spcPts val="1000"/>
              </a:spcBef>
              <a:buClrTx/>
              <a:buSzTx/>
              <a:buFont typeface="Wingdings" panose="05000000000000000000" pitchFamily="2" charset="2"/>
              <a:buNone/>
            </a:pPr>
            <a:r>
              <a:rPr lang="en-US" altLang="en-US" sz="1800" dirty="0">
                <a:solidFill>
                  <a:srgbClr val="2E75B6"/>
                </a:solidFill>
                <a:latin typeface="Georgia" panose="02040502050405020303" pitchFamily="18" charset="0"/>
              </a:rPr>
              <a:t>Senior Lecturer</a:t>
            </a:r>
          </a:p>
          <a:p>
            <a:pPr marL="0" indent="0" eaLnBrk="1" hangingPunct="1">
              <a:lnSpc>
                <a:spcPct val="90000"/>
              </a:lnSpc>
              <a:spcBef>
                <a:spcPts val="1000"/>
              </a:spcBef>
              <a:buClrTx/>
              <a:buSzTx/>
              <a:buFont typeface="Wingdings" panose="05000000000000000000" pitchFamily="2" charset="2"/>
              <a:buNone/>
            </a:pPr>
            <a:r>
              <a:rPr lang="en-US" altLang="en-US" sz="1800" dirty="0">
                <a:solidFill>
                  <a:srgbClr val="2E75B6"/>
                </a:solidFill>
                <a:latin typeface="Georgia" panose="02040502050405020303" pitchFamily="18" charset="0"/>
              </a:rPr>
              <a:t>Department of Software Engineering </a:t>
            </a:r>
          </a:p>
          <a:p>
            <a:pPr marL="0" indent="0" eaLnBrk="1" hangingPunct="1">
              <a:lnSpc>
                <a:spcPct val="90000"/>
              </a:lnSpc>
              <a:spcBef>
                <a:spcPts val="1000"/>
              </a:spcBef>
              <a:buClrTx/>
              <a:buSzTx/>
              <a:buFont typeface="Wingdings" panose="05000000000000000000" pitchFamily="2" charset="2"/>
              <a:buNone/>
            </a:pPr>
            <a:r>
              <a:rPr lang="en-US" altLang="en-US" sz="1800" dirty="0" err="1">
                <a:solidFill>
                  <a:srgbClr val="2E75B6"/>
                </a:solidFill>
                <a:latin typeface="Georgia" panose="02040502050405020303" pitchFamily="18" charset="0"/>
              </a:rPr>
              <a:t>Bahria</a:t>
            </a:r>
            <a:r>
              <a:rPr lang="en-US" altLang="en-US" sz="1800" dirty="0">
                <a:solidFill>
                  <a:srgbClr val="2E75B6"/>
                </a:solidFill>
                <a:latin typeface="Georgia" panose="02040502050405020303" pitchFamily="18" charset="0"/>
              </a:rPr>
              <a:t> University Karachi Campus</a:t>
            </a:r>
          </a:p>
        </p:txBody>
      </p:sp>
      <p:sp>
        <p:nvSpPr>
          <p:cNvPr id="4" name="Date Placeholder 3">
            <a:extLst>
              <a:ext uri="{FF2B5EF4-FFF2-40B4-BE49-F238E27FC236}">
                <a16:creationId xmlns:a16="http://schemas.microsoft.com/office/drawing/2014/main" id="{8609610F-C2C6-D01D-ACEC-C9F5EDDC7484}"/>
              </a:ext>
            </a:extLst>
          </p:cNvPr>
          <p:cNvSpPr>
            <a:spLocks noGrp="1"/>
          </p:cNvSpPr>
          <p:nvPr>
            <p:ph type="dt" sz="half" idx="10"/>
          </p:nvPr>
        </p:nvSpPr>
        <p:spPr/>
        <p:txBody>
          <a:bodyPr/>
          <a:lstStyle/>
          <a:p>
            <a:pPr>
              <a:defRPr/>
            </a:pPr>
            <a:fld id="{983F4EA4-54BB-403D-BA7A-E373D5B7151D}" type="datetime4">
              <a:rPr lang="en-US" altLang="en-US" smtClean="0"/>
              <a:t>February 26, 2024</a:t>
            </a:fld>
            <a:endParaRPr lang="en-US" altLang="en-US"/>
          </a:p>
        </p:txBody>
      </p:sp>
      <p:sp>
        <p:nvSpPr>
          <p:cNvPr id="5" name="Slide Number Placeholder 4">
            <a:extLst>
              <a:ext uri="{FF2B5EF4-FFF2-40B4-BE49-F238E27FC236}">
                <a16:creationId xmlns:a16="http://schemas.microsoft.com/office/drawing/2014/main" id="{62C4F6A9-306A-16D2-9547-434BD53B9AA2}"/>
              </a:ext>
            </a:extLst>
          </p:cNvPr>
          <p:cNvSpPr>
            <a:spLocks noGrp="1"/>
          </p:cNvSpPr>
          <p:nvPr>
            <p:ph type="sldNum" sz="quarter" idx="12"/>
          </p:nvPr>
        </p:nvSpPr>
        <p:spPr/>
        <p:txBody>
          <a:bodyPr/>
          <a:lstStyle/>
          <a:p>
            <a:pPr>
              <a:defRPr/>
            </a:pPr>
            <a:fld id="{5997FF75-9E45-4F6E-9E89-BE68C2AA7735}" type="slidenum">
              <a:rPr lang="en-US" altLang="en-US" smtClean="0"/>
              <a:pPr>
                <a:defRPr/>
              </a:pPr>
              <a:t>1</a:t>
            </a:fld>
            <a:endParaRPr lang="en-US" altLang="en-US"/>
          </a:p>
        </p:txBody>
      </p:sp>
      <p:pic>
        <p:nvPicPr>
          <p:cNvPr id="45060" name="Picture 11">
            <a:extLst>
              <a:ext uri="{FF2B5EF4-FFF2-40B4-BE49-F238E27FC236}">
                <a16:creationId xmlns:a16="http://schemas.microsoft.com/office/drawing/2014/main" id="{32C4D0F8-0285-41AA-876F-63D65A599A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0975" y="0"/>
            <a:ext cx="4095750"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47125" name="Picture 2">
            <a:extLst>
              <a:ext uri="{FF2B5EF4-FFF2-40B4-BE49-F238E27FC236}">
                <a16:creationId xmlns:a16="http://schemas.microsoft.com/office/drawing/2014/main" id="{25496B42-CC46-4183-B481-887CD3E8C72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9144002" cy="6858001"/>
          </a:xfrm>
          <a:prstGeom prst="rect">
            <a:avLst/>
          </a:prstGeom>
          <a:noFill/>
          <a:extLst>
            <a:ext uri="{909E8E84-426E-40DD-AFC4-6F175D3DCCD1}">
              <a14:hiddenFill xmlns:a14="http://schemas.microsoft.com/office/drawing/2010/main">
                <a:solidFill>
                  <a:srgbClr val="FFFFFF"/>
                </a:solidFill>
              </a14:hiddenFill>
            </a:ext>
          </a:extLst>
        </p:spPr>
      </p:pic>
      <p:pic>
        <p:nvPicPr>
          <p:cNvPr id="47126" name="Picture 47125">
            <a:extLst>
              <a:ext uri="{FF2B5EF4-FFF2-40B4-BE49-F238E27FC236}">
                <a16:creationId xmlns:a16="http://schemas.microsoft.com/office/drawing/2014/main" id="{E2758CE0-F916-4DCE-88D1-71430BE441B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useBgFill="1">
        <p:nvSpPr>
          <p:cNvPr id="47127" name="Rectangle 47126">
            <a:extLst>
              <a:ext uri="{FF2B5EF4-FFF2-40B4-BE49-F238E27FC236}">
                <a16:creationId xmlns:a16="http://schemas.microsoft.com/office/drawing/2014/main" id="{48EC41B9-2D25-48A6-BC40-DA8F79F3EB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7110" name="Graphic 47109" descr="Computer">
            <a:extLst>
              <a:ext uri="{FF2B5EF4-FFF2-40B4-BE49-F238E27FC236}">
                <a16:creationId xmlns:a16="http://schemas.microsoft.com/office/drawing/2014/main" id="{14C300E6-B83D-2777-C7EC-FD6CADA8E20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946714" y="957486"/>
            <a:ext cx="3285330" cy="3285330"/>
          </a:xfrm>
          <a:prstGeom prst="roundRect">
            <a:avLst>
              <a:gd name="adj" fmla="val 5301"/>
            </a:avLst>
          </a:prstGeom>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pic>
      <p:pic>
        <p:nvPicPr>
          <p:cNvPr id="47128" name="Picture 47127">
            <a:extLst>
              <a:ext uri="{FF2B5EF4-FFF2-40B4-BE49-F238E27FC236}">
                <a16:creationId xmlns:a16="http://schemas.microsoft.com/office/drawing/2014/main" id="{F8F21547-A433-450A-B2A3-930DCFABD93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r="71324"/>
          <a:stretch/>
        </p:blipFill>
        <p:spPr>
          <a:xfrm>
            <a:off x="0" y="0"/>
            <a:ext cx="2622176" cy="6858000"/>
          </a:xfrm>
          <a:prstGeom prst="rect">
            <a:avLst/>
          </a:prstGeom>
        </p:spPr>
      </p:pic>
      <p:sp>
        <p:nvSpPr>
          <p:cNvPr id="47106" name="Title 9">
            <a:extLst>
              <a:ext uri="{FF2B5EF4-FFF2-40B4-BE49-F238E27FC236}">
                <a16:creationId xmlns:a16="http://schemas.microsoft.com/office/drawing/2014/main" id="{74FDEA82-9E3C-4D29-B2F9-0297DB5B62E7}"/>
              </a:ext>
            </a:extLst>
          </p:cNvPr>
          <p:cNvSpPr>
            <a:spLocks noGrp="1" noChangeArrowheads="1"/>
          </p:cNvSpPr>
          <p:nvPr>
            <p:ph type="title"/>
          </p:nvPr>
        </p:nvSpPr>
        <p:spPr>
          <a:xfrm>
            <a:off x="476408" y="4562855"/>
            <a:ext cx="8187274" cy="1137554"/>
          </a:xfrm>
        </p:spPr>
        <p:txBody>
          <a:bodyPr vert="horz" lIns="91440" tIns="45720" rIns="91440" bIns="45720" rtlCol="0" anchor="b">
            <a:normAutofit/>
          </a:bodyPr>
          <a:lstStyle/>
          <a:p>
            <a:r>
              <a:rPr lang="en-US" sz="3000" b="1"/>
              <a:t>Introduction</a:t>
            </a:r>
            <a:r>
              <a:rPr lang="en-US" sz="3000" b="1" spc="200"/>
              <a:t> </a:t>
            </a:r>
            <a:r>
              <a:rPr lang="en-US" sz="3000" b="1"/>
              <a:t>to</a:t>
            </a:r>
            <a:r>
              <a:rPr lang="en-US" sz="3000" b="1" spc="200"/>
              <a:t> </a:t>
            </a:r>
            <a:r>
              <a:rPr lang="en-US" sz="3000" b="1"/>
              <a:t>the</a:t>
            </a:r>
            <a:r>
              <a:rPr lang="en-US" sz="3000" b="1" spc="200"/>
              <a:t> </a:t>
            </a:r>
            <a:r>
              <a:rPr lang="en-US" sz="3000" b="1"/>
              <a:t>Course;</a:t>
            </a:r>
            <a:r>
              <a:rPr lang="en-US" sz="3000" b="1" spc="195"/>
              <a:t> </a:t>
            </a:r>
            <a:r>
              <a:rPr lang="en-US" sz="3000" b="1"/>
              <a:t>Defining</a:t>
            </a:r>
            <a:r>
              <a:rPr lang="en-US" sz="3000" b="1" spc="200"/>
              <a:t> </a:t>
            </a:r>
            <a:r>
              <a:rPr lang="en-US" sz="3000" b="1"/>
              <a:t>Software</a:t>
            </a:r>
            <a:r>
              <a:rPr lang="en-US" sz="3000" b="1" spc="200"/>
              <a:t> </a:t>
            </a:r>
            <a:r>
              <a:rPr lang="en-US" sz="3000" b="1"/>
              <a:t>Architecture</a:t>
            </a:r>
            <a:r>
              <a:rPr lang="en-US" sz="3000" b="1" spc="200"/>
              <a:t> </a:t>
            </a:r>
            <a:r>
              <a:rPr lang="en-US" sz="3000" b="1"/>
              <a:t>&amp;</a:t>
            </a:r>
            <a:r>
              <a:rPr lang="en-US" sz="3000" b="1" spc="180"/>
              <a:t> </a:t>
            </a:r>
            <a:r>
              <a:rPr lang="en-US" sz="3000" b="1"/>
              <a:t>Design </a:t>
            </a:r>
            <a:r>
              <a:rPr lang="en-US" sz="3000" b="1" spc="-10"/>
              <a:t>Concepts</a:t>
            </a:r>
            <a:endParaRPr lang="en-US" altLang="en-US" sz="3000" b="1"/>
          </a:p>
        </p:txBody>
      </p:sp>
      <p:sp>
        <p:nvSpPr>
          <p:cNvPr id="4" name="Date Placeholder 3">
            <a:extLst>
              <a:ext uri="{FF2B5EF4-FFF2-40B4-BE49-F238E27FC236}">
                <a16:creationId xmlns:a16="http://schemas.microsoft.com/office/drawing/2014/main" id="{56B671C2-DB81-4A30-5231-D5B4B93E075A}"/>
              </a:ext>
            </a:extLst>
          </p:cNvPr>
          <p:cNvSpPr>
            <a:spLocks noGrp="1"/>
          </p:cNvSpPr>
          <p:nvPr>
            <p:ph type="dt" sz="half" idx="10"/>
          </p:nvPr>
        </p:nvSpPr>
        <p:spPr>
          <a:xfrm>
            <a:off x="5759052" y="6354825"/>
            <a:ext cx="2057400" cy="365125"/>
          </a:xfrm>
        </p:spPr>
        <p:txBody>
          <a:bodyPr vert="horz" lIns="91440" tIns="45720" rIns="91440" bIns="45720" rtlCol="0" anchor="ctr">
            <a:normAutofit/>
          </a:bodyPr>
          <a:lstStyle/>
          <a:p>
            <a:pPr eaLnBrk="1" hangingPunct="1">
              <a:spcAft>
                <a:spcPts val="600"/>
              </a:spcAft>
              <a:defRPr/>
            </a:pPr>
            <a:fld id="{43FCFCAC-74A5-48D0-A658-FE49EE2C0C91}" type="datetime4">
              <a:rPr lang="en-US" altLang="en-US" smtClean="0">
                <a:latin typeface="+mn-lt"/>
                <a:ea typeface="+mn-ea"/>
              </a:rPr>
              <a:pPr eaLnBrk="1" hangingPunct="1">
                <a:spcAft>
                  <a:spcPts val="600"/>
                </a:spcAft>
                <a:defRPr/>
              </a:pPr>
              <a:t>February 26, 2024</a:t>
            </a:fld>
            <a:endParaRPr lang="en-US" altLang="en-US">
              <a:latin typeface="+mn-lt"/>
              <a:ea typeface="+mn-ea"/>
            </a:endParaRPr>
          </a:p>
        </p:txBody>
      </p:sp>
      <p:pic>
        <p:nvPicPr>
          <p:cNvPr id="47129" name="Picture 47128">
            <a:extLst>
              <a:ext uri="{FF2B5EF4-FFF2-40B4-BE49-F238E27FC236}">
                <a16:creationId xmlns:a16="http://schemas.microsoft.com/office/drawing/2014/main" id="{A73B520B-D7E7-436A-B263-0682940B4FB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t="61810" r="21258"/>
          <a:stretch/>
        </p:blipFill>
        <p:spPr>
          <a:xfrm>
            <a:off x="0" y="4238951"/>
            <a:ext cx="7200177" cy="2619049"/>
          </a:xfrm>
          <a:prstGeom prst="rect">
            <a:avLst/>
          </a:prstGeom>
        </p:spPr>
      </p:pic>
      <p:sp>
        <p:nvSpPr>
          <p:cNvPr id="5" name="Slide Number Placeholder 4">
            <a:extLst>
              <a:ext uri="{FF2B5EF4-FFF2-40B4-BE49-F238E27FC236}">
                <a16:creationId xmlns:a16="http://schemas.microsoft.com/office/drawing/2014/main" id="{2C5FDA99-E5FE-3603-7621-A81A4AFD1D13}"/>
              </a:ext>
            </a:extLst>
          </p:cNvPr>
          <p:cNvSpPr>
            <a:spLocks noGrp="1"/>
          </p:cNvSpPr>
          <p:nvPr>
            <p:ph type="sldNum" sz="quarter" idx="12"/>
          </p:nvPr>
        </p:nvSpPr>
        <p:spPr>
          <a:xfrm>
            <a:off x="7885508" y="6354825"/>
            <a:ext cx="573161" cy="365125"/>
          </a:xfrm>
        </p:spPr>
        <p:txBody>
          <a:bodyPr vert="horz" lIns="91440" tIns="45720" rIns="91440" bIns="45720" rtlCol="0" anchor="ctr">
            <a:normAutofit/>
          </a:bodyPr>
          <a:lstStyle/>
          <a:p>
            <a:pPr eaLnBrk="1" hangingPunct="1">
              <a:spcAft>
                <a:spcPts val="600"/>
              </a:spcAft>
              <a:defRPr/>
            </a:pPr>
            <a:fld id="{04D8FD4F-45E7-4072-8800-E1C10689F0F2}" type="slidenum">
              <a:rPr lang="en-US" altLang="en-US" smtClean="0">
                <a:latin typeface="+mn-lt"/>
                <a:ea typeface="+mn-ea"/>
              </a:rPr>
              <a:pPr eaLnBrk="1" hangingPunct="1">
                <a:spcAft>
                  <a:spcPts val="600"/>
                </a:spcAft>
                <a:defRPr/>
              </a:pPr>
              <a:t>2</a:t>
            </a:fld>
            <a:endParaRPr lang="en-US" altLang="en-US">
              <a:latin typeface="+mn-lt"/>
              <a:ea typeface="+mn-ea"/>
            </a:endParaRPr>
          </a:p>
        </p:txBody>
      </p:sp>
    </p:spTree>
  </p:cSld>
  <p:clrMapOvr>
    <a:masterClrMapping/>
  </p:clrMapOvr>
  <p:transition>
    <p:random/>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29" name="Picture 2">
            <a:extLst>
              <a:ext uri="{FF2B5EF4-FFF2-40B4-BE49-F238E27FC236}">
                <a16:creationId xmlns:a16="http://schemas.microsoft.com/office/drawing/2014/main" id="{9A0F0AC6-A89F-416B-9FA4-48E664065E7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9144002" cy="6858001"/>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30">
            <a:extLst>
              <a:ext uri="{FF2B5EF4-FFF2-40B4-BE49-F238E27FC236}">
                <a16:creationId xmlns:a16="http://schemas.microsoft.com/office/drawing/2014/main" id="{C31AA009-40AD-4098-8AE7-680CA35C6EA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useBgFill="1">
        <p:nvSpPr>
          <p:cNvPr id="33" name="Rectangle 32">
            <a:extLst>
              <a:ext uri="{FF2B5EF4-FFF2-40B4-BE49-F238E27FC236}">
                <a16:creationId xmlns:a16="http://schemas.microsoft.com/office/drawing/2014/main" id="{7826DDCA-6D09-4690-86AE-A65700C436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2D3083-F665-79D5-01D6-D436EFD11F45}"/>
              </a:ext>
            </a:extLst>
          </p:cNvPr>
          <p:cNvSpPr>
            <a:spLocks noGrp="1"/>
          </p:cNvSpPr>
          <p:nvPr>
            <p:ph type="title"/>
          </p:nvPr>
        </p:nvSpPr>
        <p:spPr>
          <a:xfrm>
            <a:off x="723898" y="1346370"/>
            <a:ext cx="5168390" cy="1204068"/>
          </a:xfrm>
        </p:spPr>
        <p:txBody>
          <a:bodyPr vert="horz" lIns="91440" tIns="45720" rIns="91440" bIns="45720" rtlCol="0" anchor="b">
            <a:normAutofit/>
          </a:bodyPr>
          <a:lstStyle/>
          <a:p>
            <a:r>
              <a:rPr lang="en-US" sz="4800" dirty="0"/>
              <a:t>TEXT BOOK</a:t>
            </a:r>
          </a:p>
        </p:txBody>
      </p:sp>
      <p:sp>
        <p:nvSpPr>
          <p:cNvPr id="3" name="Text Placeholder 2">
            <a:extLst>
              <a:ext uri="{FF2B5EF4-FFF2-40B4-BE49-F238E27FC236}">
                <a16:creationId xmlns:a16="http://schemas.microsoft.com/office/drawing/2014/main" id="{7B8EF0A6-F4CE-6E83-EA87-4A4C0D1D9CD6}"/>
              </a:ext>
            </a:extLst>
          </p:cNvPr>
          <p:cNvSpPr>
            <a:spLocks noGrp="1"/>
          </p:cNvSpPr>
          <p:nvPr>
            <p:ph type="body" idx="1"/>
          </p:nvPr>
        </p:nvSpPr>
        <p:spPr>
          <a:xfrm>
            <a:off x="634741" y="2814350"/>
            <a:ext cx="5829302" cy="1371600"/>
          </a:xfrm>
        </p:spPr>
        <p:txBody>
          <a:bodyPr vert="horz" lIns="91440" tIns="45720" rIns="91440" bIns="45720" rtlCol="0">
            <a:normAutofit/>
          </a:bodyPr>
          <a:lstStyle/>
          <a:p>
            <a:pPr algn="l"/>
            <a:r>
              <a:rPr lang="en-US" dirty="0">
                <a:solidFill>
                  <a:schemeClr val="tx1"/>
                </a:solidFill>
              </a:rPr>
              <a:t>Object-Oriented Analysis, Design and Implementation, Brahma </a:t>
            </a:r>
            <a:r>
              <a:rPr lang="en-US" dirty="0" err="1">
                <a:solidFill>
                  <a:schemeClr val="tx1"/>
                </a:solidFill>
              </a:rPr>
              <a:t>Dathan</a:t>
            </a:r>
            <a:r>
              <a:rPr lang="en-US" dirty="0">
                <a:solidFill>
                  <a:schemeClr val="tx1"/>
                </a:solidFill>
              </a:rPr>
              <a:t>, Sarnath Ramnath, Latest Edition, Universities Press</a:t>
            </a:r>
          </a:p>
        </p:txBody>
      </p:sp>
      <p:sp>
        <p:nvSpPr>
          <p:cNvPr id="6" name="Date Placeholder 5">
            <a:extLst>
              <a:ext uri="{FF2B5EF4-FFF2-40B4-BE49-F238E27FC236}">
                <a16:creationId xmlns:a16="http://schemas.microsoft.com/office/drawing/2014/main" id="{CC9902F2-7AFE-9527-895D-BD9BF05AB446}"/>
              </a:ext>
            </a:extLst>
          </p:cNvPr>
          <p:cNvSpPr>
            <a:spLocks noGrp="1"/>
          </p:cNvSpPr>
          <p:nvPr>
            <p:ph type="dt" sz="half" idx="10"/>
          </p:nvPr>
        </p:nvSpPr>
        <p:spPr>
          <a:xfrm>
            <a:off x="3675268" y="981244"/>
            <a:ext cx="2217018" cy="365125"/>
          </a:xfrm>
        </p:spPr>
        <p:txBody>
          <a:bodyPr vert="horz" lIns="91440" tIns="45720" rIns="91440" bIns="45720" rtlCol="0" anchor="ctr">
            <a:normAutofit/>
          </a:bodyPr>
          <a:lstStyle/>
          <a:p>
            <a:pPr defTabSz="457200" eaLnBrk="1" hangingPunct="1">
              <a:spcAft>
                <a:spcPts val="600"/>
              </a:spcAft>
              <a:defRPr/>
            </a:pPr>
            <a:fld id="{AD74E148-B29D-4916-8C6E-569145F11FF2}" type="datetime4">
              <a:rPr lang="en-US" altLang="en-US" smtClean="0">
                <a:latin typeface="+mn-lt"/>
                <a:ea typeface="+mn-ea"/>
              </a:rPr>
              <a:pPr defTabSz="457200" eaLnBrk="1" hangingPunct="1">
                <a:spcAft>
                  <a:spcPts val="600"/>
                </a:spcAft>
                <a:defRPr/>
              </a:pPr>
              <a:t>February 26, 2024</a:t>
            </a:fld>
            <a:endParaRPr lang="en-US" altLang="en-US">
              <a:latin typeface="+mn-lt"/>
              <a:ea typeface="+mn-ea"/>
            </a:endParaRPr>
          </a:p>
        </p:txBody>
      </p:sp>
      <p:sp>
        <p:nvSpPr>
          <p:cNvPr id="7" name="Slide Number Placeholder 6">
            <a:extLst>
              <a:ext uri="{FF2B5EF4-FFF2-40B4-BE49-F238E27FC236}">
                <a16:creationId xmlns:a16="http://schemas.microsoft.com/office/drawing/2014/main" id="{BE82B9DC-CF2F-9827-7048-6C4E42B54164}"/>
              </a:ext>
            </a:extLst>
          </p:cNvPr>
          <p:cNvSpPr>
            <a:spLocks noGrp="1"/>
          </p:cNvSpPr>
          <p:nvPr>
            <p:ph type="sldNum" sz="quarter" idx="12"/>
          </p:nvPr>
        </p:nvSpPr>
        <p:spPr>
          <a:xfrm>
            <a:off x="5892287" y="981244"/>
            <a:ext cx="482599" cy="365125"/>
          </a:xfrm>
        </p:spPr>
        <p:txBody>
          <a:bodyPr vert="horz" lIns="91440" tIns="45720" rIns="91440" bIns="45720" rtlCol="0" anchor="ctr">
            <a:normAutofit/>
          </a:bodyPr>
          <a:lstStyle/>
          <a:p>
            <a:pPr defTabSz="457200" eaLnBrk="1" hangingPunct="1">
              <a:spcAft>
                <a:spcPts val="600"/>
              </a:spcAft>
              <a:defRPr/>
            </a:pPr>
            <a:fld id="{04D8FD4F-45E7-4072-8800-E1C10689F0F2}" type="slidenum">
              <a:rPr lang="en-US" altLang="en-US" kern="1200" dirty="0">
                <a:solidFill>
                  <a:schemeClr val="tx1"/>
                </a:solidFill>
                <a:latin typeface="+mn-lt"/>
                <a:ea typeface="+mn-ea"/>
                <a:cs typeface="+mn-cs"/>
              </a:rPr>
              <a:pPr defTabSz="457200" eaLnBrk="1" hangingPunct="1">
                <a:spcAft>
                  <a:spcPts val="600"/>
                </a:spcAft>
                <a:defRPr/>
              </a:pPr>
              <a:t>3</a:t>
            </a:fld>
            <a:endParaRPr lang="en-US" altLang="en-US" kern="1200" dirty="0">
              <a:solidFill>
                <a:schemeClr val="tx1"/>
              </a:solidFill>
              <a:latin typeface="+mn-lt"/>
              <a:ea typeface="+mn-ea"/>
              <a:cs typeface="+mn-cs"/>
            </a:endParaRPr>
          </a:p>
        </p:txBody>
      </p:sp>
      <p:sp useBgFill="1">
        <p:nvSpPr>
          <p:cNvPr id="35" name="Rectangle 34">
            <a:extLst>
              <a:ext uri="{FF2B5EF4-FFF2-40B4-BE49-F238E27FC236}">
                <a16:creationId xmlns:a16="http://schemas.microsoft.com/office/drawing/2014/main" id="{48D94113-B99D-4827-8468-42C0869DD6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98784" y="0"/>
            <a:ext cx="2045215" cy="6858000"/>
          </a:xfrm>
          <a:prstGeom prst="rect">
            <a:avLst/>
          </a:prstGeom>
          <a:ln>
            <a:noFill/>
          </a:ln>
          <a:effectLst>
            <a:outerShdw blurRad="88900" dist="254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0D97E19A-F48B-4D56-A949-3A826CF00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98784" y="0"/>
            <a:ext cx="2045216" cy="6858000"/>
          </a:xfrm>
          <a:prstGeom prst="rect">
            <a:avLst/>
          </a:prstGeom>
          <a:solidFill>
            <a:schemeClr val="tx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9" name="Picture 38">
            <a:extLst>
              <a:ext uri="{FF2B5EF4-FFF2-40B4-BE49-F238E27FC236}">
                <a16:creationId xmlns:a16="http://schemas.microsoft.com/office/drawing/2014/main" id="{E5B1C489-3520-454E-BCE4-DE06A472FFF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15620" t="1120" r="54326" b="73832"/>
          <a:stretch/>
        </p:blipFill>
        <p:spPr>
          <a:xfrm>
            <a:off x="7098785" y="4417"/>
            <a:ext cx="1738843" cy="1086886"/>
          </a:xfrm>
          <a:prstGeom prst="rect">
            <a:avLst/>
          </a:prstGeom>
        </p:spPr>
      </p:pic>
      <p:pic>
        <p:nvPicPr>
          <p:cNvPr id="41" name="Picture 40">
            <a:extLst>
              <a:ext uri="{FF2B5EF4-FFF2-40B4-BE49-F238E27FC236}">
                <a16:creationId xmlns:a16="http://schemas.microsoft.com/office/drawing/2014/main" id="{29CDFDB7-75F8-4CF5-A2D6-59A1D862328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73623" t="43915" r="1" b="10213"/>
          <a:stretch/>
        </p:blipFill>
        <p:spPr>
          <a:xfrm>
            <a:off x="7459132" y="3287359"/>
            <a:ext cx="1684868" cy="2197653"/>
          </a:xfrm>
          <a:prstGeom prst="rect">
            <a:avLst/>
          </a:prstGeom>
        </p:spPr>
      </p:pic>
      <p:pic>
        <p:nvPicPr>
          <p:cNvPr id="43" name="Picture 42">
            <a:extLst>
              <a:ext uri="{FF2B5EF4-FFF2-40B4-BE49-F238E27FC236}">
                <a16:creationId xmlns:a16="http://schemas.microsoft.com/office/drawing/2014/main" id="{A1EE895C-73D3-4A38-BD82-6A056D2531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46466" t="75007" r="30510"/>
          <a:stretch/>
        </p:blipFill>
        <p:spPr>
          <a:xfrm>
            <a:off x="7911445" y="2550437"/>
            <a:ext cx="1232555" cy="1003467"/>
          </a:xfrm>
          <a:custGeom>
            <a:avLst/>
            <a:gdLst>
              <a:gd name="connsiteX0" fmla="*/ 2051608 w 4103216"/>
              <a:gd name="connsiteY0" fmla="*/ 0 h 1714050"/>
              <a:gd name="connsiteX1" fmla="*/ 4103216 w 4103216"/>
              <a:gd name="connsiteY1" fmla="*/ 1266738 h 1714050"/>
              <a:gd name="connsiteX2" fmla="*/ 4010980 w 4103216"/>
              <a:gd name="connsiteY2" fmla="*/ 1643427 h 1714050"/>
              <a:gd name="connsiteX3" fmla="*/ 3969116 w 4103216"/>
              <a:gd name="connsiteY3" fmla="*/ 1714050 h 1714050"/>
              <a:gd name="connsiteX4" fmla="*/ 134100 w 4103216"/>
              <a:gd name="connsiteY4" fmla="*/ 1714050 h 1714050"/>
              <a:gd name="connsiteX5" fmla="*/ 92237 w 4103216"/>
              <a:gd name="connsiteY5" fmla="*/ 1643427 h 1714050"/>
              <a:gd name="connsiteX6" fmla="*/ 0 w 4103216"/>
              <a:gd name="connsiteY6" fmla="*/ 1266738 h 1714050"/>
              <a:gd name="connsiteX7" fmla="*/ 2051608 w 4103216"/>
              <a:gd name="connsiteY7" fmla="*/ 0 h 1714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03216" h="1714050">
                <a:moveTo>
                  <a:pt x="2051608" y="0"/>
                </a:moveTo>
                <a:cubicBezTo>
                  <a:pt x="3184680" y="0"/>
                  <a:pt x="4103216" y="567138"/>
                  <a:pt x="4103216" y="1266738"/>
                </a:cubicBezTo>
                <a:cubicBezTo>
                  <a:pt x="4103216" y="1397913"/>
                  <a:pt x="4070924" y="1524431"/>
                  <a:pt x="4010980" y="1643427"/>
                </a:cubicBezTo>
                <a:lnTo>
                  <a:pt x="3969116" y="1714050"/>
                </a:lnTo>
                <a:lnTo>
                  <a:pt x="134100" y="1714050"/>
                </a:lnTo>
                <a:lnTo>
                  <a:pt x="92237" y="1643427"/>
                </a:lnTo>
                <a:cubicBezTo>
                  <a:pt x="32293" y="1524431"/>
                  <a:pt x="0" y="1397913"/>
                  <a:pt x="0" y="1266738"/>
                </a:cubicBezTo>
                <a:cubicBezTo>
                  <a:pt x="0" y="567138"/>
                  <a:pt x="918536" y="0"/>
                  <a:pt x="2051608" y="0"/>
                </a:cubicBezTo>
                <a:close/>
              </a:path>
            </a:pathLst>
          </a:custGeom>
        </p:spPr>
      </p:pic>
      <p:pic>
        <p:nvPicPr>
          <p:cNvPr id="45" name="Picture 44">
            <a:extLst>
              <a:ext uri="{FF2B5EF4-FFF2-40B4-BE49-F238E27FC236}">
                <a16:creationId xmlns:a16="http://schemas.microsoft.com/office/drawing/2014/main" id="{68FD3076-E852-4125-BBED-3FB31599F41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68940" t="81531" r="19879"/>
          <a:stretch/>
        </p:blipFill>
        <p:spPr>
          <a:xfrm>
            <a:off x="7098786" y="5597114"/>
            <a:ext cx="1017693" cy="1260885"/>
          </a:xfrm>
          <a:custGeom>
            <a:avLst/>
            <a:gdLst>
              <a:gd name="connsiteX0" fmla="*/ 2051608 w 4103216"/>
              <a:gd name="connsiteY0" fmla="*/ 0 h 1714050"/>
              <a:gd name="connsiteX1" fmla="*/ 4103216 w 4103216"/>
              <a:gd name="connsiteY1" fmla="*/ 1266738 h 1714050"/>
              <a:gd name="connsiteX2" fmla="*/ 4010980 w 4103216"/>
              <a:gd name="connsiteY2" fmla="*/ 1643427 h 1714050"/>
              <a:gd name="connsiteX3" fmla="*/ 3969116 w 4103216"/>
              <a:gd name="connsiteY3" fmla="*/ 1714050 h 1714050"/>
              <a:gd name="connsiteX4" fmla="*/ 134100 w 4103216"/>
              <a:gd name="connsiteY4" fmla="*/ 1714050 h 1714050"/>
              <a:gd name="connsiteX5" fmla="*/ 92237 w 4103216"/>
              <a:gd name="connsiteY5" fmla="*/ 1643427 h 1714050"/>
              <a:gd name="connsiteX6" fmla="*/ 0 w 4103216"/>
              <a:gd name="connsiteY6" fmla="*/ 1266738 h 1714050"/>
              <a:gd name="connsiteX7" fmla="*/ 2051608 w 4103216"/>
              <a:gd name="connsiteY7" fmla="*/ 0 h 1714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03216" h="1714050">
                <a:moveTo>
                  <a:pt x="2051608" y="0"/>
                </a:moveTo>
                <a:cubicBezTo>
                  <a:pt x="3184680" y="0"/>
                  <a:pt x="4103216" y="567138"/>
                  <a:pt x="4103216" y="1266738"/>
                </a:cubicBezTo>
                <a:cubicBezTo>
                  <a:pt x="4103216" y="1397913"/>
                  <a:pt x="4070924" y="1524431"/>
                  <a:pt x="4010980" y="1643427"/>
                </a:cubicBezTo>
                <a:lnTo>
                  <a:pt x="3969116" y="1714050"/>
                </a:lnTo>
                <a:lnTo>
                  <a:pt x="134100" y="1714050"/>
                </a:lnTo>
                <a:lnTo>
                  <a:pt x="92237" y="1643427"/>
                </a:lnTo>
                <a:cubicBezTo>
                  <a:pt x="32293" y="1524431"/>
                  <a:pt x="0" y="1397913"/>
                  <a:pt x="0" y="1266738"/>
                </a:cubicBezTo>
                <a:cubicBezTo>
                  <a:pt x="0" y="567138"/>
                  <a:pt x="918536" y="0"/>
                  <a:pt x="2051608" y="0"/>
                </a:cubicBezTo>
                <a:close/>
              </a:path>
            </a:pathLst>
          </a:custGeom>
        </p:spPr>
      </p:pic>
    </p:spTree>
    <p:extLst>
      <p:ext uri="{BB962C8B-B14F-4D97-AF65-F5344CB8AC3E}">
        <p14:creationId xmlns:p14="http://schemas.microsoft.com/office/powerpoint/2010/main" val="2238733378"/>
      </p:ext>
    </p:extLst>
  </p:cSld>
  <p:clrMapOvr>
    <a:overrideClrMapping bg1="dk1" tx1="lt1" bg2="dk2" tx2="lt2" accent1="accent1" accent2="accent2" accent3="accent3" accent4="accent4" accent5="accent5" accent6="accent6" hlink="hlink" folHlink="folHlink"/>
  </p:clrMapOvr>
  <p:transition>
    <p:random/>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1545423D-879D-D976-6761-F9C5932A8CB5}"/>
            </a:ext>
          </a:extLst>
        </p:cNvPr>
        <p:cNvGrpSpPr/>
        <p:nvPr/>
      </p:nvGrpSpPr>
      <p:grpSpPr>
        <a:xfrm>
          <a:off x="0" y="0"/>
          <a:ext cx="0" cy="0"/>
          <a:chOff x="0" y="0"/>
          <a:chExt cx="0" cy="0"/>
        </a:xfrm>
      </p:grpSpPr>
      <p:pic>
        <p:nvPicPr>
          <p:cNvPr id="29" name="Picture 2">
            <a:extLst>
              <a:ext uri="{FF2B5EF4-FFF2-40B4-BE49-F238E27FC236}">
                <a16:creationId xmlns:a16="http://schemas.microsoft.com/office/drawing/2014/main" id="{65B8BE72-5B7E-C6C1-D29D-CD58F976AD1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9144002" cy="6858001"/>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30">
            <a:extLst>
              <a:ext uri="{FF2B5EF4-FFF2-40B4-BE49-F238E27FC236}">
                <a16:creationId xmlns:a16="http://schemas.microsoft.com/office/drawing/2014/main" id="{07577F0F-021A-7CB8-895B-5507A23E4C8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useBgFill="1">
        <p:nvSpPr>
          <p:cNvPr id="33" name="Rectangle 32">
            <a:extLst>
              <a:ext uri="{FF2B5EF4-FFF2-40B4-BE49-F238E27FC236}">
                <a16:creationId xmlns:a16="http://schemas.microsoft.com/office/drawing/2014/main" id="{6454EE20-C2EA-29E6-F7A7-C1EC2C439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C98600B-CE1C-5C69-47AF-C7AA51EF874A}"/>
              </a:ext>
            </a:extLst>
          </p:cNvPr>
          <p:cNvSpPr>
            <a:spLocks noGrp="1"/>
          </p:cNvSpPr>
          <p:nvPr>
            <p:ph type="title"/>
          </p:nvPr>
        </p:nvSpPr>
        <p:spPr>
          <a:xfrm>
            <a:off x="723898" y="1346370"/>
            <a:ext cx="5168390" cy="1204068"/>
          </a:xfrm>
        </p:spPr>
        <p:txBody>
          <a:bodyPr vert="horz" lIns="91440" tIns="45720" rIns="91440" bIns="45720" rtlCol="0" anchor="b">
            <a:normAutofit/>
          </a:bodyPr>
          <a:lstStyle/>
          <a:p>
            <a:r>
              <a:rPr lang="en-US" sz="4800" dirty="0"/>
              <a:t>REFERENCE BOOK</a:t>
            </a:r>
          </a:p>
        </p:txBody>
      </p:sp>
      <p:sp>
        <p:nvSpPr>
          <p:cNvPr id="3" name="Text Placeholder 2">
            <a:extLst>
              <a:ext uri="{FF2B5EF4-FFF2-40B4-BE49-F238E27FC236}">
                <a16:creationId xmlns:a16="http://schemas.microsoft.com/office/drawing/2014/main" id="{077549C1-2FE2-72C5-D143-5EB095B188C3}"/>
              </a:ext>
            </a:extLst>
          </p:cNvPr>
          <p:cNvSpPr>
            <a:spLocks noGrp="1"/>
          </p:cNvSpPr>
          <p:nvPr>
            <p:ph type="body" idx="1"/>
          </p:nvPr>
        </p:nvSpPr>
        <p:spPr>
          <a:xfrm>
            <a:off x="634741" y="2814350"/>
            <a:ext cx="6147060" cy="1371600"/>
          </a:xfrm>
        </p:spPr>
        <p:txBody>
          <a:bodyPr vert="horz" lIns="91440" tIns="45720" rIns="91440" bIns="45720" rtlCol="0">
            <a:noAutofit/>
          </a:bodyPr>
          <a:lstStyle/>
          <a:p>
            <a:pPr algn="just">
              <a:lnSpc>
                <a:spcPct val="130000"/>
              </a:lnSpc>
            </a:pPr>
            <a:r>
              <a:rPr lang="en-US" sz="1800" dirty="0">
                <a:solidFill>
                  <a:schemeClr val="tx1"/>
                </a:solidFill>
              </a:rPr>
              <a:t>2. Software Engineering: A Practitioner’s Approach, Roger S. Pressman, Bruce R. Maxim, 8th Ed, McGraw-Hill Education, 2015. 3. </a:t>
            </a:r>
          </a:p>
          <a:p>
            <a:pPr algn="just">
              <a:lnSpc>
                <a:spcPct val="130000"/>
              </a:lnSpc>
            </a:pPr>
            <a:r>
              <a:rPr lang="en-US" sz="1800" dirty="0">
                <a:solidFill>
                  <a:schemeClr val="tx1"/>
                </a:solidFill>
              </a:rPr>
              <a:t>3. Essential Software Architecture, Gorton I., latest Edition, Springer – Verlag</a:t>
            </a:r>
          </a:p>
        </p:txBody>
      </p:sp>
      <p:sp>
        <p:nvSpPr>
          <p:cNvPr id="6" name="Date Placeholder 5">
            <a:extLst>
              <a:ext uri="{FF2B5EF4-FFF2-40B4-BE49-F238E27FC236}">
                <a16:creationId xmlns:a16="http://schemas.microsoft.com/office/drawing/2014/main" id="{D108F121-032C-C102-D1D3-DBF4DB947346}"/>
              </a:ext>
            </a:extLst>
          </p:cNvPr>
          <p:cNvSpPr>
            <a:spLocks noGrp="1"/>
          </p:cNvSpPr>
          <p:nvPr>
            <p:ph type="dt" sz="half" idx="10"/>
          </p:nvPr>
        </p:nvSpPr>
        <p:spPr>
          <a:xfrm>
            <a:off x="3675268" y="981244"/>
            <a:ext cx="2217018" cy="365125"/>
          </a:xfrm>
        </p:spPr>
        <p:txBody>
          <a:bodyPr vert="horz" lIns="91440" tIns="45720" rIns="91440" bIns="45720" rtlCol="0" anchor="ctr">
            <a:normAutofit/>
          </a:bodyPr>
          <a:lstStyle/>
          <a:p>
            <a:pPr defTabSz="457200" eaLnBrk="1" hangingPunct="1">
              <a:spcAft>
                <a:spcPts val="600"/>
              </a:spcAft>
              <a:defRPr/>
            </a:pPr>
            <a:fld id="{AD74E148-B29D-4916-8C6E-569145F11FF2}" type="datetime4">
              <a:rPr lang="en-US" altLang="en-US" smtClean="0">
                <a:latin typeface="+mn-lt"/>
                <a:ea typeface="+mn-ea"/>
              </a:rPr>
              <a:pPr defTabSz="457200" eaLnBrk="1" hangingPunct="1">
                <a:spcAft>
                  <a:spcPts val="600"/>
                </a:spcAft>
                <a:defRPr/>
              </a:pPr>
              <a:t>February 26, 2024</a:t>
            </a:fld>
            <a:endParaRPr lang="en-US" altLang="en-US">
              <a:latin typeface="+mn-lt"/>
              <a:ea typeface="+mn-ea"/>
            </a:endParaRPr>
          </a:p>
        </p:txBody>
      </p:sp>
      <p:sp>
        <p:nvSpPr>
          <p:cNvPr id="7" name="Slide Number Placeholder 6">
            <a:extLst>
              <a:ext uri="{FF2B5EF4-FFF2-40B4-BE49-F238E27FC236}">
                <a16:creationId xmlns:a16="http://schemas.microsoft.com/office/drawing/2014/main" id="{70641879-EF71-BB79-DE0F-8F7510E4BAAB}"/>
              </a:ext>
            </a:extLst>
          </p:cNvPr>
          <p:cNvSpPr>
            <a:spLocks noGrp="1"/>
          </p:cNvSpPr>
          <p:nvPr>
            <p:ph type="sldNum" sz="quarter" idx="12"/>
          </p:nvPr>
        </p:nvSpPr>
        <p:spPr>
          <a:xfrm>
            <a:off x="5892287" y="981244"/>
            <a:ext cx="482599" cy="365125"/>
          </a:xfrm>
        </p:spPr>
        <p:txBody>
          <a:bodyPr vert="horz" lIns="91440" tIns="45720" rIns="91440" bIns="45720" rtlCol="0" anchor="ctr">
            <a:normAutofit/>
          </a:bodyPr>
          <a:lstStyle/>
          <a:p>
            <a:pPr defTabSz="457200" eaLnBrk="1" hangingPunct="1">
              <a:spcAft>
                <a:spcPts val="600"/>
              </a:spcAft>
              <a:defRPr/>
            </a:pPr>
            <a:fld id="{04D8FD4F-45E7-4072-8800-E1C10689F0F2}" type="slidenum">
              <a:rPr lang="en-US" altLang="en-US" kern="1200" dirty="0">
                <a:solidFill>
                  <a:schemeClr val="tx1"/>
                </a:solidFill>
                <a:latin typeface="+mn-lt"/>
                <a:ea typeface="+mn-ea"/>
                <a:cs typeface="+mn-cs"/>
              </a:rPr>
              <a:pPr defTabSz="457200" eaLnBrk="1" hangingPunct="1">
                <a:spcAft>
                  <a:spcPts val="600"/>
                </a:spcAft>
                <a:defRPr/>
              </a:pPr>
              <a:t>4</a:t>
            </a:fld>
            <a:endParaRPr lang="en-US" altLang="en-US" kern="1200" dirty="0">
              <a:solidFill>
                <a:schemeClr val="tx1"/>
              </a:solidFill>
              <a:latin typeface="+mn-lt"/>
              <a:ea typeface="+mn-ea"/>
              <a:cs typeface="+mn-cs"/>
            </a:endParaRPr>
          </a:p>
        </p:txBody>
      </p:sp>
      <p:sp useBgFill="1">
        <p:nvSpPr>
          <p:cNvPr id="35" name="Rectangle 34">
            <a:extLst>
              <a:ext uri="{FF2B5EF4-FFF2-40B4-BE49-F238E27FC236}">
                <a16:creationId xmlns:a16="http://schemas.microsoft.com/office/drawing/2014/main" id="{37E22C81-7E79-366E-ED5A-C16BC5C49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98784" y="0"/>
            <a:ext cx="2045215" cy="6858000"/>
          </a:xfrm>
          <a:prstGeom prst="rect">
            <a:avLst/>
          </a:prstGeom>
          <a:ln>
            <a:noFill/>
          </a:ln>
          <a:effectLst>
            <a:outerShdw blurRad="88900" dist="254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4E69B1A9-A4C9-EB32-1534-4BED69E090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98784" y="0"/>
            <a:ext cx="2045216" cy="6858000"/>
          </a:xfrm>
          <a:prstGeom prst="rect">
            <a:avLst/>
          </a:prstGeom>
          <a:solidFill>
            <a:schemeClr val="tx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9" name="Picture 38">
            <a:extLst>
              <a:ext uri="{FF2B5EF4-FFF2-40B4-BE49-F238E27FC236}">
                <a16:creationId xmlns:a16="http://schemas.microsoft.com/office/drawing/2014/main" id="{7C99F6A3-4DAB-1001-3AA6-1EB4BF797D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15620" t="1120" r="54326" b="73832"/>
          <a:stretch/>
        </p:blipFill>
        <p:spPr>
          <a:xfrm>
            <a:off x="7098785" y="4417"/>
            <a:ext cx="1738843" cy="1086886"/>
          </a:xfrm>
          <a:prstGeom prst="rect">
            <a:avLst/>
          </a:prstGeom>
        </p:spPr>
      </p:pic>
      <p:pic>
        <p:nvPicPr>
          <p:cNvPr id="41" name="Picture 40">
            <a:extLst>
              <a:ext uri="{FF2B5EF4-FFF2-40B4-BE49-F238E27FC236}">
                <a16:creationId xmlns:a16="http://schemas.microsoft.com/office/drawing/2014/main" id="{AAC416FF-42FC-BFED-A889-F83EE55634B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73623" t="43915" r="1" b="10213"/>
          <a:stretch/>
        </p:blipFill>
        <p:spPr>
          <a:xfrm>
            <a:off x="7459132" y="3287359"/>
            <a:ext cx="1684868" cy="2197653"/>
          </a:xfrm>
          <a:prstGeom prst="rect">
            <a:avLst/>
          </a:prstGeom>
        </p:spPr>
      </p:pic>
      <p:pic>
        <p:nvPicPr>
          <p:cNvPr id="43" name="Picture 42">
            <a:extLst>
              <a:ext uri="{FF2B5EF4-FFF2-40B4-BE49-F238E27FC236}">
                <a16:creationId xmlns:a16="http://schemas.microsoft.com/office/drawing/2014/main" id="{A6821855-BCF6-B1A5-1543-67E47363A3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46466" t="75007" r="30510"/>
          <a:stretch/>
        </p:blipFill>
        <p:spPr>
          <a:xfrm>
            <a:off x="7911445" y="2550437"/>
            <a:ext cx="1232555" cy="1003467"/>
          </a:xfrm>
          <a:custGeom>
            <a:avLst/>
            <a:gdLst>
              <a:gd name="connsiteX0" fmla="*/ 2051608 w 4103216"/>
              <a:gd name="connsiteY0" fmla="*/ 0 h 1714050"/>
              <a:gd name="connsiteX1" fmla="*/ 4103216 w 4103216"/>
              <a:gd name="connsiteY1" fmla="*/ 1266738 h 1714050"/>
              <a:gd name="connsiteX2" fmla="*/ 4010980 w 4103216"/>
              <a:gd name="connsiteY2" fmla="*/ 1643427 h 1714050"/>
              <a:gd name="connsiteX3" fmla="*/ 3969116 w 4103216"/>
              <a:gd name="connsiteY3" fmla="*/ 1714050 h 1714050"/>
              <a:gd name="connsiteX4" fmla="*/ 134100 w 4103216"/>
              <a:gd name="connsiteY4" fmla="*/ 1714050 h 1714050"/>
              <a:gd name="connsiteX5" fmla="*/ 92237 w 4103216"/>
              <a:gd name="connsiteY5" fmla="*/ 1643427 h 1714050"/>
              <a:gd name="connsiteX6" fmla="*/ 0 w 4103216"/>
              <a:gd name="connsiteY6" fmla="*/ 1266738 h 1714050"/>
              <a:gd name="connsiteX7" fmla="*/ 2051608 w 4103216"/>
              <a:gd name="connsiteY7" fmla="*/ 0 h 1714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03216" h="1714050">
                <a:moveTo>
                  <a:pt x="2051608" y="0"/>
                </a:moveTo>
                <a:cubicBezTo>
                  <a:pt x="3184680" y="0"/>
                  <a:pt x="4103216" y="567138"/>
                  <a:pt x="4103216" y="1266738"/>
                </a:cubicBezTo>
                <a:cubicBezTo>
                  <a:pt x="4103216" y="1397913"/>
                  <a:pt x="4070924" y="1524431"/>
                  <a:pt x="4010980" y="1643427"/>
                </a:cubicBezTo>
                <a:lnTo>
                  <a:pt x="3969116" y="1714050"/>
                </a:lnTo>
                <a:lnTo>
                  <a:pt x="134100" y="1714050"/>
                </a:lnTo>
                <a:lnTo>
                  <a:pt x="92237" y="1643427"/>
                </a:lnTo>
                <a:cubicBezTo>
                  <a:pt x="32293" y="1524431"/>
                  <a:pt x="0" y="1397913"/>
                  <a:pt x="0" y="1266738"/>
                </a:cubicBezTo>
                <a:cubicBezTo>
                  <a:pt x="0" y="567138"/>
                  <a:pt x="918536" y="0"/>
                  <a:pt x="2051608" y="0"/>
                </a:cubicBezTo>
                <a:close/>
              </a:path>
            </a:pathLst>
          </a:custGeom>
        </p:spPr>
      </p:pic>
      <p:pic>
        <p:nvPicPr>
          <p:cNvPr id="45" name="Picture 44">
            <a:extLst>
              <a:ext uri="{FF2B5EF4-FFF2-40B4-BE49-F238E27FC236}">
                <a16:creationId xmlns:a16="http://schemas.microsoft.com/office/drawing/2014/main" id="{51D1FFA2-B076-093F-F417-665BC99C2FC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68940" t="81531" r="19879"/>
          <a:stretch/>
        </p:blipFill>
        <p:spPr>
          <a:xfrm>
            <a:off x="7098786" y="5597114"/>
            <a:ext cx="1017693" cy="1260885"/>
          </a:xfrm>
          <a:custGeom>
            <a:avLst/>
            <a:gdLst>
              <a:gd name="connsiteX0" fmla="*/ 2051608 w 4103216"/>
              <a:gd name="connsiteY0" fmla="*/ 0 h 1714050"/>
              <a:gd name="connsiteX1" fmla="*/ 4103216 w 4103216"/>
              <a:gd name="connsiteY1" fmla="*/ 1266738 h 1714050"/>
              <a:gd name="connsiteX2" fmla="*/ 4010980 w 4103216"/>
              <a:gd name="connsiteY2" fmla="*/ 1643427 h 1714050"/>
              <a:gd name="connsiteX3" fmla="*/ 3969116 w 4103216"/>
              <a:gd name="connsiteY3" fmla="*/ 1714050 h 1714050"/>
              <a:gd name="connsiteX4" fmla="*/ 134100 w 4103216"/>
              <a:gd name="connsiteY4" fmla="*/ 1714050 h 1714050"/>
              <a:gd name="connsiteX5" fmla="*/ 92237 w 4103216"/>
              <a:gd name="connsiteY5" fmla="*/ 1643427 h 1714050"/>
              <a:gd name="connsiteX6" fmla="*/ 0 w 4103216"/>
              <a:gd name="connsiteY6" fmla="*/ 1266738 h 1714050"/>
              <a:gd name="connsiteX7" fmla="*/ 2051608 w 4103216"/>
              <a:gd name="connsiteY7" fmla="*/ 0 h 1714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03216" h="1714050">
                <a:moveTo>
                  <a:pt x="2051608" y="0"/>
                </a:moveTo>
                <a:cubicBezTo>
                  <a:pt x="3184680" y="0"/>
                  <a:pt x="4103216" y="567138"/>
                  <a:pt x="4103216" y="1266738"/>
                </a:cubicBezTo>
                <a:cubicBezTo>
                  <a:pt x="4103216" y="1397913"/>
                  <a:pt x="4070924" y="1524431"/>
                  <a:pt x="4010980" y="1643427"/>
                </a:cubicBezTo>
                <a:lnTo>
                  <a:pt x="3969116" y="1714050"/>
                </a:lnTo>
                <a:lnTo>
                  <a:pt x="134100" y="1714050"/>
                </a:lnTo>
                <a:lnTo>
                  <a:pt x="92237" y="1643427"/>
                </a:lnTo>
                <a:cubicBezTo>
                  <a:pt x="32293" y="1524431"/>
                  <a:pt x="0" y="1397913"/>
                  <a:pt x="0" y="1266738"/>
                </a:cubicBezTo>
                <a:cubicBezTo>
                  <a:pt x="0" y="567138"/>
                  <a:pt x="918536" y="0"/>
                  <a:pt x="2051608" y="0"/>
                </a:cubicBezTo>
                <a:close/>
              </a:path>
            </a:pathLst>
          </a:custGeom>
        </p:spPr>
      </p:pic>
    </p:spTree>
    <p:extLst>
      <p:ext uri="{BB962C8B-B14F-4D97-AF65-F5344CB8AC3E}">
        <p14:creationId xmlns:p14="http://schemas.microsoft.com/office/powerpoint/2010/main" val="810945076"/>
      </p:ext>
    </p:extLst>
  </p:cSld>
  <p:clrMapOvr>
    <a:overrideClrMapping bg1="dk1" tx1="lt1" bg2="dk2" tx2="lt2" accent1="accent1" accent2="accent2" accent3="accent3" accent4="accent4" accent5="accent5" accent6="accent6" hlink="hlink" folHlink="folHlink"/>
  </p:clrMapOvr>
  <p:transition>
    <p:random/>
  </p:transition>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48147" name="Picture 2">
            <a:extLst>
              <a:ext uri="{FF2B5EF4-FFF2-40B4-BE49-F238E27FC236}">
                <a16:creationId xmlns:a16="http://schemas.microsoft.com/office/drawing/2014/main" id="{25496B42-CC46-4183-B481-887CD3E8C72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9144002" cy="6858001"/>
          </a:xfrm>
          <a:prstGeom prst="rect">
            <a:avLst/>
          </a:prstGeom>
          <a:noFill/>
          <a:extLst>
            <a:ext uri="{909E8E84-426E-40DD-AFC4-6F175D3DCCD1}">
              <a14:hiddenFill xmlns:a14="http://schemas.microsoft.com/office/drawing/2010/main">
                <a:solidFill>
                  <a:srgbClr val="FFFFFF"/>
                </a:solidFill>
              </a14:hiddenFill>
            </a:ext>
          </a:extLst>
        </p:spPr>
      </p:pic>
      <p:pic>
        <p:nvPicPr>
          <p:cNvPr id="48148" name="Picture 48147">
            <a:extLst>
              <a:ext uri="{FF2B5EF4-FFF2-40B4-BE49-F238E27FC236}">
                <a16:creationId xmlns:a16="http://schemas.microsoft.com/office/drawing/2014/main" id="{765E2D7E-B7BD-404F-9F71-D6620D37B90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useBgFill="1">
        <p:nvSpPr>
          <p:cNvPr id="48149" name="Rectangle 48148">
            <a:extLst>
              <a:ext uri="{FF2B5EF4-FFF2-40B4-BE49-F238E27FC236}">
                <a16:creationId xmlns:a16="http://schemas.microsoft.com/office/drawing/2014/main" id="{446F2B05-D14A-46C1-B94D-81BAFA34CA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8150" name="Graphic 48149" descr="Programmer">
            <a:extLst>
              <a:ext uri="{FF2B5EF4-FFF2-40B4-BE49-F238E27FC236}">
                <a16:creationId xmlns:a16="http://schemas.microsoft.com/office/drawing/2014/main" id="{111E8B78-98F3-5A93-1415-6940050DE5A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10110" y="2004596"/>
            <a:ext cx="2880612" cy="2880612"/>
          </a:xfrm>
          <a:prstGeom prst="rect">
            <a:avLst/>
          </a:prstGeom>
        </p:spPr>
      </p:pic>
      <p:sp>
        <p:nvSpPr>
          <p:cNvPr id="6" name="TextBox 5">
            <a:extLst>
              <a:ext uri="{FF2B5EF4-FFF2-40B4-BE49-F238E27FC236}">
                <a16:creationId xmlns:a16="http://schemas.microsoft.com/office/drawing/2014/main" id="{76141208-E628-1AC7-DD58-E9B289DB97EF}"/>
              </a:ext>
            </a:extLst>
          </p:cNvPr>
          <p:cNvSpPr txBox="1"/>
          <p:nvPr/>
        </p:nvSpPr>
        <p:spPr>
          <a:xfrm>
            <a:off x="3961890" y="2367092"/>
            <a:ext cx="4391561" cy="3847444"/>
          </a:xfrm>
          <a:prstGeom prst="rect">
            <a:avLst/>
          </a:prstGeom>
        </p:spPr>
        <p:txBody>
          <a:bodyPr vert="horz" lIns="91440" tIns="45720" rIns="91440" bIns="45720" rtlCol="0">
            <a:normAutofit fontScale="85000" lnSpcReduction="10000"/>
          </a:bodyPr>
          <a:lstStyle/>
          <a:p>
            <a:pPr eaLnBrk="1" hangingPunct="1">
              <a:lnSpc>
                <a:spcPct val="120000"/>
              </a:lnSpc>
              <a:spcAft>
                <a:spcPts val="600"/>
              </a:spcAft>
              <a:buClr>
                <a:schemeClr val="tx1"/>
              </a:buClr>
            </a:pPr>
            <a:r>
              <a:rPr lang="en-US" sz="2400" b="1" cap="all" dirty="0">
                <a:latin typeface="+mn-lt"/>
                <a:ea typeface="+mn-ea"/>
              </a:rPr>
              <a:t>Software engineering </a:t>
            </a:r>
            <a:r>
              <a:rPr lang="en-US" sz="2400" cap="all" dirty="0">
                <a:latin typeface="+mn-lt"/>
                <a:ea typeface="+mn-ea"/>
              </a:rPr>
              <a:t>is a term coined by </a:t>
            </a:r>
            <a:r>
              <a:rPr lang="en-US" sz="2400" b="1" cap="all" dirty="0">
                <a:latin typeface="+mn-lt"/>
                <a:ea typeface="+mn-ea"/>
              </a:rPr>
              <a:t>Margaret Hamilton </a:t>
            </a:r>
            <a:r>
              <a:rPr lang="en-US" sz="2400" cap="all" dirty="0">
                <a:latin typeface="+mn-lt"/>
                <a:ea typeface="+mn-ea"/>
              </a:rPr>
              <a:t>that describes the programming and production that goes into the software development process. Software engineering commonly involves the planning, design, and continued development and maintenance of a software application.</a:t>
            </a:r>
          </a:p>
          <a:p>
            <a:pPr eaLnBrk="1" hangingPunct="1">
              <a:lnSpc>
                <a:spcPct val="120000"/>
              </a:lnSpc>
              <a:spcAft>
                <a:spcPts val="600"/>
              </a:spcAft>
              <a:buClr>
                <a:schemeClr val="tx1"/>
              </a:buClr>
            </a:pPr>
            <a:endParaRPr lang="en-US" sz="2400" cap="all" dirty="0">
              <a:latin typeface="+mn-lt"/>
              <a:ea typeface="+mn-ea"/>
            </a:endParaRPr>
          </a:p>
        </p:txBody>
      </p:sp>
      <p:pic>
        <p:nvPicPr>
          <p:cNvPr id="48151" name="Picture 48150">
            <a:extLst>
              <a:ext uri="{FF2B5EF4-FFF2-40B4-BE49-F238E27FC236}">
                <a16:creationId xmlns:a16="http://schemas.microsoft.com/office/drawing/2014/main" id="{DC21F734-A85A-4FEA-8CB8-6C72B8195C3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Slide Number Placeholder 2">
            <a:extLst>
              <a:ext uri="{FF2B5EF4-FFF2-40B4-BE49-F238E27FC236}">
                <a16:creationId xmlns:a16="http://schemas.microsoft.com/office/drawing/2014/main" id="{884BE14B-BB45-E670-0ED6-4B60F384DB02}"/>
              </a:ext>
            </a:extLst>
          </p:cNvPr>
          <p:cNvSpPr>
            <a:spLocks noGrp="1"/>
          </p:cNvSpPr>
          <p:nvPr>
            <p:ph type="sldNum" sz="quarter" idx="12"/>
          </p:nvPr>
        </p:nvSpPr>
        <p:spPr>
          <a:xfrm>
            <a:off x="7885508" y="6263640"/>
            <a:ext cx="573161" cy="365125"/>
          </a:xfrm>
        </p:spPr>
        <p:txBody>
          <a:bodyPr vert="horz" lIns="91440" tIns="45720" rIns="91440" bIns="45720" rtlCol="0" anchor="ctr">
            <a:normAutofit/>
          </a:bodyPr>
          <a:lstStyle/>
          <a:p>
            <a:pPr eaLnBrk="1" hangingPunct="1">
              <a:spcAft>
                <a:spcPts val="600"/>
              </a:spcAft>
              <a:defRPr/>
            </a:pPr>
            <a:fld id="{CC516D0E-CD58-4E49-9F6D-689564ED6CA6}" type="slidenum">
              <a:rPr lang="en-US" altLang="en-US" smtClean="0">
                <a:latin typeface="+mn-lt"/>
                <a:ea typeface="+mn-ea"/>
              </a:rPr>
              <a:pPr eaLnBrk="1" hangingPunct="1">
                <a:spcAft>
                  <a:spcPts val="600"/>
                </a:spcAft>
                <a:defRPr/>
              </a:pPr>
              <a:t>5</a:t>
            </a:fld>
            <a:endParaRPr lang="en-US" altLang="en-US">
              <a:latin typeface="+mn-lt"/>
              <a:ea typeface="+mn-ea"/>
            </a:endParaRPr>
          </a:p>
        </p:txBody>
      </p:sp>
      <p:sp>
        <p:nvSpPr>
          <p:cNvPr id="2" name="Date Placeholder 1">
            <a:extLst>
              <a:ext uri="{FF2B5EF4-FFF2-40B4-BE49-F238E27FC236}">
                <a16:creationId xmlns:a16="http://schemas.microsoft.com/office/drawing/2014/main" id="{B8A59F32-2C80-E3CF-4E8F-11224A409AA6}"/>
              </a:ext>
            </a:extLst>
          </p:cNvPr>
          <p:cNvSpPr>
            <a:spLocks noGrp="1"/>
          </p:cNvSpPr>
          <p:nvPr>
            <p:ph type="dt" sz="half" idx="10"/>
          </p:nvPr>
        </p:nvSpPr>
        <p:spPr>
          <a:xfrm>
            <a:off x="5759052" y="6263640"/>
            <a:ext cx="2057400" cy="365125"/>
          </a:xfrm>
        </p:spPr>
        <p:txBody>
          <a:bodyPr vert="horz" lIns="91440" tIns="45720" rIns="91440" bIns="45720" rtlCol="0" anchor="ctr">
            <a:normAutofit/>
          </a:bodyPr>
          <a:lstStyle/>
          <a:p>
            <a:pPr eaLnBrk="1" hangingPunct="1">
              <a:spcAft>
                <a:spcPts val="600"/>
              </a:spcAft>
              <a:defRPr/>
            </a:pPr>
            <a:fld id="{28CBB6C6-97BA-466E-9280-40CB1DB9EF95}" type="datetime4">
              <a:rPr lang="en-US" altLang="en-US" smtClean="0">
                <a:latin typeface="+mn-lt"/>
                <a:ea typeface="+mn-ea"/>
              </a:rPr>
              <a:pPr eaLnBrk="1" hangingPunct="1">
                <a:spcAft>
                  <a:spcPts val="600"/>
                </a:spcAft>
                <a:defRPr/>
              </a:pPr>
              <a:t>February 26, 2024</a:t>
            </a:fld>
            <a:endParaRPr lang="en-US" altLang="en-US">
              <a:latin typeface="+mn-lt"/>
              <a:ea typeface="+mn-ea"/>
            </a:endParaRPr>
          </a:p>
        </p:txBody>
      </p:sp>
      <p:sp>
        <p:nvSpPr>
          <p:cNvPr id="48132" name="Rectangle 2">
            <a:extLst>
              <a:ext uri="{FF2B5EF4-FFF2-40B4-BE49-F238E27FC236}">
                <a16:creationId xmlns:a16="http://schemas.microsoft.com/office/drawing/2014/main" id="{E6FA0602-9C9A-49C1-8B20-57D8FBA725C9}"/>
              </a:ext>
            </a:extLst>
          </p:cNvPr>
          <p:cNvSpPr>
            <a:spLocks noGrp="1" noChangeArrowheads="1"/>
          </p:cNvSpPr>
          <p:nvPr>
            <p:ph type="title" idx="4294967295"/>
          </p:nvPr>
        </p:nvSpPr>
        <p:spPr>
          <a:xfrm>
            <a:off x="3961890" y="618517"/>
            <a:ext cx="4391562" cy="1596177"/>
          </a:xfrm>
        </p:spPr>
        <p:txBody>
          <a:bodyPr vert="horz" lIns="91440" tIns="45720" rIns="91440" bIns="45720" rtlCol="0" anchor="ctr">
            <a:normAutofit/>
          </a:bodyPr>
          <a:lstStyle/>
          <a:p>
            <a:r>
              <a:rPr lang="en-US" altLang="zh-TW"/>
              <a:t> What is software engineering</a:t>
            </a:r>
          </a:p>
        </p:txBody>
      </p:sp>
    </p:spTree>
  </p:cSld>
  <p:clrMapOvr>
    <a:masterClrMapping/>
  </p:clrMapOvr>
  <p:transition>
    <p:rand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B5BDB0F-5A48-D592-381F-D545272D8CE2}"/>
              </a:ext>
            </a:extLst>
          </p:cNvPr>
          <p:cNvSpPr>
            <a:spLocks noGrp="1"/>
          </p:cNvSpPr>
          <p:nvPr>
            <p:ph type="dt" sz="half" idx="10"/>
          </p:nvPr>
        </p:nvSpPr>
        <p:spPr/>
        <p:txBody>
          <a:bodyPr/>
          <a:lstStyle/>
          <a:p>
            <a:pPr>
              <a:defRPr/>
            </a:pPr>
            <a:fld id="{8FC35119-4326-4B12-8C41-028122D81B5B}" type="datetime4">
              <a:rPr lang="en-US" altLang="en-US" smtClean="0"/>
              <a:t>February 26, 2024</a:t>
            </a:fld>
            <a:endParaRPr lang="en-US" altLang="en-US"/>
          </a:p>
        </p:txBody>
      </p:sp>
      <p:sp>
        <p:nvSpPr>
          <p:cNvPr id="3" name="Slide Number Placeholder 2">
            <a:extLst>
              <a:ext uri="{FF2B5EF4-FFF2-40B4-BE49-F238E27FC236}">
                <a16:creationId xmlns:a16="http://schemas.microsoft.com/office/drawing/2014/main" id="{5375C82A-9DB9-721D-DB46-4CBDF7749CAA}"/>
              </a:ext>
            </a:extLst>
          </p:cNvPr>
          <p:cNvSpPr>
            <a:spLocks noGrp="1"/>
          </p:cNvSpPr>
          <p:nvPr>
            <p:ph type="sldNum" sz="quarter" idx="12"/>
          </p:nvPr>
        </p:nvSpPr>
        <p:spPr/>
        <p:txBody>
          <a:bodyPr/>
          <a:lstStyle/>
          <a:p>
            <a:pPr>
              <a:defRPr/>
            </a:pPr>
            <a:fld id="{CC516D0E-CD58-4E49-9F6D-689564ED6CA6}" type="slidenum">
              <a:rPr lang="en-US" altLang="en-US" smtClean="0"/>
              <a:pPr>
                <a:defRPr/>
              </a:pPr>
              <a:t>6</a:t>
            </a:fld>
            <a:endParaRPr lang="en-US" altLang="en-US"/>
          </a:p>
        </p:txBody>
      </p:sp>
      <p:pic>
        <p:nvPicPr>
          <p:cNvPr id="1026" name="Picture 2" descr="software engineering">
            <a:extLst>
              <a:ext uri="{FF2B5EF4-FFF2-40B4-BE49-F238E27FC236}">
                <a16:creationId xmlns:a16="http://schemas.microsoft.com/office/drawing/2014/main" id="{5F3AFC30-67C3-44CE-A021-3E1E5D3654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445" y="1328217"/>
            <a:ext cx="6971109" cy="42015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5853458"/>
      </p:ext>
    </p:extLst>
  </p:cSld>
  <p:clrMapOvr>
    <a:masterClrMapping/>
  </p:clrMapOvr>
  <p:transition>
    <p:rand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47AB4C1-E03D-F2AC-EC00-C2689FAD70EF}"/>
              </a:ext>
            </a:extLst>
          </p:cNvPr>
          <p:cNvSpPr>
            <a:spLocks noGrp="1"/>
          </p:cNvSpPr>
          <p:nvPr>
            <p:ph type="dt" sz="half" idx="10"/>
          </p:nvPr>
        </p:nvSpPr>
        <p:spPr/>
        <p:txBody>
          <a:bodyPr/>
          <a:lstStyle/>
          <a:p>
            <a:pPr>
              <a:defRPr/>
            </a:pPr>
            <a:fld id="{8FC35119-4326-4B12-8C41-028122D81B5B}" type="datetime4">
              <a:rPr lang="en-US" altLang="en-US" smtClean="0"/>
              <a:t>February 26, 2024</a:t>
            </a:fld>
            <a:endParaRPr lang="en-US" altLang="en-US"/>
          </a:p>
        </p:txBody>
      </p:sp>
      <p:sp>
        <p:nvSpPr>
          <p:cNvPr id="3" name="Slide Number Placeholder 2">
            <a:extLst>
              <a:ext uri="{FF2B5EF4-FFF2-40B4-BE49-F238E27FC236}">
                <a16:creationId xmlns:a16="http://schemas.microsoft.com/office/drawing/2014/main" id="{13C8F05E-608D-A5A1-4347-D9F7BF74733A}"/>
              </a:ext>
            </a:extLst>
          </p:cNvPr>
          <p:cNvSpPr>
            <a:spLocks noGrp="1"/>
          </p:cNvSpPr>
          <p:nvPr>
            <p:ph type="sldNum" sz="quarter" idx="12"/>
          </p:nvPr>
        </p:nvSpPr>
        <p:spPr/>
        <p:txBody>
          <a:bodyPr/>
          <a:lstStyle/>
          <a:p>
            <a:pPr>
              <a:defRPr/>
            </a:pPr>
            <a:fld id="{CC516D0E-CD58-4E49-9F6D-689564ED6CA6}" type="slidenum">
              <a:rPr lang="en-US" altLang="en-US" smtClean="0"/>
              <a:pPr>
                <a:defRPr/>
              </a:pPr>
              <a:t>7</a:t>
            </a:fld>
            <a:endParaRPr lang="en-US" altLang="en-US"/>
          </a:p>
        </p:txBody>
      </p:sp>
      <p:pic>
        <p:nvPicPr>
          <p:cNvPr id="5" name="Picture 4">
            <a:extLst>
              <a:ext uri="{FF2B5EF4-FFF2-40B4-BE49-F238E27FC236}">
                <a16:creationId xmlns:a16="http://schemas.microsoft.com/office/drawing/2014/main" id="{261ABD0E-AB19-FF22-B617-12FA08AF7626}"/>
              </a:ext>
            </a:extLst>
          </p:cNvPr>
          <p:cNvPicPr>
            <a:picLocks noChangeAspect="1"/>
          </p:cNvPicPr>
          <p:nvPr/>
        </p:nvPicPr>
        <p:blipFill>
          <a:blip r:embed="rId2"/>
          <a:stretch>
            <a:fillRect/>
          </a:stretch>
        </p:blipFill>
        <p:spPr>
          <a:xfrm>
            <a:off x="1600200" y="1066800"/>
            <a:ext cx="6572250" cy="4092348"/>
          </a:xfrm>
          <a:prstGeom prst="rect">
            <a:avLst/>
          </a:prstGeom>
        </p:spPr>
      </p:pic>
    </p:spTree>
    <p:extLst>
      <p:ext uri="{BB962C8B-B14F-4D97-AF65-F5344CB8AC3E}">
        <p14:creationId xmlns:p14="http://schemas.microsoft.com/office/powerpoint/2010/main" val="1591455613"/>
      </p:ext>
    </p:extLst>
  </p:cSld>
  <p:clrMapOvr>
    <a:masterClrMapping/>
  </p:clrMapOvr>
  <p:transition>
    <p:rand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0E5C646-2FEE-5E7F-383D-A1E3AD5DE528}"/>
              </a:ext>
            </a:extLst>
          </p:cNvPr>
          <p:cNvSpPr>
            <a:spLocks noGrp="1"/>
          </p:cNvSpPr>
          <p:nvPr>
            <p:ph type="dt" sz="half" idx="10"/>
          </p:nvPr>
        </p:nvSpPr>
        <p:spPr/>
        <p:txBody>
          <a:bodyPr/>
          <a:lstStyle/>
          <a:p>
            <a:pPr>
              <a:defRPr/>
            </a:pPr>
            <a:fld id="{8FC35119-4326-4B12-8C41-028122D81B5B}" type="datetime4">
              <a:rPr lang="en-US" altLang="en-US" smtClean="0"/>
              <a:t>February 26, 2024</a:t>
            </a:fld>
            <a:endParaRPr lang="en-US" altLang="en-US"/>
          </a:p>
        </p:txBody>
      </p:sp>
      <p:sp>
        <p:nvSpPr>
          <p:cNvPr id="3" name="Slide Number Placeholder 2">
            <a:extLst>
              <a:ext uri="{FF2B5EF4-FFF2-40B4-BE49-F238E27FC236}">
                <a16:creationId xmlns:a16="http://schemas.microsoft.com/office/drawing/2014/main" id="{D8231507-DA87-261E-972C-C2586BC0832A}"/>
              </a:ext>
            </a:extLst>
          </p:cNvPr>
          <p:cNvSpPr>
            <a:spLocks noGrp="1"/>
          </p:cNvSpPr>
          <p:nvPr>
            <p:ph type="sldNum" sz="quarter" idx="12"/>
          </p:nvPr>
        </p:nvSpPr>
        <p:spPr/>
        <p:txBody>
          <a:bodyPr/>
          <a:lstStyle/>
          <a:p>
            <a:pPr>
              <a:defRPr/>
            </a:pPr>
            <a:fld id="{CC516D0E-CD58-4E49-9F6D-689564ED6CA6}" type="slidenum">
              <a:rPr lang="en-US" altLang="en-US" smtClean="0"/>
              <a:pPr>
                <a:defRPr/>
              </a:pPr>
              <a:t>8</a:t>
            </a:fld>
            <a:endParaRPr lang="en-US" altLang="en-US"/>
          </a:p>
        </p:txBody>
      </p:sp>
      <p:pic>
        <p:nvPicPr>
          <p:cNvPr id="5" name="Picture 4">
            <a:extLst>
              <a:ext uri="{FF2B5EF4-FFF2-40B4-BE49-F238E27FC236}">
                <a16:creationId xmlns:a16="http://schemas.microsoft.com/office/drawing/2014/main" id="{3F7C3DD6-89A0-1F75-1A0F-3BFAEACF5414}"/>
              </a:ext>
            </a:extLst>
          </p:cNvPr>
          <p:cNvPicPr>
            <a:picLocks noChangeAspect="1"/>
          </p:cNvPicPr>
          <p:nvPr/>
        </p:nvPicPr>
        <p:blipFill>
          <a:blip r:embed="rId2"/>
          <a:stretch>
            <a:fillRect/>
          </a:stretch>
        </p:blipFill>
        <p:spPr>
          <a:xfrm>
            <a:off x="540422" y="1219200"/>
            <a:ext cx="8063155" cy="3955730"/>
          </a:xfrm>
          <a:prstGeom prst="rect">
            <a:avLst/>
          </a:prstGeom>
        </p:spPr>
      </p:pic>
    </p:spTree>
    <p:extLst>
      <p:ext uri="{BB962C8B-B14F-4D97-AF65-F5344CB8AC3E}">
        <p14:creationId xmlns:p14="http://schemas.microsoft.com/office/powerpoint/2010/main" val="702124144"/>
      </p:ext>
    </p:extLst>
  </p:cSld>
  <p:clrMapOvr>
    <a:masterClrMapping/>
  </p:clrMapOvr>
  <p:transition>
    <p:random/>
  </p:transition>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F2CF466-AC1D-0D83-20F1-3193353323D5}"/>
              </a:ext>
            </a:extLst>
          </p:cNvPr>
          <p:cNvSpPr>
            <a:spLocks noGrp="1"/>
          </p:cNvSpPr>
          <p:nvPr>
            <p:ph type="dt" sz="half" idx="10"/>
          </p:nvPr>
        </p:nvSpPr>
        <p:spPr>
          <a:xfrm>
            <a:off x="5759052" y="5883275"/>
            <a:ext cx="2057400" cy="365125"/>
          </a:xfrm>
        </p:spPr>
        <p:txBody>
          <a:bodyPr vert="horz" lIns="91440" tIns="45720" rIns="91440" bIns="45720" rtlCol="0" anchor="ctr">
            <a:normAutofit/>
          </a:bodyPr>
          <a:lstStyle/>
          <a:p>
            <a:pPr defTabSz="457200" eaLnBrk="1" hangingPunct="1">
              <a:spcAft>
                <a:spcPts val="600"/>
              </a:spcAft>
              <a:defRPr/>
            </a:pPr>
            <a:fld id="{FF5480F7-A01B-4497-9686-67728E872290}" type="datetime4">
              <a:rPr lang="en-US" altLang="en-US" kern="1200" dirty="0">
                <a:solidFill>
                  <a:schemeClr val="tx1"/>
                </a:solidFill>
                <a:latin typeface="+mn-lt"/>
                <a:ea typeface="+mn-ea"/>
                <a:cs typeface="+mn-cs"/>
              </a:rPr>
              <a:pPr defTabSz="457200" eaLnBrk="1" hangingPunct="1">
                <a:spcAft>
                  <a:spcPts val="600"/>
                </a:spcAft>
                <a:defRPr/>
              </a:pPr>
              <a:t>February 26, 2024</a:t>
            </a:fld>
            <a:endParaRPr lang="en-US" altLang="en-US" kern="1200" dirty="0">
              <a:solidFill>
                <a:schemeClr val="tx1"/>
              </a:solidFill>
              <a:latin typeface="+mn-lt"/>
              <a:ea typeface="+mn-ea"/>
              <a:cs typeface="+mn-cs"/>
            </a:endParaRPr>
          </a:p>
        </p:txBody>
      </p:sp>
      <p:sp>
        <p:nvSpPr>
          <p:cNvPr id="5" name="Slide Number Placeholder 4">
            <a:extLst>
              <a:ext uri="{FF2B5EF4-FFF2-40B4-BE49-F238E27FC236}">
                <a16:creationId xmlns:a16="http://schemas.microsoft.com/office/drawing/2014/main" id="{F2819FC0-99E4-1E53-71EE-C27A69B88CB2}"/>
              </a:ext>
            </a:extLst>
          </p:cNvPr>
          <p:cNvSpPr>
            <a:spLocks noGrp="1"/>
          </p:cNvSpPr>
          <p:nvPr>
            <p:ph type="sldNum" sz="quarter" idx="12"/>
          </p:nvPr>
        </p:nvSpPr>
        <p:spPr>
          <a:xfrm>
            <a:off x="7885508" y="5883275"/>
            <a:ext cx="573161" cy="365125"/>
          </a:xfrm>
        </p:spPr>
        <p:txBody>
          <a:bodyPr vert="horz" lIns="91440" tIns="45720" rIns="91440" bIns="45720" rtlCol="0" anchor="ctr">
            <a:normAutofit/>
          </a:bodyPr>
          <a:lstStyle/>
          <a:p>
            <a:pPr defTabSz="457200" eaLnBrk="1" hangingPunct="1">
              <a:spcAft>
                <a:spcPts val="600"/>
              </a:spcAft>
              <a:defRPr/>
            </a:pPr>
            <a:fld id="{EAC1E9C5-179F-49B5-A20B-74BA07190DB8}" type="slidenum">
              <a:rPr lang="en-US" altLang="en-US" kern="1200" dirty="0">
                <a:solidFill>
                  <a:schemeClr val="tx1"/>
                </a:solidFill>
                <a:latin typeface="+mn-lt"/>
                <a:ea typeface="+mn-ea"/>
                <a:cs typeface="+mn-cs"/>
              </a:rPr>
              <a:pPr defTabSz="457200" eaLnBrk="1" hangingPunct="1">
                <a:spcAft>
                  <a:spcPts val="600"/>
                </a:spcAft>
                <a:defRPr/>
              </a:pPr>
              <a:t>9</a:t>
            </a:fld>
            <a:endParaRPr lang="en-US" altLang="en-US" kern="1200" dirty="0">
              <a:solidFill>
                <a:schemeClr val="tx1"/>
              </a:solidFill>
              <a:latin typeface="+mn-lt"/>
              <a:ea typeface="+mn-ea"/>
              <a:cs typeface="+mn-cs"/>
            </a:endParaRPr>
          </a:p>
        </p:txBody>
      </p:sp>
      <p:graphicFrame>
        <p:nvGraphicFramePr>
          <p:cNvPr id="16" name="TextBox 8">
            <a:extLst>
              <a:ext uri="{FF2B5EF4-FFF2-40B4-BE49-F238E27FC236}">
                <a16:creationId xmlns:a16="http://schemas.microsoft.com/office/drawing/2014/main" id="{0A74E716-EE75-EB5A-2FD1-A7DBE958386C}"/>
              </a:ext>
            </a:extLst>
          </p:cNvPr>
          <p:cNvGraphicFramePr/>
          <p:nvPr>
            <p:extLst>
              <p:ext uri="{D42A27DB-BD31-4B8C-83A1-F6EECF244321}">
                <p14:modId xmlns:p14="http://schemas.microsoft.com/office/powerpoint/2010/main" val="3646894491"/>
              </p:ext>
            </p:extLst>
          </p:nvPr>
        </p:nvGraphicFramePr>
        <p:xfrm>
          <a:off x="304800" y="838200"/>
          <a:ext cx="8534400" cy="50450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418908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2055" name="Picture 2">
            <a:extLst>
              <a:ext uri="{FF2B5EF4-FFF2-40B4-BE49-F238E27FC236}">
                <a16:creationId xmlns:a16="http://schemas.microsoft.com/office/drawing/2014/main" id="{25496B42-CC46-4183-B481-887CD3E8C72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9144002" cy="6858001"/>
          </a:xfrm>
          <a:prstGeom prst="rect">
            <a:avLst/>
          </a:prstGeom>
          <a:noFill/>
          <a:extLst>
            <a:ext uri="{909E8E84-426E-40DD-AFC4-6F175D3DCCD1}">
              <a14:hiddenFill xmlns:a14="http://schemas.microsoft.com/office/drawing/2010/main">
                <a:solidFill>
                  <a:srgbClr val="FFFFFF"/>
                </a:solidFill>
              </a14:hiddenFill>
            </a:ext>
          </a:extLst>
        </p:spPr>
      </p:pic>
      <p:pic>
        <p:nvPicPr>
          <p:cNvPr id="2057" name="Picture 2056">
            <a:extLst>
              <a:ext uri="{FF2B5EF4-FFF2-40B4-BE49-F238E27FC236}">
                <a16:creationId xmlns:a16="http://schemas.microsoft.com/office/drawing/2014/main" id="{E2758CE0-F916-4DCE-88D1-71430BE441B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useBgFill="1">
        <p:nvSpPr>
          <p:cNvPr id="2059" name="Rectangle 2058">
            <a:extLst>
              <a:ext uri="{FF2B5EF4-FFF2-40B4-BE49-F238E27FC236}">
                <a16:creationId xmlns:a16="http://schemas.microsoft.com/office/drawing/2014/main" id="{31CA2540-FD07-4286-91E4-8D0DE4E50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61" name="Picture 2060">
            <a:extLst>
              <a:ext uri="{FF2B5EF4-FFF2-40B4-BE49-F238E27FC236}">
                <a16:creationId xmlns:a16="http://schemas.microsoft.com/office/drawing/2014/main" id="{214924F5-CDC2-4DFA-82F3-4843ADD678A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55295" t="89389" r="26987" b="24"/>
          <a:stretch/>
        </p:blipFill>
        <p:spPr>
          <a:xfrm>
            <a:off x="7196667" y="-1"/>
            <a:ext cx="1947333" cy="872709"/>
          </a:xfrm>
          <a:prstGeom prst="rect">
            <a:avLst/>
          </a:prstGeom>
        </p:spPr>
      </p:pic>
      <p:pic>
        <p:nvPicPr>
          <p:cNvPr id="2063" name="Picture 2062">
            <a:extLst>
              <a:ext uri="{FF2B5EF4-FFF2-40B4-BE49-F238E27FC236}">
                <a16:creationId xmlns:a16="http://schemas.microsoft.com/office/drawing/2014/main" id="{AED59812-6820-446C-B994-0D059C97DC3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91927" t="72411" b="13751"/>
          <a:stretch/>
        </p:blipFill>
        <p:spPr>
          <a:xfrm>
            <a:off x="113193" y="5564567"/>
            <a:ext cx="1006159" cy="1293433"/>
          </a:xfrm>
          <a:custGeom>
            <a:avLst/>
            <a:gdLst>
              <a:gd name="connsiteX0" fmla="*/ 0 w 1341545"/>
              <a:gd name="connsiteY0" fmla="*/ 0 h 1293433"/>
              <a:gd name="connsiteX1" fmla="*/ 1341545 w 1341545"/>
              <a:gd name="connsiteY1" fmla="*/ 0 h 1293433"/>
              <a:gd name="connsiteX2" fmla="*/ 1341545 w 1341545"/>
              <a:gd name="connsiteY2" fmla="*/ 1293433 h 1293433"/>
              <a:gd name="connsiteX3" fmla="*/ 150847 w 1341545"/>
              <a:gd name="connsiteY3" fmla="*/ 1293433 h 1293433"/>
              <a:gd name="connsiteX4" fmla="*/ 66240 w 1341545"/>
              <a:gd name="connsiteY4" fmla="*/ 1183451 h 1293433"/>
              <a:gd name="connsiteX5" fmla="*/ 0 w 1341545"/>
              <a:gd name="connsiteY5" fmla="*/ 1061841 h 1293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1545" h="1293433">
                <a:moveTo>
                  <a:pt x="0" y="0"/>
                </a:moveTo>
                <a:lnTo>
                  <a:pt x="1341545" y="0"/>
                </a:lnTo>
                <a:lnTo>
                  <a:pt x="1341545" y="1293433"/>
                </a:lnTo>
                <a:lnTo>
                  <a:pt x="150847" y="1293433"/>
                </a:lnTo>
                <a:lnTo>
                  <a:pt x="66240" y="1183451"/>
                </a:lnTo>
                <a:lnTo>
                  <a:pt x="0" y="1061841"/>
                </a:lnTo>
                <a:close/>
              </a:path>
            </a:pathLst>
          </a:custGeom>
        </p:spPr>
      </p:pic>
      <p:pic>
        <p:nvPicPr>
          <p:cNvPr id="2065" name="Picture 2064">
            <a:extLst>
              <a:ext uri="{FF2B5EF4-FFF2-40B4-BE49-F238E27FC236}">
                <a16:creationId xmlns:a16="http://schemas.microsoft.com/office/drawing/2014/main" id="{E844ED7C-1917-40D8-8B42-1B1C27BC5A5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73623" t="43915" r="1" b="18252"/>
          <a:stretch/>
        </p:blipFill>
        <p:spPr>
          <a:xfrm>
            <a:off x="5689995" y="3142319"/>
            <a:ext cx="3454005" cy="3715682"/>
          </a:xfrm>
          <a:prstGeom prst="rect">
            <a:avLst/>
          </a:prstGeom>
        </p:spPr>
      </p:pic>
      <p:sp>
        <p:nvSpPr>
          <p:cNvPr id="2" name="Title 1">
            <a:extLst>
              <a:ext uri="{FF2B5EF4-FFF2-40B4-BE49-F238E27FC236}">
                <a16:creationId xmlns:a16="http://schemas.microsoft.com/office/drawing/2014/main" id="{64108962-598D-AE51-4888-30BA5CF34EA7}"/>
              </a:ext>
            </a:extLst>
          </p:cNvPr>
          <p:cNvSpPr>
            <a:spLocks noGrp="1"/>
          </p:cNvSpPr>
          <p:nvPr>
            <p:ph type="title"/>
          </p:nvPr>
        </p:nvSpPr>
        <p:spPr>
          <a:xfrm>
            <a:off x="1832861" y="436353"/>
            <a:ext cx="4954891" cy="948303"/>
          </a:xfrm>
        </p:spPr>
        <p:txBody>
          <a:bodyPr vert="horz" lIns="91440" tIns="45720" rIns="91440" bIns="45720" rtlCol="0" anchor="b">
            <a:normAutofit/>
          </a:bodyPr>
          <a:lstStyle/>
          <a:p>
            <a:r>
              <a:rPr lang="en-US" sz="2800" dirty="0"/>
              <a:t>Types of process models </a:t>
            </a:r>
          </a:p>
        </p:txBody>
      </p:sp>
      <p:pic>
        <p:nvPicPr>
          <p:cNvPr id="2050" name="Picture 2" descr="Software Engineering — Software Process and Software Process Models (Part  2) | by Omar Elgabry | OmarElgabry's Blog | Medium">
            <a:extLst>
              <a:ext uri="{FF2B5EF4-FFF2-40B4-BE49-F238E27FC236}">
                <a16:creationId xmlns:a16="http://schemas.microsoft.com/office/drawing/2014/main" id="{C9A444DC-CD17-2E51-49A1-AE083057EFD3}"/>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1523999" y="1496390"/>
            <a:ext cx="7506807" cy="4665384"/>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CE4E5E3C-FDC7-3536-F2E5-FDD8452B94AD}"/>
              </a:ext>
            </a:extLst>
          </p:cNvPr>
          <p:cNvSpPr>
            <a:spLocks noGrp="1"/>
          </p:cNvSpPr>
          <p:nvPr>
            <p:ph type="dt" sz="half" idx="10"/>
          </p:nvPr>
        </p:nvSpPr>
        <p:spPr>
          <a:xfrm>
            <a:off x="5759052" y="5883275"/>
            <a:ext cx="2057400" cy="365125"/>
          </a:xfrm>
        </p:spPr>
        <p:txBody>
          <a:bodyPr vert="horz" lIns="91440" tIns="45720" rIns="91440" bIns="45720" rtlCol="0" anchor="ctr">
            <a:normAutofit/>
          </a:bodyPr>
          <a:lstStyle/>
          <a:p>
            <a:pPr eaLnBrk="1" hangingPunct="1">
              <a:spcAft>
                <a:spcPts val="600"/>
              </a:spcAft>
              <a:defRPr/>
            </a:pPr>
            <a:fld id="{FF5480F7-A01B-4497-9686-67728E872290}" type="datetime4">
              <a:rPr lang="en-US" altLang="en-US" smtClean="0">
                <a:latin typeface="+mn-lt"/>
                <a:ea typeface="+mn-ea"/>
              </a:rPr>
              <a:pPr eaLnBrk="1" hangingPunct="1">
                <a:spcAft>
                  <a:spcPts val="600"/>
                </a:spcAft>
                <a:defRPr/>
              </a:pPr>
              <a:t>February 26, 2024</a:t>
            </a:fld>
            <a:endParaRPr lang="en-US" altLang="en-US">
              <a:latin typeface="+mn-lt"/>
              <a:ea typeface="+mn-ea"/>
            </a:endParaRPr>
          </a:p>
        </p:txBody>
      </p:sp>
      <p:sp>
        <p:nvSpPr>
          <p:cNvPr id="5" name="Slide Number Placeholder 4">
            <a:extLst>
              <a:ext uri="{FF2B5EF4-FFF2-40B4-BE49-F238E27FC236}">
                <a16:creationId xmlns:a16="http://schemas.microsoft.com/office/drawing/2014/main" id="{2A1DB4B7-8A26-02E2-5A57-777F3816F4C4}"/>
              </a:ext>
            </a:extLst>
          </p:cNvPr>
          <p:cNvSpPr>
            <a:spLocks noGrp="1"/>
          </p:cNvSpPr>
          <p:nvPr>
            <p:ph type="sldNum" sz="quarter" idx="12"/>
          </p:nvPr>
        </p:nvSpPr>
        <p:spPr>
          <a:xfrm>
            <a:off x="7885508" y="5883275"/>
            <a:ext cx="573161" cy="365125"/>
          </a:xfrm>
        </p:spPr>
        <p:txBody>
          <a:bodyPr vert="horz" lIns="91440" tIns="45720" rIns="91440" bIns="45720" rtlCol="0" anchor="ctr">
            <a:normAutofit/>
          </a:bodyPr>
          <a:lstStyle/>
          <a:p>
            <a:pPr eaLnBrk="1" hangingPunct="1">
              <a:spcAft>
                <a:spcPts val="600"/>
              </a:spcAft>
              <a:defRPr/>
            </a:pPr>
            <a:fld id="{EAC1E9C5-179F-49B5-A20B-74BA07190DB8}" type="slidenum">
              <a:rPr lang="en-US" altLang="en-US" smtClean="0">
                <a:latin typeface="+mn-lt"/>
                <a:ea typeface="+mn-ea"/>
              </a:rPr>
              <a:pPr eaLnBrk="1" hangingPunct="1">
                <a:spcAft>
                  <a:spcPts val="600"/>
                </a:spcAft>
                <a:defRPr/>
              </a:pPr>
              <a:t>10</a:t>
            </a:fld>
            <a:endParaRPr lang="en-US" altLang="en-US">
              <a:latin typeface="+mn-lt"/>
              <a:ea typeface="+mn-ea"/>
            </a:endParaRPr>
          </a:p>
        </p:txBody>
      </p:sp>
    </p:spTree>
    <p:extLst>
      <p:ext uri="{BB962C8B-B14F-4D97-AF65-F5344CB8AC3E}">
        <p14:creationId xmlns:p14="http://schemas.microsoft.com/office/powerpoint/2010/main" val="36820265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a:extLst>
            <a:ext uri="{FF2B5EF4-FFF2-40B4-BE49-F238E27FC236}">
              <a16:creationId xmlns:a16="http://schemas.microsoft.com/office/drawing/2014/main" id="{001E697C-2154-94BE-751A-9D7C06A01466}"/>
            </a:ext>
          </a:extLst>
        </p:cNvPr>
        <p:cNvGrpSpPr/>
        <p:nvPr/>
      </p:nvGrpSpPr>
      <p:grpSpPr>
        <a:xfrm>
          <a:off x="0" y="0"/>
          <a:ext cx="0" cy="0"/>
          <a:chOff x="0" y="0"/>
          <a:chExt cx="0" cy="0"/>
        </a:xfrm>
      </p:grpSpPr>
      <p:pic>
        <p:nvPicPr>
          <p:cNvPr id="2055" name="Picture 2">
            <a:extLst>
              <a:ext uri="{FF2B5EF4-FFF2-40B4-BE49-F238E27FC236}">
                <a16:creationId xmlns:a16="http://schemas.microsoft.com/office/drawing/2014/main" id="{EF7973B2-C6B9-18CC-01D1-9CEE9603468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9144002" cy="6858001"/>
          </a:xfrm>
          <a:prstGeom prst="rect">
            <a:avLst/>
          </a:prstGeom>
          <a:noFill/>
          <a:extLst>
            <a:ext uri="{909E8E84-426E-40DD-AFC4-6F175D3DCCD1}">
              <a14:hiddenFill xmlns:a14="http://schemas.microsoft.com/office/drawing/2010/main">
                <a:solidFill>
                  <a:srgbClr val="FFFFFF"/>
                </a:solidFill>
              </a14:hiddenFill>
            </a:ext>
          </a:extLst>
        </p:spPr>
      </p:pic>
      <p:pic>
        <p:nvPicPr>
          <p:cNvPr id="2057" name="Picture 2056">
            <a:extLst>
              <a:ext uri="{FF2B5EF4-FFF2-40B4-BE49-F238E27FC236}">
                <a16:creationId xmlns:a16="http://schemas.microsoft.com/office/drawing/2014/main" id="{03A37359-4DF8-DC34-26DA-ABD0D11B61C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useBgFill="1">
        <p:nvSpPr>
          <p:cNvPr id="2059" name="Rectangle 2058">
            <a:extLst>
              <a:ext uri="{FF2B5EF4-FFF2-40B4-BE49-F238E27FC236}">
                <a16:creationId xmlns:a16="http://schemas.microsoft.com/office/drawing/2014/main" id="{D5D8BE97-F8F9-6CB1-1D6C-CFA18A09EC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61" name="Picture 2060">
            <a:extLst>
              <a:ext uri="{FF2B5EF4-FFF2-40B4-BE49-F238E27FC236}">
                <a16:creationId xmlns:a16="http://schemas.microsoft.com/office/drawing/2014/main" id="{64074DD4-450B-37B9-F76D-2C69B7EAAAB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55295" t="89389" r="26987" b="24"/>
          <a:stretch/>
        </p:blipFill>
        <p:spPr>
          <a:xfrm>
            <a:off x="7196667" y="-1"/>
            <a:ext cx="1947333" cy="872709"/>
          </a:xfrm>
          <a:prstGeom prst="rect">
            <a:avLst/>
          </a:prstGeom>
        </p:spPr>
      </p:pic>
      <p:pic>
        <p:nvPicPr>
          <p:cNvPr id="2063" name="Picture 2062">
            <a:extLst>
              <a:ext uri="{FF2B5EF4-FFF2-40B4-BE49-F238E27FC236}">
                <a16:creationId xmlns:a16="http://schemas.microsoft.com/office/drawing/2014/main" id="{CF1EB5ED-EB1E-9D50-949B-773EBF4FC01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91927" t="72411" b="13751"/>
          <a:stretch/>
        </p:blipFill>
        <p:spPr>
          <a:xfrm>
            <a:off x="113193" y="5564567"/>
            <a:ext cx="1006159" cy="1293433"/>
          </a:xfrm>
          <a:custGeom>
            <a:avLst/>
            <a:gdLst>
              <a:gd name="connsiteX0" fmla="*/ 0 w 1341545"/>
              <a:gd name="connsiteY0" fmla="*/ 0 h 1293433"/>
              <a:gd name="connsiteX1" fmla="*/ 1341545 w 1341545"/>
              <a:gd name="connsiteY1" fmla="*/ 0 h 1293433"/>
              <a:gd name="connsiteX2" fmla="*/ 1341545 w 1341545"/>
              <a:gd name="connsiteY2" fmla="*/ 1293433 h 1293433"/>
              <a:gd name="connsiteX3" fmla="*/ 150847 w 1341545"/>
              <a:gd name="connsiteY3" fmla="*/ 1293433 h 1293433"/>
              <a:gd name="connsiteX4" fmla="*/ 66240 w 1341545"/>
              <a:gd name="connsiteY4" fmla="*/ 1183451 h 1293433"/>
              <a:gd name="connsiteX5" fmla="*/ 0 w 1341545"/>
              <a:gd name="connsiteY5" fmla="*/ 1061841 h 1293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1545" h="1293433">
                <a:moveTo>
                  <a:pt x="0" y="0"/>
                </a:moveTo>
                <a:lnTo>
                  <a:pt x="1341545" y="0"/>
                </a:lnTo>
                <a:lnTo>
                  <a:pt x="1341545" y="1293433"/>
                </a:lnTo>
                <a:lnTo>
                  <a:pt x="150847" y="1293433"/>
                </a:lnTo>
                <a:lnTo>
                  <a:pt x="66240" y="1183451"/>
                </a:lnTo>
                <a:lnTo>
                  <a:pt x="0" y="1061841"/>
                </a:lnTo>
                <a:close/>
              </a:path>
            </a:pathLst>
          </a:custGeom>
        </p:spPr>
      </p:pic>
      <p:pic>
        <p:nvPicPr>
          <p:cNvPr id="2065" name="Picture 2064">
            <a:extLst>
              <a:ext uri="{FF2B5EF4-FFF2-40B4-BE49-F238E27FC236}">
                <a16:creationId xmlns:a16="http://schemas.microsoft.com/office/drawing/2014/main" id="{4C98938C-2030-82A5-AC75-A73BE7C1C63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73623" t="43915" r="1" b="18252"/>
          <a:stretch/>
        </p:blipFill>
        <p:spPr>
          <a:xfrm>
            <a:off x="5689995" y="3142319"/>
            <a:ext cx="3454005" cy="3715682"/>
          </a:xfrm>
          <a:prstGeom prst="rect">
            <a:avLst/>
          </a:prstGeom>
        </p:spPr>
      </p:pic>
      <p:sp>
        <p:nvSpPr>
          <p:cNvPr id="2" name="Title 1">
            <a:extLst>
              <a:ext uri="{FF2B5EF4-FFF2-40B4-BE49-F238E27FC236}">
                <a16:creationId xmlns:a16="http://schemas.microsoft.com/office/drawing/2014/main" id="{5FEF834E-CC2B-4C6C-5E8F-011883E05A67}"/>
              </a:ext>
            </a:extLst>
          </p:cNvPr>
          <p:cNvSpPr>
            <a:spLocks noGrp="1"/>
          </p:cNvSpPr>
          <p:nvPr>
            <p:ph type="title"/>
          </p:nvPr>
        </p:nvSpPr>
        <p:spPr>
          <a:xfrm>
            <a:off x="1832861" y="436353"/>
            <a:ext cx="4954891" cy="948303"/>
          </a:xfrm>
        </p:spPr>
        <p:txBody>
          <a:bodyPr vert="horz" lIns="91440" tIns="45720" rIns="91440" bIns="45720" rtlCol="0" anchor="b">
            <a:normAutofit/>
          </a:bodyPr>
          <a:lstStyle/>
          <a:p>
            <a:r>
              <a:rPr lang="en-US" sz="2800" dirty="0"/>
              <a:t>Types of process models </a:t>
            </a:r>
          </a:p>
        </p:txBody>
      </p:sp>
      <p:pic>
        <p:nvPicPr>
          <p:cNvPr id="2050" name="Picture 2" descr="Software Engineering — Software Process and Software Process Models (Part  2) | by Omar Elgabry | OmarElgabry's Blog | Medium">
            <a:extLst>
              <a:ext uri="{FF2B5EF4-FFF2-40B4-BE49-F238E27FC236}">
                <a16:creationId xmlns:a16="http://schemas.microsoft.com/office/drawing/2014/main" id="{994BE10D-660D-6928-DB1D-990C3BBDB57C}"/>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1523999" y="1496390"/>
            <a:ext cx="7506807" cy="4665384"/>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776851AF-6E45-E864-F448-6A590CA90894}"/>
              </a:ext>
            </a:extLst>
          </p:cNvPr>
          <p:cNvSpPr>
            <a:spLocks noGrp="1"/>
          </p:cNvSpPr>
          <p:nvPr>
            <p:ph type="dt" sz="half" idx="10"/>
          </p:nvPr>
        </p:nvSpPr>
        <p:spPr>
          <a:xfrm>
            <a:off x="5759052" y="5883275"/>
            <a:ext cx="2057400" cy="365125"/>
          </a:xfrm>
        </p:spPr>
        <p:txBody>
          <a:bodyPr vert="horz" lIns="91440" tIns="45720" rIns="91440" bIns="45720" rtlCol="0" anchor="ctr">
            <a:normAutofit/>
          </a:bodyPr>
          <a:lstStyle/>
          <a:p>
            <a:pPr eaLnBrk="1" hangingPunct="1">
              <a:spcAft>
                <a:spcPts val="600"/>
              </a:spcAft>
              <a:defRPr/>
            </a:pPr>
            <a:fld id="{FF5480F7-A01B-4497-9686-67728E872290}" type="datetime4">
              <a:rPr lang="en-US" altLang="en-US" smtClean="0">
                <a:latin typeface="+mn-lt"/>
                <a:ea typeface="+mn-ea"/>
              </a:rPr>
              <a:pPr eaLnBrk="1" hangingPunct="1">
                <a:spcAft>
                  <a:spcPts val="600"/>
                </a:spcAft>
                <a:defRPr/>
              </a:pPr>
              <a:t>February 26, 2024</a:t>
            </a:fld>
            <a:endParaRPr lang="en-US" altLang="en-US">
              <a:latin typeface="+mn-lt"/>
              <a:ea typeface="+mn-ea"/>
            </a:endParaRPr>
          </a:p>
        </p:txBody>
      </p:sp>
      <p:sp>
        <p:nvSpPr>
          <p:cNvPr id="5" name="Slide Number Placeholder 4">
            <a:extLst>
              <a:ext uri="{FF2B5EF4-FFF2-40B4-BE49-F238E27FC236}">
                <a16:creationId xmlns:a16="http://schemas.microsoft.com/office/drawing/2014/main" id="{D606C8C4-83E3-649E-19AC-FFF0D734B005}"/>
              </a:ext>
            </a:extLst>
          </p:cNvPr>
          <p:cNvSpPr>
            <a:spLocks noGrp="1"/>
          </p:cNvSpPr>
          <p:nvPr>
            <p:ph type="sldNum" sz="quarter" idx="12"/>
          </p:nvPr>
        </p:nvSpPr>
        <p:spPr>
          <a:xfrm>
            <a:off x="7885508" y="5883275"/>
            <a:ext cx="573161" cy="365125"/>
          </a:xfrm>
        </p:spPr>
        <p:txBody>
          <a:bodyPr vert="horz" lIns="91440" tIns="45720" rIns="91440" bIns="45720" rtlCol="0" anchor="ctr">
            <a:normAutofit/>
          </a:bodyPr>
          <a:lstStyle/>
          <a:p>
            <a:pPr eaLnBrk="1" hangingPunct="1">
              <a:spcAft>
                <a:spcPts val="600"/>
              </a:spcAft>
              <a:defRPr/>
            </a:pPr>
            <a:fld id="{EAC1E9C5-179F-49B5-A20B-74BA07190DB8}" type="slidenum">
              <a:rPr lang="en-US" altLang="en-US" smtClean="0">
                <a:latin typeface="+mn-lt"/>
                <a:ea typeface="+mn-ea"/>
              </a:rPr>
              <a:pPr eaLnBrk="1" hangingPunct="1">
                <a:spcAft>
                  <a:spcPts val="600"/>
                </a:spcAft>
                <a:defRPr/>
              </a:pPr>
              <a:t>11</a:t>
            </a:fld>
            <a:endParaRPr lang="en-US" altLang="en-US">
              <a:latin typeface="+mn-lt"/>
              <a:ea typeface="+mn-ea"/>
            </a:endParaRPr>
          </a:p>
        </p:txBody>
      </p:sp>
    </p:spTree>
    <p:extLst>
      <p:ext uri="{BB962C8B-B14F-4D97-AF65-F5344CB8AC3E}">
        <p14:creationId xmlns:p14="http://schemas.microsoft.com/office/powerpoint/2010/main" val="38238794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6E83823-273C-6D72-D674-F2CA051F37B3}"/>
              </a:ext>
            </a:extLst>
          </p:cNvPr>
          <p:cNvSpPr>
            <a:spLocks noGrp="1"/>
          </p:cNvSpPr>
          <p:nvPr>
            <p:ph type="dt" sz="half" idx="10"/>
          </p:nvPr>
        </p:nvSpPr>
        <p:spPr/>
        <p:txBody>
          <a:bodyPr/>
          <a:lstStyle/>
          <a:p>
            <a:pPr>
              <a:defRPr/>
            </a:pPr>
            <a:fld id="{FF5480F7-A01B-4497-9686-67728E872290}" type="datetime4">
              <a:rPr lang="en-US" altLang="en-US" smtClean="0"/>
              <a:t>February 26, 2024</a:t>
            </a:fld>
            <a:endParaRPr lang="en-US" altLang="en-US"/>
          </a:p>
        </p:txBody>
      </p:sp>
      <p:sp>
        <p:nvSpPr>
          <p:cNvPr id="5" name="Slide Number Placeholder 4">
            <a:extLst>
              <a:ext uri="{FF2B5EF4-FFF2-40B4-BE49-F238E27FC236}">
                <a16:creationId xmlns:a16="http://schemas.microsoft.com/office/drawing/2014/main" id="{145B9753-F757-9C2B-D749-DF30AA4FD399}"/>
              </a:ext>
            </a:extLst>
          </p:cNvPr>
          <p:cNvSpPr>
            <a:spLocks noGrp="1"/>
          </p:cNvSpPr>
          <p:nvPr>
            <p:ph type="sldNum" sz="quarter" idx="12"/>
          </p:nvPr>
        </p:nvSpPr>
        <p:spPr/>
        <p:txBody>
          <a:bodyPr/>
          <a:lstStyle/>
          <a:p>
            <a:pPr>
              <a:defRPr/>
            </a:pPr>
            <a:fld id="{EAC1E9C5-179F-49B5-A20B-74BA07190DB8}" type="slidenum">
              <a:rPr lang="en-US" altLang="en-US" smtClean="0"/>
              <a:pPr>
                <a:defRPr/>
              </a:pPr>
              <a:t>12</a:t>
            </a:fld>
            <a:endParaRPr lang="en-US" altLang="en-US"/>
          </a:p>
        </p:txBody>
      </p:sp>
      <p:pic>
        <p:nvPicPr>
          <p:cNvPr id="3074" name="Picture 2" descr="Agile Model">
            <a:extLst>
              <a:ext uri="{FF2B5EF4-FFF2-40B4-BE49-F238E27FC236}">
                <a16:creationId xmlns:a16="http://schemas.microsoft.com/office/drawing/2014/main" id="{D7523E3B-4DBA-45D5-C8BF-23B8E20E2E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9750" y="1066800"/>
            <a:ext cx="6343650" cy="47270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74637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45B16-2A89-EA61-447F-81301441DF00}"/>
              </a:ext>
            </a:extLst>
          </p:cNvPr>
          <p:cNvSpPr>
            <a:spLocks noGrp="1"/>
          </p:cNvSpPr>
          <p:nvPr>
            <p:ph type="title"/>
          </p:nvPr>
        </p:nvSpPr>
        <p:spPr/>
        <p:txBody>
          <a:bodyPr/>
          <a:lstStyle/>
          <a:p>
            <a:r>
              <a:rPr lang="en-US" dirty="0"/>
              <a:t>What is software architecture </a:t>
            </a:r>
          </a:p>
        </p:txBody>
      </p:sp>
      <p:pic>
        <p:nvPicPr>
          <p:cNvPr id="7" name="Content Placeholder 6">
            <a:extLst>
              <a:ext uri="{FF2B5EF4-FFF2-40B4-BE49-F238E27FC236}">
                <a16:creationId xmlns:a16="http://schemas.microsoft.com/office/drawing/2014/main" id="{E7BC83EC-427C-DA54-29BE-3FC3613EFEDE}"/>
              </a:ext>
            </a:extLst>
          </p:cNvPr>
          <p:cNvPicPr>
            <a:picLocks noGrp="1" noChangeAspect="1"/>
          </p:cNvPicPr>
          <p:nvPr>
            <p:ph sz="quarter" idx="13"/>
          </p:nvPr>
        </p:nvPicPr>
        <p:blipFill>
          <a:blip r:embed="rId2"/>
          <a:stretch>
            <a:fillRect/>
          </a:stretch>
        </p:blipFill>
        <p:spPr>
          <a:xfrm>
            <a:off x="949012" y="2214695"/>
            <a:ext cx="7245975" cy="2488406"/>
          </a:xfrm>
        </p:spPr>
      </p:pic>
      <p:sp>
        <p:nvSpPr>
          <p:cNvPr id="4" name="Date Placeholder 3">
            <a:extLst>
              <a:ext uri="{FF2B5EF4-FFF2-40B4-BE49-F238E27FC236}">
                <a16:creationId xmlns:a16="http://schemas.microsoft.com/office/drawing/2014/main" id="{49F49476-7E9B-5708-0838-57F72CBF9FF4}"/>
              </a:ext>
            </a:extLst>
          </p:cNvPr>
          <p:cNvSpPr>
            <a:spLocks noGrp="1"/>
          </p:cNvSpPr>
          <p:nvPr>
            <p:ph type="dt" sz="half" idx="10"/>
          </p:nvPr>
        </p:nvSpPr>
        <p:spPr/>
        <p:txBody>
          <a:bodyPr/>
          <a:lstStyle/>
          <a:p>
            <a:pPr>
              <a:defRPr/>
            </a:pPr>
            <a:fld id="{FF5480F7-A01B-4497-9686-67728E872290}" type="datetime4">
              <a:rPr lang="en-US" altLang="en-US" smtClean="0"/>
              <a:t>February 26, 2024</a:t>
            </a:fld>
            <a:endParaRPr lang="en-US" altLang="en-US"/>
          </a:p>
        </p:txBody>
      </p:sp>
      <p:sp>
        <p:nvSpPr>
          <p:cNvPr id="5" name="Slide Number Placeholder 4">
            <a:extLst>
              <a:ext uri="{FF2B5EF4-FFF2-40B4-BE49-F238E27FC236}">
                <a16:creationId xmlns:a16="http://schemas.microsoft.com/office/drawing/2014/main" id="{8CB1389E-F9F3-569C-61B2-19514767A8E8}"/>
              </a:ext>
            </a:extLst>
          </p:cNvPr>
          <p:cNvSpPr>
            <a:spLocks noGrp="1"/>
          </p:cNvSpPr>
          <p:nvPr>
            <p:ph type="sldNum" sz="quarter" idx="12"/>
          </p:nvPr>
        </p:nvSpPr>
        <p:spPr/>
        <p:txBody>
          <a:bodyPr/>
          <a:lstStyle/>
          <a:p>
            <a:pPr>
              <a:defRPr/>
            </a:pPr>
            <a:fld id="{EAC1E9C5-179F-49B5-A20B-74BA07190DB8}" type="slidenum">
              <a:rPr lang="en-US" altLang="en-US" smtClean="0"/>
              <a:pPr>
                <a:defRPr/>
              </a:pPr>
              <a:t>13</a:t>
            </a:fld>
            <a:endParaRPr lang="en-US" altLang="en-US"/>
          </a:p>
        </p:txBody>
      </p:sp>
    </p:spTree>
    <p:extLst>
      <p:ext uri="{BB962C8B-B14F-4D97-AF65-F5344CB8AC3E}">
        <p14:creationId xmlns:p14="http://schemas.microsoft.com/office/powerpoint/2010/main" val="28554432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36785-449B-6576-F734-DFAFD7C53715}"/>
              </a:ext>
            </a:extLst>
          </p:cNvPr>
          <p:cNvSpPr>
            <a:spLocks noGrp="1"/>
          </p:cNvSpPr>
          <p:nvPr>
            <p:ph type="title"/>
          </p:nvPr>
        </p:nvSpPr>
        <p:spPr/>
        <p:txBody>
          <a:bodyPr/>
          <a:lstStyle/>
          <a:p>
            <a:r>
              <a:rPr lang="en-US" dirty="0"/>
              <a:t>What is software architecture</a:t>
            </a:r>
          </a:p>
        </p:txBody>
      </p:sp>
      <p:sp>
        <p:nvSpPr>
          <p:cNvPr id="4" name="Date Placeholder 3">
            <a:extLst>
              <a:ext uri="{FF2B5EF4-FFF2-40B4-BE49-F238E27FC236}">
                <a16:creationId xmlns:a16="http://schemas.microsoft.com/office/drawing/2014/main" id="{0656441F-B093-FDFC-087E-2593161AE510}"/>
              </a:ext>
            </a:extLst>
          </p:cNvPr>
          <p:cNvSpPr>
            <a:spLocks noGrp="1"/>
          </p:cNvSpPr>
          <p:nvPr>
            <p:ph type="dt" sz="half" idx="10"/>
          </p:nvPr>
        </p:nvSpPr>
        <p:spPr/>
        <p:txBody>
          <a:bodyPr/>
          <a:lstStyle/>
          <a:p>
            <a:pPr>
              <a:defRPr/>
            </a:pPr>
            <a:fld id="{FF5480F7-A01B-4497-9686-67728E872290}" type="datetime4">
              <a:rPr lang="en-US" altLang="en-US" smtClean="0"/>
              <a:t>February 26, 2024</a:t>
            </a:fld>
            <a:endParaRPr lang="en-US" altLang="en-US"/>
          </a:p>
        </p:txBody>
      </p:sp>
      <p:sp>
        <p:nvSpPr>
          <p:cNvPr id="5" name="Slide Number Placeholder 4">
            <a:extLst>
              <a:ext uri="{FF2B5EF4-FFF2-40B4-BE49-F238E27FC236}">
                <a16:creationId xmlns:a16="http://schemas.microsoft.com/office/drawing/2014/main" id="{298EEBBB-D7EF-1041-33E5-F0BC5D06826C}"/>
              </a:ext>
            </a:extLst>
          </p:cNvPr>
          <p:cNvSpPr>
            <a:spLocks noGrp="1"/>
          </p:cNvSpPr>
          <p:nvPr>
            <p:ph type="sldNum" sz="quarter" idx="12"/>
          </p:nvPr>
        </p:nvSpPr>
        <p:spPr/>
        <p:txBody>
          <a:bodyPr/>
          <a:lstStyle/>
          <a:p>
            <a:pPr>
              <a:defRPr/>
            </a:pPr>
            <a:fld id="{EAC1E9C5-179F-49B5-A20B-74BA07190DB8}" type="slidenum">
              <a:rPr lang="en-US" altLang="en-US" smtClean="0"/>
              <a:pPr>
                <a:defRPr/>
              </a:pPr>
              <a:t>14</a:t>
            </a:fld>
            <a:endParaRPr lang="en-US" altLang="en-US"/>
          </a:p>
        </p:txBody>
      </p:sp>
      <p:sp>
        <p:nvSpPr>
          <p:cNvPr id="7" name="TextBox 6">
            <a:extLst>
              <a:ext uri="{FF2B5EF4-FFF2-40B4-BE49-F238E27FC236}">
                <a16:creationId xmlns:a16="http://schemas.microsoft.com/office/drawing/2014/main" id="{A15C0A60-1A44-D0EF-809E-E9A1FCC48502}"/>
              </a:ext>
            </a:extLst>
          </p:cNvPr>
          <p:cNvSpPr txBox="1"/>
          <p:nvPr/>
        </p:nvSpPr>
        <p:spPr>
          <a:xfrm>
            <a:off x="685332" y="2590800"/>
            <a:ext cx="8458668" cy="2308324"/>
          </a:xfrm>
          <a:prstGeom prst="rect">
            <a:avLst/>
          </a:prstGeom>
          <a:noFill/>
        </p:spPr>
        <p:txBody>
          <a:bodyPr wrap="square">
            <a:spAutoFit/>
          </a:bodyPr>
          <a:lstStyle/>
          <a:p>
            <a:pPr algn="just"/>
            <a:r>
              <a:rPr lang="en-US" sz="2400" b="1" i="0" dirty="0">
                <a:solidFill>
                  <a:srgbClr val="0D0D0D"/>
                </a:solidFill>
                <a:effectLst/>
                <a:latin typeface="Söhne"/>
              </a:rPr>
              <a:t>"Patterns of Enterprise Application Architecture" by Martin Fowler:</a:t>
            </a:r>
            <a:endParaRPr lang="en-US" sz="2400" b="0" i="0" dirty="0">
              <a:solidFill>
                <a:srgbClr val="0D0D0D"/>
              </a:solidFill>
              <a:effectLst/>
              <a:latin typeface="Söhne"/>
            </a:endParaRPr>
          </a:p>
          <a:p>
            <a:pPr algn="just">
              <a:buFont typeface="Arial" panose="020B0604020202020204" pitchFamily="34" charset="0"/>
              <a:buChar char="•"/>
            </a:pPr>
            <a:r>
              <a:rPr lang="en-US" sz="2400" b="0" i="0" dirty="0">
                <a:solidFill>
                  <a:srgbClr val="0D0D0D"/>
                </a:solidFill>
                <a:effectLst/>
                <a:latin typeface="Söhne"/>
              </a:rPr>
              <a:t>Martin Fowler's book explores patterns commonly encountered in enterprise-level software development. It provides a valuable resource for architects and developers dealing with the challenges of building large-scale applications.</a:t>
            </a:r>
          </a:p>
        </p:txBody>
      </p:sp>
    </p:spTree>
    <p:extLst>
      <p:ext uri="{BB962C8B-B14F-4D97-AF65-F5344CB8AC3E}">
        <p14:creationId xmlns:p14="http://schemas.microsoft.com/office/powerpoint/2010/main" val="28872932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E6DFF1-19D9-AB2C-D160-88F8F039FBF9}"/>
              </a:ext>
            </a:extLst>
          </p:cNvPr>
          <p:cNvSpPr>
            <a:spLocks noGrp="1"/>
          </p:cNvSpPr>
          <p:nvPr>
            <p:ph type="title"/>
          </p:nvPr>
        </p:nvSpPr>
        <p:spPr/>
        <p:txBody>
          <a:bodyPr/>
          <a:lstStyle/>
          <a:p>
            <a:r>
              <a:rPr lang="en-US" dirty="0"/>
              <a:t>What is software architecture?</a:t>
            </a:r>
          </a:p>
        </p:txBody>
      </p:sp>
      <p:sp>
        <p:nvSpPr>
          <p:cNvPr id="3" name="Content Placeholder 2">
            <a:extLst>
              <a:ext uri="{FF2B5EF4-FFF2-40B4-BE49-F238E27FC236}">
                <a16:creationId xmlns:a16="http://schemas.microsoft.com/office/drawing/2014/main" id="{EC5CDD70-8E08-0F92-6266-BEA35AC743E2}"/>
              </a:ext>
            </a:extLst>
          </p:cNvPr>
          <p:cNvSpPr>
            <a:spLocks noGrp="1"/>
          </p:cNvSpPr>
          <p:nvPr>
            <p:ph sz="quarter" idx="13"/>
          </p:nvPr>
        </p:nvSpPr>
        <p:spPr/>
        <p:txBody>
          <a:bodyPr>
            <a:normAutofit fontScale="92500" lnSpcReduction="10000"/>
          </a:bodyPr>
          <a:lstStyle/>
          <a:p>
            <a:pPr algn="just" eaLnBrk="0" fontAlgn="base" hangingPunct="0">
              <a:spcBef>
                <a:spcPct val="0"/>
              </a:spcBef>
              <a:spcAft>
                <a:spcPct val="0"/>
              </a:spcAft>
            </a:pPr>
            <a:r>
              <a:rPr lang="en-US" sz="2400" b="1" dirty="0">
                <a:solidFill>
                  <a:srgbClr val="0D0D0D"/>
                </a:solidFill>
                <a:latin typeface="Söhne"/>
              </a:rPr>
              <a:t>David Perry and Alexander L. Wolf, in their paper titled "Foundations for the Study of Software Architecture," </a:t>
            </a:r>
            <a:r>
              <a:rPr lang="en-US" sz="2400" dirty="0">
                <a:solidFill>
                  <a:srgbClr val="0D0D0D"/>
                </a:solidFill>
                <a:latin typeface="Söhne"/>
              </a:rPr>
              <a:t>published in 1992, provided a widely referenced definition of software architecture. Here is their definition:</a:t>
            </a:r>
          </a:p>
          <a:p>
            <a:pPr algn="just" eaLnBrk="0" fontAlgn="base" hangingPunct="0">
              <a:spcBef>
                <a:spcPct val="0"/>
              </a:spcBef>
              <a:spcAft>
                <a:spcPct val="0"/>
              </a:spcAft>
            </a:pPr>
            <a:r>
              <a:rPr lang="en-US" sz="2400" dirty="0">
                <a:solidFill>
                  <a:srgbClr val="0D0D0D"/>
                </a:solidFill>
                <a:latin typeface="Söhne"/>
              </a:rPr>
              <a:t>"Software architecture is the fundamental organization of a system, embodied in its components, their relationships to each other and the environment, and the principles governing its design and evolution."</a:t>
            </a:r>
          </a:p>
          <a:p>
            <a:endParaRPr lang="en-US" dirty="0"/>
          </a:p>
        </p:txBody>
      </p:sp>
      <p:sp>
        <p:nvSpPr>
          <p:cNvPr id="4" name="Date Placeholder 3">
            <a:extLst>
              <a:ext uri="{FF2B5EF4-FFF2-40B4-BE49-F238E27FC236}">
                <a16:creationId xmlns:a16="http://schemas.microsoft.com/office/drawing/2014/main" id="{918D4460-E885-F338-FD09-C7C2936EB6CF}"/>
              </a:ext>
            </a:extLst>
          </p:cNvPr>
          <p:cNvSpPr>
            <a:spLocks noGrp="1"/>
          </p:cNvSpPr>
          <p:nvPr>
            <p:ph type="dt" sz="half" idx="10"/>
          </p:nvPr>
        </p:nvSpPr>
        <p:spPr/>
        <p:txBody>
          <a:bodyPr/>
          <a:lstStyle/>
          <a:p>
            <a:pPr>
              <a:defRPr/>
            </a:pPr>
            <a:fld id="{FF5480F7-A01B-4497-9686-67728E872290}" type="datetime4">
              <a:rPr lang="en-US" altLang="en-US" smtClean="0"/>
              <a:t>February 26, 2024</a:t>
            </a:fld>
            <a:endParaRPr lang="en-US" altLang="en-US"/>
          </a:p>
        </p:txBody>
      </p:sp>
      <p:sp>
        <p:nvSpPr>
          <p:cNvPr id="5" name="Slide Number Placeholder 4">
            <a:extLst>
              <a:ext uri="{FF2B5EF4-FFF2-40B4-BE49-F238E27FC236}">
                <a16:creationId xmlns:a16="http://schemas.microsoft.com/office/drawing/2014/main" id="{650FD697-1915-CB01-3F53-2FFE035CAB18}"/>
              </a:ext>
            </a:extLst>
          </p:cNvPr>
          <p:cNvSpPr>
            <a:spLocks noGrp="1"/>
          </p:cNvSpPr>
          <p:nvPr>
            <p:ph type="sldNum" sz="quarter" idx="12"/>
          </p:nvPr>
        </p:nvSpPr>
        <p:spPr/>
        <p:txBody>
          <a:bodyPr/>
          <a:lstStyle/>
          <a:p>
            <a:pPr>
              <a:defRPr/>
            </a:pPr>
            <a:fld id="{EAC1E9C5-179F-49B5-A20B-74BA07190DB8}" type="slidenum">
              <a:rPr lang="en-US" altLang="en-US" smtClean="0"/>
              <a:pPr>
                <a:defRPr/>
              </a:pPr>
              <a:t>15</a:t>
            </a:fld>
            <a:endParaRPr lang="en-US" altLang="en-US"/>
          </a:p>
        </p:txBody>
      </p:sp>
    </p:spTree>
    <p:extLst>
      <p:ext uri="{BB962C8B-B14F-4D97-AF65-F5344CB8AC3E}">
        <p14:creationId xmlns:p14="http://schemas.microsoft.com/office/powerpoint/2010/main" val="7444329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14789-A492-8CE3-3789-16BB46C5A596}"/>
              </a:ext>
            </a:extLst>
          </p:cNvPr>
          <p:cNvSpPr>
            <a:spLocks noGrp="1"/>
          </p:cNvSpPr>
          <p:nvPr>
            <p:ph type="title"/>
          </p:nvPr>
        </p:nvSpPr>
        <p:spPr/>
        <p:txBody>
          <a:bodyPr/>
          <a:lstStyle/>
          <a:p>
            <a:r>
              <a:rPr lang="en-US" dirty="0"/>
              <a:t>Perry and wolf formula for</a:t>
            </a:r>
          </a:p>
        </p:txBody>
      </p:sp>
      <p:sp>
        <p:nvSpPr>
          <p:cNvPr id="4" name="Date Placeholder 3">
            <a:extLst>
              <a:ext uri="{FF2B5EF4-FFF2-40B4-BE49-F238E27FC236}">
                <a16:creationId xmlns:a16="http://schemas.microsoft.com/office/drawing/2014/main" id="{607B59BC-70AE-6C66-4AE8-B0D9E5379E35}"/>
              </a:ext>
            </a:extLst>
          </p:cNvPr>
          <p:cNvSpPr>
            <a:spLocks noGrp="1"/>
          </p:cNvSpPr>
          <p:nvPr>
            <p:ph type="dt" sz="half" idx="10"/>
          </p:nvPr>
        </p:nvSpPr>
        <p:spPr/>
        <p:txBody>
          <a:bodyPr/>
          <a:lstStyle/>
          <a:p>
            <a:pPr>
              <a:defRPr/>
            </a:pPr>
            <a:fld id="{FF5480F7-A01B-4497-9686-67728E872290}" type="datetime4">
              <a:rPr lang="en-US" altLang="en-US" smtClean="0"/>
              <a:t>February 26, 2024</a:t>
            </a:fld>
            <a:endParaRPr lang="en-US" altLang="en-US"/>
          </a:p>
        </p:txBody>
      </p:sp>
      <p:sp>
        <p:nvSpPr>
          <p:cNvPr id="5" name="Slide Number Placeholder 4">
            <a:extLst>
              <a:ext uri="{FF2B5EF4-FFF2-40B4-BE49-F238E27FC236}">
                <a16:creationId xmlns:a16="http://schemas.microsoft.com/office/drawing/2014/main" id="{7FD3BC5A-84C8-EDCA-8B57-DD0C0B91557E}"/>
              </a:ext>
            </a:extLst>
          </p:cNvPr>
          <p:cNvSpPr>
            <a:spLocks noGrp="1"/>
          </p:cNvSpPr>
          <p:nvPr>
            <p:ph type="sldNum" sz="quarter" idx="12"/>
          </p:nvPr>
        </p:nvSpPr>
        <p:spPr/>
        <p:txBody>
          <a:bodyPr/>
          <a:lstStyle/>
          <a:p>
            <a:pPr>
              <a:defRPr/>
            </a:pPr>
            <a:fld id="{EAC1E9C5-179F-49B5-A20B-74BA07190DB8}" type="slidenum">
              <a:rPr lang="en-US" altLang="en-US" smtClean="0"/>
              <a:pPr>
                <a:defRPr/>
              </a:pPr>
              <a:t>16</a:t>
            </a:fld>
            <a:endParaRPr lang="en-US" altLang="en-US"/>
          </a:p>
        </p:txBody>
      </p:sp>
      <p:pic>
        <p:nvPicPr>
          <p:cNvPr id="7" name="Picture 6">
            <a:extLst>
              <a:ext uri="{FF2B5EF4-FFF2-40B4-BE49-F238E27FC236}">
                <a16:creationId xmlns:a16="http://schemas.microsoft.com/office/drawing/2014/main" id="{E268C069-4D6E-1F3C-B1B3-F32ED98A705A}"/>
              </a:ext>
            </a:extLst>
          </p:cNvPr>
          <p:cNvPicPr>
            <a:picLocks noChangeAspect="1"/>
          </p:cNvPicPr>
          <p:nvPr/>
        </p:nvPicPr>
        <p:blipFill>
          <a:blip r:embed="rId2"/>
          <a:stretch>
            <a:fillRect/>
          </a:stretch>
        </p:blipFill>
        <p:spPr>
          <a:xfrm>
            <a:off x="838200" y="2214695"/>
            <a:ext cx="7924800" cy="3563348"/>
          </a:xfrm>
          <a:prstGeom prst="rect">
            <a:avLst/>
          </a:prstGeom>
        </p:spPr>
      </p:pic>
    </p:spTree>
    <p:extLst>
      <p:ext uri="{BB962C8B-B14F-4D97-AF65-F5344CB8AC3E}">
        <p14:creationId xmlns:p14="http://schemas.microsoft.com/office/powerpoint/2010/main" val="28461033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4767E-726D-730C-FA41-3DA4B1B3CC63}"/>
              </a:ext>
            </a:extLst>
          </p:cNvPr>
          <p:cNvSpPr>
            <a:spLocks noGrp="1"/>
          </p:cNvSpPr>
          <p:nvPr>
            <p:ph type="title"/>
          </p:nvPr>
        </p:nvSpPr>
        <p:spPr/>
        <p:txBody>
          <a:bodyPr/>
          <a:lstStyle/>
          <a:p>
            <a:r>
              <a:rPr lang="en-US" dirty="0"/>
              <a:t>Software Architecture </a:t>
            </a:r>
          </a:p>
        </p:txBody>
      </p:sp>
      <p:sp>
        <p:nvSpPr>
          <p:cNvPr id="3" name="Content Placeholder 2">
            <a:extLst>
              <a:ext uri="{FF2B5EF4-FFF2-40B4-BE49-F238E27FC236}">
                <a16:creationId xmlns:a16="http://schemas.microsoft.com/office/drawing/2014/main" id="{72D90BD8-D241-D0C1-AD49-27C683E92A94}"/>
              </a:ext>
            </a:extLst>
          </p:cNvPr>
          <p:cNvSpPr>
            <a:spLocks noGrp="1"/>
          </p:cNvSpPr>
          <p:nvPr>
            <p:ph sz="quarter" idx="13"/>
          </p:nvPr>
        </p:nvSpPr>
        <p:spPr/>
        <p:txBody>
          <a:bodyPr>
            <a:normAutofit/>
          </a:bodyPr>
          <a:lstStyle/>
          <a:p>
            <a:r>
              <a:rPr lang="en-US" dirty="0"/>
              <a:t>A software architecture is a description of the </a:t>
            </a:r>
            <a:r>
              <a:rPr lang="en-US" b="1" dirty="0"/>
              <a:t>subsystems </a:t>
            </a:r>
            <a:r>
              <a:rPr lang="en-US" dirty="0"/>
              <a:t>and </a:t>
            </a:r>
            <a:r>
              <a:rPr lang="en-US" b="1" dirty="0"/>
              <a:t>components</a:t>
            </a:r>
            <a:r>
              <a:rPr lang="en-US" dirty="0"/>
              <a:t> of a software system and the </a:t>
            </a:r>
            <a:r>
              <a:rPr lang="en-US" b="1" dirty="0"/>
              <a:t>relationships</a:t>
            </a:r>
            <a:r>
              <a:rPr lang="en-US" dirty="0"/>
              <a:t> between them </a:t>
            </a:r>
          </a:p>
          <a:p>
            <a:r>
              <a:rPr lang="en-US" dirty="0"/>
              <a:t>Subsystems and components are typically specified in different views to show the relevant functional and non-functional properties of a software system </a:t>
            </a:r>
          </a:p>
          <a:p>
            <a:r>
              <a:rPr lang="en-US" dirty="0"/>
              <a:t>  The software system is an artifact. It is the result of the software design activity</a:t>
            </a:r>
          </a:p>
        </p:txBody>
      </p:sp>
      <p:sp>
        <p:nvSpPr>
          <p:cNvPr id="4" name="Date Placeholder 3">
            <a:extLst>
              <a:ext uri="{FF2B5EF4-FFF2-40B4-BE49-F238E27FC236}">
                <a16:creationId xmlns:a16="http://schemas.microsoft.com/office/drawing/2014/main" id="{09706161-6BA5-BF34-2D98-F1B516094006}"/>
              </a:ext>
            </a:extLst>
          </p:cNvPr>
          <p:cNvSpPr>
            <a:spLocks noGrp="1"/>
          </p:cNvSpPr>
          <p:nvPr>
            <p:ph type="dt" sz="half" idx="10"/>
          </p:nvPr>
        </p:nvSpPr>
        <p:spPr/>
        <p:txBody>
          <a:bodyPr/>
          <a:lstStyle/>
          <a:p>
            <a:pPr>
              <a:defRPr/>
            </a:pPr>
            <a:fld id="{FF5480F7-A01B-4497-9686-67728E872290}" type="datetime4">
              <a:rPr lang="en-US" altLang="en-US" smtClean="0"/>
              <a:t>February 26, 2024</a:t>
            </a:fld>
            <a:endParaRPr lang="en-US" altLang="en-US"/>
          </a:p>
        </p:txBody>
      </p:sp>
      <p:sp>
        <p:nvSpPr>
          <p:cNvPr id="5" name="Slide Number Placeholder 4">
            <a:extLst>
              <a:ext uri="{FF2B5EF4-FFF2-40B4-BE49-F238E27FC236}">
                <a16:creationId xmlns:a16="http://schemas.microsoft.com/office/drawing/2014/main" id="{4C3E4190-3381-6E0A-18C2-C2E5D1D668A9}"/>
              </a:ext>
            </a:extLst>
          </p:cNvPr>
          <p:cNvSpPr>
            <a:spLocks noGrp="1"/>
          </p:cNvSpPr>
          <p:nvPr>
            <p:ph type="sldNum" sz="quarter" idx="12"/>
          </p:nvPr>
        </p:nvSpPr>
        <p:spPr/>
        <p:txBody>
          <a:bodyPr/>
          <a:lstStyle/>
          <a:p>
            <a:pPr>
              <a:defRPr/>
            </a:pPr>
            <a:fld id="{EAC1E9C5-179F-49B5-A20B-74BA07190DB8}" type="slidenum">
              <a:rPr lang="en-US" altLang="en-US" smtClean="0"/>
              <a:pPr>
                <a:defRPr/>
              </a:pPr>
              <a:t>17</a:t>
            </a:fld>
            <a:endParaRPr lang="en-US" altLang="en-US"/>
          </a:p>
        </p:txBody>
      </p:sp>
    </p:spTree>
    <p:extLst>
      <p:ext uri="{BB962C8B-B14F-4D97-AF65-F5344CB8AC3E}">
        <p14:creationId xmlns:p14="http://schemas.microsoft.com/office/powerpoint/2010/main" val="26393035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185B8-377B-82F9-B938-B551AABA43B3}"/>
              </a:ext>
            </a:extLst>
          </p:cNvPr>
          <p:cNvSpPr>
            <a:spLocks noGrp="1"/>
          </p:cNvSpPr>
          <p:nvPr>
            <p:ph type="title"/>
          </p:nvPr>
        </p:nvSpPr>
        <p:spPr/>
        <p:txBody>
          <a:bodyPr/>
          <a:lstStyle/>
          <a:p>
            <a:r>
              <a:rPr lang="en-US" dirty="0"/>
              <a:t>Definition: Component </a:t>
            </a:r>
          </a:p>
        </p:txBody>
      </p:sp>
      <p:sp>
        <p:nvSpPr>
          <p:cNvPr id="3" name="Content Placeholder 2">
            <a:extLst>
              <a:ext uri="{FF2B5EF4-FFF2-40B4-BE49-F238E27FC236}">
                <a16:creationId xmlns:a16="http://schemas.microsoft.com/office/drawing/2014/main" id="{1B9F34F2-247B-AABB-A9A2-7E426950925A}"/>
              </a:ext>
            </a:extLst>
          </p:cNvPr>
          <p:cNvSpPr>
            <a:spLocks noGrp="1"/>
          </p:cNvSpPr>
          <p:nvPr>
            <p:ph sz="quarter" idx="13"/>
          </p:nvPr>
        </p:nvSpPr>
        <p:spPr/>
        <p:txBody>
          <a:bodyPr/>
          <a:lstStyle/>
          <a:p>
            <a:r>
              <a:rPr lang="en-US" dirty="0"/>
              <a:t>A component is an encapsulated part of a software system </a:t>
            </a:r>
          </a:p>
          <a:p>
            <a:r>
              <a:rPr lang="en-US" dirty="0"/>
              <a:t> A component has an interface </a:t>
            </a:r>
          </a:p>
          <a:p>
            <a:r>
              <a:rPr lang="en-US" dirty="0"/>
              <a:t>Components serve as the building blocks for the structure of a system </a:t>
            </a:r>
          </a:p>
          <a:p>
            <a:r>
              <a:rPr lang="en-US" dirty="0"/>
              <a:t>At a programming-language level, components may be represented as modules, classes, objects or as a set of related function</a:t>
            </a:r>
          </a:p>
        </p:txBody>
      </p:sp>
      <p:sp>
        <p:nvSpPr>
          <p:cNvPr id="4" name="Date Placeholder 3">
            <a:extLst>
              <a:ext uri="{FF2B5EF4-FFF2-40B4-BE49-F238E27FC236}">
                <a16:creationId xmlns:a16="http://schemas.microsoft.com/office/drawing/2014/main" id="{FB02C762-744E-4555-29EA-DDFC0A637E67}"/>
              </a:ext>
            </a:extLst>
          </p:cNvPr>
          <p:cNvSpPr>
            <a:spLocks noGrp="1"/>
          </p:cNvSpPr>
          <p:nvPr>
            <p:ph type="dt" sz="half" idx="10"/>
          </p:nvPr>
        </p:nvSpPr>
        <p:spPr/>
        <p:txBody>
          <a:bodyPr/>
          <a:lstStyle/>
          <a:p>
            <a:pPr>
              <a:defRPr/>
            </a:pPr>
            <a:fld id="{FF5480F7-A01B-4497-9686-67728E872290}" type="datetime4">
              <a:rPr lang="en-US" altLang="en-US" smtClean="0"/>
              <a:t>February 26, 2024</a:t>
            </a:fld>
            <a:endParaRPr lang="en-US" altLang="en-US"/>
          </a:p>
        </p:txBody>
      </p:sp>
      <p:sp>
        <p:nvSpPr>
          <p:cNvPr id="5" name="Slide Number Placeholder 4">
            <a:extLst>
              <a:ext uri="{FF2B5EF4-FFF2-40B4-BE49-F238E27FC236}">
                <a16:creationId xmlns:a16="http://schemas.microsoft.com/office/drawing/2014/main" id="{099442DB-6F76-1A08-DAD9-0C4406EA5AE2}"/>
              </a:ext>
            </a:extLst>
          </p:cNvPr>
          <p:cNvSpPr>
            <a:spLocks noGrp="1"/>
          </p:cNvSpPr>
          <p:nvPr>
            <p:ph type="sldNum" sz="quarter" idx="12"/>
          </p:nvPr>
        </p:nvSpPr>
        <p:spPr/>
        <p:txBody>
          <a:bodyPr/>
          <a:lstStyle/>
          <a:p>
            <a:pPr>
              <a:defRPr/>
            </a:pPr>
            <a:fld id="{EAC1E9C5-179F-49B5-A20B-74BA07190DB8}" type="slidenum">
              <a:rPr lang="en-US" altLang="en-US" smtClean="0"/>
              <a:pPr>
                <a:defRPr/>
              </a:pPr>
              <a:t>18</a:t>
            </a:fld>
            <a:endParaRPr lang="en-US" altLang="en-US"/>
          </a:p>
        </p:txBody>
      </p:sp>
    </p:spTree>
    <p:extLst>
      <p:ext uri="{BB962C8B-B14F-4D97-AF65-F5344CB8AC3E}">
        <p14:creationId xmlns:p14="http://schemas.microsoft.com/office/powerpoint/2010/main" val="39545026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36F70-F0A9-83A1-87EC-7930B0B168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8B0E47-EEAA-5150-FC7C-32BA82CBC980}"/>
              </a:ext>
            </a:extLst>
          </p:cNvPr>
          <p:cNvSpPr>
            <a:spLocks noGrp="1"/>
          </p:cNvSpPr>
          <p:nvPr>
            <p:ph type="title"/>
          </p:nvPr>
        </p:nvSpPr>
        <p:spPr/>
        <p:txBody>
          <a:bodyPr/>
          <a:lstStyle/>
          <a:p>
            <a:r>
              <a:rPr lang="en-US" dirty="0"/>
              <a:t>Definition: Sub systems </a:t>
            </a:r>
          </a:p>
        </p:txBody>
      </p:sp>
      <p:sp>
        <p:nvSpPr>
          <p:cNvPr id="3" name="Content Placeholder 2">
            <a:extLst>
              <a:ext uri="{FF2B5EF4-FFF2-40B4-BE49-F238E27FC236}">
                <a16:creationId xmlns:a16="http://schemas.microsoft.com/office/drawing/2014/main" id="{BA66F4AE-62E2-05E3-C083-91953F7EEEBF}"/>
              </a:ext>
            </a:extLst>
          </p:cNvPr>
          <p:cNvSpPr>
            <a:spLocks noGrp="1"/>
          </p:cNvSpPr>
          <p:nvPr>
            <p:ph sz="quarter" idx="13"/>
          </p:nvPr>
        </p:nvSpPr>
        <p:spPr/>
        <p:txBody>
          <a:bodyPr/>
          <a:lstStyle/>
          <a:p>
            <a:r>
              <a:rPr lang="en-US" dirty="0"/>
              <a:t>A subsystem is a set of collaborating</a:t>
            </a:r>
          </a:p>
          <a:p>
            <a:r>
              <a:rPr lang="en-US" dirty="0"/>
              <a:t>components performing a given task</a:t>
            </a:r>
          </a:p>
          <a:p>
            <a:r>
              <a:rPr lang="en-US" dirty="0"/>
              <a:t>  A subsystem is considered a separate entity</a:t>
            </a:r>
          </a:p>
          <a:p>
            <a:r>
              <a:rPr lang="en-US" dirty="0"/>
              <a:t>within a software architecture</a:t>
            </a:r>
          </a:p>
          <a:p>
            <a:r>
              <a:rPr lang="en-US" dirty="0"/>
              <a:t>it performs its designated task by interacting with</a:t>
            </a:r>
          </a:p>
          <a:p>
            <a:r>
              <a:rPr lang="en-US" dirty="0"/>
              <a:t>other subsystems and components…</a:t>
            </a:r>
          </a:p>
        </p:txBody>
      </p:sp>
      <p:sp>
        <p:nvSpPr>
          <p:cNvPr id="4" name="Date Placeholder 3">
            <a:extLst>
              <a:ext uri="{FF2B5EF4-FFF2-40B4-BE49-F238E27FC236}">
                <a16:creationId xmlns:a16="http://schemas.microsoft.com/office/drawing/2014/main" id="{C5B00964-2A9D-8E16-06C4-42DC8485D97A}"/>
              </a:ext>
            </a:extLst>
          </p:cNvPr>
          <p:cNvSpPr>
            <a:spLocks noGrp="1"/>
          </p:cNvSpPr>
          <p:nvPr>
            <p:ph type="dt" sz="half" idx="10"/>
          </p:nvPr>
        </p:nvSpPr>
        <p:spPr/>
        <p:txBody>
          <a:bodyPr/>
          <a:lstStyle/>
          <a:p>
            <a:pPr>
              <a:defRPr/>
            </a:pPr>
            <a:fld id="{FF5480F7-A01B-4497-9686-67728E872290}" type="datetime4">
              <a:rPr lang="en-US" altLang="en-US" smtClean="0"/>
              <a:t>February 26, 2024</a:t>
            </a:fld>
            <a:endParaRPr lang="en-US" altLang="en-US"/>
          </a:p>
        </p:txBody>
      </p:sp>
      <p:sp>
        <p:nvSpPr>
          <p:cNvPr id="5" name="Slide Number Placeholder 4">
            <a:extLst>
              <a:ext uri="{FF2B5EF4-FFF2-40B4-BE49-F238E27FC236}">
                <a16:creationId xmlns:a16="http://schemas.microsoft.com/office/drawing/2014/main" id="{1322EBA1-5CA3-1152-DC99-B976D580E26F}"/>
              </a:ext>
            </a:extLst>
          </p:cNvPr>
          <p:cNvSpPr>
            <a:spLocks noGrp="1"/>
          </p:cNvSpPr>
          <p:nvPr>
            <p:ph type="sldNum" sz="quarter" idx="12"/>
          </p:nvPr>
        </p:nvSpPr>
        <p:spPr/>
        <p:txBody>
          <a:bodyPr/>
          <a:lstStyle/>
          <a:p>
            <a:pPr>
              <a:defRPr/>
            </a:pPr>
            <a:fld id="{EAC1E9C5-179F-49B5-A20B-74BA07190DB8}" type="slidenum">
              <a:rPr lang="en-US" altLang="en-US" smtClean="0"/>
              <a:pPr>
                <a:defRPr/>
              </a:pPr>
              <a:t>19</a:t>
            </a:fld>
            <a:endParaRPr lang="en-US" altLang="en-US"/>
          </a:p>
        </p:txBody>
      </p:sp>
    </p:spTree>
    <p:extLst>
      <p:ext uri="{BB962C8B-B14F-4D97-AF65-F5344CB8AC3E}">
        <p14:creationId xmlns:p14="http://schemas.microsoft.com/office/powerpoint/2010/main" val="8526444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34B77-ED2F-E41B-B59B-BCB4FEF5E06B}"/>
              </a:ext>
            </a:extLst>
          </p:cNvPr>
          <p:cNvSpPr>
            <a:spLocks noGrp="1"/>
          </p:cNvSpPr>
          <p:nvPr>
            <p:ph type="title"/>
          </p:nvPr>
        </p:nvSpPr>
        <p:spPr/>
        <p:txBody>
          <a:bodyPr/>
          <a:lstStyle/>
          <a:p>
            <a:r>
              <a:rPr lang="en-US" b="1" i="0" dirty="0">
                <a:solidFill>
                  <a:srgbClr val="0D0D0D"/>
                </a:solidFill>
                <a:effectLst/>
                <a:latin typeface="Söhne"/>
              </a:rPr>
              <a:t>Components of Software Architecture:</a:t>
            </a:r>
            <a:endParaRPr lang="en-US" dirty="0"/>
          </a:p>
        </p:txBody>
      </p:sp>
      <p:sp>
        <p:nvSpPr>
          <p:cNvPr id="3" name="Content Placeholder 2">
            <a:extLst>
              <a:ext uri="{FF2B5EF4-FFF2-40B4-BE49-F238E27FC236}">
                <a16:creationId xmlns:a16="http://schemas.microsoft.com/office/drawing/2014/main" id="{9D55A3ED-B248-3FB4-7FE1-1CAEE2DC3FF1}"/>
              </a:ext>
            </a:extLst>
          </p:cNvPr>
          <p:cNvSpPr>
            <a:spLocks noGrp="1"/>
          </p:cNvSpPr>
          <p:nvPr>
            <p:ph sz="quarter" idx="13"/>
          </p:nvPr>
        </p:nvSpPr>
        <p:spPr/>
        <p:txBody>
          <a:bodyPr/>
          <a:lstStyle/>
          <a:p>
            <a:r>
              <a:rPr lang="en-US" b="1" i="0" dirty="0">
                <a:solidFill>
                  <a:srgbClr val="0D0D0D"/>
                </a:solidFill>
                <a:effectLst/>
                <a:latin typeface="Söhne"/>
              </a:rPr>
              <a:t>Components:</a:t>
            </a:r>
            <a:endParaRPr lang="en-US" b="0" i="0" dirty="0">
              <a:solidFill>
                <a:srgbClr val="0D0D0D"/>
              </a:solidFill>
              <a:effectLst/>
              <a:latin typeface="Söhne"/>
            </a:endParaRPr>
          </a:p>
          <a:p>
            <a:pPr lvl="1"/>
            <a:r>
              <a:rPr lang="en-US" b="1" i="0" dirty="0">
                <a:solidFill>
                  <a:srgbClr val="0D0D0D"/>
                </a:solidFill>
                <a:effectLst/>
                <a:latin typeface="Söhne"/>
              </a:rPr>
              <a:t>Definition:</a:t>
            </a:r>
            <a:r>
              <a:rPr lang="en-US" b="0" i="0" dirty="0">
                <a:solidFill>
                  <a:srgbClr val="0D0D0D"/>
                </a:solidFill>
                <a:effectLst/>
                <a:latin typeface="Söhne"/>
              </a:rPr>
              <a:t> Components are the building blocks or modules of a software system. These can be classes, modules, services, or other units of software that encapsulate specific functionality.</a:t>
            </a:r>
          </a:p>
          <a:p>
            <a:pPr lvl="1"/>
            <a:r>
              <a:rPr lang="en-US" b="1" i="0" dirty="0">
                <a:solidFill>
                  <a:srgbClr val="0D0D0D"/>
                </a:solidFill>
                <a:effectLst/>
                <a:latin typeface="Söhne"/>
              </a:rPr>
              <a:t>Representation in Diagram:</a:t>
            </a:r>
            <a:r>
              <a:rPr lang="en-US" b="0" i="0" dirty="0">
                <a:solidFill>
                  <a:srgbClr val="0D0D0D"/>
                </a:solidFill>
                <a:effectLst/>
                <a:latin typeface="Söhne"/>
              </a:rPr>
              <a:t> Represented in architectural diagrams as boxes or nodes, each labeled with the name of the component.</a:t>
            </a:r>
          </a:p>
          <a:p>
            <a:endParaRPr lang="en-US" dirty="0"/>
          </a:p>
        </p:txBody>
      </p:sp>
      <p:sp>
        <p:nvSpPr>
          <p:cNvPr id="4" name="Date Placeholder 3">
            <a:extLst>
              <a:ext uri="{FF2B5EF4-FFF2-40B4-BE49-F238E27FC236}">
                <a16:creationId xmlns:a16="http://schemas.microsoft.com/office/drawing/2014/main" id="{F2547469-1041-16D5-EEE1-EF59903853C1}"/>
              </a:ext>
            </a:extLst>
          </p:cNvPr>
          <p:cNvSpPr>
            <a:spLocks noGrp="1"/>
          </p:cNvSpPr>
          <p:nvPr>
            <p:ph type="dt" sz="half" idx="10"/>
          </p:nvPr>
        </p:nvSpPr>
        <p:spPr/>
        <p:txBody>
          <a:bodyPr/>
          <a:lstStyle/>
          <a:p>
            <a:pPr>
              <a:defRPr/>
            </a:pPr>
            <a:fld id="{FF5480F7-A01B-4497-9686-67728E872290}" type="datetime4">
              <a:rPr lang="en-US" altLang="en-US" smtClean="0"/>
              <a:t>February 26, 2024</a:t>
            </a:fld>
            <a:endParaRPr lang="en-US" altLang="en-US"/>
          </a:p>
        </p:txBody>
      </p:sp>
      <p:sp>
        <p:nvSpPr>
          <p:cNvPr id="5" name="Slide Number Placeholder 4">
            <a:extLst>
              <a:ext uri="{FF2B5EF4-FFF2-40B4-BE49-F238E27FC236}">
                <a16:creationId xmlns:a16="http://schemas.microsoft.com/office/drawing/2014/main" id="{5C8A45E5-2157-F1AD-CC5B-EE6BD713358E}"/>
              </a:ext>
            </a:extLst>
          </p:cNvPr>
          <p:cNvSpPr>
            <a:spLocks noGrp="1"/>
          </p:cNvSpPr>
          <p:nvPr>
            <p:ph type="sldNum" sz="quarter" idx="12"/>
          </p:nvPr>
        </p:nvSpPr>
        <p:spPr/>
        <p:txBody>
          <a:bodyPr/>
          <a:lstStyle/>
          <a:p>
            <a:pPr>
              <a:defRPr/>
            </a:pPr>
            <a:fld id="{EAC1E9C5-179F-49B5-A20B-74BA07190DB8}" type="slidenum">
              <a:rPr lang="en-US" altLang="en-US" smtClean="0"/>
              <a:pPr>
                <a:defRPr/>
              </a:pPr>
              <a:t>20</a:t>
            </a:fld>
            <a:endParaRPr lang="en-US" altLang="en-US"/>
          </a:p>
        </p:txBody>
      </p:sp>
    </p:spTree>
    <p:extLst>
      <p:ext uri="{BB962C8B-B14F-4D97-AF65-F5344CB8AC3E}">
        <p14:creationId xmlns:p14="http://schemas.microsoft.com/office/powerpoint/2010/main" val="19132406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2DC9FD-6107-B3C4-95AE-417C7BF357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28A934-DCD5-AD38-13ED-C611825C5872}"/>
              </a:ext>
            </a:extLst>
          </p:cNvPr>
          <p:cNvSpPr>
            <a:spLocks noGrp="1"/>
          </p:cNvSpPr>
          <p:nvPr>
            <p:ph type="title"/>
          </p:nvPr>
        </p:nvSpPr>
        <p:spPr/>
        <p:txBody>
          <a:bodyPr/>
          <a:lstStyle/>
          <a:p>
            <a:r>
              <a:rPr lang="en-US" b="1" i="0" dirty="0">
                <a:solidFill>
                  <a:srgbClr val="0D0D0D"/>
                </a:solidFill>
                <a:effectLst/>
                <a:latin typeface="Söhne"/>
              </a:rPr>
              <a:t>Components of Software Architecture:</a:t>
            </a:r>
            <a:endParaRPr lang="en-US" dirty="0"/>
          </a:p>
        </p:txBody>
      </p:sp>
      <p:sp>
        <p:nvSpPr>
          <p:cNvPr id="3" name="Content Placeholder 2">
            <a:extLst>
              <a:ext uri="{FF2B5EF4-FFF2-40B4-BE49-F238E27FC236}">
                <a16:creationId xmlns:a16="http://schemas.microsoft.com/office/drawing/2014/main" id="{46B67282-C32A-1845-FE45-FFD0EB762424}"/>
              </a:ext>
            </a:extLst>
          </p:cNvPr>
          <p:cNvSpPr>
            <a:spLocks noGrp="1"/>
          </p:cNvSpPr>
          <p:nvPr>
            <p:ph sz="quarter" idx="13"/>
          </p:nvPr>
        </p:nvSpPr>
        <p:spPr/>
        <p:txBody>
          <a:bodyPr>
            <a:normAutofit/>
          </a:bodyPr>
          <a:lstStyle/>
          <a:p>
            <a:r>
              <a:rPr lang="en-US" b="1" i="0" dirty="0">
                <a:solidFill>
                  <a:srgbClr val="0D0D0D"/>
                </a:solidFill>
                <a:effectLst/>
                <a:latin typeface="Söhne"/>
              </a:rPr>
              <a:t>Relationships:</a:t>
            </a:r>
            <a:endParaRPr lang="en-US" b="0" i="0" dirty="0">
              <a:solidFill>
                <a:srgbClr val="0D0D0D"/>
              </a:solidFill>
              <a:effectLst/>
              <a:latin typeface="Söhne"/>
            </a:endParaRPr>
          </a:p>
          <a:p>
            <a:pPr lvl="1"/>
            <a:r>
              <a:rPr lang="en-US" b="1" i="0" dirty="0">
                <a:solidFill>
                  <a:srgbClr val="0D0D0D"/>
                </a:solidFill>
                <a:effectLst/>
                <a:latin typeface="Söhne"/>
              </a:rPr>
              <a:t>Definition:</a:t>
            </a:r>
            <a:r>
              <a:rPr lang="en-US" b="0" i="0" dirty="0">
                <a:solidFill>
                  <a:srgbClr val="0D0D0D"/>
                </a:solidFill>
                <a:effectLst/>
                <a:latin typeface="Söhne"/>
              </a:rPr>
              <a:t> Relationships define how the components interact with each other. These interactions can include method calls, data flows, or other forms of communication.</a:t>
            </a:r>
          </a:p>
          <a:p>
            <a:pPr lvl="1"/>
            <a:r>
              <a:rPr lang="en-US" b="1" i="0" dirty="0">
                <a:solidFill>
                  <a:srgbClr val="0D0D0D"/>
                </a:solidFill>
                <a:effectLst/>
                <a:latin typeface="Söhne"/>
              </a:rPr>
              <a:t>Representation in Diagram:</a:t>
            </a:r>
            <a:r>
              <a:rPr lang="en-US" b="0" i="0" dirty="0">
                <a:solidFill>
                  <a:srgbClr val="0D0D0D"/>
                </a:solidFill>
                <a:effectLst/>
                <a:latin typeface="Söhne"/>
              </a:rPr>
              <a:t> Represented by connecting lines or arrows between the components. Different types of relationships (e.g., association, dependency, or inheritance) may be depicted.</a:t>
            </a:r>
          </a:p>
          <a:p>
            <a:endParaRPr lang="en-US" dirty="0"/>
          </a:p>
        </p:txBody>
      </p:sp>
      <p:sp>
        <p:nvSpPr>
          <p:cNvPr id="4" name="Date Placeholder 3">
            <a:extLst>
              <a:ext uri="{FF2B5EF4-FFF2-40B4-BE49-F238E27FC236}">
                <a16:creationId xmlns:a16="http://schemas.microsoft.com/office/drawing/2014/main" id="{77F863F4-28DB-A7E3-07DC-A739004E6750}"/>
              </a:ext>
            </a:extLst>
          </p:cNvPr>
          <p:cNvSpPr>
            <a:spLocks noGrp="1"/>
          </p:cNvSpPr>
          <p:nvPr>
            <p:ph type="dt" sz="half" idx="10"/>
          </p:nvPr>
        </p:nvSpPr>
        <p:spPr/>
        <p:txBody>
          <a:bodyPr/>
          <a:lstStyle/>
          <a:p>
            <a:pPr>
              <a:defRPr/>
            </a:pPr>
            <a:fld id="{FF5480F7-A01B-4497-9686-67728E872290}" type="datetime4">
              <a:rPr lang="en-US" altLang="en-US" smtClean="0"/>
              <a:t>February 26, 2024</a:t>
            </a:fld>
            <a:endParaRPr lang="en-US" altLang="en-US"/>
          </a:p>
        </p:txBody>
      </p:sp>
      <p:sp>
        <p:nvSpPr>
          <p:cNvPr id="5" name="Slide Number Placeholder 4">
            <a:extLst>
              <a:ext uri="{FF2B5EF4-FFF2-40B4-BE49-F238E27FC236}">
                <a16:creationId xmlns:a16="http://schemas.microsoft.com/office/drawing/2014/main" id="{99D3251D-4182-7443-6AE9-5A21B3D557EA}"/>
              </a:ext>
            </a:extLst>
          </p:cNvPr>
          <p:cNvSpPr>
            <a:spLocks noGrp="1"/>
          </p:cNvSpPr>
          <p:nvPr>
            <p:ph type="sldNum" sz="quarter" idx="12"/>
          </p:nvPr>
        </p:nvSpPr>
        <p:spPr/>
        <p:txBody>
          <a:bodyPr/>
          <a:lstStyle/>
          <a:p>
            <a:pPr>
              <a:defRPr/>
            </a:pPr>
            <a:fld id="{EAC1E9C5-179F-49B5-A20B-74BA07190DB8}" type="slidenum">
              <a:rPr lang="en-US" altLang="en-US" smtClean="0"/>
              <a:pPr>
                <a:defRPr/>
              </a:pPr>
              <a:t>21</a:t>
            </a:fld>
            <a:endParaRPr lang="en-US" altLang="en-US"/>
          </a:p>
        </p:txBody>
      </p:sp>
    </p:spTree>
    <p:extLst>
      <p:ext uri="{BB962C8B-B14F-4D97-AF65-F5344CB8AC3E}">
        <p14:creationId xmlns:p14="http://schemas.microsoft.com/office/powerpoint/2010/main" val="20523528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08EDB-636A-69AB-982F-E48F6771F4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241922-6B44-055F-4AE4-0E38A4398CAE}"/>
              </a:ext>
            </a:extLst>
          </p:cNvPr>
          <p:cNvSpPr>
            <a:spLocks noGrp="1"/>
          </p:cNvSpPr>
          <p:nvPr>
            <p:ph type="title"/>
          </p:nvPr>
        </p:nvSpPr>
        <p:spPr/>
        <p:txBody>
          <a:bodyPr/>
          <a:lstStyle/>
          <a:p>
            <a:r>
              <a:rPr lang="en-US" b="1" i="0" dirty="0">
                <a:solidFill>
                  <a:srgbClr val="0D0D0D"/>
                </a:solidFill>
                <a:effectLst/>
                <a:latin typeface="Söhne"/>
              </a:rPr>
              <a:t>Components of Software Architecture:</a:t>
            </a:r>
            <a:endParaRPr lang="en-US" dirty="0"/>
          </a:p>
        </p:txBody>
      </p:sp>
      <p:sp>
        <p:nvSpPr>
          <p:cNvPr id="3" name="Content Placeholder 2">
            <a:extLst>
              <a:ext uri="{FF2B5EF4-FFF2-40B4-BE49-F238E27FC236}">
                <a16:creationId xmlns:a16="http://schemas.microsoft.com/office/drawing/2014/main" id="{2A659AFC-6312-F8F0-74B0-834CA9765F55}"/>
              </a:ext>
            </a:extLst>
          </p:cNvPr>
          <p:cNvSpPr>
            <a:spLocks noGrp="1"/>
          </p:cNvSpPr>
          <p:nvPr>
            <p:ph sz="quarter" idx="13"/>
          </p:nvPr>
        </p:nvSpPr>
        <p:spPr/>
        <p:txBody>
          <a:bodyPr/>
          <a:lstStyle/>
          <a:p>
            <a:r>
              <a:rPr lang="en-US" b="1" i="0" dirty="0">
                <a:solidFill>
                  <a:srgbClr val="0D0D0D"/>
                </a:solidFill>
                <a:effectLst/>
                <a:latin typeface="Söhne"/>
              </a:rPr>
              <a:t>Constraints:</a:t>
            </a:r>
            <a:endParaRPr lang="en-US" b="0" i="0" dirty="0">
              <a:solidFill>
                <a:srgbClr val="0D0D0D"/>
              </a:solidFill>
              <a:effectLst/>
              <a:latin typeface="Söhne"/>
            </a:endParaRPr>
          </a:p>
          <a:p>
            <a:pPr lvl="1"/>
            <a:r>
              <a:rPr lang="en-US" b="1" i="0" dirty="0">
                <a:solidFill>
                  <a:srgbClr val="0D0D0D"/>
                </a:solidFill>
                <a:effectLst/>
                <a:latin typeface="Söhne"/>
              </a:rPr>
              <a:t>Definition:</a:t>
            </a:r>
            <a:r>
              <a:rPr lang="en-US" b="0" i="0" dirty="0">
                <a:solidFill>
                  <a:srgbClr val="0D0D0D"/>
                </a:solidFill>
                <a:effectLst/>
                <a:latin typeface="Söhne"/>
              </a:rPr>
              <a:t> Constraints are the limitations or restrictions on the design and implementation of the software system. These may include technological, organizational, or external constraints that influence the architectural decisions.</a:t>
            </a:r>
          </a:p>
          <a:p>
            <a:pPr lvl="1"/>
            <a:r>
              <a:rPr lang="en-US" b="1" i="0" dirty="0">
                <a:solidFill>
                  <a:srgbClr val="0D0D0D"/>
                </a:solidFill>
                <a:effectLst/>
                <a:latin typeface="Söhne"/>
              </a:rPr>
              <a:t>Representation in Diagram:</a:t>
            </a:r>
            <a:r>
              <a:rPr lang="en-US" b="0" i="0" dirty="0">
                <a:solidFill>
                  <a:srgbClr val="0D0D0D"/>
                </a:solidFill>
                <a:effectLst/>
                <a:latin typeface="Söhne"/>
              </a:rPr>
              <a:t> Constraints are often documented in accompanying text or notes on the architectural diagrams. They may influence the choice of components or the nature of relationships.</a:t>
            </a:r>
          </a:p>
          <a:p>
            <a:endParaRPr lang="en-US" dirty="0"/>
          </a:p>
        </p:txBody>
      </p:sp>
      <p:sp>
        <p:nvSpPr>
          <p:cNvPr id="4" name="Date Placeholder 3">
            <a:extLst>
              <a:ext uri="{FF2B5EF4-FFF2-40B4-BE49-F238E27FC236}">
                <a16:creationId xmlns:a16="http://schemas.microsoft.com/office/drawing/2014/main" id="{C7137B7F-AA28-7260-0D76-C7761A95FDE0}"/>
              </a:ext>
            </a:extLst>
          </p:cNvPr>
          <p:cNvSpPr>
            <a:spLocks noGrp="1"/>
          </p:cNvSpPr>
          <p:nvPr>
            <p:ph type="dt" sz="half" idx="10"/>
          </p:nvPr>
        </p:nvSpPr>
        <p:spPr/>
        <p:txBody>
          <a:bodyPr/>
          <a:lstStyle/>
          <a:p>
            <a:pPr>
              <a:defRPr/>
            </a:pPr>
            <a:fld id="{FF5480F7-A01B-4497-9686-67728E872290}" type="datetime4">
              <a:rPr lang="en-US" altLang="en-US" smtClean="0"/>
              <a:t>February 26, 2024</a:t>
            </a:fld>
            <a:endParaRPr lang="en-US" altLang="en-US"/>
          </a:p>
        </p:txBody>
      </p:sp>
      <p:sp>
        <p:nvSpPr>
          <p:cNvPr id="5" name="Slide Number Placeholder 4">
            <a:extLst>
              <a:ext uri="{FF2B5EF4-FFF2-40B4-BE49-F238E27FC236}">
                <a16:creationId xmlns:a16="http://schemas.microsoft.com/office/drawing/2014/main" id="{4848D96F-8349-F7E0-1EE1-A7EC5E33FED6}"/>
              </a:ext>
            </a:extLst>
          </p:cNvPr>
          <p:cNvSpPr>
            <a:spLocks noGrp="1"/>
          </p:cNvSpPr>
          <p:nvPr>
            <p:ph type="sldNum" sz="quarter" idx="12"/>
          </p:nvPr>
        </p:nvSpPr>
        <p:spPr/>
        <p:txBody>
          <a:bodyPr/>
          <a:lstStyle/>
          <a:p>
            <a:pPr>
              <a:defRPr/>
            </a:pPr>
            <a:fld id="{EAC1E9C5-179F-49B5-A20B-74BA07190DB8}" type="slidenum">
              <a:rPr lang="en-US" altLang="en-US" smtClean="0"/>
              <a:pPr>
                <a:defRPr/>
              </a:pPr>
              <a:t>22</a:t>
            </a:fld>
            <a:endParaRPr lang="en-US" altLang="en-US"/>
          </a:p>
        </p:txBody>
      </p:sp>
    </p:spTree>
    <p:extLst>
      <p:ext uri="{BB962C8B-B14F-4D97-AF65-F5344CB8AC3E}">
        <p14:creationId xmlns:p14="http://schemas.microsoft.com/office/powerpoint/2010/main" val="3727174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12" name="Picture 2">
            <a:extLst>
              <a:ext uri="{FF2B5EF4-FFF2-40B4-BE49-F238E27FC236}">
                <a16:creationId xmlns:a16="http://schemas.microsoft.com/office/drawing/2014/main" id="{B1981535-B5AA-4E0C-ACE5-925CC19B20F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9144002" cy="6858001"/>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a:extLst>
              <a:ext uri="{FF2B5EF4-FFF2-40B4-BE49-F238E27FC236}">
                <a16:creationId xmlns:a16="http://schemas.microsoft.com/office/drawing/2014/main" id="{BF97D060-AA7E-4411-BA62-28BD1EBD55D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6" name="Rectangle 15">
            <a:extLst>
              <a:ext uri="{FF2B5EF4-FFF2-40B4-BE49-F238E27FC236}">
                <a16:creationId xmlns:a16="http://schemas.microsoft.com/office/drawing/2014/main" id="{47155C6E-91BF-431D-9052-685726DFE7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4D5F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29B92EA-70A3-4CD0-A35F-D144D7F0F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480060"/>
            <a:ext cx="8428482"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41A471D5-F5C7-9ECF-4915-904A4A1C53F0}"/>
              </a:ext>
            </a:extLst>
          </p:cNvPr>
          <p:cNvPicPr>
            <a:picLocks noChangeAspect="1"/>
          </p:cNvPicPr>
          <p:nvPr/>
        </p:nvPicPr>
        <p:blipFill rotWithShape="1">
          <a:blip r:embed="rId4"/>
          <a:srcRect r="2479"/>
          <a:stretch/>
        </p:blipFill>
        <p:spPr>
          <a:xfrm>
            <a:off x="482601" y="914020"/>
            <a:ext cx="7976070" cy="5029960"/>
          </a:xfrm>
          <a:prstGeom prst="rect">
            <a:avLst/>
          </a:prstGeom>
        </p:spPr>
      </p:pic>
      <p:sp>
        <p:nvSpPr>
          <p:cNvPr id="4" name="Date Placeholder 3">
            <a:extLst>
              <a:ext uri="{FF2B5EF4-FFF2-40B4-BE49-F238E27FC236}">
                <a16:creationId xmlns:a16="http://schemas.microsoft.com/office/drawing/2014/main" id="{1BC89CE6-8AF9-5130-1620-3D3A83D953F5}"/>
              </a:ext>
            </a:extLst>
          </p:cNvPr>
          <p:cNvSpPr>
            <a:spLocks noGrp="1"/>
          </p:cNvSpPr>
          <p:nvPr>
            <p:ph type="dt" sz="half" idx="10"/>
          </p:nvPr>
        </p:nvSpPr>
        <p:spPr/>
        <p:txBody>
          <a:bodyPr/>
          <a:lstStyle/>
          <a:p>
            <a:pPr>
              <a:spcAft>
                <a:spcPts val="600"/>
              </a:spcAft>
              <a:defRPr/>
            </a:pPr>
            <a:fld id="{FF5480F7-A01B-4497-9686-67728E872290}" type="datetime4">
              <a:rPr lang="en-US" altLang="en-US" smtClean="0"/>
              <a:pPr>
                <a:spcAft>
                  <a:spcPts val="600"/>
                </a:spcAft>
                <a:defRPr/>
              </a:pPr>
              <a:t>February 26, 2024</a:t>
            </a:fld>
            <a:endParaRPr lang="en-US" altLang="en-US"/>
          </a:p>
        </p:txBody>
      </p:sp>
      <p:sp>
        <p:nvSpPr>
          <p:cNvPr id="5" name="Slide Number Placeholder 4">
            <a:extLst>
              <a:ext uri="{FF2B5EF4-FFF2-40B4-BE49-F238E27FC236}">
                <a16:creationId xmlns:a16="http://schemas.microsoft.com/office/drawing/2014/main" id="{DBB651DD-7629-2E83-971C-F7106CEDCAAB}"/>
              </a:ext>
            </a:extLst>
          </p:cNvPr>
          <p:cNvSpPr>
            <a:spLocks noGrp="1"/>
          </p:cNvSpPr>
          <p:nvPr>
            <p:ph type="sldNum" sz="quarter" idx="12"/>
          </p:nvPr>
        </p:nvSpPr>
        <p:spPr/>
        <p:txBody>
          <a:bodyPr/>
          <a:lstStyle/>
          <a:p>
            <a:pPr>
              <a:spcAft>
                <a:spcPts val="600"/>
              </a:spcAft>
              <a:defRPr/>
            </a:pPr>
            <a:fld id="{EAC1E9C5-179F-49B5-A20B-74BA07190DB8}" type="slidenum">
              <a:rPr lang="en-US" altLang="en-US" smtClean="0"/>
              <a:pPr>
                <a:spcAft>
                  <a:spcPts val="600"/>
                </a:spcAft>
                <a:defRPr/>
              </a:pPr>
              <a:t>23</a:t>
            </a:fld>
            <a:endParaRPr lang="en-US" altLang="en-US"/>
          </a:p>
        </p:txBody>
      </p:sp>
    </p:spTree>
    <p:extLst>
      <p:ext uri="{BB962C8B-B14F-4D97-AF65-F5344CB8AC3E}">
        <p14:creationId xmlns:p14="http://schemas.microsoft.com/office/powerpoint/2010/main" val="19110387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66368-C131-705D-F473-1A429A6D3F73}"/>
              </a:ext>
            </a:extLst>
          </p:cNvPr>
          <p:cNvSpPr>
            <a:spLocks noGrp="1"/>
          </p:cNvSpPr>
          <p:nvPr>
            <p:ph type="title"/>
          </p:nvPr>
        </p:nvSpPr>
        <p:spPr/>
        <p:txBody>
          <a:bodyPr/>
          <a:lstStyle/>
          <a:p>
            <a:r>
              <a:rPr lang="en-US" dirty="0"/>
              <a:t>What is software design </a:t>
            </a:r>
          </a:p>
        </p:txBody>
      </p:sp>
      <p:sp>
        <p:nvSpPr>
          <p:cNvPr id="3" name="Content Placeholder 2">
            <a:extLst>
              <a:ext uri="{FF2B5EF4-FFF2-40B4-BE49-F238E27FC236}">
                <a16:creationId xmlns:a16="http://schemas.microsoft.com/office/drawing/2014/main" id="{1771A935-0B90-2304-C198-C43C2494642F}"/>
              </a:ext>
            </a:extLst>
          </p:cNvPr>
          <p:cNvSpPr>
            <a:spLocks noGrp="1"/>
          </p:cNvSpPr>
          <p:nvPr>
            <p:ph sz="quarter" idx="13"/>
          </p:nvPr>
        </p:nvSpPr>
        <p:spPr/>
        <p:txBody>
          <a:bodyPr>
            <a:normAutofit fontScale="92500" lnSpcReduction="20000"/>
          </a:bodyPr>
          <a:lstStyle/>
          <a:p>
            <a:pPr algn="just"/>
            <a:r>
              <a:rPr lang="en-US" b="0" i="0" dirty="0">
                <a:solidFill>
                  <a:srgbClr val="333333"/>
                </a:solidFill>
                <a:effectLst/>
                <a:latin typeface="inter-regular"/>
              </a:rPr>
              <a:t>Software design is a mechanism to transform user requirements into some suitable form, which helps the programmer in software coding and implementation. It deals with representing the client's requirement, as described in SRS (Software Requirement Specification) document, into a form, i.e., easily implementable using programming language.</a:t>
            </a:r>
          </a:p>
          <a:p>
            <a:pPr algn="just"/>
            <a:r>
              <a:rPr lang="en-US" b="0" i="0" dirty="0">
                <a:solidFill>
                  <a:srgbClr val="333333"/>
                </a:solidFill>
                <a:effectLst/>
                <a:latin typeface="inter-regular"/>
              </a:rPr>
              <a:t>The software design phase is the first step in </a:t>
            </a:r>
            <a:r>
              <a:rPr lang="en-US" b="1" i="0" dirty="0">
                <a:solidFill>
                  <a:srgbClr val="333333"/>
                </a:solidFill>
                <a:effectLst/>
                <a:latin typeface="inter-bold"/>
              </a:rPr>
              <a:t>SDLC (Software Design Life Cycle)</a:t>
            </a:r>
            <a:r>
              <a:rPr lang="en-US" b="0" i="0" dirty="0">
                <a:solidFill>
                  <a:srgbClr val="333333"/>
                </a:solidFill>
                <a:effectLst/>
                <a:latin typeface="inter-regular"/>
              </a:rPr>
              <a:t>, which moves the concentration from the problem domain to the solution domain. In software design, we consider the system to be a set of components or modules with clearly defined behaviors &amp; boundaries.</a:t>
            </a:r>
          </a:p>
          <a:p>
            <a:endParaRPr lang="en-US" dirty="0"/>
          </a:p>
        </p:txBody>
      </p:sp>
      <p:sp>
        <p:nvSpPr>
          <p:cNvPr id="4" name="Date Placeholder 3">
            <a:extLst>
              <a:ext uri="{FF2B5EF4-FFF2-40B4-BE49-F238E27FC236}">
                <a16:creationId xmlns:a16="http://schemas.microsoft.com/office/drawing/2014/main" id="{4A43598D-EBF2-E12C-B297-9E02B825392E}"/>
              </a:ext>
            </a:extLst>
          </p:cNvPr>
          <p:cNvSpPr>
            <a:spLocks noGrp="1"/>
          </p:cNvSpPr>
          <p:nvPr>
            <p:ph type="dt" sz="half" idx="10"/>
          </p:nvPr>
        </p:nvSpPr>
        <p:spPr/>
        <p:txBody>
          <a:bodyPr/>
          <a:lstStyle/>
          <a:p>
            <a:pPr>
              <a:defRPr/>
            </a:pPr>
            <a:fld id="{FF5480F7-A01B-4497-9686-67728E872290}" type="datetime4">
              <a:rPr lang="en-US" altLang="en-US" smtClean="0"/>
              <a:t>February 26, 2024</a:t>
            </a:fld>
            <a:endParaRPr lang="en-US" altLang="en-US"/>
          </a:p>
        </p:txBody>
      </p:sp>
      <p:sp>
        <p:nvSpPr>
          <p:cNvPr id="5" name="Slide Number Placeholder 4">
            <a:extLst>
              <a:ext uri="{FF2B5EF4-FFF2-40B4-BE49-F238E27FC236}">
                <a16:creationId xmlns:a16="http://schemas.microsoft.com/office/drawing/2014/main" id="{C5290DCF-2553-86FC-308D-419F41103D4F}"/>
              </a:ext>
            </a:extLst>
          </p:cNvPr>
          <p:cNvSpPr>
            <a:spLocks noGrp="1"/>
          </p:cNvSpPr>
          <p:nvPr>
            <p:ph type="sldNum" sz="quarter" idx="12"/>
          </p:nvPr>
        </p:nvSpPr>
        <p:spPr/>
        <p:txBody>
          <a:bodyPr/>
          <a:lstStyle/>
          <a:p>
            <a:pPr>
              <a:defRPr/>
            </a:pPr>
            <a:fld id="{EAC1E9C5-179F-49B5-A20B-74BA07190DB8}" type="slidenum">
              <a:rPr lang="en-US" altLang="en-US" smtClean="0"/>
              <a:pPr>
                <a:defRPr/>
              </a:pPr>
              <a:t>24</a:t>
            </a:fld>
            <a:endParaRPr lang="en-US" altLang="en-US"/>
          </a:p>
        </p:txBody>
      </p:sp>
    </p:spTree>
    <p:extLst>
      <p:ext uri="{BB962C8B-B14F-4D97-AF65-F5344CB8AC3E}">
        <p14:creationId xmlns:p14="http://schemas.microsoft.com/office/powerpoint/2010/main" val="2200546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BF2DA-CB82-9249-81FF-E64517B6B3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9CE0E4-5A64-19CC-4B6C-E5EDB671099D}"/>
              </a:ext>
            </a:extLst>
          </p:cNvPr>
          <p:cNvSpPr>
            <a:spLocks noGrp="1"/>
          </p:cNvSpPr>
          <p:nvPr>
            <p:ph type="title"/>
          </p:nvPr>
        </p:nvSpPr>
        <p:spPr/>
        <p:txBody>
          <a:bodyPr/>
          <a:lstStyle/>
          <a:p>
            <a:r>
              <a:rPr lang="en-US" dirty="0"/>
              <a:t>What is software design </a:t>
            </a:r>
          </a:p>
        </p:txBody>
      </p:sp>
      <p:sp>
        <p:nvSpPr>
          <p:cNvPr id="3" name="Content Placeholder 2">
            <a:extLst>
              <a:ext uri="{FF2B5EF4-FFF2-40B4-BE49-F238E27FC236}">
                <a16:creationId xmlns:a16="http://schemas.microsoft.com/office/drawing/2014/main" id="{E88C32B2-08AD-0BBD-6B86-9C916F2B6F3C}"/>
              </a:ext>
            </a:extLst>
          </p:cNvPr>
          <p:cNvSpPr>
            <a:spLocks noGrp="1"/>
          </p:cNvSpPr>
          <p:nvPr>
            <p:ph sz="quarter" idx="13"/>
          </p:nvPr>
        </p:nvSpPr>
        <p:spPr/>
        <p:txBody>
          <a:bodyPr>
            <a:normAutofit/>
          </a:bodyPr>
          <a:lstStyle/>
          <a:p>
            <a:pPr algn="just"/>
            <a:r>
              <a:rPr lang="en-US" b="0" i="0" dirty="0">
                <a:solidFill>
                  <a:srgbClr val="0D0D0D"/>
                </a:solidFill>
                <a:effectLst/>
                <a:latin typeface="Söhne"/>
              </a:rPr>
              <a:t>Software design refers to the process of specifying how a software system will be implemented. It involves making decisions about the software's structure, components, modules, interfaces, and algorithms. The primary goal of software design is to transform the requirements specified in the software requirements specification into a design that can be implemented efficiently and effectively.</a:t>
            </a:r>
            <a:endParaRPr lang="en-US" dirty="0"/>
          </a:p>
        </p:txBody>
      </p:sp>
      <p:sp>
        <p:nvSpPr>
          <p:cNvPr id="4" name="Date Placeholder 3">
            <a:extLst>
              <a:ext uri="{FF2B5EF4-FFF2-40B4-BE49-F238E27FC236}">
                <a16:creationId xmlns:a16="http://schemas.microsoft.com/office/drawing/2014/main" id="{C14A8344-8A37-D78E-A07E-20AD17AFC797}"/>
              </a:ext>
            </a:extLst>
          </p:cNvPr>
          <p:cNvSpPr>
            <a:spLocks noGrp="1"/>
          </p:cNvSpPr>
          <p:nvPr>
            <p:ph type="dt" sz="half" idx="10"/>
          </p:nvPr>
        </p:nvSpPr>
        <p:spPr/>
        <p:txBody>
          <a:bodyPr/>
          <a:lstStyle/>
          <a:p>
            <a:pPr>
              <a:defRPr/>
            </a:pPr>
            <a:fld id="{FF5480F7-A01B-4497-9686-67728E872290}" type="datetime4">
              <a:rPr lang="en-US" altLang="en-US" smtClean="0"/>
              <a:t>February 26, 2024</a:t>
            </a:fld>
            <a:endParaRPr lang="en-US" altLang="en-US"/>
          </a:p>
        </p:txBody>
      </p:sp>
      <p:sp>
        <p:nvSpPr>
          <p:cNvPr id="5" name="Slide Number Placeholder 4">
            <a:extLst>
              <a:ext uri="{FF2B5EF4-FFF2-40B4-BE49-F238E27FC236}">
                <a16:creationId xmlns:a16="http://schemas.microsoft.com/office/drawing/2014/main" id="{277A5889-B990-B061-8A0B-8601CC74D16E}"/>
              </a:ext>
            </a:extLst>
          </p:cNvPr>
          <p:cNvSpPr>
            <a:spLocks noGrp="1"/>
          </p:cNvSpPr>
          <p:nvPr>
            <p:ph type="sldNum" sz="quarter" idx="12"/>
          </p:nvPr>
        </p:nvSpPr>
        <p:spPr/>
        <p:txBody>
          <a:bodyPr/>
          <a:lstStyle/>
          <a:p>
            <a:pPr>
              <a:defRPr/>
            </a:pPr>
            <a:fld id="{EAC1E9C5-179F-49B5-A20B-74BA07190DB8}" type="slidenum">
              <a:rPr lang="en-US" altLang="en-US" smtClean="0"/>
              <a:pPr>
                <a:defRPr/>
              </a:pPr>
              <a:t>25</a:t>
            </a:fld>
            <a:endParaRPr lang="en-US" altLang="en-US"/>
          </a:p>
        </p:txBody>
      </p:sp>
    </p:spTree>
    <p:extLst>
      <p:ext uri="{BB962C8B-B14F-4D97-AF65-F5344CB8AC3E}">
        <p14:creationId xmlns:p14="http://schemas.microsoft.com/office/powerpoint/2010/main" val="17033291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D131988-CF7B-5305-00B6-5977C401F30B}"/>
              </a:ext>
            </a:extLst>
          </p:cNvPr>
          <p:cNvSpPr>
            <a:spLocks noGrp="1"/>
          </p:cNvSpPr>
          <p:nvPr>
            <p:ph type="dt" sz="half" idx="10"/>
          </p:nvPr>
        </p:nvSpPr>
        <p:spPr/>
        <p:txBody>
          <a:bodyPr/>
          <a:lstStyle/>
          <a:p>
            <a:pPr>
              <a:defRPr/>
            </a:pPr>
            <a:fld id="{FF5480F7-A01B-4497-9686-67728E872290}" type="datetime4">
              <a:rPr lang="en-US" altLang="en-US" smtClean="0"/>
              <a:t>February 26, 2024</a:t>
            </a:fld>
            <a:endParaRPr lang="en-US" altLang="en-US"/>
          </a:p>
        </p:txBody>
      </p:sp>
      <p:sp>
        <p:nvSpPr>
          <p:cNvPr id="5" name="Slide Number Placeholder 4">
            <a:extLst>
              <a:ext uri="{FF2B5EF4-FFF2-40B4-BE49-F238E27FC236}">
                <a16:creationId xmlns:a16="http://schemas.microsoft.com/office/drawing/2014/main" id="{DBE46344-8AB9-4B4F-2750-CCBC21EB7CBA}"/>
              </a:ext>
            </a:extLst>
          </p:cNvPr>
          <p:cNvSpPr>
            <a:spLocks noGrp="1"/>
          </p:cNvSpPr>
          <p:nvPr>
            <p:ph type="sldNum" sz="quarter" idx="12"/>
          </p:nvPr>
        </p:nvSpPr>
        <p:spPr/>
        <p:txBody>
          <a:bodyPr/>
          <a:lstStyle/>
          <a:p>
            <a:pPr>
              <a:defRPr/>
            </a:pPr>
            <a:fld id="{EAC1E9C5-179F-49B5-A20B-74BA07190DB8}" type="slidenum">
              <a:rPr lang="en-US" altLang="en-US" smtClean="0"/>
              <a:pPr>
                <a:defRPr/>
              </a:pPr>
              <a:t>26</a:t>
            </a:fld>
            <a:endParaRPr lang="en-US" altLang="en-US"/>
          </a:p>
        </p:txBody>
      </p:sp>
      <p:pic>
        <p:nvPicPr>
          <p:cNvPr id="7" name="Picture 6">
            <a:extLst>
              <a:ext uri="{FF2B5EF4-FFF2-40B4-BE49-F238E27FC236}">
                <a16:creationId xmlns:a16="http://schemas.microsoft.com/office/drawing/2014/main" id="{B3FADD93-46B5-EF11-9888-333277DD741B}"/>
              </a:ext>
            </a:extLst>
          </p:cNvPr>
          <p:cNvPicPr>
            <a:picLocks noChangeAspect="1"/>
          </p:cNvPicPr>
          <p:nvPr/>
        </p:nvPicPr>
        <p:blipFill>
          <a:blip r:embed="rId2"/>
          <a:stretch>
            <a:fillRect/>
          </a:stretch>
        </p:blipFill>
        <p:spPr>
          <a:xfrm>
            <a:off x="1346044" y="762000"/>
            <a:ext cx="6858000" cy="4717831"/>
          </a:xfrm>
          <a:prstGeom prst="rect">
            <a:avLst/>
          </a:prstGeom>
        </p:spPr>
      </p:pic>
    </p:spTree>
    <p:extLst>
      <p:ext uri="{BB962C8B-B14F-4D97-AF65-F5344CB8AC3E}">
        <p14:creationId xmlns:p14="http://schemas.microsoft.com/office/powerpoint/2010/main" val="2288464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92AFB-64B0-41F5-DF07-21238B07402D}"/>
              </a:ext>
            </a:extLst>
          </p:cNvPr>
          <p:cNvSpPr>
            <a:spLocks noGrp="1"/>
          </p:cNvSpPr>
          <p:nvPr>
            <p:ph type="title"/>
          </p:nvPr>
        </p:nvSpPr>
        <p:spPr/>
        <p:txBody>
          <a:bodyPr/>
          <a:lstStyle/>
          <a:p>
            <a:r>
              <a:rPr lang="en-US" dirty="0"/>
              <a:t>Purpose of software design </a:t>
            </a:r>
          </a:p>
        </p:txBody>
      </p:sp>
      <p:sp>
        <p:nvSpPr>
          <p:cNvPr id="3" name="Content Placeholder 2">
            <a:extLst>
              <a:ext uri="{FF2B5EF4-FFF2-40B4-BE49-F238E27FC236}">
                <a16:creationId xmlns:a16="http://schemas.microsoft.com/office/drawing/2014/main" id="{C01D874F-9FCF-DAE5-E20D-D3DCC07E4B18}"/>
              </a:ext>
            </a:extLst>
          </p:cNvPr>
          <p:cNvSpPr>
            <a:spLocks noGrp="1"/>
          </p:cNvSpPr>
          <p:nvPr>
            <p:ph sz="quarter" idx="13"/>
          </p:nvPr>
        </p:nvSpPr>
        <p:spPr/>
        <p:txBody>
          <a:bodyPr>
            <a:normAutofit fontScale="85000" lnSpcReduction="10000"/>
          </a:bodyPr>
          <a:lstStyle/>
          <a:p>
            <a:pPr algn="just">
              <a:buFont typeface="+mj-lt"/>
              <a:buAutoNum type="arabicPeriod"/>
            </a:pPr>
            <a:r>
              <a:rPr lang="en-US" b="1" i="0" dirty="0" err="1">
                <a:solidFill>
                  <a:srgbClr val="000000"/>
                </a:solidFill>
                <a:effectLst/>
                <a:latin typeface="inter-bold"/>
              </a:rPr>
              <a:t>Correctness:</a:t>
            </a:r>
            <a:r>
              <a:rPr lang="en-US" b="0" i="0" dirty="0" err="1">
                <a:solidFill>
                  <a:srgbClr val="000000"/>
                </a:solidFill>
                <a:effectLst/>
                <a:latin typeface="inter-regular"/>
              </a:rPr>
              <a:t>Software</a:t>
            </a:r>
            <a:r>
              <a:rPr lang="en-US" b="0" i="0" dirty="0">
                <a:solidFill>
                  <a:srgbClr val="000000"/>
                </a:solidFill>
                <a:effectLst/>
                <a:latin typeface="inter-regular"/>
              </a:rPr>
              <a:t> design should be correct as per requirement.</a:t>
            </a:r>
          </a:p>
          <a:p>
            <a:pPr algn="just">
              <a:buFont typeface="+mj-lt"/>
              <a:buAutoNum type="arabicPeriod"/>
            </a:pPr>
            <a:r>
              <a:rPr lang="en-US" b="1" i="0" dirty="0" err="1">
                <a:solidFill>
                  <a:srgbClr val="000000"/>
                </a:solidFill>
                <a:effectLst/>
                <a:latin typeface="inter-bold"/>
              </a:rPr>
              <a:t>Completeness:</a:t>
            </a:r>
            <a:r>
              <a:rPr lang="en-US" b="0" i="0" dirty="0" err="1">
                <a:solidFill>
                  <a:srgbClr val="000000"/>
                </a:solidFill>
                <a:effectLst/>
                <a:latin typeface="inter-regular"/>
              </a:rPr>
              <a:t>The</a:t>
            </a:r>
            <a:r>
              <a:rPr lang="en-US" b="0" i="0" dirty="0">
                <a:solidFill>
                  <a:srgbClr val="000000"/>
                </a:solidFill>
                <a:effectLst/>
                <a:latin typeface="inter-regular"/>
              </a:rPr>
              <a:t> design should have all components like data structures, modules, and external interfaces, etc.</a:t>
            </a:r>
          </a:p>
          <a:p>
            <a:pPr algn="just">
              <a:buFont typeface="+mj-lt"/>
              <a:buAutoNum type="arabicPeriod"/>
            </a:pPr>
            <a:r>
              <a:rPr lang="en-US" b="1" i="0" dirty="0" err="1">
                <a:solidFill>
                  <a:srgbClr val="000000"/>
                </a:solidFill>
                <a:effectLst/>
                <a:latin typeface="inter-bold"/>
              </a:rPr>
              <a:t>Efficiency:</a:t>
            </a:r>
            <a:r>
              <a:rPr lang="en-US" b="0" i="0" dirty="0" err="1">
                <a:solidFill>
                  <a:srgbClr val="000000"/>
                </a:solidFill>
                <a:effectLst/>
                <a:latin typeface="inter-regular"/>
              </a:rPr>
              <a:t>Resources</a:t>
            </a:r>
            <a:r>
              <a:rPr lang="en-US" b="0" i="0" dirty="0">
                <a:solidFill>
                  <a:srgbClr val="000000"/>
                </a:solidFill>
                <a:effectLst/>
                <a:latin typeface="inter-regular"/>
              </a:rPr>
              <a:t> should be used efficiently by the program.</a:t>
            </a:r>
          </a:p>
          <a:p>
            <a:pPr algn="just">
              <a:buFont typeface="+mj-lt"/>
              <a:buAutoNum type="arabicPeriod"/>
            </a:pPr>
            <a:r>
              <a:rPr lang="en-US" b="1" i="0" dirty="0" err="1">
                <a:solidFill>
                  <a:srgbClr val="000000"/>
                </a:solidFill>
                <a:effectLst/>
                <a:latin typeface="inter-bold"/>
              </a:rPr>
              <a:t>Flexibility:</a:t>
            </a:r>
            <a:r>
              <a:rPr lang="en-US" b="0" i="0" dirty="0" err="1">
                <a:solidFill>
                  <a:srgbClr val="000000"/>
                </a:solidFill>
                <a:effectLst/>
                <a:latin typeface="inter-regular"/>
              </a:rPr>
              <a:t>Able</a:t>
            </a:r>
            <a:r>
              <a:rPr lang="en-US" b="0" i="0" dirty="0">
                <a:solidFill>
                  <a:srgbClr val="000000"/>
                </a:solidFill>
                <a:effectLst/>
                <a:latin typeface="inter-regular"/>
              </a:rPr>
              <a:t> to modify on changing needs.</a:t>
            </a:r>
          </a:p>
          <a:p>
            <a:pPr algn="just">
              <a:buFont typeface="+mj-lt"/>
              <a:buAutoNum type="arabicPeriod"/>
            </a:pPr>
            <a:r>
              <a:rPr lang="en-US" b="1" i="0" dirty="0" err="1">
                <a:solidFill>
                  <a:srgbClr val="000000"/>
                </a:solidFill>
                <a:effectLst/>
                <a:latin typeface="inter-bold"/>
              </a:rPr>
              <a:t>Consistency:</a:t>
            </a:r>
            <a:r>
              <a:rPr lang="en-US" b="0" i="0" dirty="0" err="1">
                <a:solidFill>
                  <a:srgbClr val="000000"/>
                </a:solidFill>
                <a:effectLst/>
                <a:latin typeface="inter-regular"/>
              </a:rPr>
              <a:t>There</a:t>
            </a:r>
            <a:r>
              <a:rPr lang="en-US" b="0" i="0" dirty="0">
                <a:solidFill>
                  <a:srgbClr val="000000"/>
                </a:solidFill>
                <a:effectLst/>
                <a:latin typeface="inter-regular"/>
              </a:rPr>
              <a:t> should not be any inconsistency in the design.</a:t>
            </a:r>
          </a:p>
          <a:p>
            <a:pPr algn="just">
              <a:buFont typeface="+mj-lt"/>
              <a:buAutoNum type="arabicPeriod"/>
            </a:pPr>
            <a:r>
              <a:rPr lang="en-US" b="1" i="0" dirty="0">
                <a:solidFill>
                  <a:srgbClr val="000000"/>
                </a:solidFill>
                <a:effectLst/>
                <a:latin typeface="inter-bold"/>
              </a:rPr>
              <a:t>Maintainability:</a:t>
            </a:r>
            <a:r>
              <a:rPr lang="en-US" b="0" i="0" dirty="0">
                <a:solidFill>
                  <a:srgbClr val="000000"/>
                </a:solidFill>
                <a:effectLst/>
                <a:latin typeface="inter-regular"/>
              </a:rPr>
              <a:t> The design should be so simple so that it can be easily maintainable by other designers.</a:t>
            </a:r>
          </a:p>
          <a:p>
            <a:endParaRPr lang="en-US" dirty="0"/>
          </a:p>
        </p:txBody>
      </p:sp>
      <p:sp>
        <p:nvSpPr>
          <p:cNvPr id="4" name="Date Placeholder 3">
            <a:extLst>
              <a:ext uri="{FF2B5EF4-FFF2-40B4-BE49-F238E27FC236}">
                <a16:creationId xmlns:a16="http://schemas.microsoft.com/office/drawing/2014/main" id="{48E63C1A-4553-99A0-69C8-ADA91C63045D}"/>
              </a:ext>
            </a:extLst>
          </p:cNvPr>
          <p:cNvSpPr>
            <a:spLocks noGrp="1"/>
          </p:cNvSpPr>
          <p:nvPr>
            <p:ph type="dt" sz="half" idx="10"/>
          </p:nvPr>
        </p:nvSpPr>
        <p:spPr/>
        <p:txBody>
          <a:bodyPr/>
          <a:lstStyle/>
          <a:p>
            <a:pPr>
              <a:defRPr/>
            </a:pPr>
            <a:fld id="{FF5480F7-A01B-4497-9686-67728E872290}" type="datetime4">
              <a:rPr lang="en-US" altLang="en-US" smtClean="0"/>
              <a:t>February 26, 2024</a:t>
            </a:fld>
            <a:endParaRPr lang="en-US" altLang="en-US"/>
          </a:p>
        </p:txBody>
      </p:sp>
      <p:sp>
        <p:nvSpPr>
          <p:cNvPr id="5" name="Slide Number Placeholder 4">
            <a:extLst>
              <a:ext uri="{FF2B5EF4-FFF2-40B4-BE49-F238E27FC236}">
                <a16:creationId xmlns:a16="http://schemas.microsoft.com/office/drawing/2014/main" id="{B9BD13D4-9A33-5A8E-E910-8A520DD46923}"/>
              </a:ext>
            </a:extLst>
          </p:cNvPr>
          <p:cNvSpPr>
            <a:spLocks noGrp="1"/>
          </p:cNvSpPr>
          <p:nvPr>
            <p:ph type="sldNum" sz="quarter" idx="12"/>
          </p:nvPr>
        </p:nvSpPr>
        <p:spPr/>
        <p:txBody>
          <a:bodyPr/>
          <a:lstStyle/>
          <a:p>
            <a:pPr>
              <a:defRPr/>
            </a:pPr>
            <a:fld id="{EAC1E9C5-179F-49B5-A20B-74BA07190DB8}" type="slidenum">
              <a:rPr lang="en-US" altLang="en-US" smtClean="0"/>
              <a:pPr>
                <a:defRPr/>
              </a:pPr>
              <a:t>27</a:t>
            </a:fld>
            <a:endParaRPr lang="en-US" altLang="en-US"/>
          </a:p>
        </p:txBody>
      </p:sp>
    </p:spTree>
    <p:extLst>
      <p:ext uri="{BB962C8B-B14F-4D97-AF65-F5344CB8AC3E}">
        <p14:creationId xmlns:p14="http://schemas.microsoft.com/office/powerpoint/2010/main" val="26597673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C9C54-2F4C-88B8-212C-80B6123066B2}"/>
              </a:ext>
            </a:extLst>
          </p:cNvPr>
          <p:cNvSpPr>
            <a:spLocks noGrp="1"/>
          </p:cNvSpPr>
          <p:nvPr>
            <p:ph type="title"/>
          </p:nvPr>
        </p:nvSpPr>
        <p:spPr/>
        <p:txBody>
          <a:bodyPr/>
          <a:lstStyle/>
          <a:p>
            <a:r>
              <a:rPr lang="en-US" dirty="0"/>
              <a:t>definition</a:t>
            </a:r>
          </a:p>
        </p:txBody>
      </p:sp>
      <p:pic>
        <p:nvPicPr>
          <p:cNvPr id="7" name="Content Placeholder 6">
            <a:extLst>
              <a:ext uri="{FF2B5EF4-FFF2-40B4-BE49-F238E27FC236}">
                <a16:creationId xmlns:a16="http://schemas.microsoft.com/office/drawing/2014/main" id="{3CED0B90-68E8-E4AF-D179-8D0B0E1430D8}"/>
              </a:ext>
            </a:extLst>
          </p:cNvPr>
          <p:cNvPicPr>
            <a:picLocks noGrp="1" noChangeAspect="1"/>
          </p:cNvPicPr>
          <p:nvPr>
            <p:ph sz="quarter" idx="13"/>
          </p:nvPr>
        </p:nvPicPr>
        <p:blipFill>
          <a:blip r:embed="rId2"/>
          <a:stretch>
            <a:fillRect/>
          </a:stretch>
        </p:blipFill>
        <p:spPr>
          <a:xfrm>
            <a:off x="685330" y="2076388"/>
            <a:ext cx="8114243" cy="1295400"/>
          </a:xfrm>
        </p:spPr>
      </p:pic>
      <p:sp>
        <p:nvSpPr>
          <p:cNvPr id="4" name="Date Placeholder 3">
            <a:extLst>
              <a:ext uri="{FF2B5EF4-FFF2-40B4-BE49-F238E27FC236}">
                <a16:creationId xmlns:a16="http://schemas.microsoft.com/office/drawing/2014/main" id="{5A03075A-B570-D56E-F5D8-F9C343D51C09}"/>
              </a:ext>
            </a:extLst>
          </p:cNvPr>
          <p:cNvSpPr>
            <a:spLocks noGrp="1"/>
          </p:cNvSpPr>
          <p:nvPr>
            <p:ph type="dt" sz="half" idx="10"/>
          </p:nvPr>
        </p:nvSpPr>
        <p:spPr/>
        <p:txBody>
          <a:bodyPr/>
          <a:lstStyle/>
          <a:p>
            <a:pPr>
              <a:defRPr/>
            </a:pPr>
            <a:fld id="{FF5480F7-A01B-4497-9686-67728E872290}" type="datetime4">
              <a:rPr lang="en-US" altLang="en-US" smtClean="0"/>
              <a:t>February 27, 2024</a:t>
            </a:fld>
            <a:endParaRPr lang="en-US" altLang="en-US"/>
          </a:p>
        </p:txBody>
      </p:sp>
      <p:sp>
        <p:nvSpPr>
          <p:cNvPr id="5" name="Slide Number Placeholder 4">
            <a:extLst>
              <a:ext uri="{FF2B5EF4-FFF2-40B4-BE49-F238E27FC236}">
                <a16:creationId xmlns:a16="http://schemas.microsoft.com/office/drawing/2014/main" id="{4E93F041-4C22-7ADD-FC56-0AD8F5CA20DA}"/>
              </a:ext>
            </a:extLst>
          </p:cNvPr>
          <p:cNvSpPr>
            <a:spLocks noGrp="1"/>
          </p:cNvSpPr>
          <p:nvPr>
            <p:ph type="sldNum" sz="quarter" idx="12"/>
          </p:nvPr>
        </p:nvSpPr>
        <p:spPr/>
        <p:txBody>
          <a:bodyPr/>
          <a:lstStyle/>
          <a:p>
            <a:pPr>
              <a:defRPr/>
            </a:pPr>
            <a:fld id="{EAC1E9C5-179F-49B5-A20B-74BA07190DB8}" type="slidenum">
              <a:rPr lang="en-US" altLang="en-US" smtClean="0"/>
              <a:pPr>
                <a:defRPr/>
              </a:pPr>
              <a:t>28</a:t>
            </a:fld>
            <a:endParaRPr lang="en-US" altLang="en-US"/>
          </a:p>
        </p:txBody>
      </p:sp>
    </p:spTree>
    <p:extLst>
      <p:ext uri="{BB962C8B-B14F-4D97-AF65-F5344CB8AC3E}">
        <p14:creationId xmlns:p14="http://schemas.microsoft.com/office/powerpoint/2010/main" val="16604409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DF6F9-1DA2-AF7A-3EEB-7EBEDA79F120}"/>
              </a:ext>
            </a:extLst>
          </p:cNvPr>
          <p:cNvSpPr>
            <a:spLocks noGrp="1"/>
          </p:cNvSpPr>
          <p:nvPr>
            <p:ph type="title"/>
          </p:nvPr>
        </p:nvSpPr>
        <p:spPr/>
        <p:txBody>
          <a:bodyPr/>
          <a:lstStyle/>
          <a:p>
            <a:r>
              <a:rPr lang="en-US"/>
              <a:t>Differences </a:t>
            </a:r>
            <a:endParaRPr lang="en-US" dirty="0"/>
          </a:p>
        </p:txBody>
      </p:sp>
      <p:sp>
        <p:nvSpPr>
          <p:cNvPr id="4" name="Date Placeholder 3">
            <a:extLst>
              <a:ext uri="{FF2B5EF4-FFF2-40B4-BE49-F238E27FC236}">
                <a16:creationId xmlns:a16="http://schemas.microsoft.com/office/drawing/2014/main" id="{3D2DAA81-0DB8-D8E0-65F7-FA85B1C77D79}"/>
              </a:ext>
            </a:extLst>
          </p:cNvPr>
          <p:cNvSpPr>
            <a:spLocks noGrp="1"/>
          </p:cNvSpPr>
          <p:nvPr>
            <p:ph type="dt" sz="half" idx="10"/>
          </p:nvPr>
        </p:nvSpPr>
        <p:spPr/>
        <p:txBody>
          <a:bodyPr/>
          <a:lstStyle/>
          <a:p>
            <a:pPr>
              <a:defRPr/>
            </a:pPr>
            <a:fld id="{FF5480F7-A01B-4497-9686-67728E872290}" type="datetime4">
              <a:rPr lang="en-US" altLang="en-US" smtClean="0"/>
              <a:t>February 27, 2024</a:t>
            </a:fld>
            <a:endParaRPr lang="en-US" altLang="en-US"/>
          </a:p>
        </p:txBody>
      </p:sp>
      <p:sp>
        <p:nvSpPr>
          <p:cNvPr id="5" name="Slide Number Placeholder 4">
            <a:extLst>
              <a:ext uri="{FF2B5EF4-FFF2-40B4-BE49-F238E27FC236}">
                <a16:creationId xmlns:a16="http://schemas.microsoft.com/office/drawing/2014/main" id="{7F84A81F-6AFD-F01F-17E7-A04201309F6F}"/>
              </a:ext>
            </a:extLst>
          </p:cNvPr>
          <p:cNvSpPr>
            <a:spLocks noGrp="1"/>
          </p:cNvSpPr>
          <p:nvPr>
            <p:ph type="sldNum" sz="quarter" idx="12"/>
          </p:nvPr>
        </p:nvSpPr>
        <p:spPr/>
        <p:txBody>
          <a:bodyPr/>
          <a:lstStyle/>
          <a:p>
            <a:pPr>
              <a:defRPr/>
            </a:pPr>
            <a:fld id="{EAC1E9C5-179F-49B5-A20B-74BA07190DB8}" type="slidenum">
              <a:rPr lang="en-US" altLang="en-US" smtClean="0"/>
              <a:pPr>
                <a:defRPr/>
              </a:pPr>
              <a:t>29</a:t>
            </a:fld>
            <a:endParaRPr lang="en-US" altLang="en-US"/>
          </a:p>
        </p:txBody>
      </p:sp>
      <p:graphicFrame>
        <p:nvGraphicFramePr>
          <p:cNvPr id="6" name="Table 5">
            <a:extLst>
              <a:ext uri="{FF2B5EF4-FFF2-40B4-BE49-F238E27FC236}">
                <a16:creationId xmlns:a16="http://schemas.microsoft.com/office/drawing/2014/main" id="{304FE650-1B39-5B45-F551-389DC7252D81}"/>
              </a:ext>
            </a:extLst>
          </p:cNvPr>
          <p:cNvGraphicFramePr>
            <a:graphicFrameLocks noGrp="1"/>
          </p:cNvGraphicFramePr>
          <p:nvPr>
            <p:extLst>
              <p:ext uri="{D42A27DB-BD31-4B8C-83A1-F6EECF244321}">
                <p14:modId xmlns:p14="http://schemas.microsoft.com/office/powerpoint/2010/main" val="2818729555"/>
              </p:ext>
            </p:extLst>
          </p:nvPr>
        </p:nvGraphicFramePr>
        <p:xfrm>
          <a:off x="670774" y="2057400"/>
          <a:ext cx="7939826" cy="3516313"/>
        </p:xfrm>
        <a:graphic>
          <a:graphicData uri="http://schemas.openxmlformats.org/drawingml/2006/table">
            <a:tbl>
              <a:tblPr/>
              <a:tblGrid>
                <a:gridCol w="1930426">
                  <a:extLst>
                    <a:ext uri="{9D8B030D-6E8A-4147-A177-3AD203B41FA5}">
                      <a16:colId xmlns:a16="http://schemas.microsoft.com/office/drawing/2014/main" val="425623700"/>
                    </a:ext>
                  </a:extLst>
                </a:gridCol>
                <a:gridCol w="3004700">
                  <a:extLst>
                    <a:ext uri="{9D8B030D-6E8A-4147-A177-3AD203B41FA5}">
                      <a16:colId xmlns:a16="http://schemas.microsoft.com/office/drawing/2014/main" val="3451590942"/>
                    </a:ext>
                  </a:extLst>
                </a:gridCol>
                <a:gridCol w="3004700">
                  <a:extLst>
                    <a:ext uri="{9D8B030D-6E8A-4147-A177-3AD203B41FA5}">
                      <a16:colId xmlns:a16="http://schemas.microsoft.com/office/drawing/2014/main" val="1705069739"/>
                    </a:ext>
                  </a:extLst>
                </a:gridCol>
              </a:tblGrid>
              <a:tr h="349355">
                <a:tc>
                  <a:txBody>
                    <a:bodyPr/>
                    <a:lstStyle/>
                    <a:p>
                      <a:pPr algn="ctr" fontAlgn="base"/>
                      <a:r>
                        <a:rPr lang="en-US" sz="1500" b="1" dirty="0" err="1">
                          <a:effectLst/>
                        </a:rPr>
                        <a:t>S.No</a:t>
                      </a:r>
                      <a:r>
                        <a:rPr lang="en-US" sz="1500" b="1" dirty="0">
                          <a:effectLst/>
                        </a:rPr>
                        <a:t>.</a:t>
                      </a:r>
                    </a:p>
                  </a:txBody>
                  <a:tcPr marL="31843" marR="31843" marT="55470" marB="5547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US" sz="1500" b="1">
                          <a:effectLst/>
                        </a:rPr>
                        <a:t>SOFTWARE DESIGN</a:t>
                      </a:r>
                    </a:p>
                  </a:txBody>
                  <a:tcPr marL="55470" marR="55470" marT="55470" marB="5547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US" sz="1500" b="1">
                          <a:effectLst/>
                        </a:rPr>
                        <a:t>SOFTWARE ARCHITECTURE</a:t>
                      </a:r>
                    </a:p>
                  </a:txBody>
                  <a:tcPr marL="55470" marR="55470" marT="55470" marB="5547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336861366"/>
                  </a:ext>
                </a:extLst>
              </a:tr>
              <a:tr h="1055653">
                <a:tc>
                  <a:txBody>
                    <a:bodyPr/>
                    <a:lstStyle/>
                    <a:p>
                      <a:pPr algn="ctr" fontAlgn="base"/>
                      <a:r>
                        <a:rPr lang="en-US" sz="1500" b="1" dirty="0">
                          <a:effectLst/>
                        </a:rPr>
                        <a:t>01.</a:t>
                      </a:r>
                    </a:p>
                  </a:txBody>
                  <a:tcPr marL="31843" marR="31843" marT="55470" marB="5547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US" sz="1500" b="1">
                          <a:effectLst/>
                        </a:rPr>
                        <a:t>Software design is about designing individual modules/components.</a:t>
                      </a:r>
                    </a:p>
                  </a:txBody>
                  <a:tcPr marL="55470" marR="55470" marT="55470" marB="5547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US" sz="1500" b="1">
                          <a:effectLst/>
                        </a:rPr>
                        <a:t>Software architecture is about the complete architecture of the overall system.</a:t>
                      </a:r>
                    </a:p>
                  </a:txBody>
                  <a:tcPr marL="55470" marR="55470" marT="55470" marB="5547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845196694"/>
                  </a:ext>
                </a:extLst>
              </a:tr>
              <a:tr h="584788">
                <a:tc>
                  <a:txBody>
                    <a:bodyPr/>
                    <a:lstStyle/>
                    <a:p>
                      <a:pPr algn="ctr" fontAlgn="base"/>
                      <a:r>
                        <a:rPr lang="en-US" sz="1500" b="1" dirty="0">
                          <a:effectLst/>
                        </a:rPr>
                        <a:t>02.</a:t>
                      </a:r>
                    </a:p>
                  </a:txBody>
                  <a:tcPr marL="31843" marR="31843" marT="55470" marB="5547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US" sz="1500" b="1">
                          <a:effectLst/>
                        </a:rPr>
                        <a:t>Software design defines the detailed properties.</a:t>
                      </a:r>
                    </a:p>
                  </a:txBody>
                  <a:tcPr marL="55470" marR="55470" marT="55470" marB="5547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US" sz="1500" b="1">
                          <a:effectLst/>
                        </a:rPr>
                        <a:t>Software architecture defines the fundamental properties.</a:t>
                      </a:r>
                    </a:p>
                  </a:txBody>
                  <a:tcPr marL="55470" marR="55470" marT="55470" marB="5547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05951308"/>
                  </a:ext>
                </a:extLst>
              </a:tr>
              <a:tr h="1526517">
                <a:tc>
                  <a:txBody>
                    <a:bodyPr/>
                    <a:lstStyle/>
                    <a:p>
                      <a:pPr algn="ctr" fontAlgn="base"/>
                      <a:r>
                        <a:rPr lang="en-US" sz="1500" b="1">
                          <a:effectLst/>
                        </a:rPr>
                        <a:t>03.</a:t>
                      </a:r>
                    </a:p>
                  </a:txBody>
                  <a:tcPr marL="31843" marR="31843" marT="55470" marB="5547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US" sz="1500" b="1">
                          <a:effectLst/>
                        </a:rPr>
                        <a:t>In general it refers to the process of creating a specification of software artifact which will help to developers to implement the software.</a:t>
                      </a:r>
                    </a:p>
                  </a:txBody>
                  <a:tcPr marL="55470" marR="55470" marT="55470" marB="5547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US" sz="1500" b="1" dirty="0">
                          <a:effectLst/>
                        </a:rPr>
                        <a:t>In general it refers to the process of creating high level structure of a software system.</a:t>
                      </a:r>
                    </a:p>
                  </a:txBody>
                  <a:tcPr marL="55470" marR="55470" marT="55470" marB="5547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694046710"/>
                  </a:ext>
                </a:extLst>
              </a:tr>
            </a:tbl>
          </a:graphicData>
        </a:graphic>
      </p:graphicFrame>
    </p:spTree>
    <p:extLst>
      <p:ext uri="{BB962C8B-B14F-4D97-AF65-F5344CB8AC3E}">
        <p14:creationId xmlns:p14="http://schemas.microsoft.com/office/powerpoint/2010/main" val="41443138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0D1D0-792A-E61B-7700-8883A99ADF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21256E-1162-04F4-09DA-7942660F3EB7}"/>
              </a:ext>
            </a:extLst>
          </p:cNvPr>
          <p:cNvSpPr>
            <a:spLocks noGrp="1"/>
          </p:cNvSpPr>
          <p:nvPr>
            <p:ph type="title"/>
          </p:nvPr>
        </p:nvSpPr>
        <p:spPr>
          <a:xfrm>
            <a:off x="685329" y="308824"/>
            <a:ext cx="7773338" cy="1596177"/>
          </a:xfrm>
        </p:spPr>
        <p:txBody>
          <a:bodyPr/>
          <a:lstStyle/>
          <a:p>
            <a:r>
              <a:rPr lang="en-US" dirty="0"/>
              <a:t>Differences </a:t>
            </a:r>
          </a:p>
        </p:txBody>
      </p:sp>
      <p:sp>
        <p:nvSpPr>
          <p:cNvPr id="4" name="Date Placeholder 3">
            <a:extLst>
              <a:ext uri="{FF2B5EF4-FFF2-40B4-BE49-F238E27FC236}">
                <a16:creationId xmlns:a16="http://schemas.microsoft.com/office/drawing/2014/main" id="{AAE97969-BC59-E17D-1417-60C7670FAEEC}"/>
              </a:ext>
            </a:extLst>
          </p:cNvPr>
          <p:cNvSpPr>
            <a:spLocks noGrp="1"/>
          </p:cNvSpPr>
          <p:nvPr>
            <p:ph type="dt" sz="half" idx="10"/>
          </p:nvPr>
        </p:nvSpPr>
        <p:spPr/>
        <p:txBody>
          <a:bodyPr/>
          <a:lstStyle/>
          <a:p>
            <a:pPr>
              <a:defRPr/>
            </a:pPr>
            <a:fld id="{FF5480F7-A01B-4497-9686-67728E872290}" type="datetime4">
              <a:rPr lang="en-US" altLang="en-US" smtClean="0"/>
              <a:t>February 27, 2024</a:t>
            </a:fld>
            <a:endParaRPr lang="en-US" altLang="en-US"/>
          </a:p>
        </p:txBody>
      </p:sp>
      <p:sp>
        <p:nvSpPr>
          <p:cNvPr id="5" name="Slide Number Placeholder 4">
            <a:extLst>
              <a:ext uri="{FF2B5EF4-FFF2-40B4-BE49-F238E27FC236}">
                <a16:creationId xmlns:a16="http://schemas.microsoft.com/office/drawing/2014/main" id="{26890A10-A81B-A20A-676A-BFB2CB8160F1}"/>
              </a:ext>
            </a:extLst>
          </p:cNvPr>
          <p:cNvSpPr>
            <a:spLocks noGrp="1"/>
          </p:cNvSpPr>
          <p:nvPr>
            <p:ph type="sldNum" sz="quarter" idx="12"/>
          </p:nvPr>
        </p:nvSpPr>
        <p:spPr/>
        <p:txBody>
          <a:bodyPr/>
          <a:lstStyle/>
          <a:p>
            <a:pPr>
              <a:defRPr/>
            </a:pPr>
            <a:fld id="{EAC1E9C5-179F-49B5-A20B-74BA07190DB8}" type="slidenum">
              <a:rPr lang="en-US" altLang="en-US" smtClean="0"/>
              <a:pPr>
                <a:defRPr/>
              </a:pPr>
              <a:t>30</a:t>
            </a:fld>
            <a:endParaRPr lang="en-US" altLang="en-US"/>
          </a:p>
        </p:txBody>
      </p:sp>
      <p:graphicFrame>
        <p:nvGraphicFramePr>
          <p:cNvPr id="3" name="Table 2">
            <a:extLst>
              <a:ext uri="{FF2B5EF4-FFF2-40B4-BE49-F238E27FC236}">
                <a16:creationId xmlns:a16="http://schemas.microsoft.com/office/drawing/2014/main" id="{0F26FFD6-E912-A037-30FB-2EEC042D5AC8}"/>
              </a:ext>
            </a:extLst>
          </p:cNvPr>
          <p:cNvGraphicFramePr>
            <a:graphicFrameLocks noGrp="1"/>
          </p:cNvGraphicFramePr>
          <p:nvPr>
            <p:extLst>
              <p:ext uri="{D42A27DB-BD31-4B8C-83A1-F6EECF244321}">
                <p14:modId xmlns:p14="http://schemas.microsoft.com/office/powerpoint/2010/main" val="2244165492"/>
              </p:ext>
            </p:extLst>
          </p:nvPr>
        </p:nvGraphicFramePr>
        <p:xfrm>
          <a:off x="571264" y="1496714"/>
          <a:ext cx="8115537" cy="4794850"/>
        </p:xfrm>
        <a:graphic>
          <a:graphicData uri="http://schemas.openxmlformats.org/drawingml/2006/table">
            <a:tbl>
              <a:tblPr/>
              <a:tblGrid>
                <a:gridCol w="1973147">
                  <a:extLst>
                    <a:ext uri="{9D8B030D-6E8A-4147-A177-3AD203B41FA5}">
                      <a16:colId xmlns:a16="http://schemas.microsoft.com/office/drawing/2014/main" val="755737022"/>
                    </a:ext>
                  </a:extLst>
                </a:gridCol>
                <a:gridCol w="3071195">
                  <a:extLst>
                    <a:ext uri="{9D8B030D-6E8A-4147-A177-3AD203B41FA5}">
                      <a16:colId xmlns:a16="http://schemas.microsoft.com/office/drawing/2014/main" val="296048906"/>
                    </a:ext>
                  </a:extLst>
                </a:gridCol>
                <a:gridCol w="3071195">
                  <a:extLst>
                    <a:ext uri="{9D8B030D-6E8A-4147-A177-3AD203B41FA5}">
                      <a16:colId xmlns:a16="http://schemas.microsoft.com/office/drawing/2014/main" val="3122697349"/>
                    </a:ext>
                  </a:extLst>
                </a:gridCol>
              </a:tblGrid>
              <a:tr h="514022">
                <a:tc>
                  <a:txBody>
                    <a:bodyPr/>
                    <a:lstStyle/>
                    <a:p>
                      <a:pPr algn="ctr" fontAlgn="base"/>
                      <a:r>
                        <a:rPr lang="en-US" sz="1800" b="1">
                          <a:effectLst/>
                        </a:rPr>
                        <a:t>04.</a:t>
                      </a:r>
                    </a:p>
                  </a:txBody>
                  <a:tcPr marL="23291" marR="23291" marT="40573" marB="4057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US" sz="1800" b="1" dirty="0">
                          <a:effectLst/>
                        </a:rPr>
                        <a:t>It helps to implement the software.</a:t>
                      </a:r>
                    </a:p>
                  </a:txBody>
                  <a:tcPr marL="40573" marR="40573" marT="40573" marB="4057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US" sz="1800" b="1">
                          <a:effectLst/>
                        </a:rPr>
                        <a:t>It helps to define the high level infrastructure of the software.</a:t>
                      </a:r>
                    </a:p>
                  </a:txBody>
                  <a:tcPr marL="40573" marR="40573" marT="40573" marB="4057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362568417"/>
                  </a:ext>
                </a:extLst>
              </a:tr>
              <a:tr h="514022">
                <a:tc>
                  <a:txBody>
                    <a:bodyPr/>
                    <a:lstStyle/>
                    <a:p>
                      <a:pPr algn="ctr" fontAlgn="base"/>
                      <a:r>
                        <a:rPr lang="en-US" sz="1800" b="1">
                          <a:effectLst/>
                        </a:rPr>
                        <a:t>05.</a:t>
                      </a:r>
                    </a:p>
                  </a:txBody>
                  <a:tcPr marL="23291" marR="23291" marT="40573" marB="4057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US" sz="1800" b="1" dirty="0">
                          <a:effectLst/>
                        </a:rPr>
                        <a:t>Software design avoids uncertainty.</a:t>
                      </a:r>
                    </a:p>
                  </a:txBody>
                  <a:tcPr marL="40573" marR="40573" marT="40573" marB="4057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US" sz="1800" b="1">
                          <a:effectLst/>
                        </a:rPr>
                        <a:t>Software architecture manages uncertainty.</a:t>
                      </a:r>
                    </a:p>
                  </a:txBody>
                  <a:tcPr marL="40573" marR="40573" marT="40573" marB="4057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503507082"/>
                  </a:ext>
                </a:extLst>
              </a:tr>
              <a:tr h="737918">
                <a:tc>
                  <a:txBody>
                    <a:bodyPr/>
                    <a:lstStyle/>
                    <a:p>
                      <a:pPr algn="ctr" fontAlgn="base"/>
                      <a:r>
                        <a:rPr lang="en-US" sz="1800" b="1">
                          <a:effectLst/>
                        </a:rPr>
                        <a:t>06.</a:t>
                      </a:r>
                    </a:p>
                  </a:txBody>
                  <a:tcPr marL="23291" marR="23291" marT="40573" marB="4057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US" sz="1800" b="1">
                          <a:effectLst/>
                        </a:rPr>
                        <a:t>Software design is more about on individual module/component.</a:t>
                      </a:r>
                    </a:p>
                  </a:txBody>
                  <a:tcPr marL="40573" marR="40573" marT="40573" marB="4057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US" sz="1800" b="1">
                          <a:effectLst/>
                        </a:rPr>
                        <a:t>Software architecture is more about the design of entire system.</a:t>
                      </a:r>
                    </a:p>
                  </a:txBody>
                  <a:tcPr marL="40573" marR="40573" marT="40573" marB="4057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78071908"/>
                  </a:ext>
                </a:extLst>
              </a:tr>
              <a:tr h="1356148">
                <a:tc>
                  <a:txBody>
                    <a:bodyPr/>
                    <a:lstStyle/>
                    <a:p>
                      <a:pPr algn="ctr" fontAlgn="base"/>
                      <a:r>
                        <a:rPr lang="en-US" sz="1800" b="1">
                          <a:effectLst/>
                        </a:rPr>
                        <a:t>07.</a:t>
                      </a:r>
                    </a:p>
                  </a:txBody>
                  <a:tcPr marL="23291" marR="23291" marT="40573" marB="4057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US" sz="1800" b="1">
                          <a:effectLst/>
                        </a:rPr>
                        <a:t>It is considered as one initial phase of Software Development Cycle (SSDLC) and it gives detailed idea to developers to implement consistent software.</a:t>
                      </a:r>
                    </a:p>
                  </a:txBody>
                  <a:tcPr marL="40573" marR="40573" marT="40573" marB="4057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US" sz="1800" b="1">
                          <a:effectLst/>
                        </a:rPr>
                        <a:t>It is a plan which constrains software design to avoid known mistakes and it achieves one organizations business and technology strategy.</a:t>
                      </a:r>
                    </a:p>
                  </a:txBody>
                  <a:tcPr marL="40573" marR="40573" marT="40573" marB="4057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155705489"/>
                  </a:ext>
                </a:extLst>
              </a:tr>
              <a:tr h="737918">
                <a:tc>
                  <a:txBody>
                    <a:bodyPr/>
                    <a:lstStyle/>
                    <a:p>
                      <a:pPr algn="ctr" fontAlgn="base"/>
                      <a:r>
                        <a:rPr lang="en-US" sz="1800" b="1">
                          <a:effectLst/>
                        </a:rPr>
                        <a:t>08.</a:t>
                      </a:r>
                    </a:p>
                  </a:txBody>
                  <a:tcPr marL="23291" marR="23291" marT="40573" marB="4057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US" sz="1800" b="1">
                          <a:effectLst/>
                        </a:rPr>
                        <a:t>Some of software design patterns are creational, structural and behavioral.</a:t>
                      </a:r>
                    </a:p>
                  </a:txBody>
                  <a:tcPr marL="40573" marR="40573" marT="40573" marB="4057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US" sz="1800" b="1" dirty="0">
                          <a:effectLst/>
                        </a:rPr>
                        <a:t>Some of software architecture patterns are microservice, server less and event driven.</a:t>
                      </a:r>
                    </a:p>
                  </a:txBody>
                  <a:tcPr marL="40573" marR="40573" marT="40573" marB="4057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367993557"/>
                  </a:ext>
                </a:extLst>
              </a:tr>
            </a:tbl>
          </a:graphicData>
        </a:graphic>
      </p:graphicFrame>
    </p:spTree>
    <p:extLst>
      <p:ext uri="{BB962C8B-B14F-4D97-AF65-F5344CB8AC3E}">
        <p14:creationId xmlns:p14="http://schemas.microsoft.com/office/powerpoint/2010/main" val="41107421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E11E5-8B6F-3A31-3568-314C47DEF0BC}"/>
              </a:ext>
            </a:extLst>
          </p:cNvPr>
          <p:cNvSpPr>
            <a:spLocks noGrp="1"/>
          </p:cNvSpPr>
          <p:nvPr>
            <p:ph type="title"/>
          </p:nvPr>
        </p:nvSpPr>
        <p:spPr/>
        <p:txBody>
          <a:bodyPr/>
          <a:lstStyle/>
          <a:p>
            <a:r>
              <a:rPr lang="en-US"/>
              <a:t>Bigger context </a:t>
            </a:r>
            <a:endParaRPr lang="en-US" dirty="0"/>
          </a:p>
        </p:txBody>
      </p:sp>
      <p:sp>
        <p:nvSpPr>
          <p:cNvPr id="4" name="Date Placeholder 3">
            <a:extLst>
              <a:ext uri="{FF2B5EF4-FFF2-40B4-BE49-F238E27FC236}">
                <a16:creationId xmlns:a16="http://schemas.microsoft.com/office/drawing/2014/main" id="{6457C223-1103-E8CC-500D-638788E3B37E}"/>
              </a:ext>
            </a:extLst>
          </p:cNvPr>
          <p:cNvSpPr>
            <a:spLocks noGrp="1"/>
          </p:cNvSpPr>
          <p:nvPr>
            <p:ph type="dt" sz="half" idx="10"/>
          </p:nvPr>
        </p:nvSpPr>
        <p:spPr/>
        <p:txBody>
          <a:bodyPr/>
          <a:lstStyle/>
          <a:p>
            <a:pPr>
              <a:defRPr/>
            </a:pPr>
            <a:fld id="{FF5480F7-A01B-4497-9686-67728E872290}" type="datetime4">
              <a:rPr lang="en-US" altLang="en-US" smtClean="0"/>
              <a:t>February 27, 2024</a:t>
            </a:fld>
            <a:endParaRPr lang="en-US" altLang="en-US"/>
          </a:p>
        </p:txBody>
      </p:sp>
      <p:sp>
        <p:nvSpPr>
          <p:cNvPr id="5" name="Slide Number Placeholder 4">
            <a:extLst>
              <a:ext uri="{FF2B5EF4-FFF2-40B4-BE49-F238E27FC236}">
                <a16:creationId xmlns:a16="http://schemas.microsoft.com/office/drawing/2014/main" id="{DBEF5994-50AB-6D83-078A-3CE76CFA80D7}"/>
              </a:ext>
            </a:extLst>
          </p:cNvPr>
          <p:cNvSpPr>
            <a:spLocks noGrp="1"/>
          </p:cNvSpPr>
          <p:nvPr>
            <p:ph type="sldNum" sz="quarter" idx="12"/>
          </p:nvPr>
        </p:nvSpPr>
        <p:spPr/>
        <p:txBody>
          <a:bodyPr/>
          <a:lstStyle/>
          <a:p>
            <a:pPr>
              <a:defRPr/>
            </a:pPr>
            <a:fld id="{EAC1E9C5-179F-49B5-A20B-74BA07190DB8}" type="slidenum">
              <a:rPr lang="en-US" altLang="en-US" smtClean="0"/>
              <a:pPr>
                <a:defRPr/>
              </a:pPr>
              <a:t>31</a:t>
            </a:fld>
            <a:endParaRPr lang="en-US" altLang="en-US"/>
          </a:p>
        </p:txBody>
      </p:sp>
      <p:pic>
        <p:nvPicPr>
          <p:cNvPr id="7" name="Picture 6">
            <a:extLst>
              <a:ext uri="{FF2B5EF4-FFF2-40B4-BE49-F238E27FC236}">
                <a16:creationId xmlns:a16="http://schemas.microsoft.com/office/drawing/2014/main" id="{DC6EBDF3-62E1-2F13-25C1-8D132289013E}"/>
              </a:ext>
            </a:extLst>
          </p:cNvPr>
          <p:cNvPicPr>
            <a:picLocks noChangeAspect="1"/>
          </p:cNvPicPr>
          <p:nvPr/>
        </p:nvPicPr>
        <p:blipFill>
          <a:blip r:embed="rId2"/>
          <a:stretch>
            <a:fillRect/>
          </a:stretch>
        </p:blipFill>
        <p:spPr>
          <a:xfrm>
            <a:off x="304800" y="2133600"/>
            <a:ext cx="8839200" cy="2171797"/>
          </a:xfrm>
          <a:prstGeom prst="rect">
            <a:avLst/>
          </a:prstGeom>
        </p:spPr>
      </p:pic>
    </p:spTree>
    <p:extLst>
      <p:ext uri="{BB962C8B-B14F-4D97-AF65-F5344CB8AC3E}">
        <p14:creationId xmlns:p14="http://schemas.microsoft.com/office/powerpoint/2010/main" val="16434548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FE7575B-7509-1B45-DA44-EA10E86F1E74}"/>
              </a:ext>
            </a:extLst>
          </p:cNvPr>
          <p:cNvSpPr>
            <a:spLocks noGrp="1"/>
          </p:cNvSpPr>
          <p:nvPr>
            <p:ph type="dt" sz="half" idx="10"/>
          </p:nvPr>
        </p:nvSpPr>
        <p:spPr/>
        <p:txBody>
          <a:bodyPr/>
          <a:lstStyle/>
          <a:p>
            <a:pPr>
              <a:defRPr/>
            </a:pPr>
            <a:fld id="{FF5480F7-A01B-4497-9686-67728E872290}" type="datetime4">
              <a:rPr lang="en-US" altLang="en-US" smtClean="0"/>
              <a:t>February 27, 2024</a:t>
            </a:fld>
            <a:endParaRPr lang="en-US" altLang="en-US"/>
          </a:p>
        </p:txBody>
      </p:sp>
      <p:sp>
        <p:nvSpPr>
          <p:cNvPr id="5" name="Slide Number Placeholder 4">
            <a:extLst>
              <a:ext uri="{FF2B5EF4-FFF2-40B4-BE49-F238E27FC236}">
                <a16:creationId xmlns:a16="http://schemas.microsoft.com/office/drawing/2014/main" id="{4BD4BA40-87ED-1654-8758-9EF97A8951A9}"/>
              </a:ext>
            </a:extLst>
          </p:cNvPr>
          <p:cNvSpPr>
            <a:spLocks noGrp="1"/>
          </p:cNvSpPr>
          <p:nvPr>
            <p:ph type="sldNum" sz="quarter" idx="12"/>
          </p:nvPr>
        </p:nvSpPr>
        <p:spPr/>
        <p:txBody>
          <a:bodyPr/>
          <a:lstStyle/>
          <a:p>
            <a:pPr>
              <a:defRPr/>
            </a:pPr>
            <a:fld id="{EAC1E9C5-179F-49B5-A20B-74BA07190DB8}" type="slidenum">
              <a:rPr lang="en-US" altLang="en-US" smtClean="0"/>
              <a:pPr>
                <a:defRPr/>
              </a:pPr>
              <a:t>32</a:t>
            </a:fld>
            <a:endParaRPr lang="en-US" altLang="en-US"/>
          </a:p>
        </p:txBody>
      </p:sp>
      <p:pic>
        <p:nvPicPr>
          <p:cNvPr id="7" name="Picture 6">
            <a:extLst>
              <a:ext uri="{FF2B5EF4-FFF2-40B4-BE49-F238E27FC236}">
                <a16:creationId xmlns:a16="http://schemas.microsoft.com/office/drawing/2014/main" id="{89DA179C-0227-575A-ACA4-07490A619419}"/>
              </a:ext>
            </a:extLst>
          </p:cNvPr>
          <p:cNvPicPr>
            <a:picLocks noChangeAspect="1"/>
          </p:cNvPicPr>
          <p:nvPr/>
        </p:nvPicPr>
        <p:blipFill>
          <a:blip r:embed="rId2"/>
          <a:stretch>
            <a:fillRect/>
          </a:stretch>
        </p:blipFill>
        <p:spPr>
          <a:xfrm>
            <a:off x="0" y="1186417"/>
            <a:ext cx="9144000" cy="4485166"/>
          </a:xfrm>
          <a:prstGeom prst="rect">
            <a:avLst/>
          </a:prstGeom>
        </p:spPr>
      </p:pic>
    </p:spTree>
    <p:extLst>
      <p:ext uri="{BB962C8B-B14F-4D97-AF65-F5344CB8AC3E}">
        <p14:creationId xmlns:p14="http://schemas.microsoft.com/office/powerpoint/2010/main" val="22876437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B586A-7852-5B4A-B514-DD7EFE43C6AB}"/>
              </a:ext>
            </a:extLst>
          </p:cNvPr>
          <p:cNvSpPr>
            <a:spLocks noGrp="1"/>
          </p:cNvSpPr>
          <p:nvPr>
            <p:ph type="title"/>
          </p:nvPr>
        </p:nvSpPr>
        <p:spPr/>
        <p:txBody>
          <a:bodyPr/>
          <a:lstStyle/>
          <a:p>
            <a:r>
              <a:rPr lang="en-US" dirty="0"/>
              <a:t>Functional requirement</a:t>
            </a:r>
          </a:p>
        </p:txBody>
      </p:sp>
      <p:sp>
        <p:nvSpPr>
          <p:cNvPr id="3" name="Content Placeholder 2">
            <a:extLst>
              <a:ext uri="{FF2B5EF4-FFF2-40B4-BE49-F238E27FC236}">
                <a16:creationId xmlns:a16="http://schemas.microsoft.com/office/drawing/2014/main" id="{D5782C03-9ABC-AECD-01CC-825B4BF726CB}"/>
              </a:ext>
            </a:extLst>
          </p:cNvPr>
          <p:cNvSpPr>
            <a:spLocks noGrp="1"/>
          </p:cNvSpPr>
          <p:nvPr>
            <p:ph sz="quarter" idx="13"/>
          </p:nvPr>
        </p:nvSpPr>
        <p:spPr/>
        <p:txBody>
          <a:bodyPr>
            <a:normAutofit fontScale="92500" lnSpcReduction="20000"/>
          </a:bodyPr>
          <a:lstStyle/>
          <a:p>
            <a:pPr marL="0" indent="0" algn="l" rtl="0" fontAlgn="base">
              <a:buNone/>
            </a:pPr>
            <a:r>
              <a:rPr lang="en-US" b="0" i="0" dirty="0">
                <a:solidFill>
                  <a:srgbClr val="273239"/>
                </a:solidFill>
                <a:effectLst/>
                <a:latin typeface="Nunito" panose="020F0502020204030204" pitchFamily="2" charset="0"/>
              </a:rPr>
              <a:t>These are the requirements that the end user specifically demands as basic facilities that the system should offer. All these functionalities need to be necessarily incorporated into the system as a part of the contract.</a:t>
            </a:r>
          </a:p>
          <a:p>
            <a:pPr algn="l" rtl="0" fontAlgn="base"/>
            <a:r>
              <a:rPr lang="en-US" b="1" i="0" dirty="0">
                <a:solidFill>
                  <a:srgbClr val="273239"/>
                </a:solidFill>
                <a:effectLst/>
                <a:latin typeface="Nunito" pitchFamily="2" charset="0"/>
              </a:rPr>
              <a:t>Example:</a:t>
            </a:r>
            <a:endParaRPr lang="en-US" b="0" i="0" dirty="0">
              <a:solidFill>
                <a:srgbClr val="273239"/>
              </a:solidFill>
              <a:effectLst/>
              <a:latin typeface="Nunito" pitchFamily="2" charset="0"/>
            </a:endParaRPr>
          </a:p>
          <a:p>
            <a:pPr algn="l" fontAlgn="base">
              <a:buFont typeface="Arial" panose="020B0604020202020204" pitchFamily="34" charset="0"/>
              <a:buChar char="•"/>
            </a:pPr>
            <a:r>
              <a:rPr lang="en-US" b="0" i="0" dirty="0">
                <a:solidFill>
                  <a:srgbClr val="273239"/>
                </a:solidFill>
                <a:effectLst/>
                <a:latin typeface="Nunito" pitchFamily="2" charset="0"/>
              </a:rPr>
              <a:t>What are the features that we need to design for this system?</a:t>
            </a:r>
          </a:p>
          <a:p>
            <a:pPr algn="l" fontAlgn="base">
              <a:buFont typeface="Arial" panose="020B0604020202020204" pitchFamily="34" charset="0"/>
              <a:buChar char="•"/>
            </a:pPr>
            <a:r>
              <a:rPr lang="en-US" b="0" i="0" dirty="0">
                <a:solidFill>
                  <a:srgbClr val="273239"/>
                </a:solidFill>
                <a:effectLst/>
                <a:latin typeface="Nunito" pitchFamily="2" charset="0"/>
              </a:rPr>
              <a:t>What are the edge cases we need to consider, if any, in our design?</a:t>
            </a:r>
          </a:p>
          <a:p>
            <a:endParaRPr lang="en-US" dirty="0"/>
          </a:p>
        </p:txBody>
      </p:sp>
      <p:sp>
        <p:nvSpPr>
          <p:cNvPr id="4" name="Date Placeholder 3">
            <a:extLst>
              <a:ext uri="{FF2B5EF4-FFF2-40B4-BE49-F238E27FC236}">
                <a16:creationId xmlns:a16="http://schemas.microsoft.com/office/drawing/2014/main" id="{51D59E3D-DECB-4A60-BC03-EDC55818D52D}"/>
              </a:ext>
            </a:extLst>
          </p:cNvPr>
          <p:cNvSpPr>
            <a:spLocks noGrp="1"/>
          </p:cNvSpPr>
          <p:nvPr>
            <p:ph type="dt" sz="half" idx="10"/>
          </p:nvPr>
        </p:nvSpPr>
        <p:spPr/>
        <p:txBody>
          <a:bodyPr/>
          <a:lstStyle/>
          <a:p>
            <a:pPr>
              <a:defRPr/>
            </a:pPr>
            <a:fld id="{FF5480F7-A01B-4497-9686-67728E872290}" type="datetime4">
              <a:rPr lang="en-US" altLang="en-US" smtClean="0"/>
              <a:t>February 27, 2024</a:t>
            </a:fld>
            <a:endParaRPr lang="en-US" altLang="en-US"/>
          </a:p>
        </p:txBody>
      </p:sp>
      <p:sp>
        <p:nvSpPr>
          <p:cNvPr id="5" name="Slide Number Placeholder 4">
            <a:extLst>
              <a:ext uri="{FF2B5EF4-FFF2-40B4-BE49-F238E27FC236}">
                <a16:creationId xmlns:a16="http://schemas.microsoft.com/office/drawing/2014/main" id="{8F87F959-60E1-3FDB-01EB-7D689025E5E1}"/>
              </a:ext>
            </a:extLst>
          </p:cNvPr>
          <p:cNvSpPr>
            <a:spLocks noGrp="1"/>
          </p:cNvSpPr>
          <p:nvPr>
            <p:ph type="sldNum" sz="quarter" idx="12"/>
          </p:nvPr>
        </p:nvSpPr>
        <p:spPr/>
        <p:txBody>
          <a:bodyPr/>
          <a:lstStyle/>
          <a:p>
            <a:pPr>
              <a:defRPr/>
            </a:pPr>
            <a:fld id="{EAC1E9C5-179F-49B5-A20B-74BA07190DB8}" type="slidenum">
              <a:rPr lang="en-US" altLang="en-US" smtClean="0"/>
              <a:pPr>
                <a:defRPr/>
              </a:pPr>
              <a:t>33</a:t>
            </a:fld>
            <a:endParaRPr lang="en-US" altLang="en-US"/>
          </a:p>
        </p:txBody>
      </p:sp>
    </p:spTree>
    <p:extLst>
      <p:ext uri="{BB962C8B-B14F-4D97-AF65-F5344CB8AC3E}">
        <p14:creationId xmlns:p14="http://schemas.microsoft.com/office/powerpoint/2010/main" val="33859793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1F72B-8CEC-D447-BF99-3E1A1D5EC97C}"/>
              </a:ext>
            </a:extLst>
          </p:cNvPr>
          <p:cNvSpPr>
            <a:spLocks noGrp="1"/>
          </p:cNvSpPr>
          <p:nvPr>
            <p:ph type="title"/>
          </p:nvPr>
        </p:nvSpPr>
        <p:spPr/>
        <p:txBody>
          <a:bodyPr/>
          <a:lstStyle/>
          <a:p>
            <a:r>
              <a:rPr lang="en-US" b="1" i="0" dirty="0">
                <a:solidFill>
                  <a:srgbClr val="273239"/>
                </a:solidFill>
                <a:effectLst/>
                <a:latin typeface="Nunito" pitchFamily="2" charset="0"/>
              </a:rPr>
              <a:t>Non-Functional Requirements</a:t>
            </a:r>
            <a:endParaRPr lang="en-US" dirty="0"/>
          </a:p>
        </p:txBody>
      </p:sp>
      <p:sp>
        <p:nvSpPr>
          <p:cNvPr id="3" name="Content Placeholder 2">
            <a:extLst>
              <a:ext uri="{FF2B5EF4-FFF2-40B4-BE49-F238E27FC236}">
                <a16:creationId xmlns:a16="http://schemas.microsoft.com/office/drawing/2014/main" id="{DFFFB115-6A2B-2B10-BA71-1D43AFDAA082}"/>
              </a:ext>
            </a:extLst>
          </p:cNvPr>
          <p:cNvSpPr>
            <a:spLocks noGrp="1"/>
          </p:cNvSpPr>
          <p:nvPr>
            <p:ph sz="quarter" idx="13"/>
          </p:nvPr>
        </p:nvSpPr>
        <p:spPr/>
        <p:txBody>
          <a:bodyPr>
            <a:normAutofit fontScale="85000" lnSpcReduction="20000"/>
          </a:bodyPr>
          <a:lstStyle/>
          <a:p>
            <a:pPr algn="l" rtl="0" fontAlgn="base"/>
            <a:r>
              <a:rPr lang="en-US" b="0" i="0" dirty="0">
                <a:solidFill>
                  <a:srgbClr val="273239"/>
                </a:solidFill>
                <a:effectLst/>
                <a:latin typeface="Nunito" pitchFamily="2" charset="0"/>
              </a:rPr>
              <a:t>These are the quality constraints that the system must satisfy according to the project contract. The priority or extent to which these factors are implemented varies from one project to another. They are also called non-behavioral requirements. They deal with issues like:</a:t>
            </a:r>
          </a:p>
          <a:p>
            <a:pPr algn="l" fontAlgn="base">
              <a:buFont typeface="Arial" panose="020B0604020202020204" pitchFamily="34" charset="0"/>
              <a:buChar char="•"/>
            </a:pPr>
            <a:r>
              <a:rPr lang="en-US" b="0" i="0" dirty="0">
                <a:solidFill>
                  <a:srgbClr val="273239"/>
                </a:solidFill>
                <a:effectLst/>
                <a:latin typeface="Nunito" pitchFamily="2" charset="0"/>
              </a:rPr>
              <a:t>Portability</a:t>
            </a:r>
          </a:p>
          <a:p>
            <a:pPr algn="l" fontAlgn="base">
              <a:buFont typeface="Arial" panose="020B0604020202020204" pitchFamily="34" charset="0"/>
              <a:buChar char="•"/>
            </a:pPr>
            <a:r>
              <a:rPr lang="en-US" b="0" i="0" dirty="0">
                <a:solidFill>
                  <a:srgbClr val="273239"/>
                </a:solidFill>
                <a:effectLst/>
                <a:latin typeface="Nunito" pitchFamily="2" charset="0"/>
              </a:rPr>
              <a:t>Security</a:t>
            </a:r>
          </a:p>
          <a:p>
            <a:pPr algn="l" fontAlgn="base">
              <a:buFont typeface="Arial" panose="020B0604020202020204" pitchFamily="34" charset="0"/>
              <a:buChar char="•"/>
            </a:pPr>
            <a:r>
              <a:rPr lang="en-US" b="0" i="0" dirty="0">
                <a:solidFill>
                  <a:srgbClr val="273239"/>
                </a:solidFill>
                <a:effectLst/>
                <a:latin typeface="Nunito" pitchFamily="2" charset="0"/>
              </a:rPr>
              <a:t>Maintainability</a:t>
            </a:r>
          </a:p>
          <a:p>
            <a:pPr algn="l" fontAlgn="base">
              <a:buFont typeface="Arial" panose="020B0604020202020204" pitchFamily="34" charset="0"/>
              <a:buChar char="•"/>
            </a:pPr>
            <a:r>
              <a:rPr lang="en-US" b="0" i="0" dirty="0">
                <a:solidFill>
                  <a:srgbClr val="273239"/>
                </a:solidFill>
                <a:effectLst/>
                <a:latin typeface="Nunito" pitchFamily="2" charset="0"/>
              </a:rPr>
              <a:t>Reliability</a:t>
            </a:r>
          </a:p>
          <a:p>
            <a:pPr algn="l" fontAlgn="base">
              <a:buFont typeface="Arial" panose="020B0604020202020204" pitchFamily="34" charset="0"/>
              <a:buChar char="•"/>
            </a:pPr>
            <a:r>
              <a:rPr lang="en-US" b="0" i="0" dirty="0">
                <a:solidFill>
                  <a:srgbClr val="273239"/>
                </a:solidFill>
                <a:effectLst/>
                <a:latin typeface="Nunito" pitchFamily="2" charset="0"/>
              </a:rPr>
              <a:t>Scalability</a:t>
            </a:r>
          </a:p>
          <a:p>
            <a:endParaRPr lang="en-US" dirty="0"/>
          </a:p>
        </p:txBody>
      </p:sp>
      <p:sp>
        <p:nvSpPr>
          <p:cNvPr id="4" name="Date Placeholder 3">
            <a:extLst>
              <a:ext uri="{FF2B5EF4-FFF2-40B4-BE49-F238E27FC236}">
                <a16:creationId xmlns:a16="http://schemas.microsoft.com/office/drawing/2014/main" id="{E1BB6BB7-D103-286C-63B1-D479F7A77727}"/>
              </a:ext>
            </a:extLst>
          </p:cNvPr>
          <p:cNvSpPr>
            <a:spLocks noGrp="1"/>
          </p:cNvSpPr>
          <p:nvPr>
            <p:ph type="dt" sz="half" idx="10"/>
          </p:nvPr>
        </p:nvSpPr>
        <p:spPr/>
        <p:txBody>
          <a:bodyPr/>
          <a:lstStyle/>
          <a:p>
            <a:pPr>
              <a:defRPr/>
            </a:pPr>
            <a:fld id="{FF5480F7-A01B-4497-9686-67728E872290}" type="datetime4">
              <a:rPr lang="en-US" altLang="en-US" smtClean="0"/>
              <a:t>February 27, 2024</a:t>
            </a:fld>
            <a:endParaRPr lang="en-US" altLang="en-US"/>
          </a:p>
        </p:txBody>
      </p:sp>
      <p:sp>
        <p:nvSpPr>
          <p:cNvPr id="5" name="Slide Number Placeholder 4">
            <a:extLst>
              <a:ext uri="{FF2B5EF4-FFF2-40B4-BE49-F238E27FC236}">
                <a16:creationId xmlns:a16="http://schemas.microsoft.com/office/drawing/2014/main" id="{D068E33A-C11E-673F-373C-873ECF02A31F}"/>
              </a:ext>
            </a:extLst>
          </p:cNvPr>
          <p:cNvSpPr>
            <a:spLocks noGrp="1"/>
          </p:cNvSpPr>
          <p:nvPr>
            <p:ph type="sldNum" sz="quarter" idx="12"/>
          </p:nvPr>
        </p:nvSpPr>
        <p:spPr/>
        <p:txBody>
          <a:bodyPr/>
          <a:lstStyle/>
          <a:p>
            <a:pPr>
              <a:defRPr/>
            </a:pPr>
            <a:fld id="{EAC1E9C5-179F-49B5-A20B-74BA07190DB8}" type="slidenum">
              <a:rPr lang="en-US" altLang="en-US" smtClean="0"/>
              <a:pPr>
                <a:defRPr/>
              </a:pPr>
              <a:t>34</a:t>
            </a:fld>
            <a:endParaRPr lang="en-US" altLang="en-US"/>
          </a:p>
        </p:txBody>
      </p:sp>
    </p:spTree>
    <p:extLst>
      <p:ext uri="{BB962C8B-B14F-4D97-AF65-F5344CB8AC3E}">
        <p14:creationId xmlns:p14="http://schemas.microsoft.com/office/powerpoint/2010/main" val="24218165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E0B5F5B-D91B-5F87-5450-99485232EB6A}"/>
              </a:ext>
            </a:extLst>
          </p:cNvPr>
          <p:cNvSpPr>
            <a:spLocks noGrp="1"/>
          </p:cNvSpPr>
          <p:nvPr>
            <p:ph type="dt" sz="half" idx="10"/>
          </p:nvPr>
        </p:nvSpPr>
        <p:spPr/>
        <p:txBody>
          <a:bodyPr/>
          <a:lstStyle/>
          <a:p>
            <a:pPr>
              <a:defRPr/>
            </a:pPr>
            <a:fld id="{FF5480F7-A01B-4497-9686-67728E872290}" type="datetime4">
              <a:rPr lang="en-US" altLang="en-US" smtClean="0"/>
              <a:t>February 27, 2024</a:t>
            </a:fld>
            <a:endParaRPr lang="en-US" altLang="en-US"/>
          </a:p>
        </p:txBody>
      </p:sp>
      <p:sp>
        <p:nvSpPr>
          <p:cNvPr id="5" name="Slide Number Placeholder 4">
            <a:extLst>
              <a:ext uri="{FF2B5EF4-FFF2-40B4-BE49-F238E27FC236}">
                <a16:creationId xmlns:a16="http://schemas.microsoft.com/office/drawing/2014/main" id="{AC29CC6A-9338-2DF5-7A37-9032D071A5AC}"/>
              </a:ext>
            </a:extLst>
          </p:cNvPr>
          <p:cNvSpPr>
            <a:spLocks noGrp="1"/>
          </p:cNvSpPr>
          <p:nvPr>
            <p:ph type="sldNum" sz="quarter" idx="12"/>
          </p:nvPr>
        </p:nvSpPr>
        <p:spPr/>
        <p:txBody>
          <a:bodyPr/>
          <a:lstStyle/>
          <a:p>
            <a:pPr>
              <a:defRPr/>
            </a:pPr>
            <a:fld id="{EAC1E9C5-179F-49B5-A20B-74BA07190DB8}" type="slidenum">
              <a:rPr lang="en-US" altLang="en-US" smtClean="0"/>
              <a:pPr>
                <a:defRPr/>
              </a:pPr>
              <a:t>35</a:t>
            </a:fld>
            <a:endParaRPr lang="en-US" altLang="en-US"/>
          </a:p>
        </p:txBody>
      </p:sp>
      <p:pic>
        <p:nvPicPr>
          <p:cNvPr id="7" name="Picture 6">
            <a:extLst>
              <a:ext uri="{FF2B5EF4-FFF2-40B4-BE49-F238E27FC236}">
                <a16:creationId xmlns:a16="http://schemas.microsoft.com/office/drawing/2014/main" id="{0FD466B9-CCEF-D247-9039-FC3E59AEFDF2}"/>
              </a:ext>
            </a:extLst>
          </p:cNvPr>
          <p:cNvPicPr>
            <a:picLocks noChangeAspect="1"/>
          </p:cNvPicPr>
          <p:nvPr/>
        </p:nvPicPr>
        <p:blipFill>
          <a:blip r:embed="rId2"/>
          <a:stretch>
            <a:fillRect/>
          </a:stretch>
        </p:blipFill>
        <p:spPr>
          <a:xfrm>
            <a:off x="1219200" y="990600"/>
            <a:ext cx="6666309" cy="4179764"/>
          </a:xfrm>
          <a:prstGeom prst="rect">
            <a:avLst/>
          </a:prstGeom>
        </p:spPr>
      </p:pic>
    </p:spTree>
    <p:extLst>
      <p:ext uri="{BB962C8B-B14F-4D97-AF65-F5344CB8AC3E}">
        <p14:creationId xmlns:p14="http://schemas.microsoft.com/office/powerpoint/2010/main" val="7040456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195C073F-0ED3-AE68-1E18-CF4F6FD33F72}"/>
              </a:ext>
            </a:extLst>
          </p:cNvPr>
          <p:cNvSpPr>
            <a:spLocks noGrp="1"/>
          </p:cNvSpPr>
          <p:nvPr>
            <p:ph type="dt" sz="half" idx="10"/>
          </p:nvPr>
        </p:nvSpPr>
        <p:spPr/>
        <p:txBody>
          <a:bodyPr/>
          <a:lstStyle/>
          <a:p>
            <a:pPr>
              <a:defRPr/>
            </a:pPr>
            <a:fld id="{FF5480F7-A01B-4497-9686-67728E872290}" type="datetime4">
              <a:rPr lang="en-US" altLang="en-US" smtClean="0"/>
              <a:t>February 27, 2024</a:t>
            </a:fld>
            <a:endParaRPr lang="en-US" altLang="en-US"/>
          </a:p>
        </p:txBody>
      </p:sp>
      <p:sp>
        <p:nvSpPr>
          <p:cNvPr id="5" name="Slide Number Placeholder 4">
            <a:extLst>
              <a:ext uri="{FF2B5EF4-FFF2-40B4-BE49-F238E27FC236}">
                <a16:creationId xmlns:a16="http://schemas.microsoft.com/office/drawing/2014/main" id="{E7612DDE-4E2C-5834-9C2F-FA249D4CD66B}"/>
              </a:ext>
            </a:extLst>
          </p:cNvPr>
          <p:cNvSpPr>
            <a:spLocks noGrp="1"/>
          </p:cNvSpPr>
          <p:nvPr>
            <p:ph type="sldNum" sz="quarter" idx="12"/>
          </p:nvPr>
        </p:nvSpPr>
        <p:spPr/>
        <p:txBody>
          <a:bodyPr/>
          <a:lstStyle/>
          <a:p>
            <a:pPr>
              <a:defRPr/>
            </a:pPr>
            <a:fld id="{EAC1E9C5-179F-49B5-A20B-74BA07190DB8}" type="slidenum">
              <a:rPr lang="en-US" altLang="en-US" smtClean="0"/>
              <a:pPr>
                <a:defRPr/>
              </a:pPr>
              <a:t>36</a:t>
            </a:fld>
            <a:endParaRPr lang="en-US" altLang="en-US"/>
          </a:p>
        </p:txBody>
      </p:sp>
      <p:pic>
        <p:nvPicPr>
          <p:cNvPr id="7" name="Picture 6">
            <a:extLst>
              <a:ext uri="{FF2B5EF4-FFF2-40B4-BE49-F238E27FC236}">
                <a16:creationId xmlns:a16="http://schemas.microsoft.com/office/drawing/2014/main" id="{6BF17B26-8C98-FD40-3884-90F4B0535EB7}"/>
              </a:ext>
            </a:extLst>
          </p:cNvPr>
          <p:cNvPicPr>
            <a:picLocks noChangeAspect="1"/>
          </p:cNvPicPr>
          <p:nvPr/>
        </p:nvPicPr>
        <p:blipFill>
          <a:blip r:embed="rId2"/>
          <a:stretch>
            <a:fillRect/>
          </a:stretch>
        </p:blipFill>
        <p:spPr>
          <a:xfrm>
            <a:off x="1256109" y="1295400"/>
            <a:ext cx="6629400" cy="3809603"/>
          </a:xfrm>
          <a:prstGeom prst="rect">
            <a:avLst/>
          </a:prstGeom>
        </p:spPr>
      </p:pic>
    </p:spTree>
    <p:extLst>
      <p:ext uri="{BB962C8B-B14F-4D97-AF65-F5344CB8AC3E}">
        <p14:creationId xmlns:p14="http://schemas.microsoft.com/office/powerpoint/2010/main" val="5670282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483FC087-05AA-4AF8-BA11-BF17DFD1AF6A}"/>
              </a:ext>
            </a:extLst>
          </p:cNvPr>
          <p:cNvSpPr>
            <a:spLocks noGrp="1"/>
          </p:cNvSpPr>
          <p:nvPr>
            <p:ph type="dt" sz="half" idx="10"/>
          </p:nvPr>
        </p:nvSpPr>
        <p:spPr/>
        <p:txBody>
          <a:bodyPr/>
          <a:lstStyle/>
          <a:p>
            <a:pPr>
              <a:defRPr/>
            </a:pPr>
            <a:fld id="{FF5480F7-A01B-4497-9686-67728E872290}" type="datetime4">
              <a:rPr lang="en-US" altLang="en-US" smtClean="0"/>
              <a:t>February 27, 2024</a:t>
            </a:fld>
            <a:endParaRPr lang="en-US" altLang="en-US"/>
          </a:p>
        </p:txBody>
      </p:sp>
      <p:sp>
        <p:nvSpPr>
          <p:cNvPr id="5" name="Slide Number Placeholder 4">
            <a:extLst>
              <a:ext uri="{FF2B5EF4-FFF2-40B4-BE49-F238E27FC236}">
                <a16:creationId xmlns:a16="http://schemas.microsoft.com/office/drawing/2014/main" id="{C43533FE-5E13-7A63-FAF3-26A24851EF55}"/>
              </a:ext>
            </a:extLst>
          </p:cNvPr>
          <p:cNvSpPr>
            <a:spLocks noGrp="1"/>
          </p:cNvSpPr>
          <p:nvPr>
            <p:ph type="sldNum" sz="quarter" idx="12"/>
          </p:nvPr>
        </p:nvSpPr>
        <p:spPr/>
        <p:txBody>
          <a:bodyPr/>
          <a:lstStyle/>
          <a:p>
            <a:pPr>
              <a:defRPr/>
            </a:pPr>
            <a:fld id="{EAC1E9C5-179F-49B5-A20B-74BA07190DB8}" type="slidenum">
              <a:rPr lang="en-US" altLang="en-US" smtClean="0"/>
              <a:pPr>
                <a:defRPr/>
              </a:pPr>
              <a:t>37</a:t>
            </a:fld>
            <a:endParaRPr lang="en-US" altLang="en-US"/>
          </a:p>
        </p:txBody>
      </p:sp>
      <p:pic>
        <p:nvPicPr>
          <p:cNvPr id="7" name="Picture 6">
            <a:extLst>
              <a:ext uri="{FF2B5EF4-FFF2-40B4-BE49-F238E27FC236}">
                <a16:creationId xmlns:a16="http://schemas.microsoft.com/office/drawing/2014/main" id="{FC9C4580-86CC-CF16-66CC-6C56B8EE78C8}"/>
              </a:ext>
            </a:extLst>
          </p:cNvPr>
          <p:cNvPicPr>
            <a:picLocks noChangeAspect="1"/>
          </p:cNvPicPr>
          <p:nvPr/>
        </p:nvPicPr>
        <p:blipFill>
          <a:blip r:embed="rId2"/>
          <a:stretch>
            <a:fillRect/>
          </a:stretch>
        </p:blipFill>
        <p:spPr>
          <a:xfrm>
            <a:off x="914400" y="838200"/>
            <a:ext cx="7448446" cy="4876800"/>
          </a:xfrm>
          <a:prstGeom prst="rect">
            <a:avLst/>
          </a:prstGeom>
        </p:spPr>
      </p:pic>
    </p:spTree>
    <p:extLst>
      <p:ext uri="{BB962C8B-B14F-4D97-AF65-F5344CB8AC3E}">
        <p14:creationId xmlns:p14="http://schemas.microsoft.com/office/powerpoint/2010/main" val="35212589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4EB1FA-4D6F-7976-F8B1-0B24D4927597}"/>
              </a:ext>
            </a:extLst>
          </p:cNvPr>
          <p:cNvSpPr>
            <a:spLocks noGrp="1"/>
          </p:cNvSpPr>
          <p:nvPr>
            <p:ph type="title"/>
          </p:nvPr>
        </p:nvSpPr>
        <p:spPr/>
        <p:txBody>
          <a:bodyPr/>
          <a:lstStyle/>
          <a:p>
            <a:r>
              <a:rPr lang="en-US" dirty="0"/>
              <a:t>To create your own architecture design </a:t>
            </a:r>
          </a:p>
        </p:txBody>
      </p:sp>
      <p:sp>
        <p:nvSpPr>
          <p:cNvPr id="3" name="Content Placeholder 2">
            <a:extLst>
              <a:ext uri="{FF2B5EF4-FFF2-40B4-BE49-F238E27FC236}">
                <a16:creationId xmlns:a16="http://schemas.microsoft.com/office/drawing/2014/main" id="{2275391F-3B84-8760-D5CE-DFCB052B202B}"/>
              </a:ext>
            </a:extLst>
          </p:cNvPr>
          <p:cNvSpPr>
            <a:spLocks noGrp="1"/>
          </p:cNvSpPr>
          <p:nvPr>
            <p:ph sz="quarter" idx="13"/>
          </p:nvPr>
        </p:nvSpPr>
        <p:spPr/>
        <p:txBody>
          <a:bodyPr/>
          <a:lstStyle/>
          <a:p>
            <a:r>
              <a:rPr lang="en-US" dirty="0"/>
              <a:t>https://www.edrawmax.com/architecture-diagram/create-architecture-diagram-online/</a:t>
            </a:r>
          </a:p>
        </p:txBody>
      </p:sp>
      <p:sp>
        <p:nvSpPr>
          <p:cNvPr id="4" name="Date Placeholder 3">
            <a:extLst>
              <a:ext uri="{FF2B5EF4-FFF2-40B4-BE49-F238E27FC236}">
                <a16:creationId xmlns:a16="http://schemas.microsoft.com/office/drawing/2014/main" id="{2C7B7A18-5CE5-B13E-249A-12BAD4960A0F}"/>
              </a:ext>
            </a:extLst>
          </p:cNvPr>
          <p:cNvSpPr>
            <a:spLocks noGrp="1"/>
          </p:cNvSpPr>
          <p:nvPr>
            <p:ph type="dt" sz="half" idx="10"/>
          </p:nvPr>
        </p:nvSpPr>
        <p:spPr/>
        <p:txBody>
          <a:bodyPr/>
          <a:lstStyle/>
          <a:p>
            <a:pPr>
              <a:defRPr/>
            </a:pPr>
            <a:fld id="{FF5480F7-A01B-4497-9686-67728E872290}" type="datetime4">
              <a:rPr lang="en-US" altLang="en-US" smtClean="0"/>
              <a:t>February 26, 2024</a:t>
            </a:fld>
            <a:endParaRPr lang="en-US" altLang="en-US"/>
          </a:p>
        </p:txBody>
      </p:sp>
      <p:sp>
        <p:nvSpPr>
          <p:cNvPr id="5" name="Slide Number Placeholder 4">
            <a:extLst>
              <a:ext uri="{FF2B5EF4-FFF2-40B4-BE49-F238E27FC236}">
                <a16:creationId xmlns:a16="http://schemas.microsoft.com/office/drawing/2014/main" id="{A8CB1E0C-9D22-77AA-9F76-F7E4DF1AD069}"/>
              </a:ext>
            </a:extLst>
          </p:cNvPr>
          <p:cNvSpPr>
            <a:spLocks noGrp="1"/>
          </p:cNvSpPr>
          <p:nvPr>
            <p:ph type="sldNum" sz="quarter" idx="12"/>
          </p:nvPr>
        </p:nvSpPr>
        <p:spPr/>
        <p:txBody>
          <a:bodyPr/>
          <a:lstStyle/>
          <a:p>
            <a:pPr>
              <a:defRPr/>
            </a:pPr>
            <a:fld id="{EAC1E9C5-179F-49B5-A20B-74BA07190DB8}" type="slidenum">
              <a:rPr lang="en-US" altLang="en-US" smtClean="0"/>
              <a:pPr>
                <a:defRPr/>
              </a:pPr>
              <a:t>38</a:t>
            </a:fld>
            <a:endParaRPr lang="en-US" altLang="en-US"/>
          </a:p>
        </p:txBody>
      </p:sp>
    </p:spTree>
    <p:extLst>
      <p:ext uri="{BB962C8B-B14F-4D97-AF65-F5344CB8AC3E}">
        <p14:creationId xmlns:p14="http://schemas.microsoft.com/office/powerpoint/2010/main" val="4160701193"/>
      </p:ext>
    </p:extLst>
  </p:cSld>
  <p:clrMapOvr>
    <a:masterClrMapping/>
  </p:clrMapOvr>
</p:sld>
</file>

<file path=ppt/theme/theme1.xml><?xml version="1.0" encoding="utf-8"?>
<a:theme xmlns:a="http://schemas.openxmlformats.org/drawingml/2006/main" name="Layers">
  <a:themeElements>
    <a:clrScheme name="Layers 6">
      <a:dk1>
        <a:srgbClr val="000000"/>
      </a:dk1>
      <a:lt1>
        <a:srgbClr val="FFFFE1"/>
      </a:lt1>
      <a:dk2>
        <a:srgbClr val="330033"/>
      </a:dk2>
      <a:lt2>
        <a:srgbClr val="330033"/>
      </a:lt2>
      <a:accent1>
        <a:srgbClr val="CCCC99"/>
      </a:accent1>
      <a:accent2>
        <a:srgbClr val="FF0000"/>
      </a:accent2>
      <a:accent3>
        <a:srgbClr val="FFFFEE"/>
      </a:accent3>
      <a:accent4>
        <a:srgbClr val="000000"/>
      </a:accent4>
      <a:accent5>
        <a:srgbClr val="E2E2CA"/>
      </a:accent5>
      <a:accent6>
        <a:srgbClr val="E70000"/>
      </a:accent6>
      <a:hlink>
        <a:srgbClr val="990033"/>
      </a:hlink>
      <a:folHlink>
        <a:srgbClr val="B2B2B2"/>
      </a:folHlink>
    </a:clrScheme>
    <a:fontScheme name="Layers">
      <a:majorFont>
        <a:latin typeface="Times New Roman"/>
        <a:ea typeface=""/>
        <a:cs typeface="Arial"/>
      </a:majorFont>
      <a:minorFont>
        <a:latin typeface="Arial"/>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0000" tIns="46800" rIns="90000" bIns="4680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th-TH" altLang="en-US" sz="1800" b="0" i="0" u="none" strike="noStrike" cap="none" normalizeH="0" baseline="0" smtClean="0">
            <a:ln>
              <a:noFill/>
            </a:ln>
            <a:solidFill>
              <a:schemeClr val="tx1"/>
            </a:solidFill>
            <a:effectLst/>
            <a:latin typeface="Arial" panose="020B0604020202020204" pitchFamily="34" charset="0"/>
            <a:ea typeface="Angsana New" panose="02020603050405020304" pitchFamily="18" charset="-34"/>
            <a:cs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0000" tIns="46800" rIns="90000" bIns="4680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th-TH" altLang="en-US" sz="1800" b="0" i="0" u="none" strike="noStrike" cap="none" normalizeH="0" baseline="0" smtClean="0">
            <a:ln>
              <a:noFill/>
            </a:ln>
            <a:solidFill>
              <a:schemeClr val="tx1"/>
            </a:solidFill>
            <a:effectLst/>
            <a:latin typeface="Arial" panose="020B0604020202020204" pitchFamily="34" charset="0"/>
            <a:ea typeface="Angsana New" panose="02020603050405020304" pitchFamily="18" charset="-34"/>
            <a:cs typeface="Arial" panose="020B0604020202020204" pitchFamily="34" charset="0"/>
          </a:defRPr>
        </a:defPPr>
      </a:lstStyle>
    </a:lnDef>
  </a:objectDefaults>
  <a:extraClrSchemeLst>
    <a:extraClrScheme>
      <a:clrScheme name="Layers 1">
        <a:dk1>
          <a:srgbClr val="993300"/>
        </a:dk1>
        <a:lt1>
          <a:srgbClr val="CCCCCC"/>
        </a:lt1>
        <a:dk2>
          <a:srgbClr val="000000"/>
        </a:dk2>
        <a:lt2>
          <a:srgbClr val="FFFFFF"/>
        </a:lt2>
        <a:accent1>
          <a:srgbClr val="576F2B"/>
        </a:accent1>
        <a:accent2>
          <a:srgbClr val="666699"/>
        </a:accent2>
        <a:accent3>
          <a:srgbClr val="AAAAAA"/>
        </a:accent3>
        <a:accent4>
          <a:srgbClr val="AEAEAE"/>
        </a:accent4>
        <a:accent5>
          <a:srgbClr val="B4BBAC"/>
        </a:accent5>
        <a:accent6>
          <a:srgbClr val="5C5C8A"/>
        </a:accent6>
        <a:hlink>
          <a:srgbClr val="993300"/>
        </a:hlink>
        <a:folHlink>
          <a:srgbClr val="CC9900"/>
        </a:folHlink>
      </a:clrScheme>
      <a:clrMap bg1="dk2" tx1="lt1" bg2="dk1" tx2="lt2" accent1="accent1" accent2="accent2" accent3="accent3" accent4="accent4" accent5="accent5" accent6="accent6" hlink="hlink" folHlink="folHlink"/>
    </a:extraClrScheme>
    <a:extraClrScheme>
      <a:clrScheme name="Layers 2">
        <a:dk1>
          <a:srgbClr val="993300"/>
        </a:dk1>
        <a:lt1>
          <a:srgbClr val="CCCCCC"/>
        </a:lt1>
        <a:dk2>
          <a:srgbClr val="330000"/>
        </a:dk2>
        <a:lt2>
          <a:srgbClr val="FFFFFF"/>
        </a:lt2>
        <a:accent1>
          <a:srgbClr val="996633"/>
        </a:accent1>
        <a:accent2>
          <a:srgbClr val="FF0000"/>
        </a:accent2>
        <a:accent3>
          <a:srgbClr val="ADAAAA"/>
        </a:accent3>
        <a:accent4>
          <a:srgbClr val="AEAEAE"/>
        </a:accent4>
        <a:accent5>
          <a:srgbClr val="CAB8AD"/>
        </a:accent5>
        <a:accent6>
          <a:srgbClr val="E70000"/>
        </a:accent6>
        <a:hlink>
          <a:srgbClr val="FF3300"/>
        </a:hlink>
        <a:folHlink>
          <a:srgbClr val="CC9933"/>
        </a:folHlink>
      </a:clrScheme>
      <a:clrMap bg1="dk2" tx1="lt1" bg2="dk1" tx2="lt2" accent1="accent1" accent2="accent2" accent3="accent3" accent4="accent4" accent5="accent5" accent6="accent6" hlink="hlink" folHlink="folHlink"/>
    </a:extraClrScheme>
    <a:extraClrScheme>
      <a:clrScheme name="Layers 3">
        <a:dk1>
          <a:srgbClr val="79788A"/>
        </a:dk1>
        <a:lt1>
          <a:srgbClr val="FFFFFF"/>
        </a:lt1>
        <a:dk2>
          <a:srgbClr val="21203C"/>
        </a:dk2>
        <a:lt2>
          <a:srgbClr val="FFFFCC"/>
        </a:lt2>
        <a:accent1>
          <a:srgbClr val="476077"/>
        </a:accent1>
        <a:accent2>
          <a:srgbClr val="676C5A"/>
        </a:accent2>
        <a:accent3>
          <a:srgbClr val="ABABAF"/>
        </a:accent3>
        <a:accent4>
          <a:srgbClr val="DADADA"/>
        </a:accent4>
        <a:accent5>
          <a:srgbClr val="B1B6BD"/>
        </a:accent5>
        <a:accent6>
          <a:srgbClr val="5D6151"/>
        </a:accent6>
        <a:hlink>
          <a:srgbClr val="666699"/>
        </a:hlink>
        <a:folHlink>
          <a:srgbClr val="8CB0A2"/>
        </a:folHlink>
      </a:clrScheme>
      <a:clrMap bg1="dk2" tx1="lt1" bg2="dk1" tx2="lt2" accent1="accent1" accent2="accent2" accent3="accent3" accent4="accent4" accent5="accent5" accent6="accent6" hlink="hlink" folHlink="folHlink"/>
    </a:extraClrScheme>
    <a:extraClrScheme>
      <a:clrScheme name="Layers 4">
        <a:dk1>
          <a:srgbClr val="455B41"/>
        </a:dk1>
        <a:lt1>
          <a:srgbClr val="FFFFCC"/>
        </a:lt1>
        <a:dk2>
          <a:srgbClr val="79A994"/>
        </a:dk2>
        <a:lt2>
          <a:srgbClr val="FFFFCC"/>
        </a:lt2>
        <a:accent1>
          <a:srgbClr val="517087"/>
        </a:accent1>
        <a:accent2>
          <a:srgbClr val="666699"/>
        </a:accent2>
        <a:accent3>
          <a:srgbClr val="BED1C8"/>
        </a:accent3>
        <a:accent4>
          <a:srgbClr val="DADAAE"/>
        </a:accent4>
        <a:accent5>
          <a:srgbClr val="B3BBC3"/>
        </a:accent5>
        <a:accent6>
          <a:srgbClr val="5C5C8A"/>
        </a:accent6>
        <a:hlink>
          <a:srgbClr val="993300"/>
        </a:hlink>
        <a:folHlink>
          <a:srgbClr val="A4AF6B"/>
        </a:folHlink>
      </a:clrScheme>
      <a:clrMap bg1="dk2" tx1="lt1" bg2="dk1" tx2="lt2" accent1="accent1" accent2="accent2" accent3="accent3" accent4="accent4" accent5="accent5" accent6="accent6" hlink="hlink" folHlink="folHlink"/>
    </a:extraClrScheme>
    <a:extraClrScheme>
      <a:clrScheme name="Layers 5">
        <a:dk1>
          <a:srgbClr val="330000"/>
        </a:dk1>
        <a:lt1>
          <a:srgbClr val="FF9900"/>
        </a:lt1>
        <a:dk2>
          <a:srgbClr val="FFFFFF"/>
        </a:dk2>
        <a:lt2>
          <a:srgbClr val="8B3111"/>
        </a:lt2>
        <a:accent1>
          <a:srgbClr val="DD6D07"/>
        </a:accent1>
        <a:accent2>
          <a:srgbClr val="CC9900"/>
        </a:accent2>
        <a:accent3>
          <a:srgbClr val="FFCAAA"/>
        </a:accent3>
        <a:accent4>
          <a:srgbClr val="2A0000"/>
        </a:accent4>
        <a:accent5>
          <a:srgbClr val="EBBAAA"/>
        </a:accent5>
        <a:accent6>
          <a:srgbClr val="B98A00"/>
        </a:accent6>
        <a:hlink>
          <a:srgbClr val="CC3300"/>
        </a:hlink>
        <a:folHlink>
          <a:srgbClr val="CCCC66"/>
        </a:folHlink>
      </a:clrScheme>
      <a:clrMap bg1="lt1" tx1="dk1" bg2="lt2" tx2="dk2" accent1="accent1" accent2="accent2" accent3="accent3" accent4="accent4" accent5="accent5" accent6="accent6" hlink="hlink" folHlink="folHlink"/>
    </a:extraClrScheme>
    <a:extraClrScheme>
      <a:clrScheme name="Layers 6">
        <a:dk1>
          <a:srgbClr val="000000"/>
        </a:dk1>
        <a:lt1>
          <a:srgbClr val="FFFFE1"/>
        </a:lt1>
        <a:dk2>
          <a:srgbClr val="330033"/>
        </a:dk2>
        <a:lt2>
          <a:srgbClr val="330033"/>
        </a:lt2>
        <a:accent1>
          <a:srgbClr val="CCCC99"/>
        </a:accent1>
        <a:accent2>
          <a:srgbClr val="FF0000"/>
        </a:accent2>
        <a:accent3>
          <a:srgbClr val="FFFFEE"/>
        </a:accent3>
        <a:accent4>
          <a:srgbClr val="000000"/>
        </a:accent4>
        <a:accent5>
          <a:srgbClr val="E2E2CA"/>
        </a:accent5>
        <a:accent6>
          <a:srgbClr val="E70000"/>
        </a:accent6>
        <a:hlink>
          <a:srgbClr val="990033"/>
        </a:hlink>
        <a:folHlink>
          <a:srgbClr val="B2B2B2"/>
        </a:folHlink>
      </a:clrScheme>
      <a:clrMap bg1="lt1" tx1="dk1" bg2="lt2" tx2="dk2" accent1="accent1" accent2="accent2" accent3="accent3" accent4="accent4" accent5="accent5" accent6="accent6" hlink="hlink" folHlink="folHlink"/>
    </a:extraClrScheme>
    <a:extraClrScheme>
      <a:clrScheme name="Layers 7">
        <a:dk1>
          <a:srgbClr val="000000"/>
        </a:dk1>
        <a:lt1>
          <a:srgbClr val="FFFFFF"/>
        </a:lt1>
        <a:dk2>
          <a:srgbClr val="000000"/>
        </a:dk2>
        <a:lt2>
          <a:srgbClr val="891411"/>
        </a:lt2>
        <a:accent1>
          <a:srgbClr val="4F917E"/>
        </a:accent1>
        <a:accent2>
          <a:srgbClr val="CC9900"/>
        </a:accent2>
        <a:accent3>
          <a:srgbClr val="FFFFFF"/>
        </a:accent3>
        <a:accent4>
          <a:srgbClr val="000000"/>
        </a:accent4>
        <a:accent5>
          <a:srgbClr val="B2C7C0"/>
        </a:accent5>
        <a:accent6>
          <a:srgbClr val="B98A00"/>
        </a:accent6>
        <a:hlink>
          <a:srgbClr val="5A84D8"/>
        </a:hlink>
        <a:folHlink>
          <a:srgbClr val="A0C6BA"/>
        </a:folHlink>
      </a:clrScheme>
      <a:clrMap bg1="lt1" tx1="dk1" bg2="lt2" tx2="dk2" accent1="accent1" accent2="accent2" accent3="accent3" accent4="accent4" accent5="accent5" accent6="accent6" hlink="hlink" folHlink="folHlink"/>
    </a:extraClrScheme>
    <a:extraClrScheme>
      <a:clrScheme name="Layers 8">
        <a:dk1>
          <a:srgbClr val="000000"/>
        </a:dk1>
        <a:lt1>
          <a:srgbClr val="FFFFFF"/>
        </a:lt1>
        <a:dk2>
          <a:srgbClr val="CC0000"/>
        </a:dk2>
        <a:lt2>
          <a:srgbClr val="999966"/>
        </a:lt2>
        <a:accent1>
          <a:srgbClr val="CCCCCC"/>
        </a:accent1>
        <a:accent2>
          <a:srgbClr val="CCCC66"/>
        </a:accent2>
        <a:accent3>
          <a:srgbClr val="FFFFFF"/>
        </a:accent3>
        <a:accent4>
          <a:srgbClr val="000000"/>
        </a:accent4>
        <a:accent5>
          <a:srgbClr val="E2E2E2"/>
        </a:accent5>
        <a:accent6>
          <a:srgbClr val="B9B95C"/>
        </a:accent6>
        <a:hlink>
          <a:srgbClr val="666699"/>
        </a:hlink>
        <a:folHlink>
          <a:srgbClr val="CCCC99"/>
        </a:folHlink>
      </a:clrScheme>
      <a:clrMap bg1="lt1" tx1="dk1" bg2="lt2" tx2="dk2" accent1="accent1" accent2="accent2" accent3="accent3" accent4="accent4" accent5="accent5" accent6="accent6" hlink="hlink" folHlink="folHlink"/>
    </a:extraClrScheme>
    <a:extraClrScheme>
      <a:clrScheme name="Layers 9">
        <a:dk1>
          <a:srgbClr val="000000"/>
        </a:dk1>
        <a:lt1>
          <a:srgbClr val="FFFFFF"/>
        </a:lt1>
        <a:dk2>
          <a:srgbClr val="FF0000"/>
        </a:dk2>
        <a:lt2>
          <a:srgbClr val="009999"/>
        </a:lt2>
        <a:accent1>
          <a:srgbClr val="C7B505"/>
        </a:accent1>
        <a:accent2>
          <a:srgbClr val="FFFF66"/>
        </a:accent2>
        <a:accent3>
          <a:srgbClr val="FFFFFF"/>
        </a:accent3>
        <a:accent4>
          <a:srgbClr val="000000"/>
        </a:accent4>
        <a:accent5>
          <a:srgbClr val="E0D7AA"/>
        </a:accent5>
        <a:accent6>
          <a:srgbClr val="E7E75C"/>
        </a:accent6>
        <a:hlink>
          <a:srgbClr val="5A84D8"/>
        </a:hlink>
        <a:folHlink>
          <a:srgbClr val="A0C6BA"/>
        </a:folHlink>
      </a:clrScheme>
      <a:clrMap bg1="lt1" tx1="dk1" bg2="lt2" tx2="dk2" accent1="accent1" accent2="accent2" accent3="accent3" accent4="accent4" accent5="accent5" accent6="accent6" hlink="hlink" folHlink="folHlink"/>
    </a:extraClrScheme>
    <a:extraClrScheme>
      <a:clrScheme name="Layers 10">
        <a:dk1>
          <a:srgbClr val="000000"/>
        </a:dk1>
        <a:lt1>
          <a:srgbClr val="FFFFFF"/>
        </a:lt1>
        <a:dk2>
          <a:srgbClr val="660033"/>
        </a:dk2>
        <a:lt2>
          <a:srgbClr val="666699"/>
        </a:lt2>
        <a:accent1>
          <a:srgbClr val="95A3D1"/>
        </a:accent1>
        <a:accent2>
          <a:srgbClr val="FFFF66"/>
        </a:accent2>
        <a:accent3>
          <a:srgbClr val="FFFFFF"/>
        </a:accent3>
        <a:accent4>
          <a:srgbClr val="000000"/>
        </a:accent4>
        <a:accent5>
          <a:srgbClr val="C8CEE5"/>
        </a:accent5>
        <a:accent6>
          <a:srgbClr val="E7E75C"/>
        </a:accent6>
        <a:hlink>
          <a:srgbClr val="5A84D8"/>
        </a:hlink>
        <a:folHlink>
          <a:srgbClr val="CCCC9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Advantage">
  <a:themeElements>
    <a:clrScheme name="Advantage">
      <a:dk1>
        <a:sysClr val="windowText" lastClr="000000"/>
      </a:dk1>
      <a:lt1>
        <a:sysClr val="window" lastClr="FFFFFF"/>
      </a:lt1>
      <a:dk2>
        <a:srgbClr val="2B142D"/>
      </a:dk2>
      <a:lt2>
        <a:srgbClr val="C3AFCC"/>
      </a:lt2>
      <a:accent1>
        <a:srgbClr val="663366"/>
      </a:accent1>
      <a:accent2>
        <a:srgbClr val="330F42"/>
      </a:accent2>
      <a:accent3>
        <a:srgbClr val="666699"/>
      </a:accent3>
      <a:accent4>
        <a:srgbClr val="999966"/>
      </a:accent4>
      <a:accent5>
        <a:srgbClr val="F7901E"/>
      </a:accent5>
      <a:accent6>
        <a:srgbClr val="A3A101"/>
      </a:accent6>
      <a:hlink>
        <a:srgbClr val="BC5FBC"/>
      </a:hlink>
      <a:folHlink>
        <a:srgbClr val="9775A7"/>
      </a:folHlink>
    </a:clrScheme>
    <a:fontScheme name="Advantage">
      <a:majorFont>
        <a:latin typeface="Rockwell"/>
        <a:ea typeface=""/>
        <a:cs typeface=""/>
        <a:font script="Jpan" typeface="ＭＳ ゴシック"/>
      </a:majorFont>
      <a:minorFont>
        <a:latin typeface="Rockwell"/>
        <a:ea typeface=""/>
        <a:cs typeface=""/>
        <a:font script="Jpan" typeface="ＭＳ ゴシック"/>
      </a:minorFont>
    </a:fontScheme>
    <a:fmtScheme name="Advantage">
      <a:fillStyleLst>
        <a:solidFill>
          <a:schemeClr val="phClr"/>
        </a:solidFill>
        <a:gradFill rotWithShape="1">
          <a:gsLst>
            <a:gs pos="0">
              <a:schemeClr val="phClr">
                <a:tint val="100000"/>
                <a:shade val="40000"/>
                <a:alpha val="100000"/>
                <a:satMod val="150000"/>
                <a:lumMod val="100000"/>
              </a:schemeClr>
            </a:gs>
            <a:gs pos="100000">
              <a:schemeClr val="phClr">
                <a:tint val="70000"/>
                <a:shade val="100000"/>
                <a:alpha val="100000"/>
                <a:satMod val="200000"/>
                <a:lumMod val="100000"/>
              </a:schemeClr>
            </a:gs>
          </a:gsLst>
          <a:lin ang="6000000" scaled="1"/>
        </a:gradFill>
        <a:gradFill rotWithShape="1">
          <a:gsLst>
            <a:gs pos="0">
              <a:schemeClr val="phClr">
                <a:shade val="40000"/>
                <a:alpha val="100000"/>
                <a:satMod val="150000"/>
                <a:lumMod val="100000"/>
              </a:schemeClr>
            </a:gs>
            <a:gs pos="100000">
              <a:schemeClr val="phClr">
                <a:tint val="70000"/>
                <a:shade val="100000"/>
                <a:alpha val="100000"/>
                <a:satMod val="200000"/>
                <a:lumMod val="100000"/>
              </a:schemeClr>
            </a:gs>
          </a:gsLst>
          <a:lin ang="54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innerShdw blurRad="50800" dist="25400" dir="13500000">
              <a:srgbClr val="FFFFFF">
                <a:alpha val="75000"/>
              </a:srgbClr>
            </a:innerShdw>
            <a:outerShdw blurRad="63500" dist="25400" dir="5400000" rotWithShape="0">
              <a:srgbClr val="808080">
                <a:alpha val="75000"/>
              </a:srgbClr>
            </a:outerShdw>
          </a:effectLst>
        </a:effectStyle>
        <a:effectStyle>
          <a:effectLst/>
          <a:scene3d>
            <a:camera prst="orthographicFront">
              <a:rot lat="0" lon="0" rev="0"/>
            </a:camera>
            <a:lightRig rig="twoPt" dir="tl">
              <a:rot lat="0" lon="0" rev="4500000"/>
            </a:lightRig>
          </a:scene3d>
          <a:sp3d>
            <a:bevelT w="63500" h="50800"/>
          </a:sp3d>
        </a:effectStyle>
      </a:effectStyleLst>
      <a:bgFillStyleLst>
        <a:solidFill>
          <a:schemeClr val="phClr"/>
        </a:solidFill>
        <a:gradFill rotWithShape="1">
          <a:gsLst>
            <a:gs pos="0">
              <a:schemeClr val="phClr">
                <a:tint val="40000"/>
                <a:satMod val="1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1_Layers">
  <a:themeElements>
    <a:clrScheme name="Layers 6">
      <a:dk1>
        <a:srgbClr val="000000"/>
      </a:dk1>
      <a:lt1>
        <a:srgbClr val="FFFFE1"/>
      </a:lt1>
      <a:dk2>
        <a:srgbClr val="330033"/>
      </a:dk2>
      <a:lt2>
        <a:srgbClr val="330033"/>
      </a:lt2>
      <a:accent1>
        <a:srgbClr val="CCCC99"/>
      </a:accent1>
      <a:accent2>
        <a:srgbClr val="FF0000"/>
      </a:accent2>
      <a:accent3>
        <a:srgbClr val="FFFFEE"/>
      </a:accent3>
      <a:accent4>
        <a:srgbClr val="000000"/>
      </a:accent4>
      <a:accent5>
        <a:srgbClr val="E2E2CA"/>
      </a:accent5>
      <a:accent6>
        <a:srgbClr val="E70000"/>
      </a:accent6>
      <a:hlink>
        <a:srgbClr val="990033"/>
      </a:hlink>
      <a:folHlink>
        <a:srgbClr val="B2B2B2"/>
      </a:folHlink>
    </a:clrScheme>
    <a:fontScheme name="Layers">
      <a:majorFont>
        <a:latin typeface="Times New Roman"/>
        <a:ea typeface=""/>
        <a:cs typeface="Arial"/>
      </a:majorFont>
      <a:minorFont>
        <a:latin typeface="Arial"/>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0000" tIns="46800" rIns="90000" bIns="4680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th-TH" altLang="en-US" sz="1800" b="0" i="0" u="none" strike="noStrike" cap="none" normalizeH="0" baseline="0" smtClean="0">
            <a:ln>
              <a:noFill/>
            </a:ln>
            <a:solidFill>
              <a:schemeClr val="tx1"/>
            </a:solidFill>
            <a:effectLst/>
            <a:latin typeface="Arial" panose="020B0604020202020204" pitchFamily="34" charset="0"/>
            <a:ea typeface="Angsana New" panose="020B0502040204020203" pitchFamily="18" charset="-34"/>
            <a:cs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0000" tIns="46800" rIns="90000" bIns="4680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th-TH" altLang="en-US" sz="1800" b="0" i="0" u="none" strike="noStrike" cap="none" normalizeH="0" baseline="0" smtClean="0">
            <a:ln>
              <a:noFill/>
            </a:ln>
            <a:solidFill>
              <a:schemeClr val="tx1"/>
            </a:solidFill>
            <a:effectLst/>
            <a:latin typeface="Arial" panose="020B0604020202020204" pitchFamily="34" charset="0"/>
            <a:ea typeface="Angsana New" panose="020B0502040204020203" pitchFamily="18" charset="-34"/>
            <a:cs typeface="Arial" panose="020B0604020202020204" pitchFamily="34" charset="0"/>
          </a:defRPr>
        </a:defPPr>
      </a:lstStyle>
    </a:lnDef>
  </a:objectDefaults>
  <a:extraClrSchemeLst>
    <a:extraClrScheme>
      <a:clrScheme name="Layers 1">
        <a:dk1>
          <a:srgbClr val="993300"/>
        </a:dk1>
        <a:lt1>
          <a:srgbClr val="CCCCCC"/>
        </a:lt1>
        <a:dk2>
          <a:srgbClr val="000000"/>
        </a:dk2>
        <a:lt2>
          <a:srgbClr val="FFFFFF"/>
        </a:lt2>
        <a:accent1>
          <a:srgbClr val="576F2B"/>
        </a:accent1>
        <a:accent2>
          <a:srgbClr val="666699"/>
        </a:accent2>
        <a:accent3>
          <a:srgbClr val="AAAAAA"/>
        </a:accent3>
        <a:accent4>
          <a:srgbClr val="AEAEAE"/>
        </a:accent4>
        <a:accent5>
          <a:srgbClr val="B4BBAC"/>
        </a:accent5>
        <a:accent6>
          <a:srgbClr val="5C5C8A"/>
        </a:accent6>
        <a:hlink>
          <a:srgbClr val="993300"/>
        </a:hlink>
        <a:folHlink>
          <a:srgbClr val="CC9900"/>
        </a:folHlink>
      </a:clrScheme>
      <a:clrMap bg1="dk2" tx1="lt1" bg2="dk1" tx2="lt2" accent1="accent1" accent2="accent2" accent3="accent3" accent4="accent4" accent5="accent5" accent6="accent6" hlink="hlink" folHlink="folHlink"/>
    </a:extraClrScheme>
    <a:extraClrScheme>
      <a:clrScheme name="Layers 2">
        <a:dk1>
          <a:srgbClr val="993300"/>
        </a:dk1>
        <a:lt1>
          <a:srgbClr val="CCCCCC"/>
        </a:lt1>
        <a:dk2>
          <a:srgbClr val="330000"/>
        </a:dk2>
        <a:lt2>
          <a:srgbClr val="FFFFFF"/>
        </a:lt2>
        <a:accent1>
          <a:srgbClr val="996633"/>
        </a:accent1>
        <a:accent2>
          <a:srgbClr val="FF0000"/>
        </a:accent2>
        <a:accent3>
          <a:srgbClr val="ADAAAA"/>
        </a:accent3>
        <a:accent4>
          <a:srgbClr val="AEAEAE"/>
        </a:accent4>
        <a:accent5>
          <a:srgbClr val="CAB8AD"/>
        </a:accent5>
        <a:accent6>
          <a:srgbClr val="E70000"/>
        </a:accent6>
        <a:hlink>
          <a:srgbClr val="FF3300"/>
        </a:hlink>
        <a:folHlink>
          <a:srgbClr val="CC9933"/>
        </a:folHlink>
      </a:clrScheme>
      <a:clrMap bg1="dk2" tx1="lt1" bg2="dk1" tx2="lt2" accent1="accent1" accent2="accent2" accent3="accent3" accent4="accent4" accent5="accent5" accent6="accent6" hlink="hlink" folHlink="folHlink"/>
    </a:extraClrScheme>
    <a:extraClrScheme>
      <a:clrScheme name="Layers 3">
        <a:dk1>
          <a:srgbClr val="79788A"/>
        </a:dk1>
        <a:lt1>
          <a:srgbClr val="FFFFFF"/>
        </a:lt1>
        <a:dk2>
          <a:srgbClr val="21203C"/>
        </a:dk2>
        <a:lt2>
          <a:srgbClr val="FFFFCC"/>
        </a:lt2>
        <a:accent1>
          <a:srgbClr val="476077"/>
        </a:accent1>
        <a:accent2>
          <a:srgbClr val="676C5A"/>
        </a:accent2>
        <a:accent3>
          <a:srgbClr val="ABABAF"/>
        </a:accent3>
        <a:accent4>
          <a:srgbClr val="DADADA"/>
        </a:accent4>
        <a:accent5>
          <a:srgbClr val="B1B6BD"/>
        </a:accent5>
        <a:accent6>
          <a:srgbClr val="5D6151"/>
        </a:accent6>
        <a:hlink>
          <a:srgbClr val="666699"/>
        </a:hlink>
        <a:folHlink>
          <a:srgbClr val="8CB0A2"/>
        </a:folHlink>
      </a:clrScheme>
      <a:clrMap bg1="dk2" tx1="lt1" bg2="dk1" tx2="lt2" accent1="accent1" accent2="accent2" accent3="accent3" accent4="accent4" accent5="accent5" accent6="accent6" hlink="hlink" folHlink="folHlink"/>
    </a:extraClrScheme>
    <a:extraClrScheme>
      <a:clrScheme name="Layers 4">
        <a:dk1>
          <a:srgbClr val="455B41"/>
        </a:dk1>
        <a:lt1>
          <a:srgbClr val="FFFFCC"/>
        </a:lt1>
        <a:dk2>
          <a:srgbClr val="79A994"/>
        </a:dk2>
        <a:lt2>
          <a:srgbClr val="FFFFCC"/>
        </a:lt2>
        <a:accent1>
          <a:srgbClr val="517087"/>
        </a:accent1>
        <a:accent2>
          <a:srgbClr val="666699"/>
        </a:accent2>
        <a:accent3>
          <a:srgbClr val="BED1C8"/>
        </a:accent3>
        <a:accent4>
          <a:srgbClr val="DADAAE"/>
        </a:accent4>
        <a:accent5>
          <a:srgbClr val="B3BBC3"/>
        </a:accent5>
        <a:accent6>
          <a:srgbClr val="5C5C8A"/>
        </a:accent6>
        <a:hlink>
          <a:srgbClr val="993300"/>
        </a:hlink>
        <a:folHlink>
          <a:srgbClr val="A4AF6B"/>
        </a:folHlink>
      </a:clrScheme>
      <a:clrMap bg1="dk2" tx1="lt1" bg2="dk1" tx2="lt2" accent1="accent1" accent2="accent2" accent3="accent3" accent4="accent4" accent5="accent5" accent6="accent6" hlink="hlink" folHlink="folHlink"/>
    </a:extraClrScheme>
    <a:extraClrScheme>
      <a:clrScheme name="Layers 5">
        <a:dk1>
          <a:srgbClr val="330000"/>
        </a:dk1>
        <a:lt1>
          <a:srgbClr val="FF9900"/>
        </a:lt1>
        <a:dk2>
          <a:srgbClr val="FFFFFF"/>
        </a:dk2>
        <a:lt2>
          <a:srgbClr val="8B3111"/>
        </a:lt2>
        <a:accent1>
          <a:srgbClr val="DD6D07"/>
        </a:accent1>
        <a:accent2>
          <a:srgbClr val="CC9900"/>
        </a:accent2>
        <a:accent3>
          <a:srgbClr val="FFCAAA"/>
        </a:accent3>
        <a:accent4>
          <a:srgbClr val="2A0000"/>
        </a:accent4>
        <a:accent5>
          <a:srgbClr val="EBBAAA"/>
        </a:accent5>
        <a:accent6>
          <a:srgbClr val="B98A00"/>
        </a:accent6>
        <a:hlink>
          <a:srgbClr val="CC3300"/>
        </a:hlink>
        <a:folHlink>
          <a:srgbClr val="CCCC66"/>
        </a:folHlink>
      </a:clrScheme>
      <a:clrMap bg1="lt1" tx1="dk1" bg2="lt2" tx2="dk2" accent1="accent1" accent2="accent2" accent3="accent3" accent4="accent4" accent5="accent5" accent6="accent6" hlink="hlink" folHlink="folHlink"/>
    </a:extraClrScheme>
    <a:extraClrScheme>
      <a:clrScheme name="Layers 6">
        <a:dk1>
          <a:srgbClr val="000000"/>
        </a:dk1>
        <a:lt1>
          <a:srgbClr val="FFFFE1"/>
        </a:lt1>
        <a:dk2>
          <a:srgbClr val="330033"/>
        </a:dk2>
        <a:lt2>
          <a:srgbClr val="330033"/>
        </a:lt2>
        <a:accent1>
          <a:srgbClr val="CCCC99"/>
        </a:accent1>
        <a:accent2>
          <a:srgbClr val="FF0000"/>
        </a:accent2>
        <a:accent3>
          <a:srgbClr val="FFFFEE"/>
        </a:accent3>
        <a:accent4>
          <a:srgbClr val="000000"/>
        </a:accent4>
        <a:accent5>
          <a:srgbClr val="E2E2CA"/>
        </a:accent5>
        <a:accent6>
          <a:srgbClr val="E70000"/>
        </a:accent6>
        <a:hlink>
          <a:srgbClr val="990033"/>
        </a:hlink>
        <a:folHlink>
          <a:srgbClr val="B2B2B2"/>
        </a:folHlink>
      </a:clrScheme>
      <a:clrMap bg1="lt1" tx1="dk1" bg2="lt2" tx2="dk2" accent1="accent1" accent2="accent2" accent3="accent3" accent4="accent4" accent5="accent5" accent6="accent6" hlink="hlink" folHlink="folHlink"/>
    </a:extraClrScheme>
    <a:extraClrScheme>
      <a:clrScheme name="Layers 7">
        <a:dk1>
          <a:srgbClr val="000000"/>
        </a:dk1>
        <a:lt1>
          <a:srgbClr val="FFFFFF"/>
        </a:lt1>
        <a:dk2>
          <a:srgbClr val="000000"/>
        </a:dk2>
        <a:lt2>
          <a:srgbClr val="891411"/>
        </a:lt2>
        <a:accent1>
          <a:srgbClr val="4F917E"/>
        </a:accent1>
        <a:accent2>
          <a:srgbClr val="CC9900"/>
        </a:accent2>
        <a:accent3>
          <a:srgbClr val="FFFFFF"/>
        </a:accent3>
        <a:accent4>
          <a:srgbClr val="000000"/>
        </a:accent4>
        <a:accent5>
          <a:srgbClr val="B2C7C0"/>
        </a:accent5>
        <a:accent6>
          <a:srgbClr val="B98A00"/>
        </a:accent6>
        <a:hlink>
          <a:srgbClr val="5A84D8"/>
        </a:hlink>
        <a:folHlink>
          <a:srgbClr val="A0C6BA"/>
        </a:folHlink>
      </a:clrScheme>
      <a:clrMap bg1="lt1" tx1="dk1" bg2="lt2" tx2="dk2" accent1="accent1" accent2="accent2" accent3="accent3" accent4="accent4" accent5="accent5" accent6="accent6" hlink="hlink" folHlink="folHlink"/>
    </a:extraClrScheme>
    <a:extraClrScheme>
      <a:clrScheme name="Layers 8">
        <a:dk1>
          <a:srgbClr val="000000"/>
        </a:dk1>
        <a:lt1>
          <a:srgbClr val="FFFFFF"/>
        </a:lt1>
        <a:dk2>
          <a:srgbClr val="CC0000"/>
        </a:dk2>
        <a:lt2>
          <a:srgbClr val="999966"/>
        </a:lt2>
        <a:accent1>
          <a:srgbClr val="CCCCCC"/>
        </a:accent1>
        <a:accent2>
          <a:srgbClr val="CCCC66"/>
        </a:accent2>
        <a:accent3>
          <a:srgbClr val="FFFFFF"/>
        </a:accent3>
        <a:accent4>
          <a:srgbClr val="000000"/>
        </a:accent4>
        <a:accent5>
          <a:srgbClr val="E2E2E2"/>
        </a:accent5>
        <a:accent6>
          <a:srgbClr val="B9B95C"/>
        </a:accent6>
        <a:hlink>
          <a:srgbClr val="666699"/>
        </a:hlink>
        <a:folHlink>
          <a:srgbClr val="CCCC99"/>
        </a:folHlink>
      </a:clrScheme>
      <a:clrMap bg1="lt1" tx1="dk1" bg2="lt2" tx2="dk2" accent1="accent1" accent2="accent2" accent3="accent3" accent4="accent4" accent5="accent5" accent6="accent6" hlink="hlink" folHlink="folHlink"/>
    </a:extraClrScheme>
    <a:extraClrScheme>
      <a:clrScheme name="Layers 9">
        <a:dk1>
          <a:srgbClr val="000000"/>
        </a:dk1>
        <a:lt1>
          <a:srgbClr val="FFFFFF"/>
        </a:lt1>
        <a:dk2>
          <a:srgbClr val="FF0000"/>
        </a:dk2>
        <a:lt2>
          <a:srgbClr val="009999"/>
        </a:lt2>
        <a:accent1>
          <a:srgbClr val="C7B505"/>
        </a:accent1>
        <a:accent2>
          <a:srgbClr val="FFFF66"/>
        </a:accent2>
        <a:accent3>
          <a:srgbClr val="FFFFFF"/>
        </a:accent3>
        <a:accent4>
          <a:srgbClr val="000000"/>
        </a:accent4>
        <a:accent5>
          <a:srgbClr val="E0D7AA"/>
        </a:accent5>
        <a:accent6>
          <a:srgbClr val="E7E75C"/>
        </a:accent6>
        <a:hlink>
          <a:srgbClr val="5A84D8"/>
        </a:hlink>
        <a:folHlink>
          <a:srgbClr val="A0C6BA"/>
        </a:folHlink>
      </a:clrScheme>
      <a:clrMap bg1="lt1" tx1="dk1" bg2="lt2" tx2="dk2" accent1="accent1" accent2="accent2" accent3="accent3" accent4="accent4" accent5="accent5" accent6="accent6" hlink="hlink" folHlink="folHlink"/>
    </a:extraClrScheme>
    <a:extraClrScheme>
      <a:clrScheme name="Layers 10">
        <a:dk1>
          <a:srgbClr val="000000"/>
        </a:dk1>
        <a:lt1>
          <a:srgbClr val="FFFFFF"/>
        </a:lt1>
        <a:dk2>
          <a:srgbClr val="660033"/>
        </a:dk2>
        <a:lt2>
          <a:srgbClr val="666699"/>
        </a:lt2>
        <a:accent1>
          <a:srgbClr val="95A3D1"/>
        </a:accent1>
        <a:accent2>
          <a:srgbClr val="FFFF66"/>
        </a:accent2>
        <a:accent3>
          <a:srgbClr val="FFFFFF"/>
        </a:accent3>
        <a:accent4>
          <a:srgbClr val="000000"/>
        </a:accent4>
        <a:accent5>
          <a:srgbClr val="C8CEE5"/>
        </a:accent5>
        <a:accent6>
          <a:srgbClr val="E7E75C"/>
        </a:accent6>
        <a:hlink>
          <a:srgbClr val="5A84D8"/>
        </a:hlink>
        <a:folHlink>
          <a:srgbClr val="CCCC9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iab97">
  <a:themeElements>
    <a:clrScheme name="">
      <a:dk1>
        <a:srgbClr val="000000"/>
      </a:dk1>
      <a:lt1>
        <a:srgbClr val="FFFFFF"/>
      </a:lt1>
      <a:dk2>
        <a:srgbClr val="000082"/>
      </a:dk2>
      <a:lt2>
        <a:srgbClr val="C0C0C0"/>
      </a:lt2>
      <a:accent1>
        <a:srgbClr val="D01608"/>
      </a:accent1>
      <a:accent2>
        <a:srgbClr val="000082"/>
      </a:accent2>
      <a:accent3>
        <a:srgbClr val="FFFFFF"/>
      </a:accent3>
      <a:accent4>
        <a:srgbClr val="000000"/>
      </a:accent4>
      <a:accent5>
        <a:srgbClr val="E4ABAA"/>
      </a:accent5>
      <a:accent6>
        <a:srgbClr val="000075"/>
      </a:accent6>
      <a:hlink>
        <a:srgbClr val="00C000"/>
      </a:hlink>
      <a:folHlink>
        <a:srgbClr val="800080"/>
      </a:folHlink>
    </a:clrScheme>
    <a:fontScheme name="iab97">
      <a:majorFont>
        <a:latin typeface="Book Antiqua"/>
        <a:ea typeface="新細明體"/>
        <a:cs typeface=""/>
      </a:majorFont>
      <a:minorFont>
        <a:latin typeface="Book Antiqua"/>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400" b="0" i="1" u="sng" strike="noStrike" cap="none" normalizeH="0" baseline="0" smtClean="0">
            <a:ln>
              <a:noFill/>
            </a:ln>
            <a:solidFill>
              <a:srgbClr val="003366"/>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400" b="0" i="1" u="sng" strike="noStrike" cap="none" normalizeH="0" baseline="0" smtClean="0">
            <a:ln>
              <a:noFill/>
            </a:ln>
            <a:solidFill>
              <a:srgbClr val="003366"/>
            </a:solidFill>
            <a:effectLst/>
            <a:latin typeface="Times New Roman" pitchFamily="18" charset="0"/>
          </a:defRPr>
        </a:defPPr>
      </a:lstStyle>
    </a:lnDef>
  </a:objectDefaults>
  <a:extraClrSchemeLst>
    <a:extraClrScheme>
      <a:clrScheme name="iab97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iab97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iab97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iab97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iab97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iab97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iab97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自訂設計">
  <a:themeElements>
    <a:clrScheme name="自訂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訂設計">
      <a:majorFont>
        <a:latin typeface="Arial"/>
        <a:ea typeface="新細明體"/>
        <a:cs typeface=""/>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400" b="0" i="1" u="sng" strike="noStrike" cap="none" normalizeH="0" baseline="0" smtClean="0">
            <a:ln>
              <a:noFill/>
            </a:ln>
            <a:solidFill>
              <a:srgbClr val="003366"/>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400" b="0" i="1" u="sng" strike="noStrike" cap="none" normalizeH="0" baseline="0" smtClean="0">
            <a:ln>
              <a:noFill/>
            </a:ln>
            <a:solidFill>
              <a:srgbClr val="003366"/>
            </a:solidFill>
            <a:effectLst/>
            <a:latin typeface="Times New Roman" pitchFamily="18" charset="0"/>
          </a:defRPr>
        </a:defPPr>
      </a:lstStyle>
    </a:lnDef>
  </a:objectDefaults>
  <a:extraClrSchemeLst>
    <a:extraClrScheme>
      <a:clrScheme name="自訂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訂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訂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訂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訂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訂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訂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訂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訂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訂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訂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訂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7.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3662</TotalTime>
  <Words>1514</Words>
  <Application>Microsoft Office PowerPoint</Application>
  <PresentationFormat>On-screen Show (4:3)</PresentationFormat>
  <Paragraphs>201</Paragraphs>
  <Slides>38</Slides>
  <Notes>1</Notes>
  <HiddenSlides>0</HiddenSlides>
  <MMClips>0</MMClips>
  <ScaleCrop>false</ScaleCrop>
  <HeadingPairs>
    <vt:vector size="6" baseType="variant">
      <vt:variant>
        <vt:lpstr>Fonts Used</vt:lpstr>
      </vt:variant>
      <vt:variant>
        <vt:i4>12</vt:i4>
      </vt:variant>
      <vt:variant>
        <vt:lpstr>Theme</vt:lpstr>
      </vt:variant>
      <vt:variant>
        <vt:i4>6</vt:i4>
      </vt:variant>
      <vt:variant>
        <vt:lpstr>Slide Titles</vt:lpstr>
      </vt:variant>
      <vt:variant>
        <vt:i4>38</vt:i4>
      </vt:variant>
    </vt:vector>
  </HeadingPairs>
  <TitlesOfParts>
    <vt:vector size="56" baseType="lpstr">
      <vt:lpstr>Arial</vt:lpstr>
      <vt:lpstr>Book Antiqua</vt:lpstr>
      <vt:lpstr>Georgia</vt:lpstr>
      <vt:lpstr>inter-bold</vt:lpstr>
      <vt:lpstr>inter-regular</vt:lpstr>
      <vt:lpstr>Nunito</vt:lpstr>
      <vt:lpstr>Rockwell</vt:lpstr>
      <vt:lpstr>Söhne</vt:lpstr>
      <vt:lpstr>Times New Roman</vt:lpstr>
      <vt:lpstr>Tw Cen MT</vt:lpstr>
      <vt:lpstr>Wingdings</vt:lpstr>
      <vt:lpstr>Wingdings 2</vt:lpstr>
      <vt:lpstr>Layers</vt:lpstr>
      <vt:lpstr>Advantage</vt:lpstr>
      <vt:lpstr>1_Layers</vt:lpstr>
      <vt:lpstr>iab97</vt:lpstr>
      <vt:lpstr>自訂設計</vt:lpstr>
      <vt:lpstr>Droplet</vt:lpstr>
      <vt:lpstr>Software Design and Arcitecture(SDA) Lecture 1(b)</vt:lpstr>
      <vt:lpstr>Introduction to the Course; Defining Software Architecture &amp; Design Concepts</vt:lpstr>
      <vt:lpstr>TEXT BOOK</vt:lpstr>
      <vt:lpstr>REFERENCE BOOK</vt:lpstr>
      <vt:lpstr> What is software engineering</vt:lpstr>
      <vt:lpstr>PowerPoint Presentation</vt:lpstr>
      <vt:lpstr>PowerPoint Presentation</vt:lpstr>
      <vt:lpstr>PowerPoint Presentation</vt:lpstr>
      <vt:lpstr>PowerPoint Presentation</vt:lpstr>
      <vt:lpstr>Types of process models </vt:lpstr>
      <vt:lpstr>Types of process models </vt:lpstr>
      <vt:lpstr>PowerPoint Presentation</vt:lpstr>
      <vt:lpstr>What is software architecture </vt:lpstr>
      <vt:lpstr>What is software architecture</vt:lpstr>
      <vt:lpstr>What is software architecture?</vt:lpstr>
      <vt:lpstr>Perry and wolf formula for</vt:lpstr>
      <vt:lpstr>Software Architecture </vt:lpstr>
      <vt:lpstr>Definition: Component </vt:lpstr>
      <vt:lpstr>Definition: Sub systems </vt:lpstr>
      <vt:lpstr>Components of Software Architecture:</vt:lpstr>
      <vt:lpstr>Components of Software Architecture:</vt:lpstr>
      <vt:lpstr>Components of Software Architecture:</vt:lpstr>
      <vt:lpstr>PowerPoint Presentation</vt:lpstr>
      <vt:lpstr>What is software design </vt:lpstr>
      <vt:lpstr>What is software design </vt:lpstr>
      <vt:lpstr>PowerPoint Presentation</vt:lpstr>
      <vt:lpstr>Purpose of software design </vt:lpstr>
      <vt:lpstr>definition</vt:lpstr>
      <vt:lpstr>Differences </vt:lpstr>
      <vt:lpstr>Differences </vt:lpstr>
      <vt:lpstr>Bigger context </vt:lpstr>
      <vt:lpstr>PowerPoint Presentation</vt:lpstr>
      <vt:lpstr>Functional requirement</vt:lpstr>
      <vt:lpstr>Non-Functional Requirements</vt:lpstr>
      <vt:lpstr>PowerPoint Presentation</vt:lpstr>
      <vt:lpstr>PowerPoint Presentation</vt:lpstr>
      <vt:lpstr>PowerPoint Presentation</vt:lpstr>
      <vt:lpstr>To create your own architecture design </vt:lpstr>
    </vt:vector>
  </TitlesOfParts>
  <Manager/>
  <Company>Kasetsart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Organization and Architecture</dc:title>
  <dc:subject/>
  <dc:creator>Pradondet Nilagupta</dc:creator>
  <cp:keywords/>
  <dc:description/>
  <cp:lastModifiedBy>Ramsha Mashood BUKC</cp:lastModifiedBy>
  <cp:revision>108</cp:revision>
  <cp:lastPrinted>1601-01-01T00:00:00Z</cp:lastPrinted>
  <dcterms:created xsi:type="dcterms:W3CDTF">2007-10-31T16:45:31Z</dcterms:created>
  <dcterms:modified xsi:type="dcterms:W3CDTF">2024-02-27T04:42:13Z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TC102037551033</vt:lpwstr>
  </property>
</Properties>
</file>