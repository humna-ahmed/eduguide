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7" r:id="rId1"/>
    <p:sldMasterId id="2147483679" r:id="rId2"/>
    <p:sldMasterId id="2147483703" r:id="rId3"/>
    <p:sldMasterId id="2147483716" r:id="rId4"/>
    <p:sldMasterId id="2147483729" r:id="rId5"/>
    <p:sldMasterId id="2147484092" r:id="rId6"/>
  </p:sldMasterIdLst>
  <p:notesMasterIdLst>
    <p:notesMasterId r:id="rId39"/>
  </p:notesMasterIdLst>
  <p:sldIdLst>
    <p:sldId id="386" r:id="rId7"/>
    <p:sldId id="387" r:id="rId8"/>
    <p:sldId id="275" r:id="rId9"/>
    <p:sldId id="258" r:id="rId10"/>
    <p:sldId id="259" r:id="rId11"/>
    <p:sldId id="260" r:id="rId12"/>
    <p:sldId id="261" r:id="rId13"/>
    <p:sldId id="263" r:id="rId14"/>
    <p:sldId id="264" r:id="rId15"/>
    <p:sldId id="265" r:id="rId16"/>
    <p:sldId id="266" r:id="rId17"/>
    <p:sldId id="434" r:id="rId18"/>
    <p:sldId id="268" r:id="rId19"/>
    <p:sldId id="269" r:id="rId20"/>
    <p:sldId id="270" r:id="rId21"/>
    <p:sldId id="271" r:id="rId22"/>
    <p:sldId id="272" r:id="rId23"/>
    <p:sldId id="273" r:id="rId24"/>
    <p:sldId id="274" r:id="rId25"/>
    <p:sldId id="433" r:id="rId26"/>
    <p:sldId id="276" r:id="rId27"/>
    <p:sldId id="277" r:id="rId28"/>
    <p:sldId id="278" r:id="rId29"/>
    <p:sldId id="279" r:id="rId30"/>
    <p:sldId id="280" r:id="rId31"/>
    <p:sldId id="281" r:id="rId32"/>
    <p:sldId id="282" r:id="rId33"/>
    <p:sldId id="283" r:id="rId34"/>
    <p:sldId id="284" r:id="rId35"/>
    <p:sldId id="285" r:id="rId36"/>
    <p:sldId id="286" r:id="rId37"/>
    <p:sldId id="432" r:id="rId38"/>
  </p:sldIdLst>
  <p:sldSz cx="9144000" cy="6858000" type="screen4x3"/>
  <p:notesSz cx="7099300" cy="10234613"/>
  <p:defaultTextStyle>
    <a:defPPr>
      <a:defRPr lang="th-TH"/>
    </a:defPPr>
    <a:lvl1pPr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Angsana New" panose="02020603050405020304" pitchFamily="18" charset="-34"/>
        <a:cs typeface="+mn-cs"/>
      </a:defRPr>
    </a:lvl5pPr>
    <a:lvl6pPr marL="22860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6pPr>
    <a:lvl7pPr marL="27432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7pPr>
    <a:lvl8pPr marL="32004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8pPr>
    <a:lvl9pPr marL="3657600" algn="l" defTabSz="914400" rtl="0" eaLnBrk="1" latinLnBrk="0" hangingPunct="1">
      <a:defRPr kern="1200">
        <a:solidFill>
          <a:schemeClr val="tx1"/>
        </a:solidFill>
        <a:latin typeface="Arial" panose="020B0604020202020204" pitchFamily="34" charset="0"/>
        <a:ea typeface="Angsana New" panose="02020603050405020304" pitchFamily="18" charset="-34"/>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FF"/>
    <a:srgbClr val="800080"/>
    <a:srgbClr val="339966"/>
    <a:srgbClr val="CC3300"/>
    <a:srgbClr val="4924A4"/>
    <a:srgbClr val="542ABC"/>
    <a:srgbClr val="8EC1D8"/>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4660"/>
  </p:normalViewPr>
  <p:slideViewPr>
    <p:cSldViewPr>
      <p:cViewPr varScale="1">
        <p:scale>
          <a:sx n="65" d="100"/>
          <a:sy n="65" d="100"/>
        </p:scale>
        <p:origin x="1530"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notesMaster" Target="notesMasters/notes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diagrams/_rels/data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4" Type="http://schemas.openxmlformats.org/officeDocument/2006/relationships/image" Target="../media/image4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4"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2EF5EE-E9A2-48A9-A743-71C68F484C9C}"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3999BE7-A801-4127-831C-7147E8BD8CD2}">
      <dgm:prSet/>
      <dgm:spPr/>
      <dgm:t>
        <a:bodyPr/>
        <a:lstStyle/>
        <a:p>
          <a:pPr>
            <a:lnSpc>
              <a:spcPct val="100000"/>
            </a:lnSpc>
            <a:defRPr cap="all"/>
          </a:pPr>
          <a:r>
            <a:rPr lang="en-US" baseline="0"/>
            <a:t>Continue….</a:t>
          </a:r>
          <a:endParaRPr lang="en-US"/>
        </a:p>
      </dgm:t>
    </dgm:pt>
    <dgm:pt modelId="{F1B82A8E-B9F5-4F1E-82A3-E2D78B42CA6D}" type="parTrans" cxnId="{6466FC50-D381-4C82-AE80-706412AB5D42}">
      <dgm:prSet/>
      <dgm:spPr/>
      <dgm:t>
        <a:bodyPr/>
        <a:lstStyle/>
        <a:p>
          <a:endParaRPr lang="en-US"/>
        </a:p>
      </dgm:t>
    </dgm:pt>
    <dgm:pt modelId="{63DF31CB-795D-460E-B73F-D1BDBC6AAE38}" type="sibTrans" cxnId="{6466FC50-D381-4C82-AE80-706412AB5D42}">
      <dgm:prSet/>
      <dgm:spPr/>
      <dgm:t>
        <a:bodyPr/>
        <a:lstStyle/>
        <a:p>
          <a:endParaRPr lang="en-US"/>
        </a:p>
      </dgm:t>
    </dgm:pt>
    <dgm:pt modelId="{18A73C39-DB6D-45F5-8158-2F09C0A16A13}">
      <dgm:prSet/>
      <dgm:spPr/>
      <dgm:t>
        <a:bodyPr/>
        <a:lstStyle/>
        <a:p>
          <a:pPr>
            <a:lnSpc>
              <a:spcPct val="100000"/>
            </a:lnSpc>
            <a:defRPr cap="all"/>
          </a:pPr>
          <a:r>
            <a:rPr lang="en-US" baseline="0"/>
            <a:t>Any thing to ask ??</a:t>
          </a:r>
          <a:endParaRPr lang="en-US"/>
        </a:p>
      </dgm:t>
    </dgm:pt>
    <dgm:pt modelId="{2F435F0D-F6FE-41CB-94D1-FCD42309A24E}" type="parTrans" cxnId="{60600C4F-1623-41E8-B219-E212CD40979A}">
      <dgm:prSet/>
      <dgm:spPr/>
      <dgm:t>
        <a:bodyPr/>
        <a:lstStyle/>
        <a:p>
          <a:endParaRPr lang="en-US"/>
        </a:p>
      </dgm:t>
    </dgm:pt>
    <dgm:pt modelId="{1F780F22-08BA-4E47-9B23-1986336A02B5}" type="sibTrans" cxnId="{60600C4F-1623-41E8-B219-E212CD40979A}">
      <dgm:prSet/>
      <dgm:spPr/>
      <dgm:t>
        <a:bodyPr/>
        <a:lstStyle/>
        <a:p>
          <a:endParaRPr lang="en-US"/>
        </a:p>
      </dgm:t>
    </dgm:pt>
    <dgm:pt modelId="{98738B24-6F9B-44AF-B205-212FC0A2BA32}" type="pres">
      <dgm:prSet presAssocID="{932EF5EE-E9A2-48A9-A743-71C68F484C9C}" presName="root" presStyleCnt="0">
        <dgm:presLayoutVars>
          <dgm:dir/>
          <dgm:resizeHandles val="exact"/>
        </dgm:presLayoutVars>
      </dgm:prSet>
      <dgm:spPr/>
    </dgm:pt>
    <dgm:pt modelId="{4FADF25B-51AA-4C54-B845-32D7B9976760}" type="pres">
      <dgm:prSet presAssocID="{83999BE7-A801-4127-831C-7147E8BD8CD2}" presName="compNode" presStyleCnt="0"/>
      <dgm:spPr/>
    </dgm:pt>
    <dgm:pt modelId="{1D99C13F-C867-4479-B693-3AFE974EE0DD}" type="pres">
      <dgm:prSet presAssocID="{83999BE7-A801-4127-831C-7147E8BD8CD2}" presName="iconBgRect" presStyleLbl="bgShp" presStyleIdx="0" presStyleCnt="2"/>
      <dgm:spPr>
        <a:prstGeom prst="round2DiagRect">
          <a:avLst>
            <a:gd name="adj1" fmla="val 29727"/>
            <a:gd name="adj2" fmla="val 0"/>
          </a:avLst>
        </a:prstGeom>
      </dgm:spPr>
    </dgm:pt>
    <dgm:pt modelId="{01FFF199-E143-43B7-9516-3962AF4D00EA}" type="pres">
      <dgm:prSet presAssocID="{83999BE7-A801-4127-831C-7147E8BD8CD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eginning"/>
        </a:ext>
      </dgm:extLst>
    </dgm:pt>
    <dgm:pt modelId="{61B9E5EC-7221-4A88-A6EB-2265445AF70A}" type="pres">
      <dgm:prSet presAssocID="{83999BE7-A801-4127-831C-7147E8BD8CD2}" presName="spaceRect" presStyleCnt="0"/>
      <dgm:spPr/>
    </dgm:pt>
    <dgm:pt modelId="{419C95DF-4ADE-4AB1-9759-B3F6DE43E2A0}" type="pres">
      <dgm:prSet presAssocID="{83999BE7-A801-4127-831C-7147E8BD8CD2}" presName="textRect" presStyleLbl="revTx" presStyleIdx="0" presStyleCnt="2">
        <dgm:presLayoutVars>
          <dgm:chMax val="1"/>
          <dgm:chPref val="1"/>
        </dgm:presLayoutVars>
      </dgm:prSet>
      <dgm:spPr/>
    </dgm:pt>
    <dgm:pt modelId="{AFFA1592-3A7C-4A7F-988D-B5353E4C764A}" type="pres">
      <dgm:prSet presAssocID="{63DF31CB-795D-460E-B73F-D1BDBC6AAE38}" presName="sibTrans" presStyleCnt="0"/>
      <dgm:spPr/>
    </dgm:pt>
    <dgm:pt modelId="{A9E89FBF-3E81-4BA6-857D-E769E63ED80B}" type="pres">
      <dgm:prSet presAssocID="{18A73C39-DB6D-45F5-8158-2F09C0A16A13}" presName="compNode" presStyleCnt="0"/>
      <dgm:spPr/>
    </dgm:pt>
    <dgm:pt modelId="{C07AEB07-F129-4A81-A1B0-B1A7A7056C50}" type="pres">
      <dgm:prSet presAssocID="{18A73C39-DB6D-45F5-8158-2F09C0A16A13}" presName="iconBgRect" presStyleLbl="bgShp" presStyleIdx="1" presStyleCnt="2"/>
      <dgm:spPr>
        <a:prstGeom prst="round2DiagRect">
          <a:avLst>
            <a:gd name="adj1" fmla="val 29727"/>
            <a:gd name="adj2" fmla="val 0"/>
          </a:avLst>
        </a:prstGeom>
      </dgm:spPr>
    </dgm:pt>
    <dgm:pt modelId="{7E64E044-1FBF-42C8-83F4-CE3CAB024BA9}" type="pres">
      <dgm:prSet presAssocID="{18A73C39-DB6D-45F5-8158-2F09C0A16A1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 mark"/>
        </a:ext>
      </dgm:extLst>
    </dgm:pt>
    <dgm:pt modelId="{F31725AC-1F2E-462B-9AB8-A9D1F0FD2DD1}" type="pres">
      <dgm:prSet presAssocID="{18A73C39-DB6D-45F5-8158-2F09C0A16A13}" presName="spaceRect" presStyleCnt="0"/>
      <dgm:spPr/>
    </dgm:pt>
    <dgm:pt modelId="{24FDB169-6826-46DA-BC84-554DEA75B280}" type="pres">
      <dgm:prSet presAssocID="{18A73C39-DB6D-45F5-8158-2F09C0A16A13}" presName="textRect" presStyleLbl="revTx" presStyleIdx="1" presStyleCnt="2">
        <dgm:presLayoutVars>
          <dgm:chMax val="1"/>
          <dgm:chPref val="1"/>
        </dgm:presLayoutVars>
      </dgm:prSet>
      <dgm:spPr/>
    </dgm:pt>
  </dgm:ptLst>
  <dgm:cxnLst>
    <dgm:cxn modelId="{BC04DF4B-48B4-4357-A3AE-502A98E098FC}" type="presOf" srcId="{18A73C39-DB6D-45F5-8158-2F09C0A16A13}" destId="{24FDB169-6826-46DA-BC84-554DEA75B280}" srcOrd="0" destOrd="0" presId="urn:microsoft.com/office/officeart/2018/5/layout/IconLeafLabelList"/>
    <dgm:cxn modelId="{60600C4F-1623-41E8-B219-E212CD40979A}" srcId="{932EF5EE-E9A2-48A9-A743-71C68F484C9C}" destId="{18A73C39-DB6D-45F5-8158-2F09C0A16A13}" srcOrd="1" destOrd="0" parTransId="{2F435F0D-F6FE-41CB-94D1-FCD42309A24E}" sibTransId="{1F780F22-08BA-4E47-9B23-1986336A02B5}"/>
    <dgm:cxn modelId="{6466FC50-D381-4C82-AE80-706412AB5D42}" srcId="{932EF5EE-E9A2-48A9-A743-71C68F484C9C}" destId="{83999BE7-A801-4127-831C-7147E8BD8CD2}" srcOrd="0" destOrd="0" parTransId="{F1B82A8E-B9F5-4F1E-82A3-E2D78B42CA6D}" sibTransId="{63DF31CB-795D-460E-B73F-D1BDBC6AAE38}"/>
    <dgm:cxn modelId="{D17C3876-4A80-416C-A36D-AA8A079F0036}" type="presOf" srcId="{83999BE7-A801-4127-831C-7147E8BD8CD2}" destId="{419C95DF-4ADE-4AB1-9759-B3F6DE43E2A0}" srcOrd="0" destOrd="0" presId="urn:microsoft.com/office/officeart/2018/5/layout/IconLeafLabelList"/>
    <dgm:cxn modelId="{C9C75F57-478C-489F-A777-F37D2529E0C9}" type="presOf" srcId="{932EF5EE-E9A2-48A9-A743-71C68F484C9C}" destId="{98738B24-6F9B-44AF-B205-212FC0A2BA32}" srcOrd="0" destOrd="0" presId="urn:microsoft.com/office/officeart/2018/5/layout/IconLeafLabelList"/>
    <dgm:cxn modelId="{4DCC2757-9715-4078-BE49-C68ECDABD380}" type="presParOf" srcId="{98738B24-6F9B-44AF-B205-212FC0A2BA32}" destId="{4FADF25B-51AA-4C54-B845-32D7B9976760}" srcOrd="0" destOrd="0" presId="urn:microsoft.com/office/officeart/2018/5/layout/IconLeafLabelList"/>
    <dgm:cxn modelId="{CDFFBCE1-68D6-443B-A56B-AC5DFE75E989}" type="presParOf" srcId="{4FADF25B-51AA-4C54-B845-32D7B9976760}" destId="{1D99C13F-C867-4479-B693-3AFE974EE0DD}" srcOrd="0" destOrd="0" presId="urn:microsoft.com/office/officeart/2018/5/layout/IconLeafLabelList"/>
    <dgm:cxn modelId="{F0255C21-5BA3-44AA-9A7F-C386148EBDA4}" type="presParOf" srcId="{4FADF25B-51AA-4C54-B845-32D7B9976760}" destId="{01FFF199-E143-43B7-9516-3962AF4D00EA}" srcOrd="1" destOrd="0" presId="urn:microsoft.com/office/officeart/2018/5/layout/IconLeafLabelList"/>
    <dgm:cxn modelId="{C86C1066-3026-49CB-B93C-1519034618F3}" type="presParOf" srcId="{4FADF25B-51AA-4C54-B845-32D7B9976760}" destId="{61B9E5EC-7221-4A88-A6EB-2265445AF70A}" srcOrd="2" destOrd="0" presId="urn:microsoft.com/office/officeart/2018/5/layout/IconLeafLabelList"/>
    <dgm:cxn modelId="{36B2A881-BF13-4108-80B4-3B2E2A8AFAAF}" type="presParOf" srcId="{4FADF25B-51AA-4C54-B845-32D7B9976760}" destId="{419C95DF-4ADE-4AB1-9759-B3F6DE43E2A0}" srcOrd="3" destOrd="0" presId="urn:microsoft.com/office/officeart/2018/5/layout/IconLeafLabelList"/>
    <dgm:cxn modelId="{C9B1BBE0-CD61-434E-9AB3-717180E3FFD2}" type="presParOf" srcId="{98738B24-6F9B-44AF-B205-212FC0A2BA32}" destId="{AFFA1592-3A7C-4A7F-988D-B5353E4C764A}" srcOrd="1" destOrd="0" presId="urn:microsoft.com/office/officeart/2018/5/layout/IconLeafLabelList"/>
    <dgm:cxn modelId="{E5713F8F-FE87-4B52-8403-16469C7945FB}" type="presParOf" srcId="{98738B24-6F9B-44AF-B205-212FC0A2BA32}" destId="{A9E89FBF-3E81-4BA6-857D-E769E63ED80B}" srcOrd="2" destOrd="0" presId="urn:microsoft.com/office/officeart/2018/5/layout/IconLeafLabelList"/>
    <dgm:cxn modelId="{05CFA2E0-9B01-4B84-BE0B-75E78081DA85}" type="presParOf" srcId="{A9E89FBF-3E81-4BA6-857D-E769E63ED80B}" destId="{C07AEB07-F129-4A81-A1B0-B1A7A7056C50}" srcOrd="0" destOrd="0" presId="urn:microsoft.com/office/officeart/2018/5/layout/IconLeafLabelList"/>
    <dgm:cxn modelId="{0B39F8E7-00FF-416F-9316-66D055BD47B0}" type="presParOf" srcId="{A9E89FBF-3E81-4BA6-857D-E769E63ED80B}" destId="{7E64E044-1FBF-42C8-83F4-CE3CAB024BA9}" srcOrd="1" destOrd="0" presId="urn:microsoft.com/office/officeart/2018/5/layout/IconLeafLabelList"/>
    <dgm:cxn modelId="{0137E0AD-A6DF-4938-B2E0-DFE626532932}" type="presParOf" srcId="{A9E89FBF-3E81-4BA6-857D-E769E63ED80B}" destId="{F31725AC-1F2E-462B-9AB8-A9D1F0FD2DD1}" srcOrd="2" destOrd="0" presId="urn:microsoft.com/office/officeart/2018/5/layout/IconLeafLabelList"/>
    <dgm:cxn modelId="{37368F36-410F-4C32-BA97-63914DA2DC35}" type="presParOf" srcId="{A9E89FBF-3E81-4BA6-857D-E769E63ED80B}" destId="{24FDB169-6826-46DA-BC84-554DEA75B280}" srcOrd="3" destOrd="0" presId="urn:microsoft.com/office/officeart/2018/5/layout/IconLeaf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9C13F-C867-4479-B693-3AFE974EE0DD}">
      <dsp:nvSpPr>
        <dsp:cNvPr id="0" name=""/>
        <dsp:cNvSpPr/>
      </dsp:nvSpPr>
      <dsp:spPr>
        <a:xfrm>
          <a:off x="1325840" y="7033"/>
          <a:ext cx="1749937" cy="174993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FFF199-E143-43B7-9516-3962AF4D00EA}">
      <dsp:nvSpPr>
        <dsp:cNvPr id="0" name=""/>
        <dsp:cNvSpPr/>
      </dsp:nvSpPr>
      <dsp:spPr>
        <a:xfrm>
          <a:off x="1698778" y="379971"/>
          <a:ext cx="1004062" cy="1004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19C95DF-4ADE-4AB1-9759-B3F6DE43E2A0}">
      <dsp:nvSpPr>
        <dsp:cNvPr id="0" name=""/>
        <dsp:cNvSpPr/>
      </dsp:nvSpPr>
      <dsp:spPr>
        <a:xfrm>
          <a:off x="766434" y="2302033"/>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baseline="0"/>
            <a:t>Continue….</a:t>
          </a:r>
          <a:endParaRPr lang="en-US" sz="2600" kern="1200"/>
        </a:p>
      </dsp:txBody>
      <dsp:txXfrm>
        <a:off x="766434" y="2302033"/>
        <a:ext cx="2868750" cy="720000"/>
      </dsp:txXfrm>
    </dsp:sp>
    <dsp:sp modelId="{C07AEB07-F129-4A81-A1B0-B1A7A7056C50}">
      <dsp:nvSpPr>
        <dsp:cNvPr id="0" name=""/>
        <dsp:cNvSpPr/>
      </dsp:nvSpPr>
      <dsp:spPr>
        <a:xfrm>
          <a:off x="4696621" y="7033"/>
          <a:ext cx="1749937" cy="174993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64E044-1FBF-42C8-83F4-CE3CAB024BA9}">
      <dsp:nvSpPr>
        <dsp:cNvPr id="0" name=""/>
        <dsp:cNvSpPr/>
      </dsp:nvSpPr>
      <dsp:spPr>
        <a:xfrm>
          <a:off x="5069559" y="379971"/>
          <a:ext cx="1004062" cy="1004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FDB169-6826-46DA-BC84-554DEA75B280}">
      <dsp:nvSpPr>
        <dsp:cNvPr id="0" name=""/>
        <dsp:cNvSpPr/>
      </dsp:nvSpPr>
      <dsp:spPr>
        <a:xfrm>
          <a:off x="4137215" y="2302033"/>
          <a:ext cx="28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55700">
            <a:lnSpc>
              <a:spcPct val="100000"/>
            </a:lnSpc>
            <a:spcBef>
              <a:spcPct val="0"/>
            </a:spcBef>
            <a:spcAft>
              <a:spcPct val="35000"/>
            </a:spcAft>
            <a:buNone/>
            <a:defRPr cap="all"/>
          </a:pPr>
          <a:r>
            <a:rPr lang="en-US" sz="2600" kern="1200" baseline="0"/>
            <a:t>Any thing to ask ??</a:t>
          </a:r>
          <a:endParaRPr lang="en-US" sz="2600" kern="1200"/>
        </a:p>
      </dsp:txBody>
      <dsp:txXfrm>
        <a:off x="4137215" y="2302033"/>
        <a:ext cx="286875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0A90D812-285E-45BA-991F-3B053307A42D}"/>
              </a:ext>
            </a:extLst>
          </p:cNvPr>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59" name="Rectangle 3">
            <a:extLst>
              <a:ext uri="{FF2B5EF4-FFF2-40B4-BE49-F238E27FC236}">
                <a16:creationId xmlns:a16="http://schemas.microsoft.com/office/drawing/2014/main" id="{0F67A946-3E2C-4C51-977C-26A29244F098}"/>
              </a:ext>
            </a:extLst>
          </p:cNvPr>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44036" name="Rectangle 4">
            <a:extLst>
              <a:ext uri="{FF2B5EF4-FFF2-40B4-BE49-F238E27FC236}">
                <a16:creationId xmlns:a16="http://schemas.microsoft.com/office/drawing/2014/main" id="{15225186-8A11-432F-AA98-2D5E5BDD3642}"/>
              </a:ext>
            </a:extLst>
          </p:cNvPr>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1861" name="Rectangle 5">
            <a:extLst>
              <a:ext uri="{FF2B5EF4-FFF2-40B4-BE49-F238E27FC236}">
                <a16:creationId xmlns:a16="http://schemas.microsoft.com/office/drawing/2014/main" id="{9BC1CC21-6C5F-4763-87E7-383E478E4E08}"/>
              </a:ext>
            </a:extLst>
          </p:cNvPr>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th-TH" altLang="en-US" noProof="0"/>
              <a:t>Click to edit Master text styles</a:t>
            </a:r>
          </a:p>
          <a:p>
            <a:pPr lvl="1"/>
            <a:r>
              <a:rPr lang="th-TH" altLang="en-US" noProof="0"/>
              <a:t>Second level</a:t>
            </a:r>
          </a:p>
          <a:p>
            <a:pPr lvl="2"/>
            <a:r>
              <a:rPr lang="th-TH" altLang="en-US" noProof="0"/>
              <a:t>Third level</a:t>
            </a:r>
          </a:p>
          <a:p>
            <a:pPr lvl="3"/>
            <a:r>
              <a:rPr lang="th-TH" altLang="en-US" noProof="0"/>
              <a:t>Fourth level</a:t>
            </a:r>
          </a:p>
          <a:p>
            <a:pPr lvl="4"/>
            <a:r>
              <a:rPr lang="th-TH" altLang="en-US" noProof="0"/>
              <a:t>Fifth level</a:t>
            </a:r>
          </a:p>
        </p:txBody>
      </p:sp>
      <p:sp>
        <p:nvSpPr>
          <p:cNvPr id="121862" name="Rectangle 6">
            <a:extLst>
              <a:ext uri="{FF2B5EF4-FFF2-40B4-BE49-F238E27FC236}">
                <a16:creationId xmlns:a16="http://schemas.microsoft.com/office/drawing/2014/main" id="{64EBE8B3-3F9B-456F-B901-2F004D5B654A}"/>
              </a:ext>
            </a:extLst>
          </p:cNvPr>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eaLnBrk="1" hangingPunct="1">
              <a:defRPr sz="1300">
                <a:ea typeface="Angsana New" panose="02020603050405020304" pitchFamily="18" charset="-34"/>
                <a:cs typeface="Angsana New" panose="02020603050405020304" pitchFamily="18" charset="-34"/>
              </a:defRPr>
            </a:lvl1pPr>
          </a:lstStyle>
          <a:p>
            <a:pPr>
              <a:defRPr/>
            </a:pPr>
            <a:endParaRPr lang="th-TH" altLang="en-US"/>
          </a:p>
        </p:txBody>
      </p:sp>
      <p:sp>
        <p:nvSpPr>
          <p:cNvPr id="121863" name="Rectangle 7">
            <a:extLst>
              <a:ext uri="{FF2B5EF4-FFF2-40B4-BE49-F238E27FC236}">
                <a16:creationId xmlns:a16="http://schemas.microsoft.com/office/drawing/2014/main" id="{3D2FC271-3D65-4025-B92F-C7BB2C360095}"/>
              </a:ext>
            </a:extLst>
          </p:cNvPr>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eaLnBrk="1" hangingPunct="1">
              <a:defRPr sz="1300">
                <a:ea typeface="Angsana New" panose="02020603050405020304" pitchFamily="18" charset="-34"/>
                <a:cs typeface="Angsana New" panose="02020603050405020304" pitchFamily="18" charset="-34"/>
              </a:defRPr>
            </a:lvl1pPr>
          </a:lstStyle>
          <a:p>
            <a:pPr>
              <a:defRPr/>
            </a:pPr>
            <a:fld id="{C07C3744-6EC3-4E79-A53A-5EE949019065}" type="slidenum">
              <a:rPr lang="en-US" altLang="en-US"/>
              <a:pPr>
                <a:defRPr/>
              </a:pPr>
              <a:t>‹#›</a:t>
            </a:fld>
            <a:endParaRPr lang="th-TH"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E927BB22-7120-44A8-9731-A2D2E90B1390}"/>
              </a:ext>
            </a:extLst>
          </p:cNvPr>
          <p:cNvSpPr>
            <a:spLocks noGrp="1" noRot="1" noChangeAspect="1" noChangeArrowheads="1" noTextEdit="1"/>
          </p:cNvSpPr>
          <p:nvPr>
            <p:ph type="sldImg"/>
          </p:nvPr>
        </p:nvSpPr>
        <p:spPr>
          <a:xfrm>
            <a:off x="1150938" y="692150"/>
            <a:ext cx="4556125" cy="3416300"/>
          </a:xfrm>
          <a:ln/>
        </p:spPr>
      </p:sp>
      <p:sp>
        <p:nvSpPr>
          <p:cNvPr id="46083" name="Notes Placeholder 2">
            <a:extLst>
              <a:ext uri="{FF2B5EF4-FFF2-40B4-BE49-F238E27FC236}">
                <a16:creationId xmlns:a16="http://schemas.microsoft.com/office/drawing/2014/main" id="{B1D4B81E-0CC1-4B34-931C-D8E6CA34197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46084" name="Footer Placeholder 3">
            <a:extLst>
              <a:ext uri="{FF2B5EF4-FFF2-40B4-BE49-F238E27FC236}">
                <a16:creationId xmlns:a16="http://schemas.microsoft.com/office/drawing/2014/main" id="{484F9F28-10A3-46CF-9C5F-2B4FA1BD8BE1}"/>
              </a:ext>
            </a:extLst>
          </p:cNvPr>
          <p:cNvSpPr>
            <a:spLocks noGrp="1"/>
          </p:cNvSpPr>
          <p:nvPr>
            <p:ph type="ftr" sz="quarter" idx="4"/>
          </p:nvPr>
        </p:nvSpPr>
        <p:spPr>
          <a:xfrm>
            <a:off x="0" y="8686800"/>
            <a:ext cx="2971800" cy="457200"/>
          </a:xfrm>
          <a:noFill/>
        </p:spPr>
        <p:txBody>
          <a:bodyPr/>
          <a:lstStyle>
            <a:lvl1pPr defTabSz="990600">
              <a:defRPr>
                <a:solidFill>
                  <a:schemeClr val="tx1"/>
                </a:solidFill>
                <a:latin typeface="Arial" panose="020B0604020202020204" pitchFamily="34" charset="0"/>
                <a:ea typeface="Angsana New" panose="02020603050405020304" pitchFamily="18" charset="-34"/>
              </a:defRPr>
            </a:lvl1pPr>
            <a:lvl2pPr marL="742950" indent="-285750" defTabSz="990600">
              <a:defRPr>
                <a:solidFill>
                  <a:schemeClr val="tx1"/>
                </a:solidFill>
                <a:latin typeface="Arial" panose="020B0604020202020204" pitchFamily="34" charset="0"/>
                <a:ea typeface="Angsana New" panose="02020603050405020304" pitchFamily="18" charset="-34"/>
              </a:defRPr>
            </a:lvl2pPr>
            <a:lvl3pPr marL="1143000" indent="-228600" defTabSz="990600">
              <a:defRPr>
                <a:solidFill>
                  <a:schemeClr val="tx1"/>
                </a:solidFill>
                <a:latin typeface="Arial" panose="020B0604020202020204" pitchFamily="34" charset="0"/>
                <a:ea typeface="Angsana New" panose="02020603050405020304" pitchFamily="18" charset="-34"/>
              </a:defRPr>
            </a:lvl3pPr>
            <a:lvl4pPr marL="1600200" indent="-228600" defTabSz="990600">
              <a:defRPr>
                <a:solidFill>
                  <a:schemeClr val="tx1"/>
                </a:solidFill>
                <a:latin typeface="Arial" panose="020B0604020202020204" pitchFamily="34" charset="0"/>
                <a:ea typeface="Angsana New" panose="02020603050405020304" pitchFamily="18" charset="-34"/>
              </a:defRPr>
            </a:lvl4pPr>
            <a:lvl5pPr marL="2057400" indent="-228600" defTabSz="990600">
              <a:defRPr>
                <a:solidFill>
                  <a:schemeClr val="tx1"/>
                </a:solidFill>
                <a:latin typeface="Arial" panose="020B0604020202020204" pitchFamily="34" charset="0"/>
                <a:ea typeface="Angsana New" panose="02020603050405020304" pitchFamily="18" charset="-34"/>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r>
              <a:rPr lang="en-US" altLang="en-US"/>
              <a:t>© 2016 Pearson Education, Inc., Hoboken, NJ. All rights reserved.</a:t>
            </a:r>
          </a:p>
        </p:txBody>
      </p:sp>
      <p:sp>
        <p:nvSpPr>
          <p:cNvPr id="46085" name="Slide Number Placeholder 4">
            <a:extLst>
              <a:ext uri="{FF2B5EF4-FFF2-40B4-BE49-F238E27FC236}">
                <a16:creationId xmlns:a16="http://schemas.microsoft.com/office/drawing/2014/main" id="{32185DEE-BFE2-45E2-8220-BC578E7C10C4}"/>
              </a:ext>
            </a:extLst>
          </p:cNvPr>
          <p:cNvSpPr>
            <a:spLocks noGrp="1" noChangeArrowheads="1"/>
          </p:cNvSpPr>
          <p:nvPr>
            <p:ph type="sldNum" sz="quarter" idx="5"/>
          </p:nvPr>
        </p:nvSpPr>
        <p:spPr>
          <a:xfrm>
            <a:off x="3886200" y="8686800"/>
            <a:ext cx="29718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9638">
              <a:defRPr>
                <a:solidFill>
                  <a:schemeClr val="tx1"/>
                </a:solidFill>
                <a:latin typeface="Arial" panose="020B0604020202020204" pitchFamily="34" charset="0"/>
                <a:ea typeface="Angsana New" panose="02020603050405020304" pitchFamily="18" charset="-34"/>
              </a:defRPr>
            </a:lvl1pPr>
            <a:lvl2pPr marL="742950" indent="-285750" defTabSz="909638">
              <a:defRPr>
                <a:solidFill>
                  <a:schemeClr val="tx1"/>
                </a:solidFill>
                <a:latin typeface="Arial" panose="020B0604020202020204" pitchFamily="34" charset="0"/>
                <a:ea typeface="Angsana New" panose="02020603050405020304" pitchFamily="18" charset="-34"/>
              </a:defRPr>
            </a:lvl2pPr>
            <a:lvl3pPr marL="1143000" indent="-228600" defTabSz="909638">
              <a:defRPr>
                <a:solidFill>
                  <a:schemeClr val="tx1"/>
                </a:solidFill>
                <a:latin typeface="Arial" panose="020B0604020202020204" pitchFamily="34" charset="0"/>
                <a:ea typeface="Angsana New" panose="02020603050405020304" pitchFamily="18" charset="-34"/>
              </a:defRPr>
            </a:lvl3pPr>
            <a:lvl4pPr marL="1600200" indent="-228600" defTabSz="909638">
              <a:defRPr>
                <a:solidFill>
                  <a:schemeClr val="tx1"/>
                </a:solidFill>
                <a:latin typeface="Arial" panose="020B0604020202020204" pitchFamily="34" charset="0"/>
                <a:ea typeface="Angsana New" panose="02020603050405020304" pitchFamily="18" charset="-34"/>
              </a:defRPr>
            </a:lvl4pPr>
            <a:lvl5pPr marL="2057400" indent="-228600" defTabSz="909638">
              <a:defRPr>
                <a:solidFill>
                  <a:schemeClr val="tx1"/>
                </a:solidFill>
                <a:latin typeface="Arial" panose="020B0604020202020204" pitchFamily="34" charset="0"/>
                <a:ea typeface="Angsana New" panose="02020603050405020304" pitchFamily="18" charset="-34"/>
              </a:defRPr>
            </a:lvl5pPr>
            <a:lvl6pPr marL="25146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defTabSz="909638"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fld id="{404B7AD8-E783-48AE-9303-16B5B68B1C49}" type="slidenum">
              <a:rPr lang="en-US" altLang="en-US" sz="1000" i="1" smtClean="0">
                <a:latin typeface="Times New Roman" panose="02020603050405020304" pitchFamily="18" charset="0"/>
                <a:ea typeface="新細明體" panose="02020500000000000000" pitchFamily="18" charset="-120"/>
              </a:rPr>
              <a:pPr/>
              <a:t>1</a:t>
            </a:fld>
            <a:endParaRPr lang="en-US" altLang="en-US" sz="1000" i="1">
              <a:latin typeface="Times New Roman" panose="02020603050405020304" pitchFamily="18" charset="0"/>
              <a:ea typeface="新細明體" panose="02020500000000000000" pitchFamily="18" charset="-12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A7BF0AF-4BD3-456F-876E-731944C7CF1E}"/>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66A0F1AE-2137-46E3-93A2-7105D8B0B170}"/>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6" name="Group 4">
              <a:extLst>
                <a:ext uri="{FF2B5EF4-FFF2-40B4-BE49-F238E27FC236}">
                  <a16:creationId xmlns:a16="http://schemas.microsoft.com/office/drawing/2014/main" id="{2926F480-999F-4E5A-A679-2CC66462FF7A}"/>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787588DD-AA41-4277-9C17-B221A4E03C4C}"/>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1" name="Rectangle 6">
                <a:extLst>
                  <a:ext uri="{FF2B5EF4-FFF2-40B4-BE49-F238E27FC236}">
                    <a16:creationId xmlns:a16="http://schemas.microsoft.com/office/drawing/2014/main" id="{DF66D16C-F975-445F-861F-4D4E6815143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2" name="Line 7">
                <a:extLst>
                  <a:ext uri="{FF2B5EF4-FFF2-40B4-BE49-F238E27FC236}">
                    <a16:creationId xmlns:a16="http://schemas.microsoft.com/office/drawing/2014/main" id="{6E705887-AB71-4B76-B1F4-8D7F77EAE8C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BB03B609-8F28-44A4-AC11-5F5379FF134A}"/>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C3C17E7D-EFC9-4005-8EDE-8E4466AE8642}"/>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9" name="Line 10">
                <a:extLst>
                  <a:ext uri="{FF2B5EF4-FFF2-40B4-BE49-F238E27FC236}">
                    <a16:creationId xmlns:a16="http://schemas.microsoft.com/office/drawing/2014/main" id="{792123B1-DDFD-4680-AB10-CFA32939CBCF}"/>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6F507B9-BBC3-4F9E-B5B3-1F84BF9FA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0F1BC169-C2A2-45B5-A374-71F2EBA035EC}"/>
              </a:ext>
            </a:extLst>
          </p:cNvPr>
          <p:cNvSpPr>
            <a:spLocks noGrp="1" noChangeArrowheads="1"/>
          </p:cNvSpPr>
          <p:nvPr>
            <p:ph type="dt" sz="half" idx="10"/>
          </p:nvPr>
        </p:nvSpPr>
        <p:spPr>
          <a:xfrm>
            <a:off x="912813" y="6251575"/>
            <a:ext cx="1905000" cy="457200"/>
          </a:xfrm>
        </p:spPr>
        <p:txBody>
          <a:bodyPr/>
          <a:lstStyle>
            <a:lvl1pPr>
              <a:defRPr/>
            </a:lvl1pPr>
          </a:lstStyle>
          <a:p>
            <a:pPr>
              <a:defRPr/>
            </a:pPr>
            <a:fld id="{5BC5A4B5-26F4-4CC4-A8C9-7256B7BDEED5}" type="datetime4">
              <a:rPr lang="en-US" altLang="en-US" smtClean="0"/>
              <a:t>May 9, 2024</a:t>
            </a:fld>
            <a:endParaRPr lang="en-US" altLang="en-US"/>
          </a:p>
        </p:txBody>
      </p:sp>
      <p:sp>
        <p:nvSpPr>
          <p:cNvPr id="15" name="Footer Placeholder 14">
            <a:extLst>
              <a:ext uri="{FF2B5EF4-FFF2-40B4-BE49-F238E27FC236}">
                <a16:creationId xmlns:a16="http://schemas.microsoft.com/office/drawing/2014/main" id="{2790513F-446A-47CC-8086-B585B729A85A}"/>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44DC9E00-0C42-4E33-9791-DB74392E7DDC}"/>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FCA2A49A-F948-456B-8433-624613035A24}" type="slidenum">
              <a:rPr lang="en-US" altLang="en-US"/>
              <a:pPr>
                <a:defRPr/>
              </a:pPr>
              <a:t>‹#›</a:t>
            </a:fld>
            <a:endParaRPr lang="en-US" altLang="en-US"/>
          </a:p>
        </p:txBody>
      </p:sp>
    </p:spTree>
    <p:extLst>
      <p:ext uri="{BB962C8B-B14F-4D97-AF65-F5344CB8AC3E}">
        <p14:creationId xmlns:p14="http://schemas.microsoft.com/office/powerpoint/2010/main" val="4081891055"/>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CF9C34EE-72F3-48EA-B932-2A64C2038FE7}"/>
              </a:ext>
            </a:extLst>
          </p:cNvPr>
          <p:cNvSpPr>
            <a:spLocks noGrp="1" noChangeArrowheads="1"/>
          </p:cNvSpPr>
          <p:nvPr>
            <p:ph type="dt" sz="half" idx="10"/>
          </p:nvPr>
        </p:nvSpPr>
        <p:spPr>
          <a:ln/>
        </p:spPr>
        <p:txBody>
          <a:bodyPr/>
          <a:lstStyle>
            <a:lvl1pPr>
              <a:defRPr/>
            </a:lvl1pPr>
          </a:lstStyle>
          <a:p>
            <a:pPr>
              <a:defRPr/>
            </a:pPr>
            <a:fld id="{9827BBBE-186A-4024-8E62-590462448208}" type="datetime4">
              <a:rPr lang="en-US" altLang="en-US" smtClean="0"/>
              <a:t>May 9, 2024</a:t>
            </a:fld>
            <a:endParaRPr lang="en-US" altLang="en-US"/>
          </a:p>
        </p:txBody>
      </p:sp>
      <p:sp>
        <p:nvSpPr>
          <p:cNvPr id="5" name="Rectangle 10">
            <a:extLst>
              <a:ext uri="{FF2B5EF4-FFF2-40B4-BE49-F238E27FC236}">
                <a16:creationId xmlns:a16="http://schemas.microsoft.com/office/drawing/2014/main" id="{C590B3F9-588F-420A-B941-CFF2AA2EA9F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B8035C69-28AB-4877-8601-E8807E4BE94F}"/>
              </a:ext>
            </a:extLst>
          </p:cNvPr>
          <p:cNvSpPr>
            <a:spLocks noGrp="1" noChangeArrowheads="1"/>
          </p:cNvSpPr>
          <p:nvPr>
            <p:ph type="sldNum" sz="quarter" idx="12"/>
          </p:nvPr>
        </p:nvSpPr>
        <p:spPr>
          <a:ln/>
        </p:spPr>
        <p:txBody>
          <a:bodyPr/>
          <a:lstStyle>
            <a:lvl1pPr>
              <a:defRPr/>
            </a:lvl1pPr>
          </a:lstStyle>
          <a:p>
            <a:pPr>
              <a:defRPr/>
            </a:pPr>
            <a:fld id="{50DA9C81-8C0B-420A-8765-3A9516626B09}" type="slidenum">
              <a:rPr lang="en-US" altLang="en-US"/>
              <a:pPr>
                <a:defRPr/>
              </a:pPr>
              <a:t>‹#›</a:t>
            </a:fld>
            <a:endParaRPr lang="en-US" altLang="en-US"/>
          </a:p>
        </p:txBody>
      </p:sp>
    </p:spTree>
    <p:extLst>
      <p:ext uri="{BB962C8B-B14F-4D97-AF65-F5344CB8AC3E}">
        <p14:creationId xmlns:p14="http://schemas.microsoft.com/office/powerpoint/2010/main" val="3406192934"/>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C4234A2A-5D0C-44C8-887E-D10DDFC7AA53}"/>
              </a:ext>
            </a:extLst>
          </p:cNvPr>
          <p:cNvSpPr>
            <a:spLocks noGrp="1" noChangeArrowheads="1"/>
          </p:cNvSpPr>
          <p:nvPr>
            <p:ph type="dt" sz="half" idx="10"/>
          </p:nvPr>
        </p:nvSpPr>
        <p:spPr>
          <a:ln/>
        </p:spPr>
        <p:txBody>
          <a:bodyPr/>
          <a:lstStyle>
            <a:lvl1pPr>
              <a:defRPr/>
            </a:lvl1pPr>
          </a:lstStyle>
          <a:p>
            <a:pPr>
              <a:defRPr/>
            </a:pPr>
            <a:fld id="{68994EEA-CDE1-4CF0-B97E-F046BC99017A}" type="datetime4">
              <a:rPr lang="en-US" altLang="en-US" smtClean="0"/>
              <a:t>May 9, 2024</a:t>
            </a:fld>
            <a:endParaRPr lang="en-US" altLang="en-US"/>
          </a:p>
        </p:txBody>
      </p:sp>
      <p:sp>
        <p:nvSpPr>
          <p:cNvPr id="5" name="Rectangle 10">
            <a:extLst>
              <a:ext uri="{FF2B5EF4-FFF2-40B4-BE49-F238E27FC236}">
                <a16:creationId xmlns:a16="http://schemas.microsoft.com/office/drawing/2014/main" id="{04E8673F-D3A8-4270-A880-5464CB01F96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EB1F1F1B-8663-4447-B9F0-E50D78F34EFB}"/>
              </a:ext>
            </a:extLst>
          </p:cNvPr>
          <p:cNvSpPr>
            <a:spLocks noGrp="1" noChangeArrowheads="1"/>
          </p:cNvSpPr>
          <p:nvPr>
            <p:ph type="sldNum" sz="quarter" idx="12"/>
          </p:nvPr>
        </p:nvSpPr>
        <p:spPr>
          <a:ln/>
        </p:spPr>
        <p:txBody>
          <a:bodyPr/>
          <a:lstStyle>
            <a:lvl1pPr>
              <a:defRPr/>
            </a:lvl1pPr>
          </a:lstStyle>
          <a:p>
            <a:pPr>
              <a:defRPr/>
            </a:pPr>
            <a:fld id="{99E7F0A4-9658-43EF-876F-1B09C1E0A41F}" type="slidenum">
              <a:rPr lang="en-US" altLang="en-US"/>
              <a:pPr>
                <a:defRPr/>
              </a:pPr>
              <a:t>‹#›</a:t>
            </a:fld>
            <a:endParaRPr lang="en-US" altLang="en-US"/>
          </a:p>
        </p:txBody>
      </p:sp>
    </p:spTree>
    <p:extLst>
      <p:ext uri="{BB962C8B-B14F-4D97-AF65-F5344CB8AC3E}">
        <p14:creationId xmlns:p14="http://schemas.microsoft.com/office/powerpoint/2010/main" val="2982120886"/>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BEDEDA5F-0A5D-4CA4-A1C5-E0BBCA7D32B1}"/>
              </a:ext>
            </a:extLst>
          </p:cNvPr>
          <p:cNvSpPr>
            <a:spLocks noGrp="1" noChangeArrowheads="1"/>
          </p:cNvSpPr>
          <p:nvPr>
            <p:ph type="dt" sz="half" idx="10"/>
          </p:nvPr>
        </p:nvSpPr>
        <p:spPr>
          <a:ln/>
        </p:spPr>
        <p:txBody>
          <a:bodyPr/>
          <a:lstStyle>
            <a:lvl1pPr>
              <a:defRPr/>
            </a:lvl1pPr>
          </a:lstStyle>
          <a:p>
            <a:pPr>
              <a:defRPr/>
            </a:pPr>
            <a:fld id="{AE36E2F7-403A-4BD1-97B2-954E718C0676}" type="datetime4">
              <a:rPr lang="en-US" altLang="en-US" smtClean="0"/>
              <a:t>May 9, 2024</a:t>
            </a:fld>
            <a:endParaRPr lang="en-US" altLang="en-US"/>
          </a:p>
        </p:txBody>
      </p:sp>
      <p:sp>
        <p:nvSpPr>
          <p:cNvPr id="6" name="Rectangle 10">
            <a:extLst>
              <a:ext uri="{FF2B5EF4-FFF2-40B4-BE49-F238E27FC236}">
                <a16:creationId xmlns:a16="http://schemas.microsoft.com/office/drawing/2014/main" id="{4C2AD675-B79B-4C82-8BB7-A5BB8E849A2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A6E5F42-4825-4052-A411-7C9668ACCC14}"/>
              </a:ext>
            </a:extLst>
          </p:cNvPr>
          <p:cNvSpPr>
            <a:spLocks noGrp="1" noChangeArrowheads="1"/>
          </p:cNvSpPr>
          <p:nvPr>
            <p:ph type="sldNum" sz="quarter" idx="12"/>
          </p:nvPr>
        </p:nvSpPr>
        <p:spPr>
          <a:ln/>
        </p:spPr>
        <p:txBody>
          <a:bodyPr/>
          <a:lstStyle>
            <a:lvl1pPr>
              <a:defRPr/>
            </a:lvl1pPr>
          </a:lstStyle>
          <a:p>
            <a:pPr>
              <a:defRPr/>
            </a:pPr>
            <a:fld id="{2A030BC2-7CF3-4AF3-91D9-2A59AC404433}" type="slidenum">
              <a:rPr lang="en-US" altLang="en-US"/>
              <a:pPr>
                <a:defRPr/>
              </a:pPr>
              <a:t>‹#›</a:t>
            </a:fld>
            <a:endParaRPr lang="en-US" altLang="en-US"/>
          </a:p>
        </p:txBody>
      </p:sp>
    </p:spTree>
    <p:extLst>
      <p:ext uri="{BB962C8B-B14F-4D97-AF65-F5344CB8AC3E}">
        <p14:creationId xmlns:p14="http://schemas.microsoft.com/office/powerpoint/2010/main" val="76287330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B4B9A3CC-A69C-4380-B243-FF56F5877D4A}"/>
              </a:ext>
            </a:extLst>
          </p:cNvPr>
          <p:cNvSpPr>
            <a:spLocks noGrp="1" noChangeArrowheads="1"/>
          </p:cNvSpPr>
          <p:nvPr>
            <p:ph type="dt" sz="half" idx="10"/>
          </p:nvPr>
        </p:nvSpPr>
        <p:spPr>
          <a:ln/>
        </p:spPr>
        <p:txBody>
          <a:bodyPr/>
          <a:lstStyle>
            <a:lvl1pPr>
              <a:defRPr/>
            </a:lvl1pPr>
          </a:lstStyle>
          <a:p>
            <a:pPr>
              <a:defRPr/>
            </a:pPr>
            <a:fld id="{53C47519-7D6C-4277-A527-EC8BF8B7D20D}" type="datetime4">
              <a:rPr lang="en-US" altLang="en-US" smtClean="0"/>
              <a:t>May 9, 2024</a:t>
            </a:fld>
            <a:endParaRPr lang="en-US" altLang="en-US"/>
          </a:p>
        </p:txBody>
      </p:sp>
      <p:sp>
        <p:nvSpPr>
          <p:cNvPr id="8" name="Rectangle 10">
            <a:extLst>
              <a:ext uri="{FF2B5EF4-FFF2-40B4-BE49-F238E27FC236}">
                <a16:creationId xmlns:a16="http://schemas.microsoft.com/office/drawing/2014/main" id="{4BB100D0-7C52-4FE4-BB69-6A02DD95835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8BE3667C-9E53-4554-BDEC-26A785705C60}"/>
              </a:ext>
            </a:extLst>
          </p:cNvPr>
          <p:cNvSpPr>
            <a:spLocks noGrp="1" noChangeArrowheads="1"/>
          </p:cNvSpPr>
          <p:nvPr>
            <p:ph type="sldNum" sz="quarter" idx="12"/>
          </p:nvPr>
        </p:nvSpPr>
        <p:spPr>
          <a:ln/>
        </p:spPr>
        <p:txBody>
          <a:bodyPr/>
          <a:lstStyle>
            <a:lvl1pPr>
              <a:defRPr/>
            </a:lvl1pPr>
          </a:lstStyle>
          <a:p>
            <a:pPr>
              <a:defRPr/>
            </a:pPr>
            <a:fld id="{4E8385E0-B45E-4570-A3AA-0856022418D9}" type="slidenum">
              <a:rPr lang="en-US" altLang="en-US"/>
              <a:pPr>
                <a:defRPr/>
              </a:pPr>
              <a:t>‹#›</a:t>
            </a:fld>
            <a:endParaRPr lang="en-US" altLang="en-US"/>
          </a:p>
        </p:txBody>
      </p:sp>
    </p:spTree>
    <p:extLst>
      <p:ext uri="{BB962C8B-B14F-4D97-AF65-F5344CB8AC3E}">
        <p14:creationId xmlns:p14="http://schemas.microsoft.com/office/powerpoint/2010/main" val="3859124618"/>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75C9C638-878C-4E40-8D06-96E4C1B412DE}"/>
              </a:ext>
            </a:extLst>
          </p:cNvPr>
          <p:cNvSpPr>
            <a:spLocks noGrp="1" noChangeArrowheads="1"/>
          </p:cNvSpPr>
          <p:nvPr>
            <p:ph type="dt" sz="half" idx="10"/>
          </p:nvPr>
        </p:nvSpPr>
        <p:spPr>
          <a:ln/>
        </p:spPr>
        <p:txBody>
          <a:bodyPr/>
          <a:lstStyle>
            <a:lvl1pPr>
              <a:defRPr/>
            </a:lvl1pPr>
          </a:lstStyle>
          <a:p>
            <a:pPr>
              <a:defRPr/>
            </a:pPr>
            <a:fld id="{5DCB4BA1-EF4A-46E7-A043-BEC20C08A882}" type="datetime4">
              <a:rPr lang="en-US" altLang="en-US" smtClean="0"/>
              <a:t>May 9, 2024</a:t>
            </a:fld>
            <a:endParaRPr lang="en-US" altLang="en-US"/>
          </a:p>
        </p:txBody>
      </p:sp>
      <p:sp>
        <p:nvSpPr>
          <p:cNvPr id="4" name="Rectangle 10">
            <a:extLst>
              <a:ext uri="{FF2B5EF4-FFF2-40B4-BE49-F238E27FC236}">
                <a16:creationId xmlns:a16="http://schemas.microsoft.com/office/drawing/2014/main" id="{3310315F-DE20-461D-BB40-598604683D4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45B671E4-A185-4AAA-BFEE-B5DA72854E32}"/>
              </a:ext>
            </a:extLst>
          </p:cNvPr>
          <p:cNvSpPr>
            <a:spLocks noGrp="1" noChangeArrowheads="1"/>
          </p:cNvSpPr>
          <p:nvPr>
            <p:ph type="sldNum" sz="quarter" idx="12"/>
          </p:nvPr>
        </p:nvSpPr>
        <p:spPr>
          <a:ln/>
        </p:spPr>
        <p:txBody>
          <a:bodyPr/>
          <a:lstStyle>
            <a:lvl1pPr>
              <a:defRPr/>
            </a:lvl1pPr>
          </a:lstStyle>
          <a:p>
            <a:pPr>
              <a:defRPr/>
            </a:pPr>
            <a:fld id="{A92DC3B9-A196-4109-8661-49D33AF61530}" type="slidenum">
              <a:rPr lang="en-US" altLang="en-US"/>
              <a:pPr>
                <a:defRPr/>
              </a:pPr>
              <a:t>‹#›</a:t>
            </a:fld>
            <a:endParaRPr lang="en-US" altLang="en-US"/>
          </a:p>
        </p:txBody>
      </p:sp>
    </p:spTree>
    <p:extLst>
      <p:ext uri="{BB962C8B-B14F-4D97-AF65-F5344CB8AC3E}">
        <p14:creationId xmlns:p14="http://schemas.microsoft.com/office/powerpoint/2010/main" val="4511213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5C476D0D-B5BB-40B1-97F5-041B0BB00038}"/>
              </a:ext>
            </a:extLst>
          </p:cNvPr>
          <p:cNvSpPr>
            <a:spLocks noGrp="1" noChangeArrowheads="1"/>
          </p:cNvSpPr>
          <p:nvPr>
            <p:ph type="dt" sz="half" idx="10"/>
          </p:nvPr>
        </p:nvSpPr>
        <p:spPr>
          <a:ln/>
        </p:spPr>
        <p:txBody>
          <a:bodyPr/>
          <a:lstStyle>
            <a:lvl1pPr>
              <a:defRPr/>
            </a:lvl1pPr>
          </a:lstStyle>
          <a:p>
            <a:pPr>
              <a:defRPr/>
            </a:pPr>
            <a:fld id="{331896EC-27A3-4DEC-9EAE-1715D1EE9CB2}" type="datetime4">
              <a:rPr lang="en-US" altLang="en-US" smtClean="0"/>
              <a:t>May 9, 2024</a:t>
            </a:fld>
            <a:endParaRPr lang="en-US" altLang="en-US"/>
          </a:p>
        </p:txBody>
      </p:sp>
      <p:sp>
        <p:nvSpPr>
          <p:cNvPr id="3" name="Rectangle 10">
            <a:extLst>
              <a:ext uri="{FF2B5EF4-FFF2-40B4-BE49-F238E27FC236}">
                <a16:creationId xmlns:a16="http://schemas.microsoft.com/office/drawing/2014/main" id="{584D7CD9-03DE-48D5-8B6F-A09B7D332F8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4B50E0DF-BFAF-460E-AA43-87A734A1C027}"/>
              </a:ext>
            </a:extLst>
          </p:cNvPr>
          <p:cNvSpPr>
            <a:spLocks noGrp="1" noChangeArrowheads="1"/>
          </p:cNvSpPr>
          <p:nvPr>
            <p:ph type="sldNum" sz="quarter" idx="12"/>
          </p:nvPr>
        </p:nvSpPr>
        <p:spPr>
          <a:ln/>
        </p:spPr>
        <p:txBody>
          <a:bodyPr/>
          <a:lstStyle>
            <a:lvl1pPr>
              <a:defRPr/>
            </a:lvl1pPr>
          </a:lstStyle>
          <a:p>
            <a:pPr>
              <a:defRPr/>
            </a:pPr>
            <a:fld id="{EB21815A-02CE-4946-BC74-B18050342953}" type="slidenum">
              <a:rPr lang="en-US" altLang="en-US"/>
              <a:pPr>
                <a:defRPr/>
              </a:pPr>
              <a:t>‹#›</a:t>
            </a:fld>
            <a:endParaRPr lang="en-US" altLang="en-US"/>
          </a:p>
        </p:txBody>
      </p:sp>
    </p:spTree>
    <p:extLst>
      <p:ext uri="{BB962C8B-B14F-4D97-AF65-F5344CB8AC3E}">
        <p14:creationId xmlns:p14="http://schemas.microsoft.com/office/powerpoint/2010/main" val="404583648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9765C9AE-0CF0-4AA4-A848-0E2835A2EE33}"/>
              </a:ext>
            </a:extLst>
          </p:cNvPr>
          <p:cNvSpPr>
            <a:spLocks noGrp="1" noChangeArrowheads="1"/>
          </p:cNvSpPr>
          <p:nvPr>
            <p:ph type="dt" sz="half" idx="10"/>
          </p:nvPr>
        </p:nvSpPr>
        <p:spPr>
          <a:ln/>
        </p:spPr>
        <p:txBody>
          <a:bodyPr/>
          <a:lstStyle>
            <a:lvl1pPr>
              <a:defRPr/>
            </a:lvl1pPr>
          </a:lstStyle>
          <a:p>
            <a:pPr>
              <a:defRPr/>
            </a:pPr>
            <a:fld id="{6F01F57A-160C-4DBD-8129-F74AC5E4C8FF}" type="datetime4">
              <a:rPr lang="en-US" altLang="en-US" smtClean="0"/>
              <a:t>May 9, 2024</a:t>
            </a:fld>
            <a:endParaRPr lang="en-US" altLang="en-US"/>
          </a:p>
        </p:txBody>
      </p:sp>
      <p:sp>
        <p:nvSpPr>
          <p:cNvPr id="6" name="Rectangle 10">
            <a:extLst>
              <a:ext uri="{FF2B5EF4-FFF2-40B4-BE49-F238E27FC236}">
                <a16:creationId xmlns:a16="http://schemas.microsoft.com/office/drawing/2014/main" id="{FC78EA8E-2184-4C93-A632-2F9F0776E0C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1C0FE5F5-94B2-4263-8EC5-9430AB9C03D8}"/>
              </a:ext>
            </a:extLst>
          </p:cNvPr>
          <p:cNvSpPr>
            <a:spLocks noGrp="1" noChangeArrowheads="1"/>
          </p:cNvSpPr>
          <p:nvPr>
            <p:ph type="sldNum" sz="quarter" idx="12"/>
          </p:nvPr>
        </p:nvSpPr>
        <p:spPr>
          <a:ln/>
        </p:spPr>
        <p:txBody>
          <a:bodyPr/>
          <a:lstStyle>
            <a:lvl1pPr>
              <a:defRPr/>
            </a:lvl1pPr>
          </a:lstStyle>
          <a:p>
            <a:pPr>
              <a:defRPr/>
            </a:pPr>
            <a:fld id="{0DE921B3-5AA3-40B2-BD1E-81A7FD4E636B}" type="slidenum">
              <a:rPr lang="en-US" altLang="en-US"/>
              <a:pPr>
                <a:defRPr/>
              </a:pPr>
              <a:t>‹#›</a:t>
            </a:fld>
            <a:endParaRPr lang="en-US" altLang="en-US"/>
          </a:p>
        </p:txBody>
      </p:sp>
    </p:spTree>
    <p:extLst>
      <p:ext uri="{BB962C8B-B14F-4D97-AF65-F5344CB8AC3E}">
        <p14:creationId xmlns:p14="http://schemas.microsoft.com/office/powerpoint/2010/main" val="4154247001"/>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0E467AB0-774D-43D9-8198-193CB588BACB}"/>
              </a:ext>
            </a:extLst>
          </p:cNvPr>
          <p:cNvSpPr>
            <a:spLocks noGrp="1" noChangeArrowheads="1"/>
          </p:cNvSpPr>
          <p:nvPr>
            <p:ph type="dt" sz="half" idx="10"/>
          </p:nvPr>
        </p:nvSpPr>
        <p:spPr>
          <a:ln/>
        </p:spPr>
        <p:txBody>
          <a:bodyPr/>
          <a:lstStyle>
            <a:lvl1pPr>
              <a:defRPr/>
            </a:lvl1pPr>
          </a:lstStyle>
          <a:p>
            <a:pPr>
              <a:defRPr/>
            </a:pPr>
            <a:fld id="{AAB558D7-F0E0-4297-ADF6-FEC8ACB68C6B}" type="datetime4">
              <a:rPr lang="en-US" altLang="en-US" smtClean="0"/>
              <a:t>May 9, 2024</a:t>
            </a:fld>
            <a:endParaRPr lang="en-US" altLang="en-US"/>
          </a:p>
        </p:txBody>
      </p:sp>
      <p:sp>
        <p:nvSpPr>
          <p:cNvPr id="6" name="Rectangle 10">
            <a:extLst>
              <a:ext uri="{FF2B5EF4-FFF2-40B4-BE49-F238E27FC236}">
                <a16:creationId xmlns:a16="http://schemas.microsoft.com/office/drawing/2014/main" id="{7B808355-42A5-4D0E-8518-E0F4FD43197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3BAF7EF2-E2DF-47AB-891C-D84081527129}"/>
              </a:ext>
            </a:extLst>
          </p:cNvPr>
          <p:cNvSpPr>
            <a:spLocks noGrp="1" noChangeArrowheads="1"/>
          </p:cNvSpPr>
          <p:nvPr>
            <p:ph type="sldNum" sz="quarter" idx="12"/>
          </p:nvPr>
        </p:nvSpPr>
        <p:spPr>
          <a:ln/>
        </p:spPr>
        <p:txBody>
          <a:bodyPr/>
          <a:lstStyle>
            <a:lvl1pPr>
              <a:defRPr/>
            </a:lvl1pPr>
          </a:lstStyle>
          <a:p>
            <a:pPr>
              <a:defRPr/>
            </a:pPr>
            <a:fld id="{CCB248BD-9539-4CAF-93DC-A2CA13CA5E98}" type="slidenum">
              <a:rPr lang="en-US" altLang="en-US"/>
              <a:pPr>
                <a:defRPr/>
              </a:pPr>
              <a:t>‹#›</a:t>
            </a:fld>
            <a:endParaRPr lang="en-US" altLang="en-US"/>
          </a:p>
        </p:txBody>
      </p:sp>
    </p:spTree>
    <p:extLst>
      <p:ext uri="{BB962C8B-B14F-4D97-AF65-F5344CB8AC3E}">
        <p14:creationId xmlns:p14="http://schemas.microsoft.com/office/powerpoint/2010/main" val="1270631338"/>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DFEB8B6-9CBD-44BF-A7E4-D3D886E91852}"/>
              </a:ext>
            </a:extLst>
          </p:cNvPr>
          <p:cNvSpPr>
            <a:spLocks noGrp="1" noChangeArrowheads="1"/>
          </p:cNvSpPr>
          <p:nvPr>
            <p:ph type="dt" sz="half" idx="10"/>
          </p:nvPr>
        </p:nvSpPr>
        <p:spPr>
          <a:ln/>
        </p:spPr>
        <p:txBody>
          <a:bodyPr/>
          <a:lstStyle>
            <a:lvl1pPr>
              <a:defRPr/>
            </a:lvl1pPr>
          </a:lstStyle>
          <a:p>
            <a:pPr>
              <a:defRPr/>
            </a:pPr>
            <a:fld id="{2EE4C2D4-AED4-49A9-9EFA-2DD204261EE7}" type="datetime4">
              <a:rPr lang="en-US" altLang="en-US" smtClean="0"/>
              <a:t>May 9, 2024</a:t>
            </a:fld>
            <a:endParaRPr lang="en-US" altLang="en-US"/>
          </a:p>
        </p:txBody>
      </p:sp>
      <p:sp>
        <p:nvSpPr>
          <p:cNvPr id="5" name="Rectangle 10">
            <a:extLst>
              <a:ext uri="{FF2B5EF4-FFF2-40B4-BE49-F238E27FC236}">
                <a16:creationId xmlns:a16="http://schemas.microsoft.com/office/drawing/2014/main" id="{E0908BF4-CB10-49D2-9638-F9AF6998E68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D8A2F6A0-8795-460A-8A6C-6A0D79743EA3}"/>
              </a:ext>
            </a:extLst>
          </p:cNvPr>
          <p:cNvSpPr>
            <a:spLocks noGrp="1" noChangeArrowheads="1"/>
          </p:cNvSpPr>
          <p:nvPr>
            <p:ph type="sldNum" sz="quarter" idx="12"/>
          </p:nvPr>
        </p:nvSpPr>
        <p:spPr>
          <a:ln/>
        </p:spPr>
        <p:txBody>
          <a:bodyPr/>
          <a:lstStyle>
            <a:lvl1pPr>
              <a:defRPr/>
            </a:lvl1pPr>
          </a:lstStyle>
          <a:p>
            <a:pPr>
              <a:defRPr/>
            </a:pPr>
            <a:fld id="{DE73F2B1-D81C-4169-96DE-C2961E383EAB}" type="slidenum">
              <a:rPr lang="en-US" altLang="en-US"/>
              <a:pPr>
                <a:defRPr/>
              </a:pPr>
              <a:t>‹#›</a:t>
            </a:fld>
            <a:endParaRPr lang="en-US" altLang="en-US"/>
          </a:p>
        </p:txBody>
      </p:sp>
    </p:spTree>
    <p:extLst>
      <p:ext uri="{BB962C8B-B14F-4D97-AF65-F5344CB8AC3E}">
        <p14:creationId xmlns:p14="http://schemas.microsoft.com/office/powerpoint/2010/main" val="3553602119"/>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1DBC7B38-5070-4237-8553-69481B5B89E3}"/>
              </a:ext>
            </a:extLst>
          </p:cNvPr>
          <p:cNvSpPr>
            <a:spLocks noGrp="1" noChangeArrowheads="1"/>
          </p:cNvSpPr>
          <p:nvPr>
            <p:ph type="dt" sz="half" idx="10"/>
          </p:nvPr>
        </p:nvSpPr>
        <p:spPr>
          <a:ln/>
        </p:spPr>
        <p:txBody>
          <a:bodyPr/>
          <a:lstStyle>
            <a:lvl1pPr>
              <a:defRPr/>
            </a:lvl1pPr>
          </a:lstStyle>
          <a:p>
            <a:pPr>
              <a:defRPr/>
            </a:pPr>
            <a:fld id="{845C5BC7-25FB-48F9-9ECD-E148693D6F39}" type="datetime4">
              <a:rPr lang="en-US" altLang="en-US" smtClean="0"/>
              <a:t>May 9, 2024</a:t>
            </a:fld>
            <a:endParaRPr lang="en-US" altLang="en-US"/>
          </a:p>
        </p:txBody>
      </p:sp>
      <p:sp>
        <p:nvSpPr>
          <p:cNvPr id="5" name="Rectangle 10">
            <a:extLst>
              <a:ext uri="{FF2B5EF4-FFF2-40B4-BE49-F238E27FC236}">
                <a16:creationId xmlns:a16="http://schemas.microsoft.com/office/drawing/2014/main" id="{48EF8B06-6A73-463B-8148-0D54FBA1B4F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4E710C1B-376F-4EEA-81E0-1E3990D393E9}"/>
              </a:ext>
            </a:extLst>
          </p:cNvPr>
          <p:cNvSpPr>
            <a:spLocks noGrp="1" noChangeArrowheads="1"/>
          </p:cNvSpPr>
          <p:nvPr>
            <p:ph type="sldNum" sz="quarter" idx="12"/>
          </p:nvPr>
        </p:nvSpPr>
        <p:spPr>
          <a:ln/>
        </p:spPr>
        <p:txBody>
          <a:bodyPr/>
          <a:lstStyle>
            <a:lvl1pPr>
              <a:defRPr/>
            </a:lvl1pPr>
          </a:lstStyle>
          <a:p>
            <a:pPr>
              <a:defRPr/>
            </a:pPr>
            <a:fld id="{CE560F63-EACA-4932-AF9B-D14368E73A48}" type="slidenum">
              <a:rPr lang="en-US" altLang="en-US"/>
              <a:pPr>
                <a:defRPr/>
              </a:pPr>
              <a:t>‹#›</a:t>
            </a:fld>
            <a:endParaRPr lang="en-US" altLang="en-US"/>
          </a:p>
        </p:txBody>
      </p:sp>
    </p:spTree>
    <p:extLst>
      <p:ext uri="{BB962C8B-B14F-4D97-AF65-F5344CB8AC3E}">
        <p14:creationId xmlns:p14="http://schemas.microsoft.com/office/powerpoint/2010/main" val="3187015778"/>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D6549AE-72E3-47BE-AD73-E71A3EA949A1}"/>
              </a:ext>
            </a:extLst>
          </p:cNvPr>
          <p:cNvSpPr/>
          <p:nvPr/>
        </p:nvSpPr>
        <p:spPr>
          <a:xfrm>
            <a:off x="282575" y="228600"/>
            <a:ext cx="4235450" cy="4187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Rectangle 4">
            <a:extLst>
              <a:ext uri="{FF2B5EF4-FFF2-40B4-BE49-F238E27FC236}">
                <a16:creationId xmlns:a16="http://schemas.microsoft.com/office/drawing/2014/main" id="{39EC22C5-F716-4404-9C88-99D11E2E0C45}"/>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8F9F2FC3-1FDA-44A6-9B5F-C8C03570B5AB}"/>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3A8AF5D0-F3E1-4ABD-8A1F-F331D59F0408}"/>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60510EAD-8477-4A4C-8F7B-CAE19A6CB78E}"/>
              </a:ext>
            </a:extLst>
          </p:cNvPr>
          <p:cNvSpPr/>
          <p:nvPr/>
        </p:nvSpPr>
        <p:spPr>
          <a:xfrm>
            <a:off x="4624388" y="228600"/>
            <a:ext cx="2057400" cy="2038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6E6F5103-6E1E-41E2-A621-C0B09AD9ACB2}"/>
              </a:ext>
            </a:extLst>
          </p:cNvPr>
          <p:cNvSpPr/>
          <p:nvPr/>
        </p:nvSpPr>
        <p:spPr>
          <a:xfrm>
            <a:off x="6802438" y="2378075"/>
            <a:ext cx="2057400" cy="2038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0" name="Date Placeholder 3">
            <a:extLst>
              <a:ext uri="{FF2B5EF4-FFF2-40B4-BE49-F238E27FC236}">
                <a16:creationId xmlns:a16="http://schemas.microsoft.com/office/drawing/2014/main" id="{206B4422-FDBB-451A-80A3-E1AF08DE1A22}"/>
              </a:ext>
            </a:extLst>
          </p:cNvPr>
          <p:cNvSpPr>
            <a:spLocks noGrp="1"/>
          </p:cNvSpPr>
          <p:nvPr>
            <p:ph type="dt" sz="half" idx="10"/>
          </p:nvPr>
        </p:nvSpPr>
        <p:spPr>
          <a:xfrm>
            <a:off x="4800600" y="6426200"/>
            <a:ext cx="1231900" cy="365125"/>
          </a:xfrm>
        </p:spPr>
        <p:txBody>
          <a:bodyPr/>
          <a:lstStyle>
            <a:lvl1pPr algn="l">
              <a:defRPr/>
            </a:lvl1pPr>
          </a:lstStyle>
          <a:p>
            <a:pPr>
              <a:defRPr/>
            </a:pPr>
            <a:fld id="{51752509-2F43-4E42-9C46-F67640C7B1B0}" type="datetime4">
              <a:rPr lang="en-US" altLang="en-US" smtClean="0"/>
              <a:t>May 9, 2024</a:t>
            </a:fld>
            <a:endParaRPr lang="en-US" altLang="en-US"/>
          </a:p>
        </p:txBody>
      </p:sp>
      <p:sp>
        <p:nvSpPr>
          <p:cNvPr id="11" name="Footer Placeholder 4">
            <a:extLst>
              <a:ext uri="{FF2B5EF4-FFF2-40B4-BE49-F238E27FC236}">
                <a16:creationId xmlns:a16="http://schemas.microsoft.com/office/drawing/2014/main" id="{F2442541-6637-473A-8646-7A5B17DAAB20}"/>
              </a:ext>
            </a:extLst>
          </p:cNvPr>
          <p:cNvSpPr>
            <a:spLocks noGrp="1"/>
          </p:cNvSpPr>
          <p:nvPr>
            <p:ph type="ftr" sz="quarter" idx="11"/>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3095534497"/>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and Content">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A05DE3-C201-4B11-9666-0C6166F80377}"/>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May 9,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3026629825"/>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and Content, Al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9CC2ECC-E059-4618-997A-65107B4AD2CF}"/>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C96F8D73-B495-4145-B486-D69B73FDAB72}"/>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a:xfrm>
            <a:off x="498474" y="134471"/>
            <a:ext cx="7556313" cy="995082"/>
          </a:xfrm>
        </p:spPr>
        <p:txBody>
          <a:bodyPr anchor="b"/>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Text Placeholder 3"/>
          <p:cNvSpPr>
            <a:spLocks noGrp="1"/>
          </p:cNvSpPr>
          <p:nvPr>
            <p:ph type="body" sz="half" idx="2"/>
          </p:nvPr>
        </p:nvSpPr>
        <p:spPr>
          <a:xfrm>
            <a:off x="498518" y="1129553"/>
            <a:ext cx="7558960" cy="774700"/>
          </a:xfrm>
        </p:spPr>
        <p:txBody>
          <a:bodyPr rtlCol="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3">
            <a:extLst>
              <a:ext uri="{FF2B5EF4-FFF2-40B4-BE49-F238E27FC236}">
                <a16:creationId xmlns:a16="http://schemas.microsoft.com/office/drawing/2014/main" id="{65019766-081A-47D0-BAEA-0C15F0721F57}"/>
              </a:ext>
            </a:extLst>
          </p:cNvPr>
          <p:cNvSpPr>
            <a:spLocks noGrp="1"/>
          </p:cNvSpPr>
          <p:nvPr>
            <p:ph type="dt" sz="half" idx="10"/>
          </p:nvPr>
        </p:nvSpPr>
        <p:spPr/>
        <p:txBody>
          <a:bodyPr/>
          <a:lstStyle>
            <a:lvl1pPr>
              <a:defRPr/>
            </a:lvl1pPr>
          </a:lstStyle>
          <a:p>
            <a:pPr>
              <a:defRPr/>
            </a:pPr>
            <a:fld id="{42F4B6AC-63EB-4180-A36B-8AD10E9CDD5C}" type="datetime4">
              <a:rPr lang="en-US" altLang="en-US" smtClean="0"/>
              <a:t>May 9, 2024</a:t>
            </a:fld>
            <a:endParaRPr lang="en-US" altLang="en-US"/>
          </a:p>
        </p:txBody>
      </p:sp>
      <p:sp>
        <p:nvSpPr>
          <p:cNvPr id="8" name="Footer Placeholder 4">
            <a:extLst>
              <a:ext uri="{FF2B5EF4-FFF2-40B4-BE49-F238E27FC236}">
                <a16:creationId xmlns:a16="http://schemas.microsoft.com/office/drawing/2014/main" id="{7423F56D-9BA3-4A25-B9BA-424A70868E6D}"/>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5488EADA-FED8-4753-AAF3-AC9BBB764650}"/>
              </a:ext>
            </a:extLst>
          </p:cNvPr>
          <p:cNvSpPr>
            <a:spLocks noGrp="1"/>
          </p:cNvSpPr>
          <p:nvPr>
            <p:ph type="sldNum" sz="quarter" idx="12"/>
          </p:nvPr>
        </p:nvSpPr>
        <p:spPr/>
        <p:txBody>
          <a:bodyPr/>
          <a:lstStyle>
            <a:lvl1pPr>
              <a:defRPr/>
            </a:lvl1pPr>
          </a:lstStyle>
          <a:p>
            <a:pPr>
              <a:defRPr/>
            </a:pPr>
            <a:fld id="{F9DC72B3-6AE1-4353-8D4C-88EC00346497}" type="slidenum">
              <a:rPr lang="en-US" altLang="en-US"/>
              <a:pPr>
                <a:defRPr/>
              </a:pPr>
              <a:t>‹#›</a:t>
            </a:fld>
            <a:endParaRPr lang="en-US" altLang="en-US"/>
          </a:p>
        </p:txBody>
      </p:sp>
    </p:spTree>
    <p:extLst>
      <p:ext uri="{BB962C8B-B14F-4D97-AF65-F5344CB8AC3E}">
        <p14:creationId xmlns:p14="http://schemas.microsoft.com/office/powerpoint/2010/main" val="1871659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Slide with 2 Pictur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A5716B2-1D51-4842-A52B-1B7BE135F4E1}"/>
              </a:ext>
            </a:extLst>
          </p:cNvPr>
          <p:cNvSpPr/>
          <p:nvPr/>
        </p:nvSpPr>
        <p:spPr>
          <a:xfrm>
            <a:off x="282575" y="228600"/>
            <a:ext cx="4235450" cy="41878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Rectangle 7">
            <a:extLst>
              <a:ext uri="{FF2B5EF4-FFF2-40B4-BE49-F238E27FC236}">
                <a16:creationId xmlns:a16="http://schemas.microsoft.com/office/drawing/2014/main" id="{B6F670D2-C111-4D1B-B50D-F3432ABD194E}"/>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9" name="Rectangle 8">
            <a:extLst>
              <a:ext uri="{FF2B5EF4-FFF2-40B4-BE49-F238E27FC236}">
                <a16:creationId xmlns:a16="http://schemas.microsoft.com/office/drawing/2014/main" id="{E1D2165C-0B75-4EB3-A9E4-0F14A4B84006}"/>
              </a:ext>
            </a:extLst>
          </p:cNvPr>
          <p:cNvSpPr/>
          <p:nvPr/>
        </p:nvSpPr>
        <p:spPr>
          <a:xfrm>
            <a:off x="4624388" y="2378075"/>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TextBox 9">
            <a:extLst>
              <a:ext uri="{FF2B5EF4-FFF2-40B4-BE49-F238E27FC236}">
                <a16:creationId xmlns:a16="http://schemas.microsoft.com/office/drawing/2014/main" id="{BE03CB60-55F5-44EE-92D5-52256DA7E5F3}"/>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13" name="Picture Placeholder 12"/>
          <p:cNvSpPr>
            <a:spLocks noGrp="1"/>
          </p:cNvSpPr>
          <p:nvPr>
            <p:ph type="pic" sz="quarter" idx="12"/>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3"/>
          </p:nvPr>
        </p:nvSpPr>
        <p:spPr>
          <a:xfrm>
            <a:off x="6802438" y="2377440"/>
            <a:ext cx="2057400" cy="2039112"/>
          </a:xfrm>
        </p:spPr>
        <p:txBody>
          <a:bodyPr rtlCol="0">
            <a:normAutofit/>
          </a:bodyPr>
          <a:lstStyle>
            <a:lvl1pPr>
              <a:buNone/>
              <a:defRPr/>
            </a:lvl1pPr>
          </a:lstStyle>
          <a:p>
            <a:pPr lvl="0"/>
            <a:r>
              <a:rPr lang="en-US" noProof="0"/>
              <a:t>Click icon to add picture</a:t>
            </a:r>
            <a:endParaRPr noProof="0" dirty="0"/>
          </a:p>
        </p:txBody>
      </p:sp>
      <p:sp>
        <p:nvSpPr>
          <p:cNvPr id="16" name="Text Placeholder 3"/>
          <p:cNvSpPr>
            <a:spLocks noGrp="1"/>
          </p:cNvSpPr>
          <p:nvPr>
            <p:ph type="body" sz="half" idx="2"/>
          </p:nvPr>
        </p:nvSpPr>
        <p:spPr>
          <a:xfrm>
            <a:off x="857250" y="1779494"/>
            <a:ext cx="3086100" cy="3089666"/>
          </a:xfrm>
        </p:spPr>
        <p:txBody>
          <a:bodyPr lIns="45720" rIns="45720">
            <a:noAutofit/>
          </a:bodyPr>
          <a:lstStyle>
            <a:lvl1pPr marL="0" indent="0" algn="ctr">
              <a:buNone/>
              <a:defRPr sz="4600">
                <a:solidFill>
                  <a:srgbClr val="FF0000"/>
                </a:solidFill>
              </a:defRPr>
            </a:lvl1pPr>
            <a:lvl2pPr>
              <a:defRPr sz="1200"/>
            </a:lvl2pPr>
            <a:lvl3pPr>
              <a:defRPr sz="1000"/>
            </a:lvl3pPr>
            <a:lvl4pPr>
              <a:defRPr sz="900"/>
            </a:lvl4pPr>
            <a:lvl5pPr>
              <a:defRPr sz="900"/>
            </a:lvl5pPr>
          </a:lstStyle>
          <a:p>
            <a:pPr lvl="0"/>
            <a:r>
              <a:rPr lang="en-US"/>
              <a:t>Edit Master text styles</a:t>
            </a:r>
          </a:p>
        </p:txBody>
      </p:sp>
      <p:sp>
        <p:nvSpPr>
          <p:cNvPr id="11" name="Date Placeholder 3">
            <a:extLst>
              <a:ext uri="{FF2B5EF4-FFF2-40B4-BE49-F238E27FC236}">
                <a16:creationId xmlns:a16="http://schemas.microsoft.com/office/drawing/2014/main" id="{2844C491-3D0C-48E4-BD99-E1F9E0A64DC8}"/>
              </a:ext>
            </a:extLst>
          </p:cNvPr>
          <p:cNvSpPr>
            <a:spLocks noGrp="1"/>
          </p:cNvSpPr>
          <p:nvPr>
            <p:ph type="dt" sz="half" idx="14"/>
          </p:nvPr>
        </p:nvSpPr>
        <p:spPr>
          <a:xfrm>
            <a:off x="4800600" y="6426200"/>
            <a:ext cx="1231900" cy="365125"/>
          </a:xfrm>
        </p:spPr>
        <p:txBody>
          <a:bodyPr/>
          <a:lstStyle>
            <a:lvl1pPr algn="l">
              <a:defRPr/>
            </a:lvl1pPr>
          </a:lstStyle>
          <a:p>
            <a:pPr>
              <a:defRPr/>
            </a:pPr>
            <a:fld id="{5947DAE1-A49F-4D70-A911-88A3EB474968}" type="datetime4">
              <a:rPr lang="en-US" altLang="en-US" smtClean="0"/>
              <a:t>May 9, 2024</a:t>
            </a:fld>
            <a:endParaRPr lang="en-US" altLang="en-US"/>
          </a:p>
        </p:txBody>
      </p:sp>
      <p:sp>
        <p:nvSpPr>
          <p:cNvPr id="12" name="Footer Placeholder 4">
            <a:extLst>
              <a:ext uri="{FF2B5EF4-FFF2-40B4-BE49-F238E27FC236}">
                <a16:creationId xmlns:a16="http://schemas.microsoft.com/office/drawing/2014/main" id="{C7A89449-B2CD-4D8E-96E7-C3D05CA65A71}"/>
              </a:ext>
            </a:extLst>
          </p:cNvPr>
          <p:cNvSpPr>
            <a:spLocks noGrp="1"/>
          </p:cNvSpPr>
          <p:nvPr>
            <p:ph type="ftr" sz="quarter" idx="15"/>
          </p:nvPr>
        </p:nvSpPr>
        <p:spPr>
          <a:xfrm>
            <a:off x="6311900" y="6426200"/>
            <a:ext cx="2616200" cy="365125"/>
          </a:xfrm>
        </p:spPr>
        <p:txBody>
          <a:bodyPr/>
          <a:lstStyle>
            <a:lvl1pPr algn="r">
              <a:defRPr/>
            </a:lvl1pPr>
          </a:lstStyle>
          <a:p>
            <a:pPr>
              <a:defRPr/>
            </a:pPr>
            <a:endParaRPr lang="en-US" altLang="en-US"/>
          </a:p>
        </p:txBody>
      </p:sp>
    </p:spTree>
    <p:extLst>
      <p:ext uri="{BB962C8B-B14F-4D97-AF65-F5344CB8AC3E}">
        <p14:creationId xmlns:p14="http://schemas.microsoft.com/office/powerpoint/2010/main" val="1900141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911DE96-FAFC-4CF6-98C3-243C9D9B03D7}"/>
              </a:ext>
            </a:extLst>
          </p:cNvPr>
          <p:cNvSpPr/>
          <p:nvPr/>
        </p:nvSpPr>
        <p:spPr>
          <a:xfrm>
            <a:off x="658813" y="211138"/>
            <a:ext cx="8201025" cy="6345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661903" y="3133725"/>
            <a:ext cx="7313240" cy="1362075"/>
          </a:xfrm>
        </p:spPr>
        <p:txBody>
          <a:bodyPr anchor="b">
            <a:normAutofit/>
          </a:bodyPr>
          <a:lstStyle>
            <a:lvl1pPr algn="l">
              <a:defRPr sz="3200" b="0" cap="none" baseline="0">
                <a:solidFill>
                  <a:srgbClr val="FF0000"/>
                </a:solidFill>
              </a:defRPr>
            </a:lvl1pPr>
          </a:lstStyle>
          <a:p>
            <a:r>
              <a:rPr lang="en-US"/>
              <a:t>Click to edit Master title style</a:t>
            </a:r>
            <a:endParaRPr dirty="0"/>
          </a:p>
        </p:txBody>
      </p:sp>
      <p:sp>
        <p:nvSpPr>
          <p:cNvPr id="3" name="Text Placeholder 2"/>
          <p:cNvSpPr>
            <a:spLocks noGrp="1"/>
          </p:cNvSpPr>
          <p:nvPr>
            <p:ph type="body" idx="1"/>
          </p:nvPr>
        </p:nvSpPr>
        <p:spPr>
          <a:xfrm>
            <a:off x="658906" y="4725144"/>
            <a:ext cx="7265894" cy="1270843"/>
          </a:xfrm>
        </p:spPr>
        <p:txBody>
          <a:bodyPr>
            <a:normAutofit/>
          </a:bodyPr>
          <a:lstStyle>
            <a:lvl1pPr marL="0" indent="0">
              <a:spcBef>
                <a:spcPts val="300"/>
              </a:spcBef>
              <a:buNone/>
              <a:defRPr sz="1400" cap="none" baseline="0">
                <a:solidFill>
                  <a:srgbClr val="0070C0"/>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a:extLst>
              <a:ext uri="{FF2B5EF4-FFF2-40B4-BE49-F238E27FC236}">
                <a16:creationId xmlns:a16="http://schemas.microsoft.com/office/drawing/2014/main" id="{CE00B8D7-84F4-46D1-83F3-DB8DA019BD9F}"/>
              </a:ext>
            </a:extLst>
          </p:cNvPr>
          <p:cNvSpPr>
            <a:spLocks noGrp="1"/>
          </p:cNvSpPr>
          <p:nvPr>
            <p:ph type="dt" sz="half" idx="10"/>
          </p:nvPr>
        </p:nvSpPr>
        <p:spPr>
          <a:xfrm>
            <a:off x="658813" y="6248400"/>
            <a:ext cx="1474787" cy="365125"/>
          </a:xfrm>
        </p:spPr>
        <p:txBody>
          <a:bodyPr/>
          <a:lstStyle>
            <a:lvl1pPr algn="l">
              <a:defRPr>
                <a:solidFill>
                  <a:schemeClr val="bg1"/>
                </a:solidFill>
              </a:defRPr>
            </a:lvl1pPr>
          </a:lstStyle>
          <a:p>
            <a:pPr>
              <a:defRPr/>
            </a:pPr>
            <a:fld id="{BCD013CE-67C9-4988-A823-7D0EB71D023D}" type="datetime4">
              <a:rPr lang="en-US" altLang="en-US" smtClean="0"/>
              <a:t>May 9, 2024</a:t>
            </a:fld>
            <a:endParaRPr lang="en-US" altLang="en-US"/>
          </a:p>
        </p:txBody>
      </p:sp>
      <p:sp>
        <p:nvSpPr>
          <p:cNvPr id="6" name="Footer Placeholder 4">
            <a:extLst>
              <a:ext uri="{FF2B5EF4-FFF2-40B4-BE49-F238E27FC236}">
                <a16:creationId xmlns:a16="http://schemas.microsoft.com/office/drawing/2014/main" id="{F5407CD7-AE9E-410F-8F94-A4A372B8F1AC}"/>
              </a:ext>
            </a:extLst>
          </p:cNvPr>
          <p:cNvSpPr>
            <a:spLocks noGrp="1"/>
          </p:cNvSpPr>
          <p:nvPr>
            <p:ph type="ftr" sz="quarter" idx="11"/>
          </p:nvPr>
        </p:nvSpPr>
        <p:spPr>
          <a:xfrm>
            <a:off x="2286000" y="6248400"/>
            <a:ext cx="5638800" cy="365125"/>
          </a:xfrm>
        </p:spPr>
        <p:txBody>
          <a:bodyPr/>
          <a:lstStyle>
            <a:lvl1pPr>
              <a:defRPr>
                <a:solidFill>
                  <a:schemeClr val="bg1"/>
                </a:solidFill>
              </a:defRPr>
            </a:lvl1pPr>
          </a:lstStyle>
          <a:p>
            <a:pPr>
              <a:defRPr/>
            </a:pPr>
            <a:endParaRPr lang="en-US" altLang="en-US"/>
          </a:p>
        </p:txBody>
      </p:sp>
      <p:sp>
        <p:nvSpPr>
          <p:cNvPr id="7" name="Slide Number Placeholder 5">
            <a:extLst>
              <a:ext uri="{FF2B5EF4-FFF2-40B4-BE49-F238E27FC236}">
                <a16:creationId xmlns:a16="http://schemas.microsoft.com/office/drawing/2014/main" id="{9606D7A1-CF24-46FC-A3CA-970975891FAB}"/>
              </a:ext>
            </a:extLst>
          </p:cNvPr>
          <p:cNvSpPr>
            <a:spLocks noGrp="1"/>
          </p:cNvSpPr>
          <p:nvPr>
            <p:ph type="sldNum" sz="quarter" idx="12"/>
          </p:nvPr>
        </p:nvSpPr>
        <p:spPr>
          <a:xfrm>
            <a:off x="8305800" y="6248400"/>
            <a:ext cx="554038" cy="365125"/>
          </a:xfrm>
        </p:spPr>
        <p:txBody>
          <a:bodyPr/>
          <a:lstStyle>
            <a:lvl1pPr>
              <a:defRPr/>
            </a:lvl1pPr>
          </a:lstStyle>
          <a:p>
            <a:pPr>
              <a:defRPr/>
            </a:pPr>
            <a:fld id="{04D8FD4F-45E7-4072-8800-E1C10689F0F2}" type="slidenum">
              <a:rPr lang="en-US" altLang="en-US"/>
              <a:pPr>
                <a:defRPr/>
              </a:pPr>
              <a:t>‹#›</a:t>
            </a:fld>
            <a:endParaRPr lang="en-US" altLang="en-US"/>
          </a:p>
        </p:txBody>
      </p:sp>
    </p:spTree>
    <p:extLst>
      <p:ext uri="{BB962C8B-B14F-4D97-AF65-F5344CB8AC3E}">
        <p14:creationId xmlns:p14="http://schemas.microsoft.com/office/powerpoint/2010/main" val="1771318624"/>
      </p:ext>
    </p:extLst>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9E9D7C-56A6-4B82-9A3D-FD28902E34D6}"/>
              </a:ext>
            </a:extLst>
          </p:cNvPr>
          <p:cNvSpPr/>
          <p:nvPr/>
        </p:nvSpPr>
        <p:spPr>
          <a:xfrm>
            <a:off x="8210550" y="282575"/>
            <a:ext cx="64135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99B451A8-D956-4804-BB56-30E8F32ADC46}"/>
              </a:ext>
            </a:extLst>
          </p:cNvPr>
          <p:cNvSpPr/>
          <p:nvPr/>
        </p:nvSpPr>
        <p:spPr>
          <a:xfrm>
            <a:off x="8067675" y="282575"/>
            <a:ext cx="92075"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21727635-677E-4A10-B4D7-6A52FF43D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399878" y="1985963"/>
            <a:ext cx="3657600" cy="4140200"/>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Date Placeholder 4">
            <a:extLst>
              <a:ext uri="{FF2B5EF4-FFF2-40B4-BE49-F238E27FC236}">
                <a16:creationId xmlns:a16="http://schemas.microsoft.com/office/drawing/2014/main" id="{425FEDAF-E190-476B-8D80-2FDBE98012B4}"/>
              </a:ext>
            </a:extLst>
          </p:cNvPr>
          <p:cNvSpPr>
            <a:spLocks noGrp="1"/>
          </p:cNvSpPr>
          <p:nvPr>
            <p:ph type="dt" sz="half" idx="10"/>
          </p:nvPr>
        </p:nvSpPr>
        <p:spPr/>
        <p:txBody>
          <a:bodyPr/>
          <a:lstStyle>
            <a:lvl1pPr>
              <a:defRPr/>
            </a:lvl1pPr>
          </a:lstStyle>
          <a:p>
            <a:pPr>
              <a:defRPr/>
            </a:pPr>
            <a:fld id="{8BBC6A0A-016D-4814-87E7-5BE84E79FE1C}" type="datetime4">
              <a:rPr lang="en-US" altLang="en-US" smtClean="0"/>
              <a:t>May 9, 2024</a:t>
            </a:fld>
            <a:endParaRPr lang="en-US" altLang="en-US"/>
          </a:p>
        </p:txBody>
      </p:sp>
      <p:sp>
        <p:nvSpPr>
          <p:cNvPr id="9" name="Footer Placeholder 5">
            <a:extLst>
              <a:ext uri="{FF2B5EF4-FFF2-40B4-BE49-F238E27FC236}">
                <a16:creationId xmlns:a16="http://schemas.microsoft.com/office/drawing/2014/main" id="{40575C56-64B6-4D3B-B150-E0F913949005}"/>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651D746-2E4D-4F42-8E33-B5C7C189907E}"/>
              </a:ext>
            </a:extLst>
          </p:cNvPr>
          <p:cNvSpPr>
            <a:spLocks noGrp="1"/>
          </p:cNvSpPr>
          <p:nvPr>
            <p:ph type="sldNum" sz="quarter" idx="12"/>
          </p:nvPr>
        </p:nvSpPr>
        <p:spPr/>
        <p:txBody>
          <a:bodyPr/>
          <a:lstStyle>
            <a:lvl1pPr>
              <a:defRPr/>
            </a:lvl1pPr>
          </a:lstStyle>
          <a:p>
            <a:pPr>
              <a:defRPr/>
            </a:pPr>
            <a:fld id="{32C62F03-27E2-4C96-967C-2B7425AF4137}" type="slidenum">
              <a:rPr lang="en-US" altLang="en-US"/>
              <a:pPr>
                <a:defRPr/>
              </a:pPr>
              <a:t>‹#›</a:t>
            </a:fld>
            <a:endParaRPr lang="en-US" altLang="en-US"/>
          </a:p>
        </p:txBody>
      </p:sp>
    </p:spTree>
    <p:extLst>
      <p:ext uri="{BB962C8B-B14F-4D97-AF65-F5344CB8AC3E}">
        <p14:creationId xmlns:p14="http://schemas.microsoft.com/office/powerpoint/2010/main" val="2109593391"/>
      </p:ext>
    </p:extLst>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7B07C5-F853-4FE7-ADE4-312152A861F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DDC0CEFD-742B-4BDB-AB85-DD99C8FFB61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9" name="Date Placeholder 6">
            <a:extLst>
              <a:ext uri="{FF2B5EF4-FFF2-40B4-BE49-F238E27FC236}">
                <a16:creationId xmlns:a16="http://schemas.microsoft.com/office/drawing/2014/main" id="{71386DFB-7C38-465D-B19A-F9BC200863BD}"/>
              </a:ext>
            </a:extLst>
          </p:cNvPr>
          <p:cNvSpPr>
            <a:spLocks noGrp="1"/>
          </p:cNvSpPr>
          <p:nvPr>
            <p:ph type="dt" sz="half" idx="10"/>
          </p:nvPr>
        </p:nvSpPr>
        <p:spPr/>
        <p:txBody>
          <a:bodyPr/>
          <a:lstStyle>
            <a:lvl1pPr>
              <a:defRPr/>
            </a:lvl1pPr>
          </a:lstStyle>
          <a:p>
            <a:pPr>
              <a:defRPr/>
            </a:pPr>
            <a:fld id="{A6840219-0E5D-43E8-BC46-7B446F82A6CC}" type="datetime4">
              <a:rPr lang="en-US" altLang="en-US" smtClean="0"/>
              <a:t>May 9, 2024</a:t>
            </a:fld>
            <a:endParaRPr lang="en-US" altLang="en-US"/>
          </a:p>
        </p:txBody>
      </p:sp>
      <p:sp>
        <p:nvSpPr>
          <p:cNvPr id="10" name="Footer Placeholder 7">
            <a:extLst>
              <a:ext uri="{FF2B5EF4-FFF2-40B4-BE49-F238E27FC236}">
                <a16:creationId xmlns:a16="http://schemas.microsoft.com/office/drawing/2014/main" id="{AFB72559-48AF-4D8B-BCDA-85DFE5A30C08}"/>
              </a:ext>
            </a:extLst>
          </p:cNvPr>
          <p:cNvSpPr>
            <a:spLocks noGrp="1"/>
          </p:cNvSpPr>
          <p:nvPr>
            <p:ph type="ftr" sz="quarter" idx="11"/>
          </p:nvPr>
        </p:nvSpPr>
        <p:spPr/>
        <p:txBody>
          <a:bodyPr/>
          <a:lstStyle>
            <a:lvl1pPr>
              <a:defRPr/>
            </a:lvl1pPr>
          </a:lstStyle>
          <a:p>
            <a:pPr>
              <a:defRPr/>
            </a:pPr>
            <a:endParaRPr lang="en-US" altLang="en-US"/>
          </a:p>
        </p:txBody>
      </p:sp>
      <p:sp>
        <p:nvSpPr>
          <p:cNvPr id="11" name="Slide Number Placeholder 8">
            <a:extLst>
              <a:ext uri="{FF2B5EF4-FFF2-40B4-BE49-F238E27FC236}">
                <a16:creationId xmlns:a16="http://schemas.microsoft.com/office/drawing/2014/main" id="{C46A864C-2A70-42AC-91B7-3B12616E7B00}"/>
              </a:ext>
            </a:extLst>
          </p:cNvPr>
          <p:cNvSpPr>
            <a:spLocks noGrp="1"/>
          </p:cNvSpPr>
          <p:nvPr>
            <p:ph type="sldNum" sz="quarter" idx="12"/>
          </p:nvPr>
        </p:nvSpPr>
        <p:spPr/>
        <p:txBody>
          <a:bodyPr/>
          <a:lstStyle>
            <a:lvl1pPr>
              <a:defRPr/>
            </a:lvl1pPr>
          </a:lstStyle>
          <a:p>
            <a:pPr>
              <a:defRPr/>
            </a:pPr>
            <a:fld id="{5CC1C16B-91CF-4A52-B7DA-A9E2A0689885}" type="slidenum">
              <a:rPr lang="en-US" altLang="en-US"/>
              <a:pPr>
                <a:defRPr/>
              </a:pPr>
              <a:t>‹#›</a:t>
            </a:fld>
            <a:endParaRPr lang="en-US" altLang="en-US"/>
          </a:p>
        </p:txBody>
      </p:sp>
    </p:spTree>
    <p:extLst>
      <p:ext uri="{BB962C8B-B14F-4D97-AF65-F5344CB8AC3E}">
        <p14:creationId xmlns:p14="http://schemas.microsoft.com/office/powerpoint/2010/main" val="2024414672"/>
      </p:ext>
    </p:extLst>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 Content, Top and Bottom">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040DC1-CC49-4062-B731-108D0938F7B1}"/>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6" name="Rectangle 5">
            <a:extLst>
              <a:ext uri="{FF2B5EF4-FFF2-40B4-BE49-F238E27FC236}">
                <a16:creationId xmlns:a16="http://schemas.microsoft.com/office/drawing/2014/main" id="{F76B2E1C-83DC-48FB-87B4-6C04ED0E78E1}"/>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a:extLst>
              <a:ext uri="{FF2B5EF4-FFF2-40B4-BE49-F238E27FC236}">
                <a16:creationId xmlns:a16="http://schemas.microsoft.com/office/drawing/2014/main" id="{40692EE1-AA7B-43BD-AC16-CED9312B3818}"/>
              </a:ext>
            </a:extLst>
          </p:cNvPr>
          <p:cNvSpPr>
            <a:spLocks noGrp="1"/>
          </p:cNvSpPr>
          <p:nvPr>
            <p:ph type="dt" sz="half" idx="15"/>
          </p:nvPr>
        </p:nvSpPr>
        <p:spPr/>
        <p:txBody>
          <a:bodyPr/>
          <a:lstStyle>
            <a:lvl1pPr>
              <a:defRPr/>
            </a:lvl1pPr>
          </a:lstStyle>
          <a:p>
            <a:pPr>
              <a:defRPr/>
            </a:pPr>
            <a:fld id="{367BF1C9-1025-4FC5-95F3-643E4B2392A1}" type="datetime4">
              <a:rPr lang="en-US" altLang="en-US" smtClean="0"/>
              <a:t>May 9, 2024</a:t>
            </a:fld>
            <a:endParaRPr lang="en-US" altLang="en-US"/>
          </a:p>
        </p:txBody>
      </p:sp>
      <p:sp>
        <p:nvSpPr>
          <p:cNvPr id="8" name="Footer Placeholder 5">
            <a:extLst>
              <a:ext uri="{FF2B5EF4-FFF2-40B4-BE49-F238E27FC236}">
                <a16:creationId xmlns:a16="http://schemas.microsoft.com/office/drawing/2014/main" id="{AEB1AA61-3E07-4BA7-BD71-ED9C67738005}"/>
              </a:ext>
            </a:extLst>
          </p:cNvPr>
          <p:cNvSpPr>
            <a:spLocks noGrp="1"/>
          </p:cNvSpPr>
          <p:nvPr>
            <p:ph type="ftr" sz="quarter" idx="16"/>
          </p:nvPr>
        </p:nvSpPr>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A485EDA6-A543-44FE-A126-0BC3B380D774}"/>
              </a:ext>
            </a:extLst>
          </p:cNvPr>
          <p:cNvSpPr>
            <a:spLocks noGrp="1"/>
          </p:cNvSpPr>
          <p:nvPr>
            <p:ph type="sldNum" sz="quarter" idx="17"/>
          </p:nvPr>
        </p:nvSpPr>
        <p:spPr/>
        <p:txBody>
          <a:bodyPr/>
          <a:lstStyle>
            <a:lvl1pPr>
              <a:defRPr/>
            </a:lvl1pPr>
          </a:lstStyle>
          <a:p>
            <a:pPr>
              <a:defRPr/>
            </a:pPr>
            <a:fld id="{B55F4DCD-43D8-4193-A279-26DED609CF35}" type="slidenum">
              <a:rPr lang="en-US" altLang="en-US"/>
              <a:pPr>
                <a:defRPr/>
              </a:pPr>
              <a:t>‹#›</a:t>
            </a:fld>
            <a:endParaRPr lang="en-US" altLang="en-US"/>
          </a:p>
        </p:txBody>
      </p:sp>
    </p:spTree>
    <p:extLst>
      <p:ext uri="{BB962C8B-B14F-4D97-AF65-F5344CB8AC3E}">
        <p14:creationId xmlns:p14="http://schemas.microsoft.com/office/powerpoint/2010/main" val="41192431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36A625E-3694-4DB5-98E8-2D8D318A7935}"/>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FA87372B-B1EB-4EEE-BA49-610CBBE37C2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a:extLst>
              <a:ext uri="{FF2B5EF4-FFF2-40B4-BE49-F238E27FC236}">
                <a16:creationId xmlns:a16="http://schemas.microsoft.com/office/drawing/2014/main" id="{A442E16E-8AE9-49E1-B987-A2C09660BFBA}"/>
              </a:ext>
            </a:extLst>
          </p:cNvPr>
          <p:cNvSpPr>
            <a:spLocks noGrp="1"/>
          </p:cNvSpPr>
          <p:nvPr>
            <p:ph type="dt" sz="half" idx="17"/>
          </p:nvPr>
        </p:nvSpPr>
        <p:spPr/>
        <p:txBody>
          <a:bodyPr/>
          <a:lstStyle>
            <a:lvl1pPr>
              <a:defRPr/>
            </a:lvl1pPr>
          </a:lstStyle>
          <a:p>
            <a:pPr>
              <a:defRPr/>
            </a:pPr>
            <a:fld id="{89BDB295-AA0E-4913-8F70-E7AE12812FB4}" type="datetime4">
              <a:rPr lang="en-US" altLang="en-US" smtClean="0"/>
              <a:t>May 9, 2024</a:t>
            </a:fld>
            <a:endParaRPr lang="en-US" altLang="en-US"/>
          </a:p>
        </p:txBody>
      </p:sp>
      <p:sp>
        <p:nvSpPr>
          <p:cNvPr id="9" name="Footer Placeholder 5">
            <a:extLst>
              <a:ext uri="{FF2B5EF4-FFF2-40B4-BE49-F238E27FC236}">
                <a16:creationId xmlns:a16="http://schemas.microsoft.com/office/drawing/2014/main" id="{EFF88378-3EBD-4A53-AAEB-BA3788A9F54D}"/>
              </a:ext>
            </a:extLst>
          </p:cNvPr>
          <p:cNvSpPr>
            <a:spLocks noGrp="1"/>
          </p:cNvSpPr>
          <p:nvPr>
            <p:ph type="ftr" sz="quarter" idx="18"/>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0A6F8EB9-B8BD-478C-B0C5-CEB182208DD8}"/>
              </a:ext>
            </a:extLst>
          </p:cNvPr>
          <p:cNvSpPr>
            <a:spLocks noGrp="1"/>
          </p:cNvSpPr>
          <p:nvPr>
            <p:ph type="sldNum" sz="quarter" idx="19"/>
          </p:nvPr>
        </p:nvSpPr>
        <p:spPr/>
        <p:txBody>
          <a:bodyPr/>
          <a:lstStyle>
            <a:lvl1pPr>
              <a:defRPr/>
            </a:lvl1pPr>
          </a:lstStyle>
          <a:p>
            <a:pPr>
              <a:defRPr/>
            </a:pPr>
            <a:fld id="{F1E81321-7CA3-455E-B242-7CD20CFE3562}" type="slidenum">
              <a:rPr lang="en-US" altLang="en-US"/>
              <a:pPr>
                <a:defRPr/>
              </a:pPr>
              <a:t>‹#›</a:t>
            </a:fld>
            <a:endParaRPr lang="en-US" altLang="en-US"/>
          </a:p>
        </p:txBody>
      </p:sp>
    </p:spTree>
    <p:extLst>
      <p:ext uri="{BB962C8B-B14F-4D97-AF65-F5344CB8AC3E}">
        <p14:creationId xmlns:p14="http://schemas.microsoft.com/office/powerpoint/2010/main" val="25331642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347075-7758-4CEC-9F96-6FCEEB07872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7352A13F-FE25-4561-A63F-562F49A24EC0}"/>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Date Placeholder 4">
            <a:extLst>
              <a:ext uri="{FF2B5EF4-FFF2-40B4-BE49-F238E27FC236}">
                <a16:creationId xmlns:a16="http://schemas.microsoft.com/office/drawing/2014/main" id="{8CA10872-C456-40D3-AEDF-ECC579776C64}"/>
              </a:ext>
            </a:extLst>
          </p:cNvPr>
          <p:cNvSpPr>
            <a:spLocks noGrp="1"/>
          </p:cNvSpPr>
          <p:nvPr>
            <p:ph type="dt" sz="half" idx="19"/>
          </p:nvPr>
        </p:nvSpPr>
        <p:spPr/>
        <p:txBody>
          <a:bodyPr/>
          <a:lstStyle>
            <a:lvl1pPr>
              <a:defRPr/>
            </a:lvl1pPr>
          </a:lstStyle>
          <a:p>
            <a:pPr>
              <a:defRPr/>
            </a:pPr>
            <a:fld id="{1D6746FD-7CE6-4784-B555-E150A698D221}" type="datetime4">
              <a:rPr lang="en-US" altLang="en-US" smtClean="0"/>
              <a:t>May 9, 2024</a:t>
            </a:fld>
            <a:endParaRPr lang="en-US" altLang="en-US"/>
          </a:p>
        </p:txBody>
      </p:sp>
      <p:sp>
        <p:nvSpPr>
          <p:cNvPr id="10" name="Footer Placeholder 5">
            <a:extLst>
              <a:ext uri="{FF2B5EF4-FFF2-40B4-BE49-F238E27FC236}">
                <a16:creationId xmlns:a16="http://schemas.microsoft.com/office/drawing/2014/main" id="{FB6C643F-279E-4508-88CB-5D027FFA15FC}"/>
              </a:ext>
            </a:extLst>
          </p:cNvPr>
          <p:cNvSpPr>
            <a:spLocks noGrp="1"/>
          </p:cNvSpPr>
          <p:nvPr>
            <p:ph type="ftr" sz="quarter" idx="20"/>
          </p:nvPr>
        </p:nvSpPr>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C7FE2F1D-C54D-49CF-AA62-F961BBB73A03}"/>
              </a:ext>
            </a:extLst>
          </p:cNvPr>
          <p:cNvSpPr>
            <a:spLocks noGrp="1"/>
          </p:cNvSpPr>
          <p:nvPr>
            <p:ph type="sldNum" sz="quarter" idx="21"/>
          </p:nvPr>
        </p:nvSpPr>
        <p:spPr/>
        <p:txBody>
          <a:bodyPr/>
          <a:lstStyle>
            <a:lvl1pPr>
              <a:defRPr/>
            </a:lvl1pPr>
          </a:lstStyle>
          <a:p>
            <a:pPr>
              <a:defRPr/>
            </a:pPr>
            <a:fld id="{BD5F9E64-AC8D-4934-A522-F84ADA989424}" type="slidenum">
              <a:rPr lang="en-US" altLang="en-US"/>
              <a:pPr>
                <a:defRPr/>
              </a:pPr>
              <a:t>‹#›</a:t>
            </a:fld>
            <a:endParaRPr lang="en-US" altLang="en-US"/>
          </a:p>
        </p:txBody>
      </p:sp>
    </p:spTree>
    <p:extLst>
      <p:ext uri="{BB962C8B-B14F-4D97-AF65-F5344CB8AC3E}">
        <p14:creationId xmlns:p14="http://schemas.microsoft.com/office/powerpoint/2010/main" val="38765955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3EEB36-E5FF-4FAC-BCEC-EEE3993A2257}"/>
              </a:ext>
            </a:extLst>
          </p:cNvPr>
          <p:cNvSpPr/>
          <p:nvPr/>
        </p:nvSpPr>
        <p:spPr>
          <a:xfrm>
            <a:off x="8166100" y="282575"/>
            <a:ext cx="685800" cy="1600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4" name="TextBox 3">
            <a:extLst>
              <a:ext uri="{FF2B5EF4-FFF2-40B4-BE49-F238E27FC236}">
                <a16:creationId xmlns:a16="http://schemas.microsoft.com/office/drawing/2014/main" id="{45A7B1F7-B66E-4360-933D-20F9FE30A2EA}"/>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2">
            <a:extLst>
              <a:ext uri="{FF2B5EF4-FFF2-40B4-BE49-F238E27FC236}">
                <a16:creationId xmlns:a16="http://schemas.microsoft.com/office/drawing/2014/main" id="{A60D05BF-08A0-4D82-87B7-25B380F494B0}"/>
              </a:ext>
            </a:extLst>
          </p:cNvPr>
          <p:cNvSpPr>
            <a:spLocks noGrp="1"/>
          </p:cNvSpPr>
          <p:nvPr>
            <p:ph type="dt" sz="half" idx="10"/>
          </p:nvPr>
        </p:nvSpPr>
        <p:spPr/>
        <p:txBody>
          <a:bodyPr/>
          <a:lstStyle>
            <a:lvl1pPr>
              <a:defRPr/>
            </a:lvl1pPr>
          </a:lstStyle>
          <a:p>
            <a:pPr>
              <a:defRPr/>
            </a:pPr>
            <a:fld id="{3A100575-81D0-4836-BDA5-88ECA2DF1A30}" type="datetime4">
              <a:rPr lang="en-US" altLang="en-US" smtClean="0"/>
              <a:t>May 9, 2024</a:t>
            </a:fld>
            <a:endParaRPr lang="en-US" altLang="en-US"/>
          </a:p>
        </p:txBody>
      </p:sp>
      <p:sp>
        <p:nvSpPr>
          <p:cNvPr id="6" name="Footer Placeholder 3">
            <a:extLst>
              <a:ext uri="{FF2B5EF4-FFF2-40B4-BE49-F238E27FC236}">
                <a16:creationId xmlns:a16="http://schemas.microsoft.com/office/drawing/2014/main" id="{70CBB09B-E9D1-4963-9352-60DD2D041409}"/>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4">
            <a:extLst>
              <a:ext uri="{FF2B5EF4-FFF2-40B4-BE49-F238E27FC236}">
                <a16:creationId xmlns:a16="http://schemas.microsoft.com/office/drawing/2014/main" id="{AAAE83DB-9197-4A51-B3DF-1B22AAB29DD7}"/>
              </a:ext>
            </a:extLst>
          </p:cNvPr>
          <p:cNvSpPr>
            <a:spLocks noGrp="1"/>
          </p:cNvSpPr>
          <p:nvPr>
            <p:ph type="sldNum" sz="quarter" idx="12"/>
          </p:nvPr>
        </p:nvSpPr>
        <p:spPr/>
        <p:txBody>
          <a:bodyPr/>
          <a:lstStyle>
            <a:lvl1pPr>
              <a:defRPr/>
            </a:lvl1pPr>
          </a:lstStyle>
          <a:p>
            <a:pPr>
              <a:defRPr/>
            </a:pPr>
            <a:fld id="{F02FF4ED-2B23-4CC6-834A-FCFA22AF88CD}" type="slidenum">
              <a:rPr lang="en-US" altLang="en-US"/>
              <a:pPr>
                <a:defRPr/>
              </a:pPr>
              <a:t>‹#›</a:t>
            </a:fld>
            <a:endParaRPr lang="en-US" altLang="en-US"/>
          </a:p>
        </p:txBody>
      </p:sp>
    </p:spTree>
    <p:extLst>
      <p:ext uri="{BB962C8B-B14F-4D97-AF65-F5344CB8AC3E}">
        <p14:creationId xmlns:p14="http://schemas.microsoft.com/office/powerpoint/2010/main" val="4037457812"/>
      </p:ext>
    </p:extLst>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297824-E7C6-4F94-94AE-2F0773C2EC4D}"/>
              </a:ext>
            </a:extLst>
          </p:cNvPr>
          <p:cNvSpPr/>
          <p:nvPr/>
        </p:nvSpPr>
        <p:spPr>
          <a:xfrm>
            <a:off x="8166100" y="282575"/>
            <a:ext cx="685800" cy="3016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3" name="Date Placeholder 1">
            <a:extLst>
              <a:ext uri="{FF2B5EF4-FFF2-40B4-BE49-F238E27FC236}">
                <a16:creationId xmlns:a16="http://schemas.microsoft.com/office/drawing/2014/main" id="{BF1A20FE-9E92-4C73-9A74-8F0A2A08F047}"/>
              </a:ext>
            </a:extLst>
          </p:cNvPr>
          <p:cNvSpPr>
            <a:spLocks noGrp="1"/>
          </p:cNvSpPr>
          <p:nvPr>
            <p:ph type="dt" sz="half" idx="10"/>
          </p:nvPr>
        </p:nvSpPr>
        <p:spPr/>
        <p:txBody>
          <a:bodyPr/>
          <a:lstStyle>
            <a:lvl1pPr>
              <a:defRPr/>
            </a:lvl1pPr>
          </a:lstStyle>
          <a:p>
            <a:pPr>
              <a:defRPr/>
            </a:pPr>
            <a:fld id="{8FC35119-4326-4B12-8C41-028122D81B5B}" type="datetime4">
              <a:rPr lang="en-US" altLang="en-US" smtClean="0"/>
              <a:t>May 9, 2024</a:t>
            </a:fld>
            <a:endParaRPr lang="en-US" altLang="en-US"/>
          </a:p>
        </p:txBody>
      </p:sp>
      <p:sp>
        <p:nvSpPr>
          <p:cNvPr id="4" name="Footer Placeholder 2">
            <a:extLst>
              <a:ext uri="{FF2B5EF4-FFF2-40B4-BE49-F238E27FC236}">
                <a16:creationId xmlns:a16="http://schemas.microsoft.com/office/drawing/2014/main" id="{BC591D13-7F35-46DA-90AE-1E6C0A5693DA}"/>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3">
            <a:extLst>
              <a:ext uri="{FF2B5EF4-FFF2-40B4-BE49-F238E27FC236}">
                <a16:creationId xmlns:a16="http://schemas.microsoft.com/office/drawing/2014/main" id="{AF78DFFF-F6E0-474D-BCE0-10BBC4065D09}"/>
              </a:ext>
            </a:extLst>
          </p:cNvPr>
          <p:cNvSpPr>
            <a:spLocks noGrp="1"/>
          </p:cNvSpPr>
          <p:nvPr>
            <p:ph type="sldNum" sz="quarter" idx="12"/>
          </p:nvPr>
        </p:nvSpPr>
        <p:spPr/>
        <p:txBody>
          <a:bodyPr/>
          <a:lstStyle>
            <a:lvl1pPr>
              <a:defRPr/>
            </a:lvl1pPr>
          </a:lstStyle>
          <a:p>
            <a:pPr>
              <a:defRPr/>
            </a:pPr>
            <a:fld id="{CC516D0E-CD58-4E49-9F6D-689564ED6CA6}" type="slidenum">
              <a:rPr lang="en-US" altLang="en-US"/>
              <a:pPr>
                <a:defRPr/>
              </a:pPr>
              <a:t>‹#›</a:t>
            </a:fld>
            <a:endParaRPr lang="en-US" altLang="en-US"/>
          </a:p>
        </p:txBody>
      </p:sp>
    </p:spTree>
    <p:extLst>
      <p:ext uri="{BB962C8B-B14F-4D97-AF65-F5344CB8AC3E}">
        <p14:creationId xmlns:p14="http://schemas.microsoft.com/office/powerpoint/2010/main" val="2728158440"/>
      </p:ext>
    </p:extLst>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1A3E6C-E078-4B52-8583-2B5D165EB6EC}"/>
              </a:ext>
            </a:extLst>
          </p:cNvPr>
          <p:cNvSpPr/>
          <p:nvPr/>
        </p:nvSpPr>
        <p:spPr>
          <a:xfrm>
            <a:off x="282575" y="228600"/>
            <a:ext cx="3451225"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DA61FBA7-0B22-48B0-89DE-EE8F5CC10736}"/>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a:xfrm>
            <a:off x="4168775" y="273050"/>
            <a:ext cx="4597399" cy="5853113"/>
          </a:xfrm>
        </p:spPr>
        <p:txBody>
          <a:bodyPr>
            <a:normAutofit/>
          </a:bodyPr>
          <a:lstStyle>
            <a:lvl1pPr>
              <a:defRPr sz="1800">
                <a:solidFill>
                  <a:srgbClr val="0070C0"/>
                </a:solidFill>
              </a:defRPr>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C8CDD739-01DD-46AE-92AD-B19AA301B917}"/>
              </a:ext>
            </a:extLst>
          </p:cNvPr>
          <p:cNvSpPr>
            <a:spLocks noGrp="1"/>
          </p:cNvSpPr>
          <p:nvPr>
            <p:ph type="dt" sz="half" idx="10"/>
          </p:nvPr>
        </p:nvSpPr>
        <p:spPr>
          <a:xfrm>
            <a:off x="7391400" y="6423025"/>
            <a:ext cx="1536700" cy="365125"/>
          </a:xfrm>
        </p:spPr>
        <p:txBody>
          <a:bodyPr/>
          <a:lstStyle>
            <a:lvl1pPr>
              <a:defRPr/>
            </a:lvl1pPr>
          </a:lstStyle>
          <a:p>
            <a:pPr>
              <a:defRPr/>
            </a:pPr>
            <a:fld id="{82402E1E-AC80-476C-BD21-E5D946B2FBAA}" type="datetime4">
              <a:rPr lang="en-US" altLang="en-US" smtClean="0"/>
              <a:t>May 9, 2024</a:t>
            </a:fld>
            <a:endParaRPr lang="en-US" altLang="en-US"/>
          </a:p>
        </p:txBody>
      </p:sp>
      <p:sp>
        <p:nvSpPr>
          <p:cNvPr id="8" name="Footer Placeholder 5">
            <a:extLst>
              <a:ext uri="{FF2B5EF4-FFF2-40B4-BE49-F238E27FC236}">
                <a16:creationId xmlns:a16="http://schemas.microsoft.com/office/drawing/2014/main" id="{2559E1EB-BD5D-43C2-93DB-7E5B72874347}"/>
              </a:ext>
            </a:extLst>
          </p:cNvPr>
          <p:cNvSpPr>
            <a:spLocks noGrp="1"/>
          </p:cNvSpPr>
          <p:nvPr>
            <p:ph type="ftr" sz="quarter" idx="11"/>
          </p:nvPr>
        </p:nvSpPr>
        <p:spPr>
          <a:xfrm>
            <a:off x="3859213" y="6423025"/>
            <a:ext cx="3316287" cy="365125"/>
          </a:xfrm>
        </p:spPr>
        <p:txBody>
          <a:bodyPr/>
          <a:lstStyle>
            <a:lvl1pPr>
              <a:defRPr/>
            </a:lvl1pPr>
          </a:lstStyle>
          <a:p>
            <a:pPr>
              <a:defRPr/>
            </a:pPr>
            <a:endParaRPr lang="en-US" altLang="en-US"/>
          </a:p>
        </p:txBody>
      </p:sp>
    </p:spTree>
    <p:extLst>
      <p:ext uri="{BB962C8B-B14F-4D97-AF65-F5344CB8AC3E}">
        <p14:creationId xmlns:p14="http://schemas.microsoft.com/office/powerpoint/2010/main" val="3306687756"/>
      </p:ext>
    </p:extLst>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3DB472-439E-4BDE-918A-FD6BA213D95A}"/>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TextBox 5">
            <a:extLst>
              <a:ext uri="{FF2B5EF4-FFF2-40B4-BE49-F238E27FC236}">
                <a16:creationId xmlns:a16="http://schemas.microsoft.com/office/drawing/2014/main" id="{B9BC5FB0-3DC3-4E99-B205-5BF43F431326}"/>
              </a:ext>
            </a:extLst>
          </p:cNvPr>
          <p:cNvSpPr txBox="1">
            <a:spLocks noChangeArrowheads="1"/>
          </p:cNvSpPr>
          <p:nvPr/>
        </p:nvSpPr>
        <p:spPr bwMode="auto">
          <a:xfrm>
            <a:off x="3989388" y="3370263"/>
            <a:ext cx="2206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3" name="Picture Placeholder 2"/>
          <p:cNvSpPr>
            <a:spLocks noGrp="1"/>
          </p:cNvSpPr>
          <p:nvPr>
            <p:ph type="pic" idx="1"/>
          </p:nvPr>
        </p:nvSpPr>
        <p:spPr>
          <a:xfrm>
            <a:off x="277906" y="228600"/>
            <a:ext cx="3460658" cy="634523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a:extLst>
              <a:ext uri="{FF2B5EF4-FFF2-40B4-BE49-F238E27FC236}">
                <a16:creationId xmlns:a16="http://schemas.microsoft.com/office/drawing/2014/main" id="{AF046526-C347-4BD5-B33A-3B7626D4B85F}"/>
              </a:ext>
            </a:extLst>
          </p:cNvPr>
          <p:cNvSpPr>
            <a:spLocks noGrp="1"/>
          </p:cNvSpPr>
          <p:nvPr>
            <p:ph type="dt" sz="half" idx="10"/>
          </p:nvPr>
        </p:nvSpPr>
        <p:spPr>
          <a:xfrm>
            <a:off x="7391400" y="6423025"/>
            <a:ext cx="1536700" cy="365125"/>
          </a:xfrm>
        </p:spPr>
        <p:txBody>
          <a:bodyPr/>
          <a:lstStyle>
            <a:lvl1pPr>
              <a:defRPr/>
            </a:lvl1pPr>
          </a:lstStyle>
          <a:p>
            <a:pPr>
              <a:defRPr/>
            </a:pPr>
            <a:fld id="{00F7BFBB-6B8B-4E2E-8F5B-F5D4B0E631F4}" type="datetime4">
              <a:rPr lang="en-US" altLang="en-US" smtClean="0"/>
              <a:t>May 9, 2024</a:t>
            </a:fld>
            <a:endParaRPr lang="en-US" altLang="en-US"/>
          </a:p>
        </p:txBody>
      </p:sp>
      <p:sp>
        <p:nvSpPr>
          <p:cNvPr id="8" name="Footer Placeholder 5">
            <a:extLst>
              <a:ext uri="{FF2B5EF4-FFF2-40B4-BE49-F238E27FC236}">
                <a16:creationId xmlns:a16="http://schemas.microsoft.com/office/drawing/2014/main" id="{CA9B5365-00CB-4803-A243-CFE63D1EF124}"/>
              </a:ext>
            </a:extLst>
          </p:cNvPr>
          <p:cNvSpPr>
            <a:spLocks noGrp="1"/>
          </p:cNvSpPr>
          <p:nvPr>
            <p:ph type="ftr" sz="quarter" idx="11"/>
          </p:nvPr>
        </p:nvSpPr>
        <p:spPr>
          <a:xfrm>
            <a:off x="4191000" y="6423025"/>
            <a:ext cx="3005138" cy="365125"/>
          </a:xfrm>
        </p:spPr>
        <p:txBody>
          <a:bodyPr/>
          <a:lstStyle>
            <a:lvl1pPr>
              <a:defRPr/>
            </a:lvl1pPr>
          </a:lstStyle>
          <a:p>
            <a:pPr>
              <a:defRPr/>
            </a:pPr>
            <a:endParaRPr lang="en-US" altLang="en-US"/>
          </a:p>
        </p:txBody>
      </p:sp>
      <p:sp>
        <p:nvSpPr>
          <p:cNvPr id="9" name="Slide Number Placeholder 6">
            <a:extLst>
              <a:ext uri="{FF2B5EF4-FFF2-40B4-BE49-F238E27FC236}">
                <a16:creationId xmlns:a16="http://schemas.microsoft.com/office/drawing/2014/main" id="{E08FA02A-7C84-41D3-B339-E1CEC85DED7A}"/>
              </a:ext>
            </a:extLst>
          </p:cNvPr>
          <p:cNvSpPr>
            <a:spLocks noGrp="1"/>
          </p:cNvSpPr>
          <p:nvPr>
            <p:ph type="sldNum" sz="quarter" idx="12"/>
          </p:nvPr>
        </p:nvSpPr>
        <p:spPr/>
        <p:txBody>
          <a:bodyPr/>
          <a:lstStyle>
            <a:lvl1pPr>
              <a:defRPr/>
            </a:lvl1pPr>
          </a:lstStyle>
          <a:p>
            <a:pPr>
              <a:defRPr/>
            </a:pPr>
            <a:fld id="{F4C4F20B-DFB7-47E0-99A5-E35BEB509EFA}" type="slidenum">
              <a:rPr lang="en-US" altLang="en-US"/>
              <a:pPr>
                <a:defRPr/>
              </a:pPr>
              <a:t>‹#›</a:t>
            </a:fld>
            <a:endParaRPr lang="en-US" altLang="en-US"/>
          </a:p>
        </p:txBody>
      </p:sp>
    </p:spTree>
    <p:extLst>
      <p:ext uri="{BB962C8B-B14F-4D97-AF65-F5344CB8AC3E}">
        <p14:creationId xmlns:p14="http://schemas.microsoft.com/office/powerpoint/2010/main" val="2255815162"/>
      </p:ext>
    </p:extLst>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above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B01909A-2195-4FAB-8839-F9F6FE648B8D}"/>
              </a:ext>
            </a:extLst>
          </p:cNvPr>
          <p:cNvSpPr/>
          <p:nvPr/>
        </p:nvSpPr>
        <p:spPr>
          <a:xfrm>
            <a:off x="6802438" y="228600"/>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6" name="Rectangle 5">
            <a:extLst>
              <a:ext uri="{FF2B5EF4-FFF2-40B4-BE49-F238E27FC236}">
                <a16:creationId xmlns:a16="http://schemas.microsoft.com/office/drawing/2014/main" id="{F059CE46-129E-4ECD-8EC1-7FBFCCF3D09D}"/>
              </a:ext>
            </a:extLst>
          </p:cNvPr>
          <p:cNvSpPr/>
          <p:nvPr/>
        </p:nvSpPr>
        <p:spPr>
          <a:xfrm>
            <a:off x="6802438" y="2378075"/>
            <a:ext cx="2057400" cy="2038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C86D4F6F-D994-4A50-98C6-DE2D135B18C0}"/>
              </a:ext>
            </a:extLst>
          </p:cNvPr>
          <p:cNvSpPr txBox="1">
            <a:spLocks noChangeArrowheads="1"/>
          </p:cNvSpPr>
          <p:nvPr/>
        </p:nvSpPr>
        <p:spPr bwMode="auto">
          <a:xfrm>
            <a:off x="327025" y="4632325"/>
            <a:ext cx="2206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28600"/>
            <a:ext cx="637838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8" name="Date Placeholder 4">
            <a:extLst>
              <a:ext uri="{FF2B5EF4-FFF2-40B4-BE49-F238E27FC236}">
                <a16:creationId xmlns:a16="http://schemas.microsoft.com/office/drawing/2014/main" id="{754C0E74-42E2-446C-94D7-A3B55F60E993}"/>
              </a:ext>
            </a:extLst>
          </p:cNvPr>
          <p:cNvSpPr>
            <a:spLocks noGrp="1"/>
          </p:cNvSpPr>
          <p:nvPr>
            <p:ph type="dt" sz="half" idx="10"/>
          </p:nvPr>
        </p:nvSpPr>
        <p:spPr/>
        <p:txBody>
          <a:bodyPr/>
          <a:lstStyle>
            <a:lvl1pPr>
              <a:defRPr/>
            </a:lvl1pPr>
          </a:lstStyle>
          <a:p>
            <a:pPr>
              <a:defRPr/>
            </a:pPr>
            <a:fld id="{7F45BE75-3A8E-4EEA-B612-B336FA73E380}" type="datetime4">
              <a:rPr lang="en-US" altLang="en-US" smtClean="0"/>
              <a:t>May 9, 2024</a:t>
            </a:fld>
            <a:endParaRPr lang="en-US" altLang="en-US"/>
          </a:p>
        </p:txBody>
      </p:sp>
      <p:sp>
        <p:nvSpPr>
          <p:cNvPr id="9" name="Footer Placeholder 5">
            <a:extLst>
              <a:ext uri="{FF2B5EF4-FFF2-40B4-BE49-F238E27FC236}">
                <a16:creationId xmlns:a16="http://schemas.microsoft.com/office/drawing/2014/main" id="{3B8F4D42-B8D9-4103-ABD1-B75FECA7620C}"/>
              </a:ext>
            </a:extLst>
          </p:cNvPr>
          <p:cNvSpPr>
            <a:spLocks noGrp="1"/>
          </p:cNvSpPr>
          <p:nvPr>
            <p:ph type="ftr" sz="quarter" idx="11"/>
          </p:nvPr>
        </p:nvSpPr>
        <p:spPr/>
        <p:txBody>
          <a:bodyPr/>
          <a:lstStyle>
            <a:lvl1pPr>
              <a:defRPr/>
            </a:lvl1pPr>
          </a:lstStyle>
          <a:p>
            <a:pPr>
              <a:defRPr/>
            </a:pPr>
            <a:endParaRPr lang="en-US" altLang="en-US"/>
          </a:p>
        </p:txBody>
      </p:sp>
      <p:sp>
        <p:nvSpPr>
          <p:cNvPr id="10" name="Slide Number Placeholder 6">
            <a:extLst>
              <a:ext uri="{FF2B5EF4-FFF2-40B4-BE49-F238E27FC236}">
                <a16:creationId xmlns:a16="http://schemas.microsoft.com/office/drawing/2014/main" id="{9FC1F58C-874F-4AD4-A32D-B6BA2E11340C}"/>
              </a:ext>
            </a:extLst>
          </p:cNvPr>
          <p:cNvSpPr>
            <a:spLocks noGrp="1"/>
          </p:cNvSpPr>
          <p:nvPr>
            <p:ph type="sldNum" sz="quarter" idx="12"/>
          </p:nvPr>
        </p:nvSpPr>
        <p:spPr/>
        <p:txBody>
          <a:bodyPr/>
          <a:lstStyle>
            <a:lvl1pPr>
              <a:defRPr/>
            </a:lvl1pPr>
          </a:lstStyle>
          <a:p>
            <a:pPr>
              <a:defRPr/>
            </a:pPr>
            <a:fld id="{3F4A88E9-55FA-4583-A2AF-654D4791C2C9}" type="slidenum">
              <a:rPr lang="en-US" altLang="en-US"/>
              <a:pPr>
                <a:defRPr/>
              </a:pPr>
              <a:t>‹#›</a:t>
            </a:fld>
            <a:endParaRPr lang="en-US" altLang="en-US"/>
          </a:p>
        </p:txBody>
      </p:sp>
    </p:spTree>
    <p:extLst>
      <p:ext uri="{BB962C8B-B14F-4D97-AF65-F5344CB8AC3E}">
        <p14:creationId xmlns:p14="http://schemas.microsoft.com/office/powerpoint/2010/main" val="34362461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2 Pictures with Cap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4B8522-9E4F-489D-86CD-B4B7DAA29998}"/>
              </a:ext>
            </a:extLst>
          </p:cNvPr>
          <p:cNvSpPr/>
          <p:nvPr/>
        </p:nvSpPr>
        <p:spPr>
          <a:xfrm>
            <a:off x="282575" y="228600"/>
            <a:ext cx="6386513"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7" name="TextBox 6">
            <a:extLst>
              <a:ext uri="{FF2B5EF4-FFF2-40B4-BE49-F238E27FC236}">
                <a16:creationId xmlns:a16="http://schemas.microsoft.com/office/drawing/2014/main" id="{06D96BD4-27ED-4DD1-8791-F3D093AD227B}"/>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8" name="Rectangle 7">
            <a:extLst>
              <a:ext uri="{FF2B5EF4-FFF2-40B4-BE49-F238E27FC236}">
                <a16:creationId xmlns:a16="http://schemas.microsoft.com/office/drawing/2014/main" id="{8394B6BF-E2C1-4B6F-9ECA-93E1777E3521}"/>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6802438" y="237494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6802438" y="4535424"/>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C761474E-2C03-4840-8A15-994BF879D3D2}"/>
              </a:ext>
            </a:extLst>
          </p:cNvPr>
          <p:cNvSpPr>
            <a:spLocks noGrp="1"/>
          </p:cNvSpPr>
          <p:nvPr>
            <p:ph type="dt" sz="half" idx="15"/>
          </p:nvPr>
        </p:nvSpPr>
        <p:spPr>
          <a:xfrm>
            <a:off x="5211763" y="6235700"/>
            <a:ext cx="1349375" cy="365125"/>
          </a:xfrm>
        </p:spPr>
        <p:txBody>
          <a:bodyPr/>
          <a:lstStyle>
            <a:lvl1pPr>
              <a:defRPr>
                <a:solidFill>
                  <a:schemeClr val="bg1"/>
                </a:solidFill>
              </a:defRPr>
            </a:lvl1pPr>
          </a:lstStyle>
          <a:p>
            <a:pPr>
              <a:defRPr/>
            </a:pPr>
            <a:fld id="{20232980-E453-4CBF-A307-45048147E9FA}" type="datetime4">
              <a:rPr lang="en-US" altLang="en-US" smtClean="0"/>
              <a:t>May 9, 2024</a:t>
            </a:fld>
            <a:endParaRPr lang="en-US" altLang="en-US"/>
          </a:p>
        </p:txBody>
      </p:sp>
      <p:sp>
        <p:nvSpPr>
          <p:cNvPr id="10" name="Footer Placeholder 5">
            <a:extLst>
              <a:ext uri="{FF2B5EF4-FFF2-40B4-BE49-F238E27FC236}">
                <a16:creationId xmlns:a16="http://schemas.microsoft.com/office/drawing/2014/main" id="{7C2799EC-B7A7-4AEB-AA05-ED8A41C7D4AE}"/>
              </a:ext>
            </a:extLst>
          </p:cNvPr>
          <p:cNvSpPr>
            <a:spLocks noGrp="1"/>
          </p:cNvSpPr>
          <p:nvPr>
            <p:ph type="ftr" sz="quarter" idx="16"/>
          </p:nvPr>
        </p:nvSpPr>
        <p:spPr>
          <a:xfrm>
            <a:off x="381000" y="6235700"/>
            <a:ext cx="4648200" cy="365125"/>
          </a:xfrm>
        </p:spPr>
        <p:txBody>
          <a:bodyPr/>
          <a:lstStyle>
            <a:lvl1pPr>
              <a:defRPr>
                <a:solidFill>
                  <a:schemeClr val="bg1"/>
                </a:solidFill>
              </a:defRPr>
            </a:lvl1pPr>
          </a:lstStyle>
          <a:p>
            <a:pPr>
              <a:defRPr/>
            </a:pPr>
            <a:endParaRPr lang="en-US" altLang="en-US"/>
          </a:p>
        </p:txBody>
      </p:sp>
      <p:sp>
        <p:nvSpPr>
          <p:cNvPr id="11" name="Slide Number Placeholder 6">
            <a:extLst>
              <a:ext uri="{FF2B5EF4-FFF2-40B4-BE49-F238E27FC236}">
                <a16:creationId xmlns:a16="http://schemas.microsoft.com/office/drawing/2014/main" id="{158E981D-B48B-4C8C-9DD0-1E81EA85DC5F}"/>
              </a:ext>
            </a:extLst>
          </p:cNvPr>
          <p:cNvSpPr>
            <a:spLocks noGrp="1"/>
          </p:cNvSpPr>
          <p:nvPr>
            <p:ph type="sldNum" sz="quarter" idx="17"/>
          </p:nvPr>
        </p:nvSpPr>
        <p:spPr/>
        <p:txBody>
          <a:bodyPr/>
          <a:lstStyle>
            <a:lvl1pPr>
              <a:defRPr/>
            </a:lvl1pPr>
          </a:lstStyle>
          <a:p>
            <a:pPr>
              <a:defRPr/>
            </a:pPr>
            <a:fld id="{C20F1E02-4764-4B68-9C6E-34342FE9361F}" type="slidenum">
              <a:rPr lang="en-US" altLang="en-US"/>
              <a:pPr>
                <a:defRPr/>
              </a:pPr>
              <a:t>‹#›</a:t>
            </a:fld>
            <a:endParaRPr lang="en-US" altLang="en-US"/>
          </a:p>
        </p:txBody>
      </p:sp>
    </p:spTree>
    <p:extLst>
      <p:ext uri="{BB962C8B-B14F-4D97-AF65-F5344CB8AC3E}">
        <p14:creationId xmlns:p14="http://schemas.microsoft.com/office/powerpoint/2010/main" val="182530089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3 Pictures with Cap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684C6A6-C390-4CE9-9551-280F5894D784}"/>
              </a:ext>
            </a:extLst>
          </p:cNvPr>
          <p:cNvSpPr/>
          <p:nvPr/>
        </p:nvSpPr>
        <p:spPr>
          <a:xfrm>
            <a:off x="282575" y="228600"/>
            <a:ext cx="4235450" cy="6345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A51F7596-DDE6-4CD4-865C-FEF3B660E3C7}"/>
              </a:ext>
            </a:extLst>
          </p:cNvPr>
          <p:cNvSpPr txBox="1">
            <a:spLocks noChangeArrowheads="1"/>
          </p:cNvSpPr>
          <p:nvPr/>
        </p:nvSpPr>
        <p:spPr bwMode="auto">
          <a:xfrm>
            <a:off x="425450" y="174625"/>
            <a:ext cx="4127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5400" b="1">
                <a:solidFill>
                  <a:srgbClr val="B870B8"/>
                </a:solidFill>
                <a:cs typeface="Arial" panose="020B0604020202020204" pitchFamily="34" charset="0"/>
              </a:rPr>
              <a:t>+</a:t>
            </a:r>
          </a:p>
        </p:txBody>
      </p:sp>
      <p:sp>
        <p:nvSpPr>
          <p:cNvPr id="9" name="Rectangle 8">
            <a:extLst>
              <a:ext uri="{FF2B5EF4-FFF2-40B4-BE49-F238E27FC236}">
                <a16:creationId xmlns:a16="http://schemas.microsoft.com/office/drawing/2014/main" id="{8EC2F2B8-01CF-45D9-851B-C292454438D2}"/>
              </a:ext>
            </a:extLst>
          </p:cNvPr>
          <p:cNvSpPr/>
          <p:nvPr/>
        </p:nvSpPr>
        <p:spPr>
          <a:xfrm>
            <a:off x="6802438" y="228600"/>
            <a:ext cx="2057400" cy="20383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10" name="Rectangle 9">
            <a:extLst>
              <a:ext uri="{FF2B5EF4-FFF2-40B4-BE49-F238E27FC236}">
                <a16:creationId xmlns:a16="http://schemas.microsoft.com/office/drawing/2014/main" id="{187172EA-58AA-450E-8BAD-A116BCA1D3EA}"/>
              </a:ext>
            </a:extLst>
          </p:cNvPr>
          <p:cNvSpPr/>
          <p:nvPr/>
        </p:nvSpPr>
        <p:spPr>
          <a:xfrm>
            <a:off x="4624388" y="4535488"/>
            <a:ext cx="2057400" cy="20383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rgbClr val="FF0000"/>
                </a:solidFill>
              </a:defRPr>
            </a:lvl1pPr>
          </a:lstStyle>
          <a:p>
            <a:r>
              <a:rPr lang="en-US"/>
              <a:t>Click to edit Master title style</a:t>
            </a:r>
            <a:endParaRPr dirty="0"/>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rgbClr val="0070C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2" name="Picture Placeholder 12"/>
          <p:cNvSpPr>
            <a:spLocks noGrp="1"/>
          </p:cNvSpPr>
          <p:nvPr>
            <p:ph type="pic" sz="quarter" idx="13"/>
          </p:nvPr>
        </p:nvSpPr>
        <p:spPr>
          <a:xfrm>
            <a:off x="4624388"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3" name="Picture Placeholder 12"/>
          <p:cNvSpPr>
            <a:spLocks noGrp="1"/>
          </p:cNvSpPr>
          <p:nvPr>
            <p:ph type="pic" sz="quarter" idx="14"/>
          </p:nvPr>
        </p:nvSpPr>
        <p:spPr>
          <a:xfrm>
            <a:off x="4624388" y="2381663"/>
            <a:ext cx="2057400" cy="2039112"/>
          </a:xfrm>
        </p:spPr>
        <p:txBody>
          <a:bodyPr rtlCol="0">
            <a:normAutofit/>
          </a:bodyPr>
          <a:lstStyle>
            <a:lvl1pPr>
              <a:buNone/>
              <a:defRPr/>
            </a:lvl1pPr>
          </a:lstStyle>
          <a:p>
            <a:pPr lvl="0"/>
            <a:r>
              <a:rPr lang="en-US" noProof="0"/>
              <a:t>Click icon to add picture</a:t>
            </a:r>
            <a:endParaRPr noProof="0" dirty="0"/>
          </a:p>
        </p:txBody>
      </p:sp>
      <p:sp>
        <p:nvSpPr>
          <p:cNvPr id="14" name="Picture Placeholder 12"/>
          <p:cNvSpPr>
            <a:spLocks noGrp="1"/>
          </p:cNvSpPr>
          <p:nvPr>
            <p:ph type="pic" sz="quarter" idx="15"/>
          </p:nvPr>
        </p:nvSpPr>
        <p:spPr>
          <a:xfrm>
            <a:off x="6803136" y="2381662"/>
            <a:ext cx="2057400" cy="4187952"/>
          </a:xfrm>
        </p:spPr>
        <p:txBody>
          <a:bodyPr rtlCol="0">
            <a:normAutofit/>
          </a:bodyPr>
          <a:lstStyle>
            <a:lvl1pPr>
              <a:buNone/>
              <a:defRPr/>
            </a:lvl1pPr>
          </a:lstStyle>
          <a:p>
            <a:pPr lvl="0"/>
            <a:r>
              <a:rPr lang="en-US" noProof="0"/>
              <a:t>Click icon to add picture</a:t>
            </a:r>
            <a:endParaRPr noProof="0" dirty="0"/>
          </a:p>
        </p:txBody>
      </p:sp>
      <p:sp>
        <p:nvSpPr>
          <p:cNvPr id="11" name="Date Placeholder 4">
            <a:extLst>
              <a:ext uri="{FF2B5EF4-FFF2-40B4-BE49-F238E27FC236}">
                <a16:creationId xmlns:a16="http://schemas.microsoft.com/office/drawing/2014/main" id="{73AC807D-AF86-4476-A47B-879D992AE4E9}"/>
              </a:ext>
            </a:extLst>
          </p:cNvPr>
          <p:cNvSpPr>
            <a:spLocks noGrp="1"/>
          </p:cNvSpPr>
          <p:nvPr>
            <p:ph type="dt" sz="half" idx="16"/>
          </p:nvPr>
        </p:nvSpPr>
        <p:spPr>
          <a:xfrm>
            <a:off x="3048000" y="6235700"/>
            <a:ext cx="1347788" cy="365125"/>
          </a:xfrm>
        </p:spPr>
        <p:txBody>
          <a:bodyPr/>
          <a:lstStyle>
            <a:lvl1pPr>
              <a:defRPr>
                <a:solidFill>
                  <a:schemeClr val="bg1"/>
                </a:solidFill>
              </a:defRPr>
            </a:lvl1pPr>
          </a:lstStyle>
          <a:p>
            <a:pPr>
              <a:defRPr/>
            </a:pPr>
            <a:fld id="{CB0466D8-1F5A-4252-9DF5-0AA1CCE412B1}" type="datetime4">
              <a:rPr lang="en-US" altLang="en-US" smtClean="0"/>
              <a:t>May 9, 2024</a:t>
            </a:fld>
            <a:endParaRPr lang="en-US" altLang="en-US"/>
          </a:p>
        </p:txBody>
      </p:sp>
      <p:sp>
        <p:nvSpPr>
          <p:cNvPr id="15" name="Footer Placeholder 5">
            <a:extLst>
              <a:ext uri="{FF2B5EF4-FFF2-40B4-BE49-F238E27FC236}">
                <a16:creationId xmlns:a16="http://schemas.microsoft.com/office/drawing/2014/main" id="{8E62327F-56AD-4A63-98B9-78485E66D17B}"/>
              </a:ext>
            </a:extLst>
          </p:cNvPr>
          <p:cNvSpPr>
            <a:spLocks noGrp="1"/>
          </p:cNvSpPr>
          <p:nvPr>
            <p:ph type="ftr" sz="quarter" idx="17"/>
          </p:nvPr>
        </p:nvSpPr>
        <p:spPr>
          <a:xfrm>
            <a:off x="381000" y="6235700"/>
            <a:ext cx="2590800" cy="365125"/>
          </a:xfrm>
        </p:spPr>
        <p:txBody>
          <a:bodyPr/>
          <a:lstStyle>
            <a:lvl1pPr>
              <a:defRPr>
                <a:solidFill>
                  <a:schemeClr val="bg1"/>
                </a:solidFill>
              </a:defRPr>
            </a:lvl1pPr>
          </a:lstStyle>
          <a:p>
            <a:pPr>
              <a:defRPr/>
            </a:pPr>
            <a:endParaRPr lang="en-US" altLang="en-US"/>
          </a:p>
        </p:txBody>
      </p:sp>
      <p:sp>
        <p:nvSpPr>
          <p:cNvPr id="16" name="Slide Number Placeholder 6">
            <a:extLst>
              <a:ext uri="{FF2B5EF4-FFF2-40B4-BE49-F238E27FC236}">
                <a16:creationId xmlns:a16="http://schemas.microsoft.com/office/drawing/2014/main" id="{1C12E0BA-FE9E-4BD0-AAEF-9BBAF7C75614}"/>
              </a:ext>
            </a:extLst>
          </p:cNvPr>
          <p:cNvSpPr>
            <a:spLocks noGrp="1"/>
          </p:cNvSpPr>
          <p:nvPr>
            <p:ph type="sldNum" sz="quarter" idx="18"/>
          </p:nvPr>
        </p:nvSpPr>
        <p:spPr/>
        <p:txBody>
          <a:bodyPr/>
          <a:lstStyle>
            <a:lvl1pPr>
              <a:defRPr/>
            </a:lvl1pPr>
          </a:lstStyle>
          <a:p>
            <a:pPr>
              <a:defRPr/>
            </a:pPr>
            <a:fld id="{12D2B7AC-0C10-4CF5-8B9B-68B5A78F7235}" type="slidenum">
              <a:rPr lang="en-US" altLang="en-US"/>
              <a:pPr>
                <a:defRPr/>
              </a:pPr>
              <a:t>‹#›</a:t>
            </a:fld>
            <a:endParaRPr lang="en-US" altLang="en-US"/>
          </a:p>
        </p:txBody>
      </p:sp>
    </p:spTree>
    <p:extLst>
      <p:ext uri="{BB962C8B-B14F-4D97-AF65-F5344CB8AC3E}">
        <p14:creationId xmlns:p14="http://schemas.microsoft.com/office/powerpoint/2010/main" val="39463554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3 Pictures with Caption, Al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D86DB31-10AD-4A0A-BCB6-1CE4F9A6C9F8}"/>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8" name="TextBox 7">
            <a:extLst>
              <a:ext uri="{FF2B5EF4-FFF2-40B4-BE49-F238E27FC236}">
                <a16:creationId xmlns:a16="http://schemas.microsoft.com/office/drawing/2014/main" id="{6972F84F-B455-44D5-B27F-7968C240A00F}"/>
              </a:ext>
            </a:extLst>
          </p:cNvPr>
          <p:cNvSpPr txBox="1">
            <a:spLocks noChangeArrowheads="1"/>
          </p:cNvSpPr>
          <p:nvPr/>
        </p:nvSpPr>
        <p:spPr bwMode="auto">
          <a:xfrm>
            <a:off x="4749800" y="3370263"/>
            <a:ext cx="2206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2400" b="1">
                <a:solidFill>
                  <a:srgbClr val="B870B8"/>
                </a:solidFill>
                <a:cs typeface="Arial" panose="020B0604020202020204" pitchFamily="34" charset="0"/>
              </a:rPr>
              <a:t>+ </a:t>
            </a: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277905" y="2365248"/>
            <a:ext cx="4240119" cy="418795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noProof="0"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Picture Placeholder 12"/>
          <p:cNvSpPr>
            <a:spLocks noGrp="1"/>
          </p:cNvSpPr>
          <p:nvPr>
            <p:ph type="pic" sz="quarter" idx="13"/>
          </p:nvPr>
        </p:nvSpPr>
        <p:spPr>
          <a:xfrm>
            <a:off x="27790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15" name="Picture Placeholder 12"/>
          <p:cNvSpPr>
            <a:spLocks noGrp="1"/>
          </p:cNvSpPr>
          <p:nvPr>
            <p:ph type="pic" sz="quarter" idx="14"/>
          </p:nvPr>
        </p:nvSpPr>
        <p:spPr>
          <a:xfrm>
            <a:off x="2460625" y="228600"/>
            <a:ext cx="2057400" cy="2039112"/>
          </a:xfrm>
        </p:spPr>
        <p:txBody>
          <a:bodyPr rtlCol="0">
            <a:normAutofit/>
          </a:bodyPr>
          <a:lstStyle>
            <a:lvl1pPr>
              <a:buNone/>
              <a:defRPr/>
            </a:lvl1pPr>
          </a:lstStyle>
          <a:p>
            <a:pPr lvl="0"/>
            <a:r>
              <a:rPr lang="en-US" noProof="0"/>
              <a:t>Click icon to add picture</a:t>
            </a:r>
            <a:endParaRPr noProof="0" dirty="0"/>
          </a:p>
        </p:txBody>
      </p:sp>
      <p:sp>
        <p:nvSpPr>
          <p:cNvPr id="9" name="Date Placeholder 4">
            <a:extLst>
              <a:ext uri="{FF2B5EF4-FFF2-40B4-BE49-F238E27FC236}">
                <a16:creationId xmlns:a16="http://schemas.microsoft.com/office/drawing/2014/main" id="{649B7326-D2C8-4CBD-A35A-2CB75A4F9E72}"/>
              </a:ext>
            </a:extLst>
          </p:cNvPr>
          <p:cNvSpPr>
            <a:spLocks noGrp="1"/>
          </p:cNvSpPr>
          <p:nvPr>
            <p:ph type="dt" sz="half" idx="15"/>
          </p:nvPr>
        </p:nvSpPr>
        <p:spPr>
          <a:xfrm>
            <a:off x="7391400" y="6423025"/>
            <a:ext cx="1536700" cy="365125"/>
          </a:xfrm>
        </p:spPr>
        <p:txBody>
          <a:bodyPr/>
          <a:lstStyle>
            <a:lvl1pPr>
              <a:defRPr/>
            </a:lvl1pPr>
          </a:lstStyle>
          <a:p>
            <a:pPr>
              <a:defRPr/>
            </a:pPr>
            <a:fld id="{67109545-74AE-4DF0-B5B8-5DCE9283F8AC}" type="datetime4">
              <a:rPr lang="en-US" altLang="en-US" smtClean="0"/>
              <a:t>May 9, 2024</a:t>
            </a:fld>
            <a:endParaRPr lang="en-US" altLang="en-US"/>
          </a:p>
        </p:txBody>
      </p:sp>
      <p:sp>
        <p:nvSpPr>
          <p:cNvPr id="10" name="Footer Placeholder 5">
            <a:extLst>
              <a:ext uri="{FF2B5EF4-FFF2-40B4-BE49-F238E27FC236}">
                <a16:creationId xmlns:a16="http://schemas.microsoft.com/office/drawing/2014/main" id="{46041EA7-B68A-41F3-8113-D9D32DAD8AB8}"/>
              </a:ext>
            </a:extLst>
          </p:cNvPr>
          <p:cNvSpPr>
            <a:spLocks noGrp="1"/>
          </p:cNvSpPr>
          <p:nvPr>
            <p:ph type="ftr" sz="quarter" idx="16"/>
          </p:nvPr>
        </p:nvSpPr>
        <p:spPr>
          <a:xfrm>
            <a:off x="4191000" y="6423025"/>
            <a:ext cx="3005138" cy="365125"/>
          </a:xfrm>
        </p:spPr>
        <p:txBody>
          <a:bodyPr/>
          <a:lstStyle>
            <a:lvl1pPr>
              <a:defRPr/>
            </a:lvl1pPr>
          </a:lstStyle>
          <a:p>
            <a:pPr>
              <a:defRPr/>
            </a:pPr>
            <a:endParaRPr lang="en-US" altLang="en-US"/>
          </a:p>
        </p:txBody>
      </p:sp>
      <p:sp>
        <p:nvSpPr>
          <p:cNvPr id="11" name="Slide Number Placeholder 6">
            <a:extLst>
              <a:ext uri="{FF2B5EF4-FFF2-40B4-BE49-F238E27FC236}">
                <a16:creationId xmlns:a16="http://schemas.microsoft.com/office/drawing/2014/main" id="{443674E4-A79F-449B-9438-925C258E3D68}"/>
              </a:ext>
            </a:extLst>
          </p:cNvPr>
          <p:cNvSpPr>
            <a:spLocks noGrp="1"/>
          </p:cNvSpPr>
          <p:nvPr>
            <p:ph type="sldNum" sz="quarter" idx="17"/>
          </p:nvPr>
        </p:nvSpPr>
        <p:spPr/>
        <p:txBody>
          <a:bodyPr/>
          <a:lstStyle>
            <a:lvl1pPr>
              <a:defRPr/>
            </a:lvl1pPr>
          </a:lstStyle>
          <a:p>
            <a:pPr>
              <a:defRPr/>
            </a:pPr>
            <a:fld id="{27EE316B-296A-4301-835E-E41E4EB19B5F}" type="slidenum">
              <a:rPr lang="en-US" altLang="en-US"/>
              <a:pPr>
                <a:defRPr/>
              </a:pPr>
              <a:t>‹#›</a:t>
            </a:fld>
            <a:endParaRPr lang="en-US" altLang="en-US"/>
          </a:p>
        </p:txBody>
      </p:sp>
    </p:spTree>
    <p:extLst>
      <p:ext uri="{BB962C8B-B14F-4D97-AF65-F5344CB8AC3E}">
        <p14:creationId xmlns:p14="http://schemas.microsoft.com/office/powerpoint/2010/main" val="34441319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and Vertical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0C5B91-761D-4C3E-96C5-955410F3898F}"/>
              </a:ext>
            </a:extLst>
          </p:cNvPr>
          <p:cNvSpPr/>
          <p:nvPr/>
        </p:nvSpPr>
        <p:spPr>
          <a:xfrm>
            <a:off x="8166100" y="282575"/>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E9964D89-1EB4-4144-A2AB-CB37176A383C}"/>
              </a:ext>
            </a:extLst>
          </p:cNvPr>
          <p:cNvSpPr txBox="1">
            <a:spLocks noChangeArrowheads="1"/>
          </p:cNvSpPr>
          <p:nvPr/>
        </p:nvSpPr>
        <p:spPr bwMode="auto">
          <a:xfrm>
            <a:off x="223838" y="228600"/>
            <a:ext cx="2603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53BC3FE9-9D89-4235-BD90-E3028C929DE0}"/>
              </a:ext>
            </a:extLst>
          </p:cNvPr>
          <p:cNvSpPr>
            <a:spLocks noGrp="1"/>
          </p:cNvSpPr>
          <p:nvPr>
            <p:ph type="dt" sz="half" idx="10"/>
          </p:nvPr>
        </p:nvSpPr>
        <p:spPr/>
        <p:txBody>
          <a:bodyPr/>
          <a:lstStyle>
            <a:lvl1pPr>
              <a:defRPr/>
            </a:lvl1pPr>
          </a:lstStyle>
          <a:p>
            <a:pPr>
              <a:defRPr/>
            </a:pPr>
            <a:fld id="{88E9DF7E-06F9-4CC6-95F8-38F71CEE8EE2}" type="datetime4">
              <a:rPr lang="en-US" altLang="en-US" smtClean="0"/>
              <a:t>May 9, 2024</a:t>
            </a:fld>
            <a:endParaRPr lang="en-US" altLang="en-US"/>
          </a:p>
        </p:txBody>
      </p:sp>
      <p:sp>
        <p:nvSpPr>
          <p:cNvPr id="7" name="Footer Placeholder 4">
            <a:extLst>
              <a:ext uri="{FF2B5EF4-FFF2-40B4-BE49-F238E27FC236}">
                <a16:creationId xmlns:a16="http://schemas.microsoft.com/office/drawing/2014/main" id="{54F36AFF-A8BF-4BD2-8967-40B05B6D814C}"/>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27A965FE-F10B-4D14-AFE7-31ABFE149A4E}"/>
              </a:ext>
            </a:extLst>
          </p:cNvPr>
          <p:cNvSpPr>
            <a:spLocks noGrp="1"/>
          </p:cNvSpPr>
          <p:nvPr>
            <p:ph type="sldNum" sz="quarter" idx="12"/>
          </p:nvPr>
        </p:nvSpPr>
        <p:spPr/>
        <p:txBody>
          <a:bodyPr/>
          <a:lstStyle>
            <a:lvl1pPr>
              <a:defRPr/>
            </a:lvl1pPr>
          </a:lstStyle>
          <a:p>
            <a:pPr>
              <a:defRPr/>
            </a:pPr>
            <a:fld id="{A2147E2A-C44F-4045-82D2-7C371F82CF1D}" type="slidenum">
              <a:rPr lang="en-US" altLang="en-US"/>
              <a:pPr>
                <a:defRPr/>
              </a:pPr>
              <a:t>‹#›</a:t>
            </a:fld>
            <a:endParaRPr lang="en-US" altLang="en-US"/>
          </a:p>
        </p:txBody>
      </p:sp>
    </p:spTree>
    <p:extLst>
      <p:ext uri="{BB962C8B-B14F-4D97-AF65-F5344CB8AC3E}">
        <p14:creationId xmlns:p14="http://schemas.microsoft.com/office/powerpoint/2010/main" val="360669910"/>
      </p:ext>
    </p:extLst>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741545-59F1-4190-84C9-7BFBFE292ACE}"/>
              </a:ext>
            </a:extLst>
          </p:cNvPr>
          <p:cNvSpPr/>
          <p:nvPr/>
        </p:nvSpPr>
        <p:spPr>
          <a:xfrm>
            <a:off x="8166100" y="282575"/>
            <a:ext cx="685800" cy="301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p>
        </p:txBody>
      </p:sp>
      <p:sp>
        <p:nvSpPr>
          <p:cNvPr id="5" name="TextBox 4">
            <a:extLst>
              <a:ext uri="{FF2B5EF4-FFF2-40B4-BE49-F238E27FC236}">
                <a16:creationId xmlns:a16="http://schemas.microsoft.com/office/drawing/2014/main" id="{0B1A20B8-21F5-4760-BFC9-EC6F73243DA8}"/>
              </a:ext>
            </a:extLst>
          </p:cNvPr>
          <p:cNvSpPr txBox="1">
            <a:spLocks noChangeArrowheads="1"/>
          </p:cNvSpPr>
          <p:nvPr/>
        </p:nvSpPr>
        <p:spPr bwMode="auto">
          <a:xfrm rot="16200000">
            <a:off x="8593932" y="561181"/>
            <a:ext cx="2603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r>
              <a:rPr lang="en-US" altLang="en-US" sz="3600" b="1">
                <a:solidFill>
                  <a:srgbClr val="B870B8"/>
                </a:solidFill>
                <a:cs typeface="Arial" panose="020B0604020202020204" pitchFamily="34" charset="0"/>
              </a:rPr>
              <a:t>+</a:t>
            </a:r>
          </a:p>
        </p:txBody>
      </p:sp>
      <p:sp>
        <p:nvSpPr>
          <p:cNvPr id="2" name="Vertical Title 1"/>
          <p:cNvSpPr>
            <a:spLocks noGrp="1"/>
          </p:cNvSpPr>
          <p:nvPr>
            <p:ph type="title" orient="vert"/>
          </p:nvPr>
        </p:nvSpPr>
        <p:spPr>
          <a:xfrm>
            <a:off x="7995772" y="954742"/>
            <a:ext cx="681318" cy="517142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3">
            <a:extLst>
              <a:ext uri="{FF2B5EF4-FFF2-40B4-BE49-F238E27FC236}">
                <a16:creationId xmlns:a16="http://schemas.microsoft.com/office/drawing/2014/main" id="{73E6979F-8696-4C70-A779-45E2CFAAF7A3}"/>
              </a:ext>
            </a:extLst>
          </p:cNvPr>
          <p:cNvSpPr>
            <a:spLocks noGrp="1"/>
          </p:cNvSpPr>
          <p:nvPr>
            <p:ph type="dt" sz="half" idx="10"/>
          </p:nvPr>
        </p:nvSpPr>
        <p:spPr/>
        <p:txBody>
          <a:bodyPr/>
          <a:lstStyle>
            <a:lvl1pPr>
              <a:defRPr/>
            </a:lvl1pPr>
          </a:lstStyle>
          <a:p>
            <a:pPr>
              <a:defRPr/>
            </a:pPr>
            <a:fld id="{FA47287B-CD4B-4276-9C9C-6FD4F40A5F28}" type="datetime4">
              <a:rPr lang="en-US" altLang="en-US" smtClean="0"/>
              <a:t>May 9, 2024</a:t>
            </a:fld>
            <a:endParaRPr lang="en-US" altLang="en-US"/>
          </a:p>
        </p:txBody>
      </p:sp>
      <p:sp>
        <p:nvSpPr>
          <p:cNvPr id="7" name="Footer Placeholder 4">
            <a:extLst>
              <a:ext uri="{FF2B5EF4-FFF2-40B4-BE49-F238E27FC236}">
                <a16:creationId xmlns:a16="http://schemas.microsoft.com/office/drawing/2014/main" id="{B259E8A7-94BA-4CE3-9968-0F52201B546D}"/>
              </a:ext>
            </a:extLst>
          </p:cNvPr>
          <p:cNvSpPr>
            <a:spLocks noGrp="1"/>
          </p:cNvSpPr>
          <p:nvPr>
            <p:ph type="ftr" sz="quarter" idx="11"/>
          </p:nvPr>
        </p:nvSpPr>
        <p:spPr/>
        <p:txBody>
          <a:bodyPr/>
          <a:lstStyle>
            <a:lvl1pPr>
              <a:defRPr/>
            </a:lvl1pPr>
          </a:lstStyle>
          <a:p>
            <a:pPr>
              <a:defRPr/>
            </a:pPr>
            <a:endParaRPr lang="en-US" altLang="en-US"/>
          </a:p>
        </p:txBody>
      </p:sp>
      <p:sp>
        <p:nvSpPr>
          <p:cNvPr id="8" name="Slide Number Placeholder 5">
            <a:extLst>
              <a:ext uri="{FF2B5EF4-FFF2-40B4-BE49-F238E27FC236}">
                <a16:creationId xmlns:a16="http://schemas.microsoft.com/office/drawing/2014/main" id="{EBBE8256-DE8F-4CFA-B85D-AA30DC9107E8}"/>
              </a:ext>
            </a:extLst>
          </p:cNvPr>
          <p:cNvSpPr>
            <a:spLocks noGrp="1"/>
          </p:cNvSpPr>
          <p:nvPr>
            <p:ph type="sldNum" sz="quarter" idx="12"/>
          </p:nvPr>
        </p:nvSpPr>
        <p:spPr/>
        <p:txBody>
          <a:bodyPr/>
          <a:lstStyle>
            <a:lvl1pPr>
              <a:defRPr/>
            </a:lvl1pPr>
          </a:lstStyle>
          <a:p>
            <a:pPr>
              <a:defRPr/>
            </a:pPr>
            <a:fld id="{2C23BFD9-2626-4110-A809-223BFB94F502}" type="slidenum">
              <a:rPr lang="en-US" altLang="en-US"/>
              <a:pPr>
                <a:defRPr/>
              </a:pPr>
              <a:t>‹#›</a:t>
            </a:fld>
            <a:endParaRPr lang="en-US" altLang="en-US"/>
          </a:p>
        </p:txBody>
      </p:sp>
    </p:spTree>
    <p:extLst>
      <p:ext uri="{BB962C8B-B14F-4D97-AF65-F5344CB8AC3E}">
        <p14:creationId xmlns:p14="http://schemas.microsoft.com/office/powerpoint/2010/main" val="1156629683"/>
      </p:ext>
    </p:extLst>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162887041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Only">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25107767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0964659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4565F6AB-F257-43C5-9F92-3178E8C87FF1}"/>
              </a:ext>
            </a:extLst>
          </p:cNvPr>
          <p:cNvGrpSpPr>
            <a:grpSpLocks/>
          </p:cNvGrpSpPr>
          <p:nvPr/>
        </p:nvGrpSpPr>
        <p:grpSpPr bwMode="auto">
          <a:xfrm>
            <a:off x="0" y="0"/>
            <a:ext cx="8763000" cy="5943600"/>
            <a:chOff x="0" y="0"/>
            <a:chExt cx="5520" cy="3744"/>
          </a:xfrm>
        </p:grpSpPr>
        <p:sp>
          <p:nvSpPr>
            <p:cNvPr id="5" name="Rectangle 3">
              <a:extLst>
                <a:ext uri="{FF2B5EF4-FFF2-40B4-BE49-F238E27FC236}">
                  <a16:creationId xmlns:a16="http://schemas.microsoft.com/office/drawing/2014/main" id="{5461597E-A600-4D4E-BDA1-48906D219E7D}"/>
                </a:ext>
              </a:extLst>
            </p:cNvPr>
            <p:cNvSpPr>
              <a:spLocks noChangeArrowheads="1"/>
            </p:cNvSpPr>
            <p:nvPr/>
          </p:nvSpPr>
          <p:spPr bwMode="auto">
            <a:xfrm>
              <a:off x="0" y="0"/>
              <a:ext cx="110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6" name="Group 4">
              <a:extLst>
                <a:ext uri="{FF2B5EF4-FFF2-40B4-BE49-F238E27FC236}">
                  <a16:creationId xmlns:a16="http://schemas.microsoft.com/office/drawing/2014/main" id="{BE7A2416-A614-4AFA-9BE6-BB733C41BC18}"/>
                </a:ext>
              </a:extLst>
            </p:cNvPr>
            <p:cNvGrpSpPr>
              <a:grpSpLocks/>
            </p:cNvGrpSpPr>
            <p:nvPr userDrawn="1"/>
          </p:nvGrpSpPr>
          <p:grpSpPr bwMode="auto">
            <a:xfrm>
              <a:off x="0" y="2208"/>
              <a:ext cx="5520" cy="1536"/>
              <a:chOff x="0" y="2208"/>
              <a:chExt cx="5520" cy="1536"/>
            </a:xfrm>
          </p:grpSpPr>
          <p:sp>
            <p:nvSpPr>
              <p:cNvPr id="10" name="Rectangle 5">
                <a:extLst>
                  <a:ext uri="{FF2B5EF4-FFF2-40B4-BE49-F238E27FC236}">
                    <a16:creationId xmlns:a16="http://schemas.microsoft.com/office/drawing/2014/main" id="{2167F23D-50D2-4306-815F-A9CB09376D41}"/>
                  </a:ext>
                </a:extLst>
              </p:cNvPr>
              <p:cNvSpPr>
                <a:spLocks noChangeArrowheads="1"/>
              </p:cNvSpPr>
              <p:nvPr/>
            </p:nvSpPr>
            <p:spPr bwMode="ltGray">
              <a:xfrm>
                <a:off x="624" y="2208"/>
                <a:ext cx="4896" cy="1536"/>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1" name="Rectangle 6">
                <a:extLst>
                  <a:ext uri="{FF2B5EF4-FFF2-40B4-BE49-F238E27FC236}">
                    <a16:creationId xmlns:a16="http://schemas.microsoft.com/office/drawing/2014/main" id="{806C7BCE-5DEF-451A-80C5-F05516FDAD53}"/>
                  </a:ext>
                </a:extLst>
              </p:cNvPr>
              <p:cNvSpPr>
                <a:spLocks noChangeArrowheads="1"/>
              </p:cNvSpPr>
              <p:nvPr/>
            </p:nvSpPr>
            <p:spPr bwMode="white">
              <a:xfrm>
                <a:off x="654" y="2352"/>
                <a:ext cx="4818" cy="13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12" name="Line 7">
                <a:extLst>
                  <a:ext uri="{FF2B5EF4-FFF2-40B4-BE49-F238E27FC236}">
                    <a16:creationId xmlns:a16="http://schemas.microsoft.com/office/drawing/2014/main" id="{07D70038-99BC-4D49-A2C7-74E645E453FC}"/>
                  </a:ext>
                </a:extLst>
              </p:cNvPr>
              <p:cNvSpPr>
                <a:spLocks noChangeShapeType="1"/>
              </p:cNvSpPr>
              <p:nvPr/>
            </p:nvSpPr>
            <p:spPr bwMode="auto">
              <a:xfrm>
                <a:off x="0" y="3072"/>
                <a:ext cx="624" cy="0"/>
              </a:xfrm>
              <a:prstGeom prst="line">
                <a:avLst/>
              </a:prstGeom>
              <a:noFill/>
              <a:ln w="508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7" name="Group 8">
              <a:extLst>
                <a:ext uri="{FF2B5EF4-FFF2-40B4-BE49-F238E27FC236}">
                  <a16:creationId xmlns:a16="http://schemas.microsoft.com/office/drawing/2014/main" id="{ABF959D0-7825-47E4-A314-F34628B43592}"/>
                </a:ext>
              </a:extLst>
            </p:cNvPr>
            <p:cNvGrpSpPr>
              <a:grpSpLocks/>
            </p:cNvGrpSpPr>
            <p:nvPr userDrawn="1"/>
          </p:nvGrpSpPr>
          <p:grpSpPr bwMode="auto">
            <a:xfrm>
              <a:off x="400" y="336"/>
              <a:ext cx="5088" cy="192"/>
              <a:chOff x="400" y="336"/>
              <a:chExt cx="5088" cy="192"/>
            </a:xfrm>
          </p:grpSpPr>
          <p:sp>
            <p:nvSpPr>
              <p:cNvPr id="8" name="Rectangle 9">
                <a:extLst>
                  <a:ext uri="{FF2B5EF4-FFF2-40B4-BE49-F238E27FC236}">
                    <a16:creationId xmlns:a16="http://schemas.microsoft.com/office/drawing/2014/main" id="{38B2235D-8976-4386-BA15-2981E58EA6B7}"/>
                  </a:ext>
                </a:extLst>
              </p:cNvPr>
              <p:cNvSpPr>
                <a:spLocks noChangeArrowheads="1"/>
              </p:cNvSpPr>
              <p:nvPr/>
            </p:nvSpPr>
            <p:spPr bwMode="auto">
              <a:xfrm>
                <a:off x="3952" y="336"/>
                <a:ext cx="1536" cy="19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9" name="Line 10">
                <a:extLst>
                  <a:ext uri="{FF2B5EF4-FFF2-40B4-BE49-F238E27FC236}">
                    <a16:creationId xmlns:a16="http://schemas.microsoft.com/office/drawing/2014/main" id="{374D0BE0-54E0-4632-8C0D-50053BF57039}"/>
                  </a:ext>
                </a:extLst>
              </p:cNvPr>
              <p:cNvSpPr>
                <a:spLocks noChangeShapeType="1"/>
              </p:cNvSpPr>
              <p:nvPr/>
            </p:nvSpPr>
            <p:spPr bwMode="auto">
              <a:xfrm>
                <a:off x="400" y="432"/>
                <a:ext cx="5088"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pic>
        <p:nvPicPr>
          <p:cNvPr id="13" name="Picture 16" descr="emu_300x300_72dpi_black">
            <a:extLst>
              <a:ext uri="{FF2B5EF4-FFF2-40B4-BE49-F238E27FC236}">
                <a16:creationId xmlns:a16="http://schemas.microsoft.com/office/drawing/2014/main" id="{AE54B05D-5B91-4766-A56B-045E3B61C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15888"/>
            <a:ext cx="5746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8027" name="Rectangle 11"/>
          <p:cNvSpPr>
            <a:spLocks noGrp="1" noChangeArrowheads="1"/>
          </p:cNvSpPr>
          <p:nvPr>
            <p:ph type="ctrTitle"/>
          </p:nvPr>
        </p:nvSpPr>
        <p:spPr>
          <a:xfrm>
            <a:off x="2057400" y="1143000"/>
            <a:ext cx="6629400" cy="2209800"/>
          </a:xfrm>
        </p:spPr>
        <p:txBody>
          <a:bodyPr/>
          <a:lstStyle>
            <a:lvl1pPr>
              <a:defRPr sz="4800"/>
            </a:lvl1pPr>
          </a:lstStyle>
          <a:p>
            <a:pPr lvl="0"/>
            <a:r>
              <a:rPr lang="en-US" altLang="en-US" noProof="0"/>
              <a:t>Click to edit Master title style</a:t>
            </a:r>
          </a:p>
        </p:txBody>
      </p:sp>
      <p:sp>
        <p:nvSpPr>
          <p:cNvPr id="598028" name="Rectangle 12"/>
          <p:cNvSpPr>
            <a:spLocks noGrp="1" noChangeArrowheads="1"/>
          </p:cNvSpPr>
          <p:nvPr>
            <p:ph type="subTitle" idx="1"/>
          </p:nvPr>
        </p:nvSpPr>
        <p:spPr>
          <a:xfrm>
            <a:off x="1371600" y="3962400"/>
            <a:ext cx="6858000" cy="1600200"/>
          </a:xfrm>
        </p:spPr>
        <p:txBody>
          <a:bodyPr anchor="ctr"/>
          <a:lstStyle>
            <a:lvl1pPr marL="0" indent="0" algn="ctr">
              <a:buFont typeface="Wingdings" panose="05000000000000000000" pitchFamily="2" charset="2"/>
              <a:buNone/>
              <a:defRPr/>
            </a:lvl1pPr>
          </a:lstStyle>
          <a:p>
            <a:pPr lvl="0"/>
            <a:r>
              <a:rPr lang="en-US" altLang="en-US" noProof="0"/>
              <a:t>Click to edit Master subtitle style</a:t>
            </a:r>
          </a:p>
        </p:txBody>
      </p:sp>
      <p:sp>
        <p:nvSpPr>
          <p:cNvPr id="14" name="Date Placeholder 13">
            <a:extLst>
              <a:ext uri="{FF2B5EF4-FFF2-40B4-BE49-F238E27FC236}">
                <a16:creationId xmlns:a16="http://schemas.microsoft.com/office/drawing/2014/main" id="{7E26C5BD-31A8-4E43-9AD6-DBF4FABBC527}"/>
              </a:ext>
            </a:extLst>
          </p:cNvPr>
          <p:cNvSpPr>
            <a:spLocks noGrp="1" noChangeArrowheads="1"/>
          </p:cNvSpPr>
          <p:nvPr>
            <p:ph type="dt" sz="half" idx="10"/>
          </p:nvPr>
        </p:nvSpPr>
        <p:spPr>
          <a:xfrm>
            <a:off x="912813" y="6251575"/>
            <a:ext cx="1905000" cy="457200"/>
          </a:xfrm>
        </p:spPr>
        <p:txBody>
          <a:bodyPr/>
          <a:lstStyle>
            <a:lvl1pPr>
              <a:defRPr/>
            </a:lvl1pPr>
          </a:lstStyle>
          <a:p>
            <a:pPr>
              <a:defRPr/>
            </a:pPr>
            <a:fld id="{3C4FD5DF-EC03-401D-9ACD-A2AF6F06E3BC}" type="datetime4">
              <a:rPr lang="en-US" altLang="en-US" smtClean="0"/>
              <a:t>May 9, 2024</a:t>
            </a:fld>
            <a:endParaRPr lang="en-US" altLang="en-US"/>
          </a:p>
        </p:txBody>
      </p:sp>
      <p:sp>
        <p:nvSpPr>
          <p:cNvPr id="15" name="Footer Placeholder 14">
            <a:extLst>
              <a:ext uri="{FF2B5EF4-FFF2-40B4-BE49-F238E27FC236}">
                <a16:creationId xmlns:a16="http://schemas.microsoft.com/office/drawing/2014/main" id="{CB14246A-DC61-4613-8409-02EE00F42464}"/>
              </a:ext>
            </a:extLst>
          </p:cNvPr>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en-US"/>
          </a:p>
        </p:txBody>
      </p:sp>
      <p:sp>
        <p:nvSpPr>
          <p:cNvPr id="16" name="Slide Number Placeholder 15">
            <a:extLst>
              <a:ext uri="{FF2B5EF4-FFF2-40B4-BE49-F238E27FC236}">
                <a16:creationId xmlns:a16="http://schemas.microsoft.com/office/drawing/2014/main" id="{00E0F886-083D-4C20-A68F-BFE0B0E2C4F4}"/>
              </a:ext>
            </a:extLst>
          </p:cNvPr>
          <p:cNvSpPr>
            <a:spLocks noGrp="1" noChangeArrowheads="1"/>
          </p:cNvSpPr>
          <p:nvPr>
            <p:ph type="sldNum" sz="quarter" idx="12"/>
          </p:nvPr>
        </p:nvSpPr>
        <p:spPr>
          <a:xfrm>
            <a:off x="6781800" y="6248400"/>
            <a:ext cx="1905000" cy="457200"/>
          </a:xfrm>
        </p:spPr>
        <p:txBody>
          <a:bodyPr/>
          <a:lstStyle>
            <a:lvl1pPr>
              <a:defRPr/>
            </a:lvl1pPr>
          </a:lstStyle>
          <a:p>
            <a:pPr>
              <a:defRPr/>
            </a:pPr>
            <a:fld id="{A6AAC328-75BB-4382-8A37-3CD1D41CF670}" type="slidenum">
              <a:rPr lang="en-US" altLang="en-US"/>
              <a:pPr>
                <a:defRPr/>
              </a:pPr>
              <a:t>‹#›</a:t>
            </a:fld>
            <a:endParaRPr lang="en-US" altLang="en-US"/>
          </a:p>
        </p:txBody>
      </p:sp>
    </p:spTree>
    <p:extLst>
      <p:ext uri="{BB962C8B-B14F-4D97-AF65-F5344CB8AC3E}">
        <p14:creationId xmlns:p14="http://schemas.microsoft.com/office/powerpoint/2010/main" val="2848707562"/>
      </p:ext>
    </p:extLst>
  </p:cSld>
  <p:clrMapOvr>
    <a:masterClrMapping/>
  </p:clrMapOvr>
  <p:transition>
    <p:rand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59022411-5871-4A8B-BF62-16D06CDB1F13}"/>
              </a:ext>
            </a:extLst>
          </p:cNvPr>
          <p:cNvSpPr>
            <a:spLocks noGrp="1" noChangeArrowheads="1"/>
          </p:cNvSpPr>
          <p:nvPr>
            <p:ph type="dt" sz="half" idx="10"/>
          </p:nvPr>
        </p:nvSpPr>
        <p:spPr>
          <a:ln/>
        </p:spPr>
        <p:txBody>
          <a:bodyPr/>
          <a:lstStyle>
            <a:lvl1pPr>
              <a:defRPr/>
            </a:lvl1pPr>
          </a:lstStyle>
          <a:p>
            <a:pPr>
              <a:defRPr/>
            </a:pPr>
            <a:fld id="{122AB582-E114-47B7-B681-B18692AB844D}" type="datetime4">
              <a:rPr lang="en-US" altLang="en-US" smtClean="0"/>
              <a:t>May 9, 2024</a:t>
            </a:fld>
            <a:endParaRPr lang="en-US" altLang="en-US"/>
          </a:p>
        </p:txBody>
      </p:sp>
      <p:sp>
        <p:nvSpPr>
          <p:cNvPr id="5" name="Rectangle 10">
            <a:extLst>
              <a:ext uri="{FF2B5EF4-FFF2-40B4-BE49-F238E27FC236}">
                <a16:creationId xmlns:a16="http://schemas.microsoft.com/office/drawing/2014/main" id="{441B8DFF-6DF5-46D3-A516-7BA032C46DA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A2AEC60A-824B-41AC-85EB-DC88D545D36D}"/>
              </a:ext>
            </a:extLst>
          </p:cNvPr>
          <p:cNvSpPr>
            <a:spLocks noGrp="1" noChangeArrowheads="1"/>
          </p:cNvSpPr>
          <p:nvPr>
            <p:ph type="sldNum" sz="quarter" idx="12"/>
          </p:nvPr>
        </p:nvSpPr>
        <p:spPr>
          <a:ln/>
        </p:spPr>
        <p:txBody>
          <a:bodyPr/>
          <a:lstStyle>
            <a:lvl1pPr>
              <a:defRPr/>
            </a:lvl1pPr>
          </a:lstStyle>
          <a:p>
            <a:pPr>
              <a:defRPr/>
            </a:pPr>
            <a:fld id="{1088DDF2-FC33-4380-935C-3471BEC9E082}" type="slidenum">
              <a:rPr lang="en-US" altLang="en-US"/>
              <a:pPr>
                <a:defRPr/>
              </a:pPr>
              <a:t>‹#›</a:t>
            </a:fld>
            <a:endParaRPr lang="en-US" altLang="en-US"/>
          </a:p>
        </p:txBody>
      </p:sp>
    </p:spTree>
    <p:extLst>
      <p:ext uri="{BB962C8B-B14F-4D97-AF65-F5344CB8AC3E}">
        <p14:creationId xmlns:p14="http://schemas.microsoft.com/office/powerpoint/2010/main" val="3319195031"/>
      </p:ext>
    </p:extLst>
  </p:cSld>
  <p:clrMapOvr>
    <a:masterClrMapping/>
  </p:clrMapOvr>
  <p:transition>
    <p:rand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9">
            <a:extLst>
              <a:ext uri="{FF2B5EF4-FFF2-40B4-BE49-F238E27FC236}">
                <a16:creationId xmlns:a16="http://schemas.microsoft.com/office/drawing/2014/main" id="{7B035493-5AF5-46BE-BEF9-203FD3FE6A22}"/>
              </a:ext>
            </a:extLst>
          </p:cNvPr>
          <p:cNvSpPr>
            <a:spLocks noGrp="1" noChangeArrowheads="1"/>
          </p:cNvSpPr>
          <p:nvPr>
            <p:ph type="dt" sz="half" idx="10"/>
          </p:nvPr>
        </p:nvSpPr>
        <p:spPr>
          <a:ln/>
        </p:spPr>
        <p:txBody>
          <a:bodyPr/>
          <a:lstStyle>
            <a:lvl1pPr>
              <a:defRPr/>
            </a:lvl1pPr>
          </a:lstStyle>
          <a:p>
            <a:pPr>
              <a:defRPr/>
            </a:pPr>
            <a:fld id="{33550446-8384-4E5D-9E53-C0FE3347BEA3}" type="datetime4">
              <a:rPr lang="en-US" altLang="en-US" smtClean="0"/>
              <a:t>May 9, 2024</a:t>
            </a:fld>
            <a:endParaRPr lang="en-US" altLang="en-US"/>
          </a:p>
        </p:txBody>
      </p:sp>
      <p:sp>
        <p:nvSpPr>
          <p:cNvPr id="5" name="Rectangle 10">
            <a:extLst>
              <a:ext uri="{FF2B5EF4-FFF2-40B4-BE49-F238E27FC236}">
                <a16:creationId xmlns:a16="http://schemas.microsoft.com/office/drawing/2014/main" id="{710EE305-D666-4913-88A0-5660678F99B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5B9CFB8C-E6F2-46C8-A7EA-FD706FB07648}"/>
              </a:ext>
            </a:extLst>
          </p:cNvPr>
          <p:cNvSpPr>
            <a:spLocks noGrp="1" noChangeArrowheads="1"/>
          </p:cNvSpPr>
          <p:nvPr>
            <p:ph type="sldNum" sz="quarter" idx="12"/>
          </p:nvPr>
        </p:nvSpPr>
        <p:spPr>
          <a:ln/>
        </p:spPr>
        <p:txBody>
          <a:bodyPr/>
          <a:lstStyle>
            <a:lvl1pPr>
              <a:defRPr/>
            </a:lvl1pPr>
          </a:lstStyle>
          <a:p>
            <a:pPr>
              <a:defRPr/>
            </a:pPr>
            <a:fld id="{B48F7BAD-3287-45BF-8F90-D810A06E9440}" type="slidenum">
              <a:rPr lang="en-US" altLang="en-US"/>
              <a:pPr>
                <a:defRPr/>
              </a:pPr>
              <a:t>‹#›</a:t>
            </a:fld>
            <a:endParaRPr lang="en-US" altLang="en-US"/>
          </a:p>
        </p:txBody>
      </p:sp>
    </p:spTree>
    <p:extLst>
      <p:ext uri="{BB962C8B-B14F-4D97-AF65-F5344CB8AC3E}">
        <p14:creationId xmlns:p14="http://schemas.microsoft.com/office/powerpoint/2010/main" val="4033263618"/>
      </p:ext>
    </p:extLst>
  </p:cSld>
  <p:clrMapOvr>
    <a:masterClrMapping/>
  </p:clrMapOvr>
  <p:transition>
    <p:rand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6ECF3A4-B6C5-4DB6-BA3F-7E44275615E8}"/>
              </a:ext>
            </a:extLst>
          </p:cNvPr>
          <p:cNvSpPr>
            <a:spLocks noGrp="1" noChangeArrowheads="1"/>
          </p:cNvSpPr>
          <p:nvPr>
            <p:ph type="dt" sz="half" idx="10"/>
          </p:nvPr>
        </p:nvSpPr>
        <p:spPr>
          <a:ln/>
        </p:spPr>
        <p:txBody>
          <a:bodyPr/>
          <a:lstStyle>
            <a:lvl1pPr>
              <a:defRPr/>
            </a:lvl1pPr>
          </a:lstStyle>
          <a:p>
            <a:pPr>
              <a:defRPr/>
            </a:pPr>
            <a:fld id="{46CDCFCB-3033-4FCB-913E-7EE270872FF4}" type="datetime4">
              <a:rPr lang="en-US" altLang="en-US" smtClean="0"/>
              <a:t>May 9, 2024</a:t>
            </a:fld>
            <a:endParaRPr lang="en-US" altLang="en-US"/>
          </a:p>
        </p:txBody>
      </p:sp>
      <p:sp>
        <p:nvSpPr>
          <p:cNvPr id="6" name="Rectangle 10">
            <a:extLst>
              <a:ext uri="{FF2B5EF4-FFF2-40B4-BE49-F238E27FC236}">
                <a16:creationId xmlns:a16="http://schemas.microsoft.com/office/drawing/2014/main" id="{AF25DC84-6083-42F1-B827-3A29C87C6E5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CAE6B2B5-B1E8-4B37-8538-6B82AD9E6E0D}"/>
              </a:ext>
            </a:extLst>
          </p:cNvPr>
          <p:cNvSpPr>
            <a:spLocks noGrp="1" noChangeArrowheads="1"/>
          </p:cNvSpPr>
          <p:nvPr>
            <p:ph type="sldNum" sz="quarter" idx="12"/>
          </p:nvPr>
        </p:nvSpPr>
        <p:spPr>
          <a:ln/>
        </p:spPr>
        <p:txBody>
          <a:bodyPr/>
          <a:lstStyle>
            <a:lvl1pPr>
              <a:defRPr/>
            </a:lvl1pPr>
          </a:lstStyle>
          <a:p>
            <a:pPr>
              <a:defRPr/>
            </a:pPr>
            <a:fld id="{62E6C9AD-C5AE-4C93-918B-7A1ABBBF78D4}" type="slidenum">
              <a:rPr lang="en-US" altLang="en-US"/>
              <a:pPr>
                <a:defRPr/>
              </a:pPr>
              <a:t>‹#›</a:t>
            </a:fld>
            <a:endParaRPr lang="en-US" altLang="en-US"/>
          </a:p>
        </p:txBody>
      </p:sp>
    </p:spTree>
    <p:extLst>
      <p:ext uri="{BB962C8B-B14F-4D97-AF65-F5344CB8AC3E}">
        <p14:creationId xmlns:p14="http://schemas.microsoft.com/office/powerpoint/2010/main" val="685781226"/>
      </p:ext>
    </p:extLst>
  </p:cSld>
  <p:clrMapOvr>
    <a:masterClrMapping/>
  </p:clrMapOvr>
  <p:transition>
    <p:rand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a:extLst>
              <a:ext uri="{FF2B5EF4-FFF2-40B4-BE49-F238E27FC236}">
                <a16:creationId xmlns:a16="http://schemas.microsoft.com/office/drawing/2014/main" id="{C115879A-1E70-4F37-936B-A8779C6C6A70}"/>
              </a:ext>
            </a:extLst>
          </p:cNvPr>
          <p:cNvSpPr>
            <a:spLocks noGrp="1" noChangeArrowheads="1"/>
          </p:cNvSpPr>
          <p:nvPr>
            <p:ph type="dt" sz="half" idx="10"/>
          </p:nvPr>
        </p:nvSpPr>
        <p:spPr>
          <a:ln/>
        </p:spPr>
        <p:txBody>
          <a:bodyPr/>
          <a:lstStyle>
            <a:lvl1pPr>
              <a:defRPr/>
            </a:lvl1pPr>
          </a:lstStyle>
          <a:p>
            <a:pPr>
              <a:defRPr/>
            </a:pPr>
            <a:fld id="{3A373AB7-8885-4C1B-9450-465366F23A00}" type="datetime4">
              <a:rPr lang="en-US" altLang="en-US" smtClean="0"/>
              <a:t>May 9, 2024</a:t>
            </a:fld>
            <a:endParaRPr lang="en-US" altLang="en-US"/>
          </a:p>
        </p:txBody>
      </p:sp>
      <p:sp>
        <p:nvSpPr>
          <p:cNvPr id="8" name="Rectangle 10">
            <a:extLst>
              <a:ext uri="{FF2B5EF4-FFF2-40B4-BE49-F238E27FC236}">
                <a16:creationId xmlns:a16="http://schemas.microsoft.com/office/drawing/2014/main" id="{2B314D12-FA41-41D4-B569-36BD9638E8C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11">
            <a:extLst>
              <a:ext uri="{FF2B5EF4-FFF2-40B4-BE49-F238E27FC236}">
                <a16:creationId xmlns:a16="http://schemas.microsoft.com/office/drawing/2014/main" id="{7EF6AE72-0373-4CED-816B-7A256019388A}"/>
              </a:ext>
            </a:extLst>
          </p:cNvPr>
          <p:cNvSpPr>
            <a:spLocks noGrp="1" noChangeArrowheads="1"/>
          </p:cNvSpPr>
          <p:nvPr>
            <p:ph type="sldNum" sz="quarter" idx="12"/>
          </p:nvPr>
        </p:nvSpPr>
        <p:spPr>
          <a:ln/>
        </p:spPr>
        <p:txBody>
          <a:bodyPr/>
          <a:lstStyle>
            <a:lvl1pPr>
              <a:defRPr/>
            </a:lvl1pPr>
          </a:lstStyle>
          <a:p>
            <a:pPr>
              <a:defRPr/>
            </a:pPr>
            <a:fld id="{3543F5B8-3E60-4752-838F-F6941F5ADCDC}" type="slidenum">
              <a:rPr lang="en-US" altLang="en-US"/>
              <a:pPr>
                <a:defRPr/>
              </a:pPr>
              <a:t>‹#›</a:t>
            </a:fld>
            <a:endParaRPr lang="en-US" altLang="en-US"/>
          </a:p>
        </p:txBody>
      </p:sp>
    </p:spTree>
    <p:extLst>
      <p:ext uri="{BB962C8B-B14F-4D97-AF65-F5344CB8AC3E}">
        <p14:creationId xmlns:p14="http://schemas.microsoft.com/office/powerpoint/2010/main" val="2757641661"/>
      </p:ext>
    </p:extLst>
  </p:cSld>
  <p:clrMapOvr>
    <a:masterClrMapping/>
  </p:clrMapOvr>
  <p:transition>
    <p:rand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a:extLst>
              <a:ext uri="{FF2B5EF4-FFF2-40B4-BE49-F238E27FC236}">
                <a16:creationId xmlns:a16="http://schemas.microsoft.com/office/drawing/2014/main" id="{10FC0B23-A863-4F89-9403-B289767D242C}"/>
              </a:ext>
            </a:extLst>
          </p:cNvPr>
          <p:cNvSpPr>
            <a:spLocks noGrp="1" noChangeArrowheads="1"/>
          </p:cNvSpPr>
          <p:nvPr>
            <p:ph type="dt" sz="half" idx="10"/>
          </p:nvPr>
        </p:nvSpPr>
        <p:spPr>
          <a:ln/>
        </p:spPr>
        <p:txBody>
          <a:bodyPr/>
          <a:lstStyle>
            <a:lvl1pPr>
              <a:defRPr/>
            </a:lvl1pPr>
          </a:lstStyle>
          <a:p>
            <a:pPr>
              <a:defRPr/>
            </a:pPr>
            <a:fld id="{838B0145-915D-492E-B0E5-E5465E6A681C}" type="datetime4">
              <a:rPr lang="en-US" altLang="en-US" smtClean="0"/>
              <a:t>May 9, 2024</a:t>
            </a:fld>
            <a:endParaRPr lang="en-US" altLang="en-US"/>
          </a:p>
        </p:txBody>
      </p:sp>
      <p:sp>
        <p:nvSpPr>
          <p:cNvPr id="4" name="Rectangle 10">
            <a:extLst>
              <a:ext uri="{FF2B5EF4-FFF2-40B4-BE49-F238E27FC236}">
                <a16:creationId xmlns:a16="http://schemas.microsoft.com/office/drawing/2014/main" id="{BF7E0FBC-DE69-42EB-BF69-7A02DF48480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11">
            <a:extLst>
              <a:ext uri="{FF2B5EF4-FFF2-40B4-BE49-F238E27FC236}">
                <a16:creationId xmlns:a16="http://schemas.microsoft.com/office/drawing/2014/main" id="{61CF5B6C-C76C-4DB9-81DC-DCC8AA85374D}"/>
              </a:ext>
            </a:extLst>
          </p:cNvPr>
          <p:cNvSpPr>
            <a:spLocks noGrp="1" noChangeArrowheads="1"/>
          </p:cNvSpPr>
          <p:nvPr>
            <p:ph type="sldNum" sz="quarter" idx="12"/>
          </p:nvPr>
        </p:nvSpPr>
        <p:spPr>
          <a:ln/>
        </p:spPr>
        <p:txBody>
          <a:bodyPr/>
          <a:lstStyle>
            <a:lvl1pPr>
              <a:defRPr/>
            </a:lvl1pPr>
          </a:lstStyle>
          <a:p>
            <a:pPr>
              <a:defRPr/>
            </a:pPr>
            <a:fld id="{9152B9A4-2E15-4AD1-8346-48E15ACC8828}" type="slidenum">
              <a:rPr lang="en-US" altLang="en-US"/>
              <a:pPr>
                <a:defRPr/>
              </a:pPr>
              <a:t>‹#›</a:t>
            </a:fld>
            <a:endParaRPr lang="en-US" altLang="en-US"/>
          </a:p>
        </p:txBody>
      </p:sp>
    </p:spTree>
    <p:extLst>
      <p:ext uri="{BB962C8B-B14F-4D97-AF65-F5344CB8AC3E}">
        <p14:creationId xmlns:p14="http://schemas.microsoft.com/office/powerpoint/2010/main" val="2082149873"/>
      </p:ext>
    </p:extLst>
  </p:cSld>
  <p:clrMapOvr>
    <a:masterClrMapping/>
  </p:clrMapOvr>
  <p:transition>
    <p:rand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a:extLst>
              <a:ext uri="{FF2B5EF4-FFF2-40B4-BE49-F238E27FC236}">
                <a16:creationId xmlns:a16="http://schemas.microsoft.com/office/drawing/2014/main" id="{2D9E26E7-2562-4F67-94F6-68E16756B5F7}"/>
              </a:ext>
            </a:extLst>
          </p:cNvPr>
          <p:cNvSpPr>
            <a:spLocks noGrp="1" noChangeArrowheads="1"/>
          </p:cNvSpPr>
          <p:nvPr>
            <p:ph type="dt" sz="half" idx="10"/>
          </p:nvPr>
        </p:nvSpPr>
        <p:spPr>
          <a:ln/>
        </p:spPr>
        <p:txBody>
          <a:bodyPr/>
          <a:lstStyle>
            <a:lvl1pPr>
              <a:defRPr/>
            </a:lvl1pPr>
          </a:lstStyle>
          <a:p>
            <a:pPr>
              <a:defRPr/>
            </a:pPr>
            <a:fld id="{F012CE62-0E92-46D2-9ABF-07EBB40E7203}" type="datetime4">
              <a:rPr lang="en-US" altLang="en-US" smtClean="0"/>
              <a:t>May 9, 2024</a:t>
            </a:fld>
            <a:endParaRPr lang="en-US" altLang="en-US"/>
          </a:p>
        </p:txBody>
      </p:sp>
      <p:sp>
        <p:nvSpPr>
          <p:cNvPr id="3" name="Rectangle 10">
            <a:extLst>
              <a:ext uri="{FF2B5EF4-FFF2-40B4-BE49-F238E27FC236}">
                <a16:creationId xmlns:a16="http://schemas.microsoft.com/office/drawing/2014/main" id="{B3F9B8C8-EF31-450B-8DFB-EF9AD89E1A1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11">
            <a:extLst>
              <a:ext uri="{FF2B5EF4-FFF2-40B4-BE49-F238E27FC236}">
                <a16:creationId xmlns:a16="http://schemas.microsoft.com/office/drawing/2014/main" id="{56F2B89E-96AB-4169-95F3-325D4A7F8A83}"/>
              </a:ext>
            </a:extLst>
          </p:cNvPr>
          <p:cNvSpPr>
            <a:spLocks noGrp="1" noChangeArrowheads="1"/>
          </p:cNvSpPr>
          <p:nvPr>
            <p:ph type="sldNum" sz="quarter" idx="12"/>
          </p:nvPr>
        </p:nvSpPr>
        <p:spPr>
          <a:ln/>
        </p:spPr>
        <p:txBody>
          <a:bodyPr/>
          <a:lstStyle>
            <a:lvl1pPr>
              <a:defRPr/>
            </a:lvl1pPr>
          </a:lstStyle>
          <a:p>
            <a:pPr>
              <a:defRPr/>
            </a:pPr>
            <a:fld id="{2258FD48-D5F9-4E92-926A-6983804FD3FE}" type="slidenum">
              <a:rPr lang="en-US" altLang="en-US"/>
              <a:pPr>
                <a:defRPr/>
              </a:pPr>
              <a:t>‹#›</a:t>
            </a:fld>
            <a:endParaRPr lang="en-US" altLang="en-US"/>
          </a:p>
        </p:txBody>
      </p:sp>
    </p:spTree>
    <p:extLst>
      <p:ext uri="{BB962C8B-B14F-4D97-AF65-F5344CB8AC3E}">
        <p14:creationId xmlns:p14="http://schemas.microsoft.com/office/powerpoint/2010/main" val="3613735793"/>
      </p:ext>
    </p:extLst>
  </p:cSld>
  <p:clrMapOvr>
    <a:masterClrMapping/>
  </p:clrMapOvr>
  <p:transition>
    <p:rand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18F9EF36-EC40-482B-94FA-5578E2B0DD40}"/>
              </a:ext>
            </a:extLst>
          </p:cNvPr>
          <p:cNvSpPr>
            <a:spLocks noGrp="1" noChangeArrowheads="1"/>
          </p:cNvSpPr>
          <p:nvPr>
            <p:ph type="dt" sz="half" idx="10"/>
          </p:nvPr>
        </p:nvSpPr>
        <p:spPr>
          <a:ln/>
        </p:spPr>
        <p:txBody>
          <a:bodyPr/>
          <a:lstStyle>
            <a:lvl1pPr>
              <a:defRPr/>
            </a:lvl1pPr>
          </a:lstStyle>
          <a:p>
            <a:pPr>
              <a:defRPr/>
            </a:pPr>
            <a:fld id="{639D1EB5-5918-4FA3-B40B-72E7B048AE64}" type="datetime4">
              <a:rPr lang="en-US" altLang="en-US" smtClean="0"/>
              <a:t>May 9, 2024</a:t>
            </a:fld>
            <a:endParaRPr lang="en-US" altLang="en-US"/>
          </a:p>
        </p:txBody>
      </p:sp>
      <p:sp>
        <p:nvSpPr>
          <p:cNvPr id="6" name="Rectangle 10">
            <a:extLst>
              <a:ext uri="{FF2B5EF4-FFF2-40B4-BE49-F238E27FC236}">
                <a16:creationId xmlns:a16="http://schemas.microsoft.com/office/drawing/2014/main" id="{9F9B30E7-289F-4B7F-9370-33C7520870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F307C202-ED24-441A-B933-E3B1A14EDED0}"/>
              </a:ext>
            </a:extLst>
          </p:cNvPr>
          <p:cNvSpPr>
            <a:spLocks noGrp="1" noChangeArrowheads="1"/>
          </p:cNvSpPr>
          <p:nvPr>
            <p:ph type="sldNum" sz="quarter" idx="12"/>
          </p:nvPr>
        </p:nvSpPr>
        <p:spPr>
          <a:ln/>
        </p:spPr>
        <p:txBody>
          <a:bodyPr/>
          <a:lstStyle>
            <a:lvl1pPr>
              <a:defRPr/>
            </a:lvl1pPr>
          </a:lstStyle>
          <a:p>
            <a:pPr>
              <a:defRPr/>
            </a:pPr>
            <a:fld id="{1F27FE13-3A08-46F4-9540-C0AC9F1369C4}" type="slidenum">
              <a:rPr lang="en-US" altLang="en-US"/>
              <a:pPr>
                <a:defRPr/>
              </a:pPr>
              <a:t>‹#›</a:t>
            </a:fld>
            <a:endParaRPr lang="en-US" altLang="en-US"/>
          </a:p>
        </p:txBody>
      </p:sp>
    </p:spTree>
    <p:extLst>
      <p:ext uri="{BB962C8B-B14F-4D97-AF65-F5344CB8AC3E}">
        <p14:creationId xmlns:p14="http://schemas.microsoft.com/office/powerpoint/2010/main" val="3331546764"/>
      </p:ext>
    </p:extLst>
  </p:cSld>
  <p:clrMapOvr>
    <a:masterClrMapping/>
  </p:clrMapOvr>
  <p:transition>
    <p:rand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9">
            <a:extLst>
              <a:ext uri="{FF2B5EF4-FFF2-40B4-BE49-F238E27FC236}">
                <a16:creationId xmlns:a16="http://schemas.microsoft.com/office/drawing/2014/main" id="{C676408B-40A3-4A62-A26A-DD972758D001}"/>
              </a:ext>
            </a:extLst>
          </p:cNvPr>
          <p:cNvSpPr>
            <a:spLocks noGrp="1" noChangeArrowheads="1"/>
          </p:cNvSpPr>
          <p:nvPr>
            <p:ph type="dt" sz="half" idx="10"/>
          </p:nvPr>
        </p:nvSpPr>
        <p:spPr>
          <a:ln/>
        </p:spPr>
        <p:txBody>
          <a:bodyPr/>
          <a:lstStyle>
            <a:lvl1pPr>
              <a:defRPr/>
            </a:lvl1pPr>
          </a:lstStyle>
          <a:p>
            <a:pPr>
              <a:defRPr/>
            </a:pPr>
            <a:fld id="{5A79ED6A-635C-48B5-8C93-4AE64B9B7041}" type="datetime4">
              <a:rPr lang="en-US" altLang="en-US" smtClean="0"/>
              <a:t>May 9, 2024</a:t>
            </a:fld>
            <a:endParaRPr lang="en-US" altLang="en-US"/>
          </a:p>
        </p:txBody>
      </p:sp>
      <p:sp>
        <p:nvSpPr>
          <p:cNvPr id="6" name="Rectangle 10">
            <a:extLst>
              <a:ext uri="{FF2B5EF4-FFF2-40B4-BE49-F238E27FC236}">
                <a16:creationId xmlns:a16="http://schemas.microsoft.com/office/drawing/2014/main" id="{FBF0B2E1-F337-4682-A39A-6018BF9E2DA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5C24516E-1776-41F6-9130-468BF3AD817B}"/>
              </a:ext>
            </a:extLst>
          </p:cNvPr>
          <p:cNvSpPr>
            <a:spLocks noGrp="1" noChangeArrowheads="1"/>
          </p:cNvSpPr>
          <p:nvPr>
            <p:ph type="sldNum" sz="quarter" idx="12"/>
          </p:nvPr>
        </p:nvSpPr>
        <p:spPr>
          <a:ln/>
        </p:spPr>
        <p:txBody>
          <a:bodyPr/>
          <a:lstStyle>
            <a:lvl1pPr>
              <a:defRPr/>
            </a:lvl1pPr>
          </a:lstStyle>
          <a:p>
            <a:pPr>
              <a:defRPr/>
            </a:pPr>
            <a:fld id="{EEF591CC-DEA9-4D87-A3E3-77F1E385199A}" type="slidenum">
              <a:rPr lang="en-US" altLang="en-US"/>
              <a:pPr>
                <a:defRPr/>
              </a:pPr>
              <a:t>‹#›</a:t>
            </a:fld>
            <a:endParaRPr lang="en-US" altLang="en-US"/>
          </a:p>
        </p:txBody>
      </p:sp>
    </p:spTree>
    <p:extLst>
      <p:ext uri="{BB962C8B-B14F-4D97-AF65-F5344CB8AC3E}">
        <p14:creationId xmlns:p14="http://schemas.microsoft.com/office/powerpoint/2010/main" val="3676862155"/>
      </p:ext>
    </p:extLst>
  </p:cSld>
  <p:clrMapOvr>
    <a:masterClrMapping/>
  </p:clrMapOvr>
  <p:transition>
    <p:rand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9637224F-8EBD-4964-9859-9AD92408085B}"/>
              </a:ext>
            </a:extLst>
          </p:cNvPr>
          <p:cNvSpPr>
            <a:spLocks noGrp="1" noChangeArrowheads="1"/>
          </p:cNvSpPr>
          <p:nvPr>
            <p:ph type="dt" sz="half" idx="10"/>
          </p:nvPr>
        </p:nvSpPr>
        <p:spPr>
          <a:ln/>
        </p:spPr>
        <p:txBody>
          <a:bodyPr/>
          <a:lstStyle>
            <a:lvl1pPr>
              <a:defRPr/>
            </a:lvl1pPr>
          </a:lstStyle>
          <a:p>
            <a:pPr>
              <a:defRPr/>
            </a:pPr>
            <a:fld id="{D1E2ECF6-6271-4600-B0AC-45B57EB194C0}" type="datetime4">
              <a:rPr lang="en-US" altLang="en-US" smtClean="0"/>
              <a:t>May 9, 2024</a:t>
            </a:fld>
            <a:endParaRPr lang="en-US" altLang="en-US"/>
          </a:p>
        </p:txBody>
      </p:sp>
      <p:sp>
        <p:nvSpPr>
          <p:cNvPr id="5" name="Rectangle 10">
            <a:extLst>
              <a:ext uri="{FF2B5EF4-FFF2-40B4-BE49-F238E27FC236}">
                <a16:creationId xmlns:a16="http://schemas.microsoft.com/office/drawing/2014/main" id="{1CF75AFC-60FB-4AE7-B265-A72286D2040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736355B5-28A0-464A-B113-C5BFC82E67E1}"/>
              </a:ext>
            </a:extLst>
          </p:cNvPr>
          <p:cNvSpPr>
            <a:spLocks noGrp="1" noChangeArrowheads="1"/>
          </p:cNvSpPr>
          <p:nvPr>
            <p:ph type="sldNum" sz="quarter" idx="12"/>
          </p:nvPr>
        </p:nvSpPr>
        <p:spPr>
          <a:ln/>
        </p:spPr>
        <p:txBody>
          <a:bodyPr/>
          <a:lstStyle>
            <a:lvl1pPr>
              <a:defRPr/>
            </a:lvl1pPr>
          </a:lstStyle>
          <a:p>
            <a:pPr>
              <a:defRPr/>
            </a:pPr>
            <a:fld id="{06144093-CF23-4573-8EB6-2CFA10DA383F}" type="slidenum">
              <a:rPr lang="en-US" altLang="en-US"/>
              <a:pPr>
                <a:defRPr/>
              </a:pPr>
              <a:t>‹#›</a:t>
            </a:fld>
            <a:endParaRPr lang="en-US" altLang="en-US"/>
          </a:p>
        </p:txBody>
      </p:sp>
    </p:spTree>
    <p:extLst>
      <p:ext uri="{BB962C8B-B14F-4D97-AF65-F5344CB8AC3E}">
        <p14:creationId xmlns:p14="http://schemas.microsoft.com/office/powerpoint/2010/main" val="3333762286"/>
      </p:ext>
    </p:extLst>
  </p:cSld>
  <p:clrMapOvr>
    <a:masterClrMapping/>
  </p:clrMapOvr>
  <p:transition>
    <p:rand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1930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52400"/>
            <a:ext cx="5905500"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a:extLst>
              <a:ext uri="{FF2B5EF4-FFF2-40B4-BE49-F238E27FC236}">
                <a16:creationId xmlns:a16="http://schemas.microsoft.com/office/drawing/2014/main" id="{40EB2D34-9CF9-4FA1-9891-8646038C9EC9}"/>
              </a:ext>
            </a:extLst>
          </p:cNvPr>
          <p:cNvSpPr>
            <a:spLocks noGrp="1" noChangeArrowheads="1"/>
          </p:cNvSpPr>
          <p:nvPr>
            <p:ph type="dt" sz="half" idx="10"/>
          </p:nvPr>
        </p:nvSpPr>
        <p:spPr>
          <a:ln/>
        </p:spPr>
        <p:txBody>
          <a:bodyPr/>
          <a:lstStyle>
            <a:lvl1pPr>
              <a:defRPr/>
            </a:lvl1pPr>
          </a:lstStyle>
          <a:p>
            <a:pPr>
              <a:defRPr/>
            </a:pPr>
            <a:fld id="{AAC094E6-E21F-4642-B330-77EFB0D90D37}" type="datetime4">
              <a:rPr lang="en-US" altLang="en-US" smtClean="0"/>
              <a:t>May 9, 2024</a:t>
            </a:fld>
            <a:endParaRPr lang="en-US" altLang="en-US"/>
          </a:p>
        </p:txBody>
      </p:sp>
      <p:sp>
        <p:nvSpPr>
          <p:cNvPr id="5" name="Rectangle 10">
            <a:extLst>
              <a:ext uri="{FF2B5EF4-FFF2-40B4-BE49-F238E27FC236}">
                <a16:creationId xmlns:a16="http://schemas.microsoft.com/office/drawing/2014/main" id="{4CD0DCE1-E22C-49A5-B6E7-047480437FA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11">
            <a:extLst>
              <a:ext uri="{FF2B5EF4-FFF2-40B4-BE49-F238E27FC236}">
                <a16:creationId xmlns:a16="http://schemas.microsoft.com/office/drawing/2014/main" id="{FBA64E89-7327-4792-A101-5C3C61458511}"/>
              </a:ext>
            </a:extLst>
          </p:cNvPr>
          <p:cNvSpPr>
            <a:spLocks noGrp="1" noChangeArrowheads="1"/>
          </p:cNvSpPr>
          <p:nvPr>
            <p:ph type="sldNum" sz="quarter" idx="12"/>
          </p:nvPr>
        </p:nvSpPr>
        <p:spPr>
          <a:ln/>
        </p:spPr>
        <p:txBody>
          <a:bodyPr/>
          <a:lstStyle>
            <a:lvl1pPr>
              <a:defRPr/>
            </a:lvl1pPr>
          </a:lstStyle>
          <a:p>
            <a:pPr>
              <a:defRPr/>
            </a:pPr>
            <a:fld id="{36D07167-06C4-4146-896E-E23FE8A9CC31}" type="slidenum">
              <a:rPr lang="en-US" altLang="en-US"/>
              <a:pPr>
                <a:defRPr/>
              </a:pPr>
              <a:t>‹#›</a:t>
            </a:fld>
            <a:endParaRPr lang="en-US" altLang="en-US"/>
          </a:p>
        </p:txBody>
      </p:sp>
    </p:spTree>
    <p:extLst>
      <p:ext uri="{BB962C8B-B14F-4D97-AF65-F5344CB8AC3E}">
        <p14:creationId xmlns:p14="http://schemas.microsoft.com/office/powerpoint/2010/main" val="551357650"/>
      </p:ext>
    </p:extLst>
  </p:cSld>
  <p:clrMapOvr>
    <a:masterClrMapping/>
  </p:clrMapOvr>
  <p:transition>
    <p:rand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7772400" cy="712788"/>
          </a:xfrm>
        </p:spPr>
        <p:txBody>
          <a:bodyPr/>
          <a:lstStyle/>
          <a:p>
            <a:r>
              <a:rPr lang="en-US"/>
              <a:t>Click to edit Master title style</a:t>
            </a:r>
          </a:p>
        </p:txBody>
      </p:sp>
      <p:sp>
        <p:nvSpPr>
          <p:cNvPr id="3" name="Text Placeholder 2"/>
          <p:cNvSpPr>
            <a:spLocks noGrp="1"/>
          </p:cNvSpPr>
          <p:nvPr>
            <p:ph type="body" sz="half" idx="1"/>
          </p:nvPr>
        </p:nvSpPr>
        <p:spPr>
          <a:xfrm>
            <a:off x="6858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066800"/>
            <a:ext cx="3962400" cy="5181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a:extLst>
              <a:ext uri="{FF2B5EF4-FFF2-40B4-BE49-F238E27FC236}">
                <a16:creationId xmlns:a16="http://schemas.microsoft.com/office/drawing/2014/main" id="{D143BBFF-AB83-4762-B240-D640FB446D7A}"/>
              </a:ext>
            </a:extLst>
          </p:cNvPr>
          <p:cNvSpPr>
            <a:spLocks noGrp="1" noChangeArrowheads="1"/>
          </p:cNvSpPr>
          <p:nvPr>
            <p:ph type="dt" sz="half" idx="10"/>
          </p:nvPr>
        </p:nvSpPr>
        <p:spPr>
          <a:ln/>
        </p:spPr>
        <p:txBody>
          <a:bodyPr/>
          <a:lstStyle>
            <a:lvl1pPr>
              <a:defRPr/>
            </a:lvl1pPr>
          </a:lstStyle>
          <a:p>
            <a:pPr>
              <a:defRPr/>
            </a:pPr>
            <a:fld id="{9A772627-FA51-460C-BC09-B1AC454D784C}" type="datetime4">
              <a:rPr lang="en-US" altLang="en-US" smtClean="0"/>
              <a:t>May 9, 2024</a:t>
            </a:fld>
            <a:endParaRPr lang="en-US" altLang="en-US"/>
          </a:p>
        </p:txBody>
      </p:sp>
      <p:sp>
        <p:nvSpPr>
          <p:cNvPr id="6" name="Rectangle 10">
            <a:extLst>
              <a:ext uri="{FF2B5EF4-FFF2-40B4-BE49-F238E27FC236}">
                <a16:creationId xmlns:a16="http://schemas.microsoft.com/office/drawing/2014/main" id="{FB6232EA-ABCC-4D5B-817E-5CA339081A4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11">
            <a:extLst>
              <a:ext uri="{FF2B5EF4-FFF2-40B4-BE49-F238E27FC236}">
                <a16:creationId xmlns:a16="http://schemas.microsoft.com/office/drawing/2014/main" id="{DB6E29C0-AE86-4B3F-9332-6155F923022F}"/>
              </a:ext>
            </a:extLst>
          </p:cNvPr>
          <p:cNvSpPr>
            <a:spLocks noGrp="1" noChangeArrowheads="1"/>
          </p:cNvSpPr>
          <p:nvPr>
            <p:ph type="sldNum" sz="quarter" idx="12"/>
          </p:nvPr>
        </p:nvSpPr>
        <p:spPr>
          <a:ln/>
        </p:spPr>
        <p:txBody>
          <a:bodyPr/>
          <a:lstStyle>
            <a:lvl1pPr>
              <a:defRPr/>
            </a:lvl1pPr>
          </a:lstStyle>
          <a:p>
            <a:pPr>
              <a:defRPr/>
            </a:pPr>
            <a:fld id="{172AABB2-C4AC-49F0-979A-772357E84031}" type="slidenum">
              <a:rPr lang="en-US" altLang="en-US"/>
              <a:pPr>
                <a:defRPr/>
              </a:pPr>
              <a:t>‹#›</a:t>
            </a:fld>
            <a:endParaRPr lang="en-US" altLang="en-US"/>
          </a:p>
        </p:txBody>
      </p:sp>
    </p:spTree>
    <p:extLst>
      <p:ext uri="{BB962C8B-B14F-4D97-AF65-F5344CB8AC3E}">
        <p14:creationId xmlns:p14="http://schemas.microsoft.com/office/powerpoint/2010/main" val="2592524691"/>
      </p:ext>
    </p:extLst>
  </p:cSld>
  <p:clrMapOvr>
    <a:masterClrMapping/>
  </p:clrMapOvr>
  <p:transition>
    <p:rand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6069076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idx="1"/>
          </p:nvPr>
        </p:nvSpPr>
        <p:spPr/>
        <p:txBody>
          <a:bodyPr/>
          <a:lstStyle>
            <a:lvl1pPr>
              <a:buClr>
                <a:srgbClr val="0000FF"/>
              </a:buClr>
              <a:buFont typeface="Wingdings 2" pitchFamily="18" charset="2"/>
              <a:buChar char="©"/>
              <a:defRPr/>
            </a:lvl1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dirty="0"/>
          </a:p>
        </p:txBody>
      </p:sp>
    </p:spTree>
    <p:extLst>
      <p:ext uri="{BB962C8B-B14F-4D97-AF65-F5344CB8AC3E}">
        <p14:creationId xmlns:p14="http://schemas.microsoft.com/office/powerpoint/2010/main" val="2874208808"/>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8888866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307975" y="1295400"/>
            <a:ext cx="4208463"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68838" y="1295400"/>
            <a:ext cx="4210050" cy="52022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429682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3013036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350637024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47630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29821165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13246156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37761856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734175" y="228600"/>
            <a:ext cx="2144713" cy="6269038"/>
          </a:xfr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298450" y="228600"/>
            <a:ext cx="6283325" cy="6269038"/>
          </a:xfr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6799607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855785" y="350839"/>
            <a:ext cx="7904285" cy="414337"/>
          </a:xfrm>
        </p:spPr>
        <p:txBody>
          <a:bodyPr/>
          <a:lstStyle/>
          <a:p>
            <a:r>
              <a:rPr lang="en-US" altLang="zh-TW"/>
              <a:t>Click to edit Master title style</a:t>
            </a:r>
            <a:endParaRPr lang="zh-TW" altLang="en-US"/>
          </a:p>
        </p:txBody>
      </p:sp>
      <p:sp>
        <p:nvSpPr>
          <p:cNvPr id="3" name="文字版面配置區 2"/>
          <p:cNvSpPr>
            <a:spLocks noGrp="1"/>
          </p:cNvSpPr>
          <p:nvPr>
            <p:ph type="body" sz="half" idx="1"/>
          </p:nvPr>
        </p:nvSpPr>
        <p:spPr>
          <a:xfrm>
            <a:off x="457200" y="1295391"/>
            <a:ext cx="4044462" cy="5177127"/>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2338" y="1295391"/>
            <a:ext cx="4044462" cy="5186091"/>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99044634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a:prstGeom prst="rect">
            <a:avLst/>
          </a:prstGeom>
        </p:spPr>
        <p:txBody>
          <a:bodyPr/>
          <a:lstStyle/>
          <a:p>
            <a:r>
              <a:rPr lang="en-US" altLang="zh-TW"/>
              <a:t>Click to edit Master title style</a:t>
            </a:r>
            <a:endParaRPr lang="zh-TW" altLang="en-US"/>
          </a:p>
        </p:txBody>
      </p:sp>
      <p:sp>
        <p:nvSpPr>
          <p:cNvPr id="3" name="副標題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zh-TW"/>
              <a:t>Click to edit Master subtitle style</a:t>
            </a:r>
            <a:endParaRPr lang="zh-TW" altLang="en-US"/>
          </a:p>
        </p:txBody>
      </p:sp>
    </p:spTree>
    <p:extLst>
      <p:ext uri="{BB962C8B-B14F-4D97-AF65-F5344CB8AC3E}">
        <p14:creationId xmlns:p14="http://schemas.microsoft.com/office/powerpoint/2010/main" val="8977601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idx="1"/>
          </p:nvPr>
        </p:nvSpPr>
        <p:spPr>
          <a:xfrm>
            <a:off x="457200" y="1600200"/>
            <a:ext cx="8229600" cy="4525963"/>
          </a:xfrm>
          <a:prstGeom prst="rect">
            <a:avLst/>
          </a:prstGeom>
        </p:spPr>
        <p:txBody>
          <a:body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24187772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TW"/>
              <a:t>Edit Master text styles</a:t>
            </a:r>
          </a:p>
        </p:txBody>
      </p:sp>
    </p:spTree>
    <p:extLst>
      <p:ext uri="{BB962C8B-B14F-4D97-AF65-F5344CB8AC3E}">
        <p14:creationId xmlns:p14="http://schemas.microsoft.com/office/powerpoint/2010/main" val="15884304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內容版面配置區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內容版面配置區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3006250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en-US" altLang="zh-TW"/>
              <a:t>Click to edit Master title style</a:t>
            </a:r>
            <a:endParaRPr lang="zh-TW" altLang="en-US"/>
          </a:p>
        </p:txBody>
      </p:sp>
      <p:sp>
        <p:nvSpPr>
          <p:cNvPr id="3" name="文字版面配置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4" name="內容版面配置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文字版面配置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Edit Master text styles</a:t>
            </a:r>
          </a:p>
        </p:txBody>
      </p:sp>
      <p:sp>
        <p:nvSpPr>
          <p:cNvPr id="6" name="內容版面配置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5097435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Tree>
    <p:extLst>
      <p:ext uri="{BB962C8B-B14F-4D97-AF65-F5344CB8AC3E}">
        <p14:creationId xmlns:p14="http://schemas.microsoft.com/office/powerpoint/2010/main" val="78905673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93031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7867897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Edit Master text styles</a:t>
            </a:r>
          </a:p>
        </p:txBody>
      </p:sp>
    </p:spTree>
    <p:extLst>
      <p:ext uri="{BB962C8B-B14F-4D97-AF65-F5344CB8AC3E}">
        <p14:creationId xmlns:p14="http://schemas.microsoft.com/office/powerpoint/2010/main" val="6427879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1600200"/>
            <a:ext cx="8229600" cy="4525963"/>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86166793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en-US" altLang="zh-TW"/>
              <a:t>Click to edit Master title style</a:t>
            </a:r>
            <a:endParaRPr lang="zh-TW" altLang="en-US"/>
          </a:p>
        </p:txBody>
      </p:sp>
      <p:sp>
        <p:nvSpPr>
          <p:cNvPr id="3" name="直排文字版面配置區 2"/>
          <p:cNvSpPr>
            <a:spLocks noGrp="1"/>
          </p:cNvSpPr>
          <p:nvPr>
            <p:ph type="body" orient="vert" idx="1"/>
          </p:nvPr>
        </p:nvSpPr>
        <p:spPr>
          <a:xfrm>
            <a:off x="457200" y="274638"/>
            <a:ext cx="6019800" cy="5851525"/>
          </a:xfrm>
          <a:prstGeom prst="rect">
            <a:avLst/>
          </a:prstGeom>
        </p:spPr>
        <p:txBody>
          <a:bodyPr vert="eaVert"/>
          <a:lstStyle/>
          <a:p>
            <a:pPr lvl="0"/>
            <a:r>
              <a:rPr lang="en-US" altLang="zh-TW"/>
              <a:t>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Tree>
    <p:extLst>
      <p:ext uri="{BB962C8B-B14F-4D97-AF65-F5344CB8AC3E}">
        <p14:creationId xmlns:p14="http://schemas.microsoft.com/office/powerpoint/2010/main" val="18499147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51752509-2F43-4E42-9C46-F67640C7B1B0}" type="datetime4">
              <a:rPr lang="en-US" altLang="en-US" smtClean="0"/>
              <a:t>May 9,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96434663"/>
      </p:ext>
    </p:extLst>
  </p:cSld>
  <p:clrMapOvr>
    <a:masterClrMapping/>
  </p:clrMapOvr>
  <p:transition>
    <p:random/>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312415276"/>
      </p:ext>
    </p:extLst>
  </p:cSld>
  <p:clrMapOvr>
    <a:masterClrMapping/>
  </p:clrMapOvr>
  <p:hf hdr="0" ftr="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BCD013CE-67C9-4988-A823-7D0EB71D023D}" type="datetime4">
              <a:rPr lang="en-US" altLang="en-US" smtClean="0"/>
              <a:t>May 9,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04D8FD4F-45E7-4072-8800-E1C10689F0F2}" type="slidenum">
              <a:rPr lang="en-US" altLang="en-US" smtClean="0"/>
              <a:pPr>
                <a:defRPr/>
              </a:pPr>
              <a:t>‹#›</a:t>
            </a:fld>
            <a:endParaRPr lang="en-US" altLang="en-US"/>
          </a:p>
        </p:txBody>
      </p:sp>
    </p:spTree>
    <p:extLst>
      <p:ext uri="{BB962C8B-B14F-4D97-AF65-F5344CB8AC3E}">
        <p14:creationId xmlns:p14="http://schemas.microsoft.com/office/powerpoint/2010/main" val="3270420518"/>
      </p:ext>
    </p:extLst>
  </p:cSld>
  <p:clrMapOvr>
    <a:masterClrMapping/>
  </p:clrMapOvr>
  <p:transition>
    <p:random/>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4262612416"/>
      </p:ext>
    </p:extLst>
  </p:cSld>
  <p:clrMapOvr>
    <a:masterClrMapping/>
  </p:clrMapOvr>
  <p:hf hdr="0" ftr="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8" name="Footer Placeholder 7"/>
          <p:cNvSpPr>
            <a:spLocks noGrp="1"/>
          </p:cNvSpPr>
          <p:nvPr>
            <p:ph type="ftr" sz="quarter" idx="11"/>
          </p:nvPr>
        </p:nvSpPr>
        <p:spPr/>
        <p:txBody>
          <a:bodyPr/>
          <a:lstStyle/>
          <a:p>
            <a:pPr>
              <a:defRPr/>
            </a:pPr>
            <a:endParaRPr lang="en-US" altLang="en-US"/>
          </a:p>
        </p:txBody>
      </p:sp>
      <p:sp>
        <p:nvSpPr>
          <p:cNvPr id="9" name="Slide Number Placeholder 8"/>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328461537"/>
      </p:ext>
    </p:extLst>
  </p:cSld>
  <p:clrMapOvr>
    <a:masterClrMapping/>
  </p:clrMapOvr>
  <p:hf hdr="0" ftr="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3A100575-81D0-4836-BDA5-88ECA2DF1A30}" type="datetime4">
              <a:rPr lang="en-US" altLang="en-US" smtClean="0"/>
              <a:t>May 9,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F02FF4ED-2B23-4CC6-834A-FCFA22AF88CD}" type="slidenum">
              <a:rPr lang="en-US" altLang="en-US" smtClean="0"/>
              <a:pPr>
                <a:defRPr/>
              </a:pPr>
              <a:t>‹#›</a:t>
            </a:fld>
            <a:endParaRPr lang="en-US" altLang="en-US"/>
          </a:p>
        </p:txBody>
      </p:sp>
    </p:spTree>
    <p:extLst>
      <p:ext uri="{BB962C8B-B14F-4D97-AF65-F5344CB8AC3E}">
        <p14:creationId xmlns:p14="http://schemas.microsoft.com/office/powerpoint/2010/main" val="811284896"/>
      </p:ext>
    </p:extLst>
  </p:cSld>
  <p:clrMapOvr>
    <a:masterClrMapping/>
  </p:clrMapOvr>
  <p:transition>
    <p:random/>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pPr>
              <a:defRPr/>
            </a:pPr>
            <a:fld id="{8FC35119-4326-4B12-8C41-028122D81B5B}" type="datetime4">
              <a:rPr lang="en-US" altLang="en-US" smtClean="0"/>
              <a:t>May 9, 2024</a:t>
            </a:fld>
            <a:endParaRPr lang="en-US" altLang="en-US"/>
          </a:p>
        </p:txBody>
      </p:sp>
      <p:sp>
        <p:nvSpPr>
          <p:cNvPr id="3" name="Footer Placeholder 2"/>
          <p:cNvSpPr>
            <a:spLocks noGrp="1"/>
          </p:cNvSpPr>
          <p:nvPr>
            <p:ph type="ftr" sz="quarter" idx="11"/>
          </p:nvPr>
        </p:nvSpPr>
        <p:spPr/>
        <p:txBody>
          <a:bodyPr/>
          <a:lstStyle/>
          <a:p>
            <a:pPr>
              <a:defRPr/>
            </a:pPr>
            <a:endParaRPr lang="en-US" altLang="en-US"/>
          </a:p>
        </p:txBody>
      </p:sp>
      <p:sp>
        <p:nvSpPr>
          <p:cNvPr id="4" name="Slide Number Placeholder 3"/>
          <p:cNvSpPr>
            <a:spLocks noGrp="1"/>
          </p:cNvSpPr>
          <p:nvPr>
            <p:ph type="sldNum" sz="quarter" idx="12"/>
          </p:nvPr>
        </p:nvSpPr>
        <p:spPr/>
        <p:txBody>
          <a:bodyPr/>
          <a:lstStyle/>
          <a:p>
            <a:pPr>
              <a:defRPr/>
            </a:pPr>
            <a:fld id="{CC516D0E-CD58-4E49-9F6D-689564ED6CA6}" type="slidenum">
              <a:rPr lang="en-US" altLang="en-US" smtClean="0"/>
              <a:pPr>
                <a:defRPr/>
              </a:pPr>
              <a:t>‹#›</a:t>
            </a:fld>
            <a:endParaRPr lang="en-US" altLang="en-US"/>
          </a:p>
        </p:txBody>
      </p:sp>
    </p:spTree>
    <p:extLst>
      <p:ext uri="{BB962C8B-B14F-4D97-AF65-F5344CB8AC3E}">
        <p14:creationId xmlns:p14="http://schemas.microsoft.com/office/powerpoint/2010/main" val="3515717474"/>
      </p:ext>
    </p:extLst>
  </p:cSld>
  <p:clrMapOvr>
    <a:masterClrMapping/>
  </p:clrMapOvr>
  <p:transition>
    <p:random/>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802453608"/>
      </p:ext>
    </p:extLst>
  </p:cSld>
  <p:clrMapOvr>
    <a:masterClrMapping/>
  </p:clrMapOvr>
  <p:hf hdr="0" ftr="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0F7BFBB-6B8B-4E2E-8F5B-F5D4B0E631F4}" type="datetime4">
              <a:rPr lang="en-US" altLang="en-US" smtClean="0"/>
              <a:t>May 9,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F4C4F20B-DFB7-47E0-99A5-E35BEB509EFA}" type="slidenum">
              <a:rPr lang="en-US" altLang="en-US" smtClean="0"/>
              <a:pPr>
                <a:defRPr/>
              </a:pPr>
              <a:t>‹#›</a:t>
            </a:fld>
            <a:endParaRPr lang="en-US" altLang="en-US"/>
          </a:p>
        </p:txBody>
      </p:sp>
    </p:spTree>
    <p:extLst>
      <p:ext uri="{BB962C8B-B14F-4D97-AF65-F5344CB8AC3E}">
        <p14:creationId xmlns:p14="http://schemas.microsoft.com/office/powerpoint/2010/main" val="3324908911"/>
      </p:ext>
    </p:extLst>
  </p:cSld>
  <p:clrMapOvr>
    <a:masterClrMapping/>
  </p:clrMapOvr>
  <p:transition>
    <p:random/>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560313768"/>
      </p:ext>
    </p:extLst>
  </p:cSld>
  <p:clrMapOvr>
    <a:masterClrMapping/>
  </p:clrMapOvr>
  <p:hf hdr="0" ftr="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013122542"/>
      </p:ext>
    </p:extLst>
  </p:cSld>
  <p:clrMapOvr>
    <a:masterClrMapping/>
  </p:clrMapOvr>
  <p:hf hdr="0" ftr="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69468459"/>
      </p:ext>
    </p:extLst>
  </p:cSld>
  <p:clrMapOvr>
    <a:masterClrMapping/>
  </p:clrMapOvr>
  <p:hf hdr="0" ftr="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6" name="Footer Placeholder 5"/>
          <p:cNvSpPr>
            <a:spLocks noGrp="1"/>
          </p:cNvSpPr>
          <p:nvPr>
            <p:ph type="ftr" sz="quarter" idx="11"/>
          </p:nvPr>
        </p:nvSpPr>
        <p:spPr/>
        <p:txBody>
          <a:bodyPr/>
          <a:lstStyle/>
          <a:p>
            <a:pPr>
              <a:defRPr/>
            </a:pPr>
            <a:endParaRPr lang="en-US" altLang="en-US"/>
          </a:p>
        </p:txBody>
      </p:sp>
      <p:sp>
        <p:nvSpPr>
          <p:cNvPr id="7" name="Slide Number Placeholder 6"/>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64668473"/>
      </p:ext>
    </p:extLst>
  </p:cSld>
  <p:clrMapOvr>
    <a:masterClrMapping/>
  </p:clrMapOvr>
  <p:hf hdr="0" ftr="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3405699333"/>
      </p:ext>
    </p:extLst>
  </p:cSld>
  <p:clrMapOvr>
    <a:masterClrMapping/>
  </p:clrMapOvr>
  <p:hf hdr="0" ftr="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4" name="Footer Placeholder 3"/>
          <p:cNvSpPr>
            <a:spLocks noGrp="1"/>
          </p:cNvSpPr>
          <p:nvPr>
            <p:ph type="ftr" sz="quarter" idx="11"/>
          </p:nvPr>
        </p:nvSpPr>
        <p:spPr/>
        <p:txBody>
          <a:bodyPr/>
          <a:lstStyle/>
          <a:p>
            <a:pPr>
              <a:defRPr/>
            </a:pPr>
            <a:endParaRPr lang="en-US" altLang="en-US"/>
          </a:p>
        </p:txBody>
      </p:sp>
      <p:sp>
        <p:nvSpPr>
          <p:cNvPr id="5" name="Slide Number Placeholder 4"/>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43294387"/>
      </p:ext>
    </p:extLst>
  </p:cSld>
  <p:clrMapOvr>
    <a:masterClrMapping/>
  </p:clrMapOvr>
  <p:hf hdr="0" ftr="0"/>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1159160439"/>
      </p:ext>
    </p:extLst>
  </p:cSld>
  <p:clrMapOvr>
    <a:masterClrMapping/>
  </p:clrMapOvr>
  <p:hf hdr="0" ftr="0"/>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FF5480F7-A01B-4497-9686-67728E872290}" type="datetime4">
              <a:rPr lang="en-US" altLang="en-US" smtClean="0"/>
              <a:t>May 9, 2024</a:t>
            </a:fld>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EAC1E9C5-179F-49B5-A20B-74BA07190DB8}" type="slidenum">
              <a:rPr lang="en-US" altLang="en-US" smtClean="0"/>
              <a:pPr>
                <a:defRPr/>
              </a:pPr>
              <a:t>‹#›</a:t>
            </a:fld>
            <a:endParaRPr lang="en-US" altLang="en-US"/>
          </a:p>
        </p:txBody>
      </p:sp>
    </p:spTree>
    <p:extLst>
      <p:ext uri="{BB962C8B-B14F-4D97-AF65-F5344CB8AC3E}">
        <p14:creationId xmlns:p14="http://schemas.microsoft.com/office/powerpoint/2010/main" val="2988074580"/>
      </p:ext>
    </p:extLst>
  </p:cSld>
  <p:clrMapOvr>
    <a:masterClrMapping/>
  </p:clrMapOvr>
  <p:hf hdr="0" ftr="0"/>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dirty="0"/>
          </a:p>
        </p:txBody>
      </p:sp>
      <p:sp>
        <p:nvSpPr>
          <p:cNvPr id="3" name="Content Placeholder 2"/>
          <p:cNvSpPr>
            <a:spLocks noGrp="1"/>
          </p:cNvSpPr>
          <p:nvPr>
            <p:ph idx="1"/>
          </p:nvPr>
        </p:nvSpPr>
        <p:spPr/>
        <p:txBody>
          <a:bodyPr/>
          <a:lstStyle>
            <a:lvl1pPr>
              <a:defRPr>
                <a:solidFill>
                  <a:srgbClr val="0070C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3">
            <a:extLst>
              <a:ext uri="{FF2B5EF4-FFF2-40B4-BE49-F238E27FC236}">
                <a16:creationId xmlns:a16="http://schemas.microsoft.com/office/drawing/2014/main" id="{84101D24-BFA7-4899-9B74-B8A3EFA117AF}"/>
              </a:ext>
            </a:extLst>
          </p:cNvPr>
          <p:cNvSpPr>
            <a:spLocks noGrp="1"/>
          </p:cNvSpPr>
          <p:nvPr>
            <p:ph type="dt" sz="half" idx="10"/>
          </p:nvPr>
        </p:nvSpPr>
        <p:spPr/>
        <p:txBody>
          <a:bodyPr/>
          <a:lstStyle>
            <a:lvl1pPr>
              <a:defRPr/>
            </a:lvl1pPr>
          </a:lstStyle>
          <a:p>
            <a:pPr>
              <a:defRPr/>
            </a:pPr>
            <a:fld id="{13F99C14-10D9-4321-B3FF-0E9B3870EC11}" type="datetime4">
              <a:rPr lang="en-US" altLang="en-US" smtClean="0"/>
              <a:t>May 9, 2024</a:t>
            </a:fld>
            <a:endParaRPr lang="en-US" altLang="en-US"/>
          </a:p>
        </p:txBody>
      </p:sp>
      <p:sp>
        <p:nvSpPr>
          <p:cNvPr id="6" name="Footer Placeholder 4">
            <a:extLst>
              <a:ext uri="{FF2B5EF4-FFF2-40B4-BE49-F238E27FC236}">
                <a16:creationId xmlns:a16="http://schemas.microsoft.com/office/drawing/2014/main" id="{6E967D6C-DA6F-4253-9972-3ACF725B5CB4}"/>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3A360E86-5EA3-4476-88D3-5048B6BF470E}"/>
              </a:ext>
            </a:extLst>
          </p:cNvPr>
          <p:cNvSpPr>
            <a:spLocks noGrp="1"/>
          </p:cNvSpPr>
          <p:nvPr>
            <p:ph type="sldNum" sz="quarter" idx="12"/>
          </p:nvPr>
        </p:nvSpPr>
        <p:spPr/>
        <p:txBody>
          <a:bodyPr/>
          <a:lstStyle>
            <a:lvl1pPr>
              <a:defRPr/>
            </a:lvl1pPr>
          </a:lstStyle>
          <a:p>
            <a:pPr>
              <a:defRPr/>
            </a:pPr>
            <a:fld id="{5997FF75-9E45-4F6E-9E89-BE68C2AA7735}" type="slidenum">
              <a:rPr lang="en-US" altLang="en-US"/>
              <a:pPr>
                <a:defRPr/>
              </a:pPr>
              <a:t>‹#›</a:t>
            </a:fld>
            <a:endParaRPr lang="en-US" altLang="en-US"/>
          </a:p>
        </p:txBody>
      </p:sp>
    </p:spTree>
    <p:extLst>
      <p:ext uri="{BB962C8B-B14F-4D97-AF65-F5344CB8AC3E}">
        <p14:creationId xmlns:p14="http://schemas.microsoft.com/office/powerpoint/2010/main" val="2326636553"/>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4.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image" Target="../media/image2.jpeg"/><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5.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image" Target="../media/image3.png"/><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10" Type="http://schemas.openxmlformats.org/officeDocument/2006/relationships/slideLayout" Target="../slideLayouts/slideLayout79.xml"/><Relationship Id="rId19" Type="http://schemas.openxmlformats.org/officeDocument/2006/relationships/theme" Target="../theme/theme6.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2D181DFD-BC57-4863-A2C5-280A8F4F16A2}"/>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BF71C004-2F2F-430F-8993-B50AEC603988}"/>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grpSp>
          <p:nvGrpSpPr>
            <p:cNvPr id="1035" name="Group 4">
              <a:extLst>
                <a:ext uri="{FF2B5EF4-FFF2-40B4-BE49-F238E27FC236}">
                  <a16:creationId xmlns:a16="http://schemas.microsoft.com/office/drawing/2014/main" id="{B6AAE28B-53B4-48E7-84A8-BC76053D5A43}"/>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16EC6BDB-67D2-49CB-B621-6A9F90B52EDE}"/>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Angsana New" panose="02020603050405020304" pitchFamily="18" charset="-34"/>
                  </a:defRPr>
                </a:lvl1pPr>
                <a:lvl2pPr marL="742950" indent="-285750">
                  <a:defRPr>
                    <a:solidFill>
                      <a:schemeClr val="tx1"/>
                    </a:solidFill>
                    <a:latin typeface="Arial" panose="020B0604020202020204" pitchFamily="34" charset="0"/>
                    <a:ea typeface="Angsana New" panose="02020603050405020304" pitchFamily="18" charset="-34"/>
                  </a:defRPr>
                </a:lvl2pPr>
                <a:lvl3pPr marL="1143000" indent="-228600">
                  <a:defRPr>
                    <a:solidFill>
                      <a:schemeClr val="tx1"/>
                    </a:solidFill>
                    <a:latin typeface="Arial" panose="020B0604020202020204" pitchFamily="34" charset="0"/>
                    <a:ea typeface="Angsana New" panose="02020603050405020304" pitchFamily="18" charset="-34"/>
                  </a:defRPr>
                </a:lvl3pPr>
                <a:lvl4pPr marL="1600200" indent="-228600">
                  <a:defRPr>
                    <a:solidFill>
                      <a:schemeClr val="tx1"/>
                    </a:solidFill>
                    <a:latin typeface="Arial" panose="020B0604020202020204" pitchFamily="34" charset="0"/>
                    <a:ea typeface="Angsana New" panose="02020603050405020304" pitchFamily="18" charset="-34"/>
                  </a:defRPr>
                </a:lvl4pPr>
                <a:lvl5pPr marL="2057400" indent="-228600">
                  <a:defRPr>
                    <a:solidFill>
                      <a:schemeClr val="tx1"/>
                    </a:solidFill>
                    <a:latin typeface="Arial" panose="020B0604020202020204" pitchFamily="34" charset="0"/>
                    <a:ea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ea typeface="Angsana New" panose="02020603050405020304" pitchFamily="18" charset="-34"/>
                  </a:defRPr>
                </a:lvl9pPr>
              </a:lstStyle>
              <a:p>
                <a:pPr algn="ctr" eaLnBrk="1" hangingPunct="1">
                  <a:defRPr/>
                </a:pPr>
                <a:endParaRPr lang="en-US" altLang="en-US" sz="2400">
                  <a:latin typeface="Times New Roman" panose="02020603050405020304" pitchFamily="18" charset="0"/>
                </a:endParaRPr>
              </a:p>
            </p:txBody>
          </p:sp>
          <p:sp>
            <p:nvSpPr>
              <p:cNvPr id="1037" name="Line 6">
                <a:extLst>
                  <a:ext uri="{FF2B5EF4-FFF2-40B4-BE49-F238E27FC236}">
                    <a16:creationId xmlns:a16="http://schemas.microsoft.com/office/drawing/2014/main" id="{20B00981-0E93-4437-AA5E-979FECE0C2DF}"/>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027" name="Rectangle 7">
            <a:extLst>
              <a:ext uri="{FF2B5EF4-FFF2-40B4-BE49-F238E27FC236}">
                <a16:creationId xmlns:a16="http://schemas.microsoft.com/office/drawing/2014/main" id="{A5B2AC77-C724-465B-8ECA-F11B462FD8E4}"/>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8">
            <a:extLst>
              <a:ext uri="{FF2B5EF4-FFF2-40B4-BE49-F238E27FC236}">
                <a16:creationId xmlns:a16="http://schemas.microsoft.com/office/drawing/2014/main" id="{1A85A4E8-2581-4EFB-96DA-0FB1DC0BE6C1}"/>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th-TH" altLang="en-US"/>
              <a:t>Click to edit Master text styles</a:t>
            </a:r>
          </a:p>
          <a:p>
            <a:pPr lvl="1"/>
            <a:r>
              <a:rPr lang="th-TH" altLang="en-US"/>
              <a:t>Second level</a:t>
            </a:r>
          </a:p>
          <a:p>
            <a:pPr lvl="2"/>
            <a:r>
              <a:rPr lang="th-TH" altLang="en-US"/>
              <a:t>Third level</a:t>
            </a:r>
          </a:p>
          <a:p>
            <a:pPr lvl="3"/>
            <a:r>
              <a:rPr lang="th-TH" altLang="en-US"/>
              <a:t>Fourth level</a:t>
            </a:r>
          </a:p>
          <a:p>
            <a:pPr lvl="4"/>
            <a:r>
              <a:rPr lang="th-TH" altLang="en-US"/>
              <a:t>Fifth level</a:t>
            </a:r>
          </a:p>
        </p:txBody>
      </p:sp>
      <p:sp>
        <p:nvSpPr>
          <p:cNvPr id="597001" name="Rectangle 9">
            <a:extLst>
              <a:ext uri="{FF2B5EF4-FFF2-40B4-BE49-F238E27FC236}">
                <a16:creationId xmlns:a16="http://schemas.microsoft.com/office/drawing/2014/main" id="{825087B3-0E08-440F-8225-BA98A0986496}"/>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20603050405020304" pitchFamily="18" charset="-34"/>
              </a:defRPr>
            </a:lvl1pPr>
          </a:lstStyle>
          <a:p>
            <a:pPr>
              <a:defRPr/>
            </a:pPr>
            <a:fld id="{F4AFC189-73F8-4706-AA45-7D354ED2B7AB}" type="datetime4">
              <a:rPr lang="en-US" altLang="en-US" smtClean="0"/>
              <a:t>May 9, 2024</a:t>
            </a:fld>
            <a:endParaRPr lang="en-US" altLang="en-US"/>
          </a:p>
        </p:txBody>
      </p:sp>
      <p:sp>
        <p:nvSpPr>
          <p:cNvPr id="597002" name="Rectangle 10">
            <a:extLst>
              <a:ext uri="{FF2B5EF4-FFF2-40B4-BE49-F238E27FC236}">
                <a16:creationId xmlns:a16="http://schemas.microsoft.com/office/drawing/2014/main" id="{6022FB8E-9248-4E3A-BAC8-2DF3A9267744}"/>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20603050405020304" pitchFamily="18" charset="-34"/>
              </a:defRPr>
            </a:lvl1pPr>
          </a:lstStyle>
          <a:p>
            <a:pPr>
              <a:defRPr/>
            </a:pPr>
            <a:endParaRPr lang="en-US" altLang="en-US"/>
          </a:p>
        </p:txBody>
      </p:sp>
      <p:sp>
        <p:nvSpPr>
          <p:cNvPr id="597003" name="Rectangle 11">
            <a:extLst>
              <a:ext uri="{FF2B5EF4-FFF2-40B4-BE49-F238E27FC236}">
                <a16:creationId xmlns:a16="http://schemas.microsoft.com/office/drawing/2014/main" id="{D08CEDE5-2BB4-49D3-9653-10900DD5AAE0}"/>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20603050405020304" pitchFamily="18" charset="-34"/>
              </a:defRPr>
            </a:lvl1pPr>
          </a:lstStyle>
          <a:p>
            <a:pPr>
              <a:defRPr/>
            </a:pPr>
            <a:fld id="{413338A4-F343-45A5-B376-B2CFBC9F9823}" type="slidenum">
              <a:rPr lang="en-US" altLang="en-US"/>
              <a:pPr>
                <a:defRPr/>
              </a:pPr>
              <a:t>‹#›</a:t>
            </a:fld>
            <a:endParaRPr lang="en-US" altLang="en-US"/>
          </a:p>
        </p:txBody>
      </p:sp>
      <p:sp>
        <p:nvSpPr>
          <p:cNvPr id="1032" name="Line 12">
            <a:extLst>
              <a:ext uri="{FF2B5EF4-FFF2-40B4-BE49-F238E27FC236}">
                <a16:creationId xmlns:a16="http://schemas.microsoft.com/office/drawing/2014/main" id="{6A55137F-7DD6-44BD-B655-C7A32D18C50F}"/>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1033" name="Picture 13" descr="emu_300x300_72dpi_black">
            <a:extLst>
              <a:ext uri="{FF2B5EF4-FFF2-40B4-BE49-F238E27FC236}">
                <a16:creationId xmlns:a16="http://schemas.microsoft.com/office/drawing/2014/main" id="{17F0A75E-850F-483C-AFB7-C3D42533C6A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4" r:id="rId1"/>
    <p:sldLayoutId id="2147484023" r:id="rId2"/>
    <p:sldLayoutId id="2147484024" r:id="rId3"/>
    <p:sldLayoutId id="2147484025" r:id="rId4"/>
    <p:sldLayoutId id="2147484026" r:id="rId5"/>
    <p:sldLayoutId id="2147484027" r:id="rId6"/>
    <p:sldLayoutId id="2147484028" r:id="rId7"/>
    <p:sldLayoutId id="2147484029" r:id="rId8"/>
    <p:sldLayoutId id="2147484030" r:id="rId9"/>
    <p:sldLayoutId id="2147484031" r:id="rId10"/>
    <p:sldLayoutId id="2147484032" r:id="rId11"/>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fontAlgn="base">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E8F770FA-76C9-4E2B-A434-235AF9FBD745}"/>
              </a:ext>
            </a:extLst>
          </p:cNvPr>
          <p:cNvSpPr>
            <a:spLocks noGrp="1" noChangeArrowheads="1"/>
          </p:cNvSpPr>
          <p:nvPr>
            <p:ph type="title"/>
          </p:nvPr>
        </p:nvSpPr>
        <p:spPr bwMode="auto">
          <a:xfrm>
            <a:off x="498475" y="484188"/>
            <a:ext cx="75565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CE77B8DE-5E28-4D68-A1DB-974D6B665223}"/>
              </a:ext>
            </a:extLst>
          </p:cNvPr>
          <p:cNvSpPr>
            <a:spLocks noGrp="1" noChangeArrowheads="1"/>
          </p:cNvSpPr>
          <p:nvPr>
            <p:ph type="body" idx="1"/>
          </p:nvPr>
        </p:nvSpPr>
        <p:spPr bwMode="auto">
          <a:xfrm>
            <a:off x="498475" y="1981200"/>
            <a:ext cx="7556500" cy="414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1B6C67B-79A9-4A0E-BE77-8B0E56CC46B5}"/>
              </a:ext>
            </a:extLst>
          </p:cNvPr>
          <p:cNvSpPr>
            <a:spLocks noGrp="1"/>
          </p:cNvSpPr>
          <p:nvPr>
            <p:ph type="dt" sz="half" idx="2"/>
          </p:nvPr>
        </p:nvSpPr>
        <p:spPr>
          <a:xfrm>
            <a:off x="6794500" y="6423025"/>
            <a:ext cx="2133600" cy="365125"/>
          </a:xfrm>
          <a:prstGeom prst="rect">
            <a:avLst/>
          </a:prstGeom>
        </p:spPr>
        <p:txBody>
          <a:bodyPr vert="horz" lIns="91440" tIns="45720" rIns="91440" bIns="45720" rtlCol="0" anchor="ctr"/>
          <a:lstStyle>
            <a:lvl1pPr algn="r"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fld id="{FF5480F7-A01B-4497-9686-67728E872290}" type="datetime4">
              <a:rPr lang="en-US" altLang="en-US" smtClean="0"/>
              <a:t>May 9, 2024</a:t>
            </a:fld>
            <a:endParaRPr lang="en-US" altLang="en-US"/>
          </a:p>
        </p:txBody>
      </p:sp>
      <p:sp>
        <p:nvSpPr>
          <p:cNvPr id="5" name="Footer Placeholder 4">
            <a:extLst>
              <a:ext uri="{FF2B5EF4-FFF2-40B4-BE49-F238E27FC236}">
                <a16:creationId xmlns:a16="http://schemas.microsoft.com/office/drawing/2014/main" id="{EDF927D7-EF1F-49CE-B729-8E64D95D89F1}"/>
              </a:ext>
            </a:extLst>
          </p:cNvPr>
          <p:cNvSpPr>
            <a:spLocks noGrp="1"/>
          </p:cNvSpPr>
          <p:nvPr>
            <p:ph type="ftr" sz="quarter" idx="3"/>
          </p:nvPr>
        </p:nvSpPr>
        <p:spPr>
          <a:xfrm>
            <a:off x="201613" y="6423025"/>
            <a:ext cx="6122987" cy="365125"/>
          </a:xfrm>
          <a:prstGeom prst="rect">
            <a:avLst/>
          </a:prstGeom>
        </p:spPr>
        <p:txBody>
          <a:bodyPr vert="horz" lIns="91440" tIns="45720" rIns="91440" bIns="45720" rtlCol="0" anchor="ctr"/>
          <a:lstStyle>
            <a:lvl1pPr algn="l" eaLnBrk="1" hangingPunct="1">
              <a:defRPr sz="1100">
                <a:solidFill>
                  <a:schemeClr val="tx1">
                    <a:lumMod val="65000"/>
                    <a:lumOff val="35000"/>
                  </a:schemeClr>
                </a:solidFill>
                <a:ea typeface="Angsana New" panose="020B0502040204020203" pitchFamily="18" charset="-34"/>
                <a:cs typeface="Arial" panose="020B0604020202020204"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3E81E21C-41C3-4EAB-89CE-E6FB352AEE37}"/>
              </a:ext>
            </a:extLst>
          </p:cNvPr>
          <p:cNvSpPr>
            <a:spLocks noGrp="1"/>
          </p:cNvSpPr>
          <p:nvPr>
            <p:ph type="sldNum" sz="quarter" idx="4"/>
          </p:nvPr>
        </p:nvSpPr>
        <p:spPr>
          <a:xfrm>
            <a:off x="8305800" y="242888"/>
            <a:ext cx="554038" cy="365125"/>
          </a:xfrm>
          <a:prstGeom prst="rect">
            <a:avLst/>
          </a:prstGeom>
        </p:spPr>
        <p:txBody>
          <a:bodyPr vert="horz" lIns="91440" tIns="45720" rIns="91440" bIns="45720" rtlCol="0" anchor="ctr"/>
          <a:lstStyle>
            <a:lvl1pPr algn="r" eaLnBrk="1" hangingPunct="1">
              <a:defRPr sz="1400">
                <a:solidFill>
                  <a:schemeClr val="bg1"/>
                </a:solidFill>
                <a:ea typeface="Angsana New" panose="020B0502040204020203" pitchFamily="18" charset="-34"/>
                <a:cs typeface="Arial" panose="020B0604020202020204" pitchFamily="34" charset="0"/>
              </a:defRPr>
            </a:lvl1pPr>
          </a:lstStyle>
          <a:p>
            <a:pPr>
              <a:defRPr/>
            </a:pPr>
            <a:fld id="{EAC1E9C5-179F-49B5-A20B-74BA07190DB8}" type="slidenum">
              <a:rPr lang="en-US" altLang="en-US"/>
              <a:pPr>
                <a:defRPr/>
              </a:pPr>
              <a:t>‹#›</a:t>
            </a:fld>
            <a:endParaRPr lang="en-US" altLang="en-US"/>
          </a:p>
        </p:txBody>
      </p:sp>
      <p:grpSp>
        <p:nvGrpSpPr>
          <p:cNvPr id="2055" name="Group 8">
            <a:extLst>
              <a:ext uri="{FF2B5EF4-FFF2-40B4-BE49-F238E27FC236}">
                <a16:creationId xmlns:a16="http://schemas.microsoft.com/office/drawing/2014/main" id="{8A8273E5-CDF0-44E1-AEF2-4B755C331FD1}"/>
              </a:ext>
            </a:extLst>
          </p:cNvPr>
          <p:cNvGrpSpPr>
            <a:grpSpLocks/>
          </p:cNvGrpSpPr>
          <p:nvPr/>
        </p:nvGrpSpPr>
        <p:grpSpPr bwMode="auto">
          <a:xfrm>
            <a:off x="-9525" y="1049338"/>
            <a:ext cx="9151938" cy="82550"/>
            <a:chOff x="1" y="591"/>
            <a:chExt cx="5759" cy="52"/>
          </a:xfrm>
        </p:grpSpPr>
        <p:sp>
          <p:nvSpPr>
            <p:cNvPr id="2058" name="Line 9">
              <a:extLst>
                <a:ext uri="{FF2B5EF4-FFF2-40B4-BE49-F238E27FC236}">
                  <a16:creationId xmlns:a16="http://schemas.microsoft.com/office/drawing/2014/main" id="{AB178821-03A3-419C-81A7-AB420E98AE13}"/>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9" name="Line 10">
              <a:extLst>
                <a:ext uri="{FF2B5EF4-FFF2-40B4-BE49-F238E27FC236}">
                  <a16:creationId xmlns:a16="http://schemas.microsoft.com/office/drawing/2014/main" id="{108B472A-C3BF-481A-9F84-D86E33569768}"/>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60" name="Line 11">
              <a:extLst>
                <a:ext uri="{FF2B5EF4-FFF2-40B4-BE49-F238E27FC236}">
                  <a16:creationId xmlns:a16="http://schemas.microsoft.com/office/drawing/2014/main" id="{6167F5F1-1A8D-4199-B338-C75A3E342958}"/>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1" name="文字方塊 8">
            <a:extLst>
              <a:ext uri="{FF2B5EF4-FFF2-40B4-BE49-F238E27FC236}">
                <a16:creationId xmlns:a16="http://schemas.microsoft.com/office/drawing/2014/main" id="{39D8D7C8-DB0C-4C03-B575-1A4A8B41ECA6}"/>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6DC67BA1-6048-4382-BF1F-2028CE77E041}"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2057" name="Picture 9" descr="logoyil30">
            <a:extLst>
              <a:ext uri="{FF2B5EF4-FFF2-40B4-BE49-F238E27FC236}">
                <a16:creationId xmlns:a16="http://schemas.microsoft.com/office/drawing/2014/main" id="{36409056-45D7-4BFF-9064-AA13E57B38C7}"/>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 id="2147484062" r:id="rId18"/>
    <p:sldLayoutId id="2147484063" r:id="rId19"/>
    <p:sldLayoutId id="2147484064" r:id="rId20"/>
    <p:sldLayoutId id="2147484065" r:id="rId21"/>
    <p:sldLayoutId id="2147484066" r:id="rId22"/>
    <p:sldLayoutId id="2147484067" r:id="rId23"/>
  </p:sldLayoutIdLst>
  <p:transition>
    <p:random/>
  </p:transition>
  <p:hf hdr="0" ftr="0"/>
  <p:txStyles>
    <p:titleStyle>
      <a:lvl1pPr algn="l" rtl="0" eaLnBrk="0" fontAlgn="base" hangingPunct="0">
        <a:spcBef>
          <a:spcPct val="0"/>
        </a:spcBef>
        <a:spcAft>
          <a:spcPct val="0"/>
        </a:spcAft>
        <a:defRPr sz="3600" kern="1200">
          <a:solidFill>
            <a:srgbClr val="FF0000"/>
          </a:solidFill>
          <a:latin typeface="+mj-lt"/>
          <a:ea typeface="+mj-ea"/>
          <a:cs typeface="+mj-cs"/>
        </a:defRPr>
      </a:lvl1pPr>
      <a:lvl2pPr algn="l" rtl="0" eaLnBrk="0" fontAlgn="base" hangingPunct="0">
        <a:spcBef>
          <a:spcPct val="0"/>
        </a:spcBef>
        <a:spcAft>
          <a:spcPct val="0"/>
        </a:spcAft>
        <a:defRPr sz="3600">
          <a:solidFill>
            <a:srgbClr val="FF0000"/>
          </a:solidFill>
          <a:latin typeface="Rockwell" panose="02060603020205020403" pitchFamily="18" charset="0"/>
        </a:defRPr>
      </a:lvl2pPr>
      <a:lvl3pPr algn="l" rtl="0" eaLnBrk="0" fontAlgn="base" hangingPunct="0">
        <a:spcBef>
          <a:spcPct val="0"/>
        </a:spcBef>
        <a:spcAft>
          <a:spcPct val="0"/>
        </a:spcAft>
        <a:defRPr sz="3600">
          <a:solidFill>
            <a:srgbClr val="FF0000"/>
          </a:solidFill>
          <a:latin typeface="Rockwell" panose="02060603020205020403" pitchFamily="18" charset="0"/>
        </a:defRPr>
      </a:lvl3pPr>
      <a:lvl4pPr algn="l" rtl="0" eaLnBrk="0" fontAlgn="base" hangingPunct="0">
        <a:spcBef>
          <a:spcPct val="0"/>
        </a:spcBef>
        <a:spcAft>
          <a:spcPct val="0"/>
        </a:spcAft>
        <a:defRPr sz="3600">
          <a:solidFill>
            <a:srgbClr val="FF0000"/>
          </a:solidFill>
          <a:latin typeface="Rockwell" panose="02060603020205020403" pitchFamily="18" charset="0"/>
        </a:defRPr>
      </a:lvl4pPr>
      <a:lvl5pPr algn="l" rtl="0" eaLnBrk="0" fontAlgn="base" hangingPunct="0">
        <a:spcBef>
          <a:spcPct val="0"/>
        </a:spcBef>
        <a:spcAft>
          <a:spcPct val="0"/>
        </a:spcAft>
        <a:defRPr sz="3600">
          <a:solidFill>
            <a:srgbClr val="FF0000"/>
          </a:solidFill>
          <a:latin typeface="Rockwell" panose="02060603020205020403" pitchFamily="18" charset="0"/>
        </a:defRPr>
      </a:lvl5pPr>
      <a:lvl6pPr marL="457200" algn="l" rtl="0" eaLnBrk="1" fontAlgn="base" hangingPunct="1">
        <a:spcBef>
          <a:spcPct val="0"/>
        </a:spcBef>
        <a:spcAft>
          <a:spcPct val="0"/>
        </a:spcAft>
        <a:defRPr sz="3600">
          <a:solidFill>
            <a:srgbClr val="FF0000"/>
          </a:solidFill>
          <a:latin typeface="Rockwell" panose="02060603020205020403" pitchFamily="18" charset="0"/>
        </a:defRPr>
      </a:lvl6pPr>
      <a:lvl7pPr marL="914400" algn="l" rtl="0" eaLnBrk="1" fontAlgn="base" hangingPunct="1">
        <a:spcBef>
          <a:spcPct val="0"/>
        </a:spcBef>
        <a:spcAft>
          <a:spcPct val="0"/>
        </a:spcAft>
        <a:defRPr sz="3600">
          <a:solidFill>
            <a:srgbClr val="FF0000"/>
          </a:solidFill>
          <a:latin typeface="Rockwell" panose="02060603020205020403" pitchFamily="18" charset="0"/>
        </a:defRPr>
      </a:lvl7pPr>
      <a:lvl8pPr marL="1371600" algn="l" rtl="0" eaLnBrk="1" fontAlgn="base" hangingPunct="1">
        <a:spcBef>
          <a:spcPct val="0"/>
        </a:spcBef>
        <a:spcAft>
          <a:spcPct val="0"/>
        </a:spcAft>
        <a:defRPr sz="3600">
          <a:solidFill>
            <a:srgbClr val="FF0000"/>
          </a:solidFill>
          <a:latin typeface="Rockwell" panose="02060603020205020403" pitchFamily="18" charset="0"/>
        </a:defRPr>
      </a:lvl8pPr>
      <a:lvl9pPr marL="1828800" algn="l" rtl="0" eaLnBrk="1" fontAlgn="base" hangingPunct="1">
        <a:spcBef>
          <a:spcPct val="0"/>
        </a:spcBef>
        <a:spcAft>
          <a:spcPct val="0"/>
        </a:spcAft>
        <a:defRPr sz="3600">
          <a:solidFill>
            <a:srgbClr val="FF0000"/>
          </a:solidFill>
          <a:latin typeface="Rockwell" panose="02060603020205020403" pitchFamily="18" charset="0"/>
        </a:defRPr>
      </a:lvl9pPr>
    </p:titleStyle>
    <p:bodyStyle>
      <a:lvl1pPr marL="228600" indent="-228600" algn="l" rtl="0" eaLnBrk="0" fontAlgn="base" hangingPunct="0">
        <a:spcBef>
          <a:spcPts val="2000"/>
        </a:spcBef>
        <a:spcAft>
          <a:spcPct val="0"/>
        </a:spcAft>
        <a:buClr>
          <a:schemeClr val="accent1"/>
        </a:buClr>
        <a:buSzPct val="75000"/>
        <a:buFont typeface="Wingdings" panose="05000000000000000000" pitchFamily="2" charset="2"/>
        <a:buChar char="n"/>
        <a:defRPr sz="2000" kern="1200">
          <a:solidFill>
            <a:srgbClr val="0070C0"/>
          </a:solidFill>
          <a:latin typeface="+mn-lt"/>
          <a:ea typeface="+mn-ea"/>
          <a:cs typeface="+mn-cs"/>
        </a:defRPr>
      </a:lvl1pPr>
      <a:lvl2pPr marL="4572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2pPr>
      <a:lvl3pPr marL="6858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3pPr>
      <a:lvl4pPr marL="914400" indent="-228600" algn="l" rtl="0" eaLnBrk="0" fontAlgn="base" hangingPunct="0">
        <a:spcBef>
          <a:spcPts val="600"/>
        </a:spcBef>
        <a:spcAft>
          <a:spcPct val="0"/>
        </a:spcAft>
        <a:buClr>
          <a:srgbClr val="B870B8"/>
        </a:buClr>
        <a:buSzPct val="75000"/>
        <a:buFont typeface="Wingdings" panose="05000000000000000000" pitchFamily="2" charset="2"/>
        <a:buChar char="n"/>
        <a:defRPr kern="1200">
          <a:solidFill>
            <a:srgbClr val="595959"/>
          </a:solidFill>
          <a:latin typeface="+mn-lt"/>
          <a:ea typeface="+mn-ea"/>
          <a:cs typeface="+mn-cs"/>
        </a:defRPr>
      </a:lvl4pPr>
      <a:lvl5pPr marL="1143000" indent="-228600" algn="l" rtl="0" eaLnBrk="0" fontAlgn="base" hangingPunct="0">
        <a:spcBef>
          <a:spcPts val="600"/>
        </a:spcBef>
        <a:spcAft>
          <a:spcPct val="0"/>
        </a:spcAft>
        <a:buClr>
          <a:schemeClr val="accent1"/>
        </a:buClr>
        <a:buSzPct val="75000"/>
        <a:buFont typeface="Wingdings" panose="05000000000000000000" pitchFamily="2" charset="2"/>
        <a:buChar char="n"/>
        <a:defRPr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7AAB99D4-CE45-4100-952D-B840FB3F90B0}"/>
              </a:ext>
            </a:extLst>
          </p:cNvPr>
          <p:cNvGrpSpPr>
            <a:grpSpLocks/>
          </p:cNvGrpSpPr>
          <p:nvPr/>
        </p:nvGrpSpPr>
        <p:grpSpPr bwMode="auto">
          <a:xfrm>
            <a:off x="0" y="-533400"/>
            <a:ext cx="8686800" cy="4876800"/>
            <a:chOff x="0" y="0"/>
            <a:chExt cx="5472" cy="3072"/>
          </a:xfrm>
        </p:grpSpPr>
        <p:sp>
          <p:nvSpPr>
            <p:cNvPr id="1034" name="Rectangle 3">
              <a:extLst>
                <a:ext uri="{FF2B5EF4-FFF2-40B4-BE49-F238E27FC236}">
                  <a16:creationId xmlns:a16="http://schemas.microsoft.com/office/drawing/2014/main" id="{0186C659-E864-4B73-8C1B-F4F18F5FAF02}"/>
                </a:ext>
              </a:extLst>
            </p:cNvPr>
            <p:cNvSpPr>
              <a:spLocks noChangeArrowheads="1"/>
            </p:cNvSpPr>
            <p:nvPr/>
          </p:nvSpPr>
          <p:spPr bwMode="auto">
            <a:xfrm>
              <a:off x="0" y="0"/>
              <a:ext cx="384" cy="3072"/>
            </a:xfrm>
            <a:prstGeom prst="rect">
              <a:avLst/>
            </a:prstGeom>
            <a:solidFill>
              <a:schemeClr val="accent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grpSp>
          <p:nvGrpSpPr>
            <p:cNvPr id="3083" name="Group 4">
              <a:extLst>
                <a:ext uri="{FF2B5EF4-FFF2-40B4-BE49-F238E27FC236}">
                  <a16:creationId xmlns:a16="http://schemas.microsoft.com/office/drawing/2014/main" id="{1DC3B701-1038-4DC9-9693-A8B29A9666F1}"/>
                </a:ext>
              </a:extLst>
            </p:cNvPr>
            <p:cNvGrpSpPr>
              <a:grpSpLocks/>
            </p:cNvGrpSpPr>
            <p:nvPr/>
          </p:nvGrpSpPr>
          <p:grpSpPr bwMode="auto">
            <a:xfrm>
              <a:off x="240" y="893"/>
              <a:ext cx="5232" cy="115"/>
              <a:chOff x="240" y="893"/>
              <a:chExt cx="5232" cy="115"/>
            </a:xfrm>
          </p:grpSpPr>
          <p:sp>
            <p:nvSpPr>
              <p:cNvPr id="1036" name="Rectangle 5">
                <a:extLst>
                  <a:ext uri="{FF2B5EF4-FFF2-40B4-BE49-F238E27FC236}">
                    <a16:creationId xmlns:a16="http://schemas.microsoft.com/office/drawing/2014/main" id="{8E3F94E1-0712-4F68-8BBB-823136F7A48F}"/>
                  </a:ext>
                </a:extLst>
              </p:cNvPr>
              <p:cNvSpPr>
                <a:spLocks noChangeArrowheads="1"/>
              </p:cNvSpPr>
              <p:nvPr/>
            </p:nvSpPr>
            <p:spPr bwMode="auto">
              <a:xfrm>
                <a:off x="4320" y="893"/>
                <a:ext cx="1152" cy="11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cs typeface="Angsana New" panose="02020603050405020304" pitchFamily="18" charset="-34"/>
                  </a:defRPr>
                </a:lvl1pPr>
                <a:lvl2pPr marL="742950" indent="-285750">
                  <a:defRPr>
                    <a:solidFill>
                      <a:schemeClr val="tx1"/>
                    </a:solidFill>
                    <a:latin typeface="Arial" panose="020B0604020202020204" pitchFamily="34" charset="0"/>
                    <a:cs typeface="Angsana New" panose="02020603050405020304" pitchFamily="18" charset="-34"/>
                  </a:defRPr>
                </a:lvl2pPr>
                <a:lvl3pPr marL="1143000" indent="-228600">
                  <a:defRPr>
                    <a:solidFill>
                      <a:schemeClr val="tx1"/>
                    </a:solidFill>
                    <a:latin typeface="Arial" panose="020B0604020202020204" pitchFamily="34" charset="0"/>
                    <a:cs typeface="Angsana New" panose="02020603050405020304" pitchFamily="18" charset="-34"/>
                  </a:defRPr>
                </a:lvl3pPr>
                <a:lvl4pPr marL="1600200" indent="-228600">
                  <a:defRPr>
                    <a:solidFill>
                      <a:schemeClr val="tx1"/>
                    </a:solidFill>
                    <a:latin typeface="Arial" panose="020B0604020202020204" pitchFamily="34" charset="0"/>
                    <a:cs typeface="Angsana New" panose="02020603050405020304" pitchFamily="18" charset="-34"/>
                  </a:defRPr>
                </a:lvl4pPr>
                <a:lvl5pPr marL="2057400" indent="-228600">
                  <a:defRPr>
                    <a:solidFill>
                      <a:schemeClr val="tx1"/>
                    </a:solidFill>
                    <a:latin typeface="Arial" panose="020B0604020202020204" pitchFamily="34" charset="0"/>
                    <a:cs typeface="Angsana New" panose="02020603050405020304" pitchFamily="18" charset="-34"/>
                  </a:defRPr>
                </a:lvl5pPr>
                <a:lvl6pPr marL="25146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6pPr>
                <a:lvl7pPr marL="29718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7pPr>
                <a:lvl8pPr marL="34290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8pPr>
                <a:lvl9pPr marL="3886200" indent="-228600" eaLnBrk="0" fontAlgn="base" hangingPunct="0">
                  <a:spcBef>
                    <a:spcPct val="0"/>
                  </a:spcBef>
                  <a:spcAft>
                    <a:spcPct val="0"/>
                  </a:spcAft>
                  <a:defRPr>
                    <a:solidFill>
                      <a:schemeClr val="tx1"/>
                    </a:solidFill>
                    <a:latin typeface="Arial" panose="020B0604020202020204" pitchFamily="34" charset="0"/>
                    <a:cs typeface="Angsana New" panose="02020603050405020304" pitchFamily="18" charset="-34"/>
                  </a:defRPr>
                </a:lvl9pPr>
              </a:lstStyle>
              <a:p>
                <a:pPr algn="ctr" eaLnBrk="1" hangingPunct="1">
                  <a:defRPr/>
                </a:pPr>
                <a:endParaRPr lang="en-US" altLang="en-US" sz="2400">
                  <a:latin typeface="Times New Roman" panose="02020603050405020304" pitchFamily="18" charset="0"/>
                  <a:ea typeface="+mn-ea"/>
                </a:endParaRPr>
              </a:p>
            </p:txBody>
          </p:sp>
          <p:sp>
            <p:nvSpPr>
              <p:cNvPr id="3085" name="Line 6">
                <a:extLst>
                  <a:ext uri="{FF2B5EF4-FFF2-40B4-BE49-F238E27FC236}">
                    <a16:creationId xmlns:a16="http://schemas.microsoft.com/office/drawing/2014/main" id="{F5EFC0ED-3A13-4B81-A43A-A26DFE2A9C80}"/>
                  </a:ext>
                </a:extLst>
              </p:cNvPr>
              <p:cNvSpPr>
                <a:spLocks noChangeShapeType="1"/>
              </p:cNvSpPr>
              <p:nvPr/>
            </p:nvSpPr>
            <p:spPr bwMode="auto">
              <a:xfrm>
                <a:off x="240" y="941"/>
                <a:ext cx="5232"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3075" name="Rectangle 7">
            <a:extLst>
              <a:ext uri="{FF2B5EF4-FFF2-40B4-BE49-F238E27FC236}">
                <a16:creationId xmlns:a16="http://schemas.microsoft.com/office/drawing/2014/main" id="{6AEA2902-9058-4F51-B673-2C3E7247DC01}"/>
              </a:ext>
            </a:extLst>
          </p:cNvPr>
          <p:cNvSpPr>
            <a:spLocks noGrp="1" noChangeArrowheads="1"/>
          </p:cNvSpPr>
          <p:nvPr>
            <p:ph type="title"/>
          </p:nvPr>
        </p:nvSpPr>
        <p:spPr bwMode="auto">
          <a:xfrm>
            <a:off x="914400" y="152400"/>
            <a:ext cx="777240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6" name="Rectangle 8">
            <a:extLst>
              <a:ext uri="{FF2B5EF4-FFF2-40B4-BE49-F238E27FC236}">
                <a16:creationId xmlns:a16="http://schemas.microsoft.com/office/drawing/2014/main" id="{7E93C493-FECF-435B-AADE-B4DFC21B7063}"/>
              </a:ext>
            </a:extLst>
          </p:cNvPr>
          <p:cNvSpPr>
            <a:spLocks noGrp="1" noChangeArrowheads="1"/>
          </p:cNvSpPr>
          <p:nvPr>
            <p:ph type="body" idx="1"/>
          </p:nvPr>
        </p:nvSpPr>
        <p:spPr bwMode="auto">
          <a:xfrm>
            <a:off x="685800" y="1066800"/>
            <a:ext cx="80772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th-TH" altLang="en-US"/>
          </a:p>
        </p:txBody>
      </p:sp>
      <p:sp>
        <p:nvSpPr>
          <p:cNvPr id="597001" name="Rectangle 9">
            <a:extLst>
              <a:ext uri="{FF2B5EF4-FFF2-40B4-BE49-F238E27FC236}">
                <a16:creationId xmlns:a16="http://schemas.microsoft.com/office/drawing/2014/main" id="{2B34976F-6F10-4886-8207-7F2A62AFA80C}"/>
              </a:ext>
            </a:extLst>
          </p:cNvPr>
          <p:cNvSpPr>
            <a:spLocks noGrp="1" noChangeArrowheads="1"/>
          </p:cNvSpPr>
          <p:nvPr>
            <p:ph type="dt" sz="half" idx="2"/>
          </p:nvPr>
        </p:nvSpPr>
        <p:spPr bwMode="auto">
          <a:xfrm>
            <a:off x="914400" y="6477000"/>
            <a:ext cx="19812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ea typeface="Angsana New" panose="020B0502040204020203" pitchFamily="18" charset="-34"/>
                <a:cs typeface="Arial" panose="020B0604020202020204" pitchFamily="34" charset="0"/>
              </a:defRPr>
            </a:lvl1pPr>
          </a:lstStyle>
          <a:p>
            <a:pPr>
              <a:defRPr/>
            </a:pPr>
            <a:fld id="{B8B25350-D5B1-4B42-963C-680501185571}" type="datetime4">
              <a:rPr lang="en-US" altLang="en-US" smtClean="0"/>
              <a:t>May 9, 2024</a:t>
            </a:fld>
            <a:endParaRPr lang="en-US" altLang="en-US"/>
          </a:p>
        </p:txBody>
      </p:sp>
      <p:sp>
        <p:nvSpPr>
          <p:cNvPr id="597002" name="Rectangle 10">
            <a:extLst>
              <a:ext uri="{FF2B5EF4-FFF2-40B4-BE49-F238E27FC236}">
                <a16:creationId xmlns:a16="http://schemas.microsoft.com/office/drawing/2014/main" id="{1132E334-1383-4EAB-9C9A-5F3FD3A46352}"/>
              </a:ext>
            </a:extLst>
          </p:cNvPr>
          <p:cNvSpPr>
            <a:spLocks noGrp="1" noChangeArrowheads="1"/>
          </p:cNvSpPr>
          <p:nvPr>
            <p:ph type="ftr" sz="quarter" idx="3"/>
          </p:nvPr>
        </p:nvSpPr>
        <p:spPr bwMode="auto">
          <a:xfrm>
            <a:off x="3352800" y="6400800"/>
            <a:ext cx="2971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ea typeface="Angsana New" panose="020B0502040204020203" pitchFamily="18" charset="-34"/>
                <a:cs typeface="Arial" panose="020B0604020202020204" pitchFamily="34" charset="0"/>
              </a:defRPr>
            </a:lvl1pPr>
          </a:lstStyle>
          <a:p>
            <a:pPr>
              <a:defRPr/>
            </a:pPr>
            <a:endParaRPr lang="en-US" altLang="en-US"/>
          </a:p>
        </p:txBody>
      </p:sp>
      <p:sp>
        <p:nvSpPr>
          <p:cNvPr id="597003" name="Rectangle 11">
            <a:extLst>
              <a:ext uri="{FF2B5EF4-FFF2-40B4-BE49-F238E27FC236}">
                <a16:creationId xmlns:a16="http://schemas.microsoft.com/office/drawing/2014/main" id="{40925F71-ADD2-49DD-86AF-348C756384E7}"/>
              </a:ext>
            </a:extLst>
          </p:cNvPr>
          <p:cNvSpPr>
            <a:spLocks noGrp="1" noChangeArrowheads="1"/>
          </p:cNvSpPr>
          <p:nvPr>
            <p:ph type="sldNum" sz="quarter" idx="4"/>
          </p:nvPr>
        </p:nvSpPr>
        <p:spPr bwMode="auto">
          <a:xfrm>
            <a:off x="6781800" y="6553200"/>
            <a:ext cx="19050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ea typeface="Angsana New" panose="020B0502040204020203" pitchFamily="18" charset="-34"/>
                <a:cs typeface="Arial" panose="020B0604020202020204" pitchFamily="34" charset="0"/>
              </a:defRPr>
            </a:lvl1pPr>
          </a:lstStyle>
          <a:p>
            <a:pPr>
              <a:defRPr/>
            </a:pPr>
            <a:fld id="{E8115678-9089-447D-842A-6F2C91E58983}" type="slidenum">
              <a:rPr lang="en-US" altLang="en-US"/>
              <a:pPr>
                <a:defRPr/>
              </a:pPr>
              <a:t>‹#›</a:t>
            </a:fld>
            <a:endParaRPr lang="en-US" altLang="en-US"/>
          </a:p>
        </p:txBody>
      </p:sp>
      <p:sp>
        <p:nvSpPr>
          <p:cNvPr id="3080" name="Line 12">
            <a:extLst>
              <a:ext uri="{FF2B5EF4-FFF2-40B4-BE49-F238E27FC236}">
                <a16:creationId xmlns:a16="http://schemas.microsoft.com/office/drawing/2014/main" id="{4B1389F9-476E-4E83-9AF8-F7E761E0E687}"/>
              </a:ext>
            </a:extLst>
          </p:cNvPr>
          <p:cNvSpPr>
            <a:spLocks noChangeShapeType="1"/>
          </p:cNvSpPr>
          <p:nvPr/>
        </p:nvSpPr>
        <p:spPr bwMode="auto">
          <a:xfrm>
            <a:off x="0" y="4876800"/>
            <a:ext cx="609600" cy="0"/>
          </a:xfrm>
          <a:prstGeom prst="line">
            <a:avLst/>
          </a:prstGeom>
          <a:noFill/>
          <a:ln w="444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081" name="Picture 13" descr="emu_300x300_72dpi_black">
            <a:extLst>
              <a:ext uri="{FF2B5EF4-FFF2-40B4-BE49-F238E27FC236}">
                <a16:creationId xmlns:a16="http://schemas.microsoft.com/office/drawing/2014/main" id="{6FFF7B09-08DB-496A-AB73-4C7C597D3FC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388" y="188913"/>
            <a:ext cx="6477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8" r:id="rId1"/>
    <p:sldLayoutId id="2147484033" r:id="rId2"/>
    <p:sldLayoutId id="2147484034" r:id="rId3"/>
    <p:sldLayoutId id="2147484035" r:id="rId4"/>
    <p:sldLayoutId id="2147484036" r:id="rId5"/>
    <p:sldLayoutId id="2147484037" r:id="rId6"/>
    <p:sldLayoutId id="2147484038" r:id="rId7"/>
    <p:sldLayoutId id="2147484039" r:id="rId8"/>
    <p:sldLayoutId id="2147484040" r:id="rId9"/>
    <p:sldLayoutId id="2147484041" r:id="rId10"/>
    <p:sldLayoutId id="2147484042" r:id="rId11"/>
    <p:sldLayoutId id="2147484043" r:id="rId12"/>
  </p:sldLayoutIdLst>
  <p:transition>
    <p:random/>
  </p:transition>
  <p:hf hdr="0" ftr="0"/>
  <p:txStyles>
    <p:title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2pPr>
      <a:lvl3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3pPr>
      <a:lvl4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4pPr>
      <a:lvl5pPr algn="l" rtl="0" eaLnBrk="0" fontAlgn="base" hangingPunct="0">
        <a:spcBef>
          <a:spcPct val="0"/>
        </a:spcBef>
        <a:spcAft>
          <a:spcPct val="0"/>
        </a:spcAft>
        <a:defRPr sz="4200">
          <a:solidFill>
            <a:schemeClr val="tx2"/>
          </a:solidFill>
          <a:latin typeface="Times New Roman" panose="02020603050405020304" pitchFamily="18" charset="0"/>
          <a:cs typeface="Arial" panose="020B0604020202020204" pitchFamily="34" charset="0"/>
        </a:defRPr>
      </a:lvl5pPr>
      <a:lvl6pPr marL="4572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6pPr>
      <a:lvl7pPr marL="9144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7pPr>
      <a:lvl8pPr marL="13716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8pPr>
      <a:lvl9pPr marL="1828800" algn="l" rtl="0" eaLnBrk="1" fontAlgn="base" hangingPunct="1">
        <a:spcBef>
          <a:spcPct val="0"/>
        </a:spcBef>
        <a:spcAft>
          <a:spcPct val="0"/>
        </a:spcAft>
        <a:defRPr sz="4200">
          <a:solidFill>
            <a:schemeClr val="tx2"/>
          </a:solidFill>
          <a:latin typeface="Times New Roman" panose="02020603050405020304" pitchFamily="18" charset="0"/>
          <a:cs typeface="Arial" panose="020B0604020202020204" pitchFamily="34" charset="0"/>
        </a:defRPr>
      </a:lvl9pPr>
    </p:titleStyle>
    <p:bodyStyle>
      <a:lvl1pPr marL="342900" indent="-342900" algn="l" rtl="0" eaLnBrk="0" fontAlgn="base" hangingPunct="0">
        <a:spcBef>
          <a:spcPct val="20000"/>
        </a:spcBef>
        <a:spcAft>
          <a:spcPct val="0"/>
        </a:spcAft>
        <a:buClr>
          <a:schemeClr val="folHlink"/>
        </a:buClr>
        <a:buSzPct val="90000"/>
        <a:buFont typeface="Wingdings" panose="05000000000000000000" pitchFamily="2" charset="2"/>
        <a:buChar char="n"/>
        <a:defRPr sz="24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anose="05000000000000000000" pitchFamily="2" charset="2"/>
        <a:buChar char="q"/>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5000"/>
        <a:buFont typeface="Wingdings" panose="05000000000000000000" pitchFamily="2" charset="2"/>
        <a:buChar char="q"/>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5">
            <a:extLst>
              <a:ext uri="{FF2B5EF4-FFF2-40B4-BE49-F238E27FC236}">
                <a16:creationId xmlns:a16="http://schemas.microsoft.com/office/drawing/2014/main" id="{43B9EDA4-1352-4769-B93C-9CC448C4110B}"/>
              </a:ext>
            </a:extLst>
          </p:cNvPr>
          <p:cNvSpPr>
            <a:spLocks noGrp="1" noChangeArrowheads="1"/>
          </p:cNvSpPr>
          <p:nvPr>
            <p:ph type="body" idx="1"/>
          </p:nvPr>
        </p:nvSpPr>
        <p:spPr bwMode="auto">
          <a:xfrm>
            <a:off x="307975" y="1295400"/>
            <a:ext cx="8570913" cy="520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099" name="Rectangle 7">
            <a:extLst>
              <a:ext uri="{FF2B5EF4-FFF2-40B4-BE49-F238E27FC236}">
                <a16:creationId xmlns:a16="http://schemas.microsoft.com/office/drawing/2014/main" id="{86D4C91F-1F85-4112-9534-FAEBE9089E81}"/>
              </a:ext>
            </a:extLst>
          </p:cNvPr>
          <p:cNvSpPr>
            <a:spLocks noGrp="1" noChangeArrowheads="1"/>
          </p:cNvSpPr>
          <p:nvPr>
            <p:ph type="title"/>
          </p:nvPr>
        </p:nvSpPr>
        <p:spPr bwMode="auto">
          <a:xfrm>
            <a:off x="298450" y="228600"/>
            <a:ext cx="85756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zh-TW"/>
              <a:t>Click to edit Master title style</a:t>
            </a:r>
          </a:p>
        </p:txBody>
      </p:sp>
      <p:grpSp>
        <p:nvGrpSpPr>
          <p:cNvPr id="4100" name="Group 8">
            <a:extLst>
              <a:ext uri="{FF2B5EF4-FFF2-40B4-BE49-F238E27FC236}">
                <a16:creationId xmlns:a16="http://schemas.microsoft.com/office/drawing/2014/main" id="{945E2843-C615-4537-8B6C-4C03279B19F0}"/>
              </a:ext>
            </a:extLst>
          </p:cNvPr>
          <p:cNvGrpSpPr>
            <a:grpSpLocks/>
          </p:cNvGrpSpPr>
          <p:nvPr/>
        </p:nvGrpSpPr>
        <p:grpSpPr bwMode="auto">
          <a:xfrm>
            <a:off x="-9525" y="1049338"/>
            <a:ext cx="9151938" cy="82550"/>
            <a:chOff x="1" y="591"/>
            <a:chExt cx="5759" cy="52"/>
          </a:xfrm>
        </p:grpSpPr>
        <p:sp>
          <p:nvSpPr>
            <p:cNvPr id="4103" name="Line 9">
              <a:extLst>
                <a:ext uri="{FF2B5EF4-FFF2-40B4-BE49-F238E27FC236}">
                  <a16:creationId xmlns:a16="http://schemas.microsoft.com/office/drawing/2014/main" id="{D3FD8793-9705-4B49-BB50-C5CE1789EEAF}"/>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4" name="Line 10">
              <a:extLst>
                <a:ext uri="{FF2B5EF4-FFF2-40B4-BE49-F238E27FC236}">
                  <a16:creationId xmlns:a16="http://schemas.microsoft.com/office/drawing/2014/main" id="{B99A43B9-5B41-4094-8A75-EC64B6D0DD1D}"/>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105" name="Line 11">
              <a:extLst>
                <a:ext uri="{FF2B5EF4-FFF2-40B4-BE49-F238E27FC236}">
                  <a16:creationId xmlns:a16="http://schemas.microsoft.com/office/drawing/2014/main" id="{04B48040-2F6D-4CEA-A659-7B33B726C626}"/>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9" name="文字方塊 8">
            <a:extLst>
              <a:ext uri="{FF2B5EF4-FFF2-40B4-BE49-F238E27FC236}">
                <a16:creationId xmlns:a16="http://schemas.microsoft.com/office/drawing/2014/main" id="{750454F3-716F-4394-BF1B-5F6E621989C5}"/>
              </a:ext>
            </a:extLst>
          </p:cNvPr>
          <p:cNvSpPr txBox="1"/>
          <p:nvPr/>
        </p:nvSpPr>
        <p:spPr>
          <a:xfrm>
            <a:off x="6810375" y="6540500"/>
            <a:ext cx="2298700" cy="304800"/>
          </a:xfrm>
          <a:prstGeom prst="rect">
            <a:avLst/>
          </a:prstGeom>
          <a:noFill/>
        </p:spPr>
        <p:txBody>
          <a:bodyP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r" eaLnBrk="1" hangingPunct="1">
              <a:defRPr/>
            </a:pPr>
            <a:r>
              <a:rPr lang="tr-TR" altLang="zh-TW" u="none">
                <a:solidFill>
                  <a:srgbClr val="7F7F7F"/>
                </a:solidFill>
                <a:cs typeface="Arial" panose="020B0604020202020204" pitchFamily="34" charset="0"/>
              </a:rPr>
              <a:t>Digital Logic Design</a:t>
            </a:r>
            <a:r>
              <a:rPr lang="en-US" altLang="zh-TW" u="none">
                <a:solidFill>
                  <a:srgbClr val="7F7F7F"/>
                </a:solidFill>
                <a:cs typeface="Arial" panose="020B0604020202020204" pitchFamily="34" charset="0"/>
              </a:rPr>
              <a:t> </a:t>
            </a:r>
            <a:r>
              <a:rPr lang="en-US" altLang="zh-TW" i="0" u="none">
                <a:solidFill>
                  <a:srgbClr val="7F7F7F"/>
                </a:solidFill>
                <a:cs typeface="Arial" panose="020B0604020202020204" pitchFamily="34" charset="0"/>
              </a:rPr>
              <a:t>Ch1</a:t>
            </a:r>
            <a:r>
              <a:rPr lang="en-US" altLang="zh-TW" u="none">
                <a:solidFill>
                  <a:srgbClr val="7F7F7F"/>
                </a:solidFill>
                <a:cs typeface="Arial" panose="020B0604020202020204" pitchFamily="34" charset="0"/>
              </a:rPr>
              <a:t>-</a:t>
            </a:r>
            <a:fld id="{73AB4636-F3A7-4DEA-AF14-F79885A739CA}" type="slidenum">
              <a:rPr lang="zh-TW" altLang="en-US" i="0" u="none" smtClean="0">
                <a:solidFill>
                  <a:srgbClr val="7F7F7F"/>
                </a:solidFill>
                <a:cs typeface="Arial" panose="020B0604020202020204" pitchFamily="34" charset="0"/>
              </a:rPr>
              <a:pPr algn="r" eaLnBrk="1" hangingPunct="1">
                <a:defRPr/>
              </a:pPr>
              <a:t>‹#›</a:t>
            </a:fld>
            <a:endParaRPr lang="en-US" altLang="zh-TW" i="0" u="none">
              <a:solidFill>
                <a:srgbClr val="7F7F7F"/>
              </a:solidFill>
              <a:cs typeface="Arial" panose="020B0604020202020204" pitchFamily="34" charset="0"/>
            </a:endParaRPr>
          </a:p>
        </p:txBody>
      </p:sp>
      <p:pic>
        <p:nvPicPr>
          <p:cNvPr id="4102" name="Picture 9" descr="logoyil30">
            <a:extLst>
              <a:ext uri="{FF2B5EF4-FFF2-40B4-BE49-F238E27FC236}">
                <a16:creationId xmlns:a16="http://schemas.microsoft.com/office/drawing/2014/main" id="{E08EE95F-7194-462B-B895-417B50D0BD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275" y="161925"/>
            <a:ext cx="7366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Lst>
  <p:hf hdr="0" ftr="0"/>
  <p:txStyles>
    <p:titleStyle>
      <a:lvl1pPr algn="ctr" rtl="0" eaLnBrk="0" fontAlgn="base" hangingPunct="0">
        <a:spcBef>
          <a:spcPct val="0"/>
        </a:spcBef>
        <a:spcAft>
          <a:spcPct val="0"/>
        </a:spcAft>
        <a:defRPr kumimoji="1" sz="3600">
          <a:solidFill>
            <a:schemeClr val="tx1"/>
          </a:solidFill>
          <a:latin typeface="+mj-lt"/>
          <a:ea typeface="+mj-ea"/>
          <a:cs typeface="+mj-cs"/>
        </a:defRPr>
      </a:lvl1pPr>
      <a:lvl2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2pPr>
      <a:lvl3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3pPr>
      <a:lvl4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4pPr>
      <a:lvl5pPr algn="ctr" rtl="0" eaLnBrk="0" fontAlgn="base" hangingPunct="0">
        <a:spcBef>
          <a:spcPct val="0"/>
        </a:spcBef>
        <a:spcAft>
          <a:spcPct val="0"/>
        </a:spcAft>
        <a:defRPr kumimoji="1" sz="3600">
          <a:solidFill>
            <a:schemeClr val="tx1"/>
          </a:solidFill>
          <a:latin typeface="Book Antiqua" pitchFamily="18" charset="0"/>
          <a:ea typeface="新細明體" pitchFamily="18" charset="-120"/>
        </a:defRPr>
      </a:lvl5pPr>
      <a:lvl6pPr marL="4572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6pPr>
      <a:lvl7pPr marL="9144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7pPr>
      <a:lvl8pPr marL="13716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8pPr>
      <a:lvl9pPr marL="1828800" algn="ctr" rtl="0" eaLnBrk="1" fontAlgn="base" hangingPunct="1">
        <a:spcBef>
          <a:spcPct val="0"/>
        </a:spcBef>
        <a:spcAft>
          <a:spcPct val="0"/>
        </a:spcAft>
        <a:defRPr kumimoji="1" sz="3600">
          <a:solidFill>
            <a:schemeClr val="tx1"/>
          </a:solidFill>
          <a:latin typeface="Book Antiqua" pitchFamily="18" charset="0"/>
          <a:ea typeface="新細明體" pitchFamily="18" charset="-120"/>
        </a:defRPr>
      </a:lvl9pPr>
    </p:titleStyle>
    <p:bodyStyle>
      <a:lvl1pPr marL="342900" indent="-342900" algn="l" rtl="0" eaLnBrk="0" fontAlgn="base" hangingPunct="0">
        <a:spcBef>
          <a:spcPct val="20000"/>
        </a:spcBef>
        <a:spcAft>
          <a:spcPct val="0"/>
        </a:spcAft>
        <a:buClr>
          <a:srgbClr val="0000FF"/>
        </a:buClr>
        <a:buSzPct val="90000"/>
        <a:buFont typeface="Wingdings 2" panose="05020102010507070707" pitchFamily="18" charset="2"/>
        <a:buChar char="©"/>
        <a:defRPr kumimoji="1" sz="2400">
          <a:solidFill>
            <a:schemeClr val="tx1"/>
          </a:solidFill>
          <a:latin typeface="Times New Roman" pitchFamily="18" charset="0"/>
          <a:ea typeface="+mn-ea"/>
          <a:cs typeface="Times New Roman" pitchFamily="18" charset="0"/>
        </a:defRPr>
      </a:lvl1pPr>
      <a:lvl2pPr marL="742950" indent="-285750" algn="l" rtl="0" eaLnBrk="0" fontAlgn="base" hangingPunct="0">
        <a:spcBef>
          <a:spcPct val="20000"/>
        </a:spcBef>
        <a:spcAft>
          <a:spcPct val="0"/>
        </a:spcAft>
        <a:buClr>
          <a:srgbClr val="FF9900"/>
        </a:buClr>
        <a:buSzPct val="70000"/>
        <a:buFont typeface="Wingdings" panose="05000000000000000000" pitchFamily="2" charset="2"/>
        <a:buChar char="u"/>
        <a:defRPr kumimoji="1" sz="2000">
          <a:solidFill>
            <a:schemeClr val="tx1"/>
          </a:solidFill>
          <a:latin typeface="Times New Roman" pitchFamily="18" charset="0"/>
          <a:ea typeface="+mn-ea"/>
          <a:cs typeface="Times New Roman" pitchFamily="18" charset="0"/>
        </a:defRPr>
      </a:lvl2pPr>
      <a:lvl3pPr marL="1143000" indent="-228600" algn="l" rtl="0" eaLnBrk="0" fontAlgn="base" hangingPunct="0">
        <a:spcBef>
          <a:spcPct val="20000"/>
        </a:spcBef>
        <a:spcAft>
          <a:spcPct val="0"/>
        </a:spcAft>
        <a:buClr>
          <a:srgbClr val="1B1BFF"/>
        </a:buClr>
        <a:buSzPct val="80000"/>
        <a:buFont typeface="Times New Roman" panose="02020603050405020304" pitchFamily="18" charset="0"/>
        <a:buChar char="»"/>
        <a:defRPr kumimoji="1">
          <a:solidFill>
            <a:schemeClr val="tx1"/>
          </a:solidFill>
          <a:latin typeface="Times New Roman" pitchFamily="18" charset="0"/>
          <a:ea typeface="+mn-ea"/>
          <a:cs typeface="Times New Roman" pitchFamily="18" charset="0"/>
        </a:defRPr>
      </a:lvl3pPr>
      <a:lvl4pPr marL="1600200" indent="-228600" algn="l" rtl="0" eaLnBrk="0" fontAlgn="base" hangingPunct="0">
        <a:spcBef>
          <a:spcPct val="20000"/>
        </a:spcBef>
        <a:spcAft>
          <a:spcPct val="0"/>
        </a:spcAft>
        <a:buClr>
          <a:schemeClr val="accent1"/>
        </a:buClr>
        <a:buFont typeface="Book Antiqua" panose="02040602050305030304" pitchFamily="18" charset="0"/>
        <a:buChar char="−"/>
        <a:defRPr kumimoji="1" sz="1600">
          <a:solidFill>
            <a:schemeClr val="tx1"/>
          </a:solidFill>
          <a:latin typeface="Times New Roman" pitchFamily="18" charset="0"/>
          <a:ea typeface="+mn-ea"/>
          <a:cs typeface="Times New Roman" pitchFamily="18" charset="0"/>
        </a:defRPr>
      </a:lvl4pPr>
      <a:lvl5pPr marL="2057400" indent="-228600" algn="l" rtl="0" eaLnBrk="0" fontAlgn="base" hangingPunct="0">
        <a:spcBef>
          <a:spcPct val="20000"/>
        </a:spcBef>
        <a:spcAft>
          <a:spcPct val="0"/>
        </a:spcAft>
        <a:buClr>
          <a:srgbClr val="4D4D4D"/>
        </a:buClr>
        <a:buSzPct val="50000"/>
        <a:buFont typeface="Wingdings" panose="05000000000000000000" pitchFamily="2" charset="2"/>
        <a:buChar char="l"/>
        <a:defRPr kumimoji="1" sz="140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6pPr>
      <a:lvl7pPr marL="29718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7pPr>
      <a:lvl8pPr marL="34290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8pPr>
      <a:lvl9pPr marL="3886200" indent="-228600" algn="l" rtl="0" eaLnBrk="1" fontAlgn="base" hangingPunct="1">
        <a:spcBef>
          <a:spcPct val="20000"/>
        </a:spcBef>
        <a:spcAft>
          <a:spcPct val="0"/>
        </a:spcAft>
        <a:buClr>
          <a:schemeClr val="accent2"/>
        </a:buClr>
        <a:buChar char="»"/>
        <a:defRPr kumimoji="1" sz="1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5122" name="Group 7">
            <a:extLst>
              <a:ext uri="{FF2B5EF4-FFF2-40B4-BE49-F238E27FC236}">
                <a16:creationId xmlns:a16="http://schemas.microsoft.com/office/drawing/2014/main" id="{2F364496-8BA2-4CFA-81DC-C649C6B43699}"/>
              </a:ext>
            </a:extLst>
          </p:cNvPr>
          <p:cNvGrpSpPr>
            <a:grpSpLocks/>
          </p:cNvGrpSpPr>
          <p:nvPr/>
        </p:nvGrpSpPr>
        <p:grpSpPr bwMode="auto">
          <a:xfrm>
            <a:off x="215900" y="215900"/>
            <a:ext cx="8478838" cy="6173788"/>
            <a:chOff x="0" y="0"/>
            <a:chExt cx="5341" cy="3889"/>
          </a:xfrm>
        </p:grpSpPr>
        <p:sp>
          <p:nvSpPr>
            <p:cNvPr id="5132" name="Freeform 8">
              <a:extLst>
                <a:ext uri="{FF2B5EF4-FFF2-40B4-BE49-F238E27FC236}">
                  <a16:creationId xmlns:a16="http://schemas.microsoft.com/office/drawing/2014/main" id="{69CEB01E-FAFC-4111-A0A1-FBD146EBFF21}"/>
                </a:ext>
              </a:extLst>
            </p:cNvPr>
            <p:cNvSpPr>
              <a:spLocks/>
            </p:cNvSpPr>
            <p:nvPr/>
          </p:nvSpPr>
          <p:spPr bwMode="ltGray">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3" name="Freeform 9">
              <a:extLst>
                <a:ext uri="{FF2B5EF4-FFF2-40B4-BE49-F238E27FC236}">
                  <a16:creationId xmlns:a16="http://schemas.microsoft.com/office/drawing/2014/main" id="{F12DED50-716D-42AC-85D7-0BA10197B30D}"/>
                </a:ext>
              </a:extLst>
            </p:cNvPr>
            <p:cNvSpPr>
              <a:spLocks/>
            </p:cNvSpPr>
            <p:nvPr/>
          </p:nvSpPr>
          <p:spPr bwMode="ltGray">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4" name="Freeform 10">
              <a:extLst>
                <a:ext uri="{FF2B5EF4-FFF2-40B4-BE49-F238E27FC236}">
                  <a16:creationId xmlns:a16="http://schemas.microsoft.com/office/drawing/2014/main" id="{42DCC366-E15E-4083-A380-A19EDD07FD10}"/>
                </a:ext>
              </a:extLst>
            </p:cNvPr>
            <p:cNvSpPr>
              <a:spLocks/>
            </p:cNvSpPr>
            <p:nvPr/>
          </p:nvSpPr>
          <p:spPr bwMode="ltGray">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sp>
          <p:nvSpPr>
            <p:cNvPr id="5135" name="Freeform 11">
              <a:extLst>
                <a:ext uri="{FF2B5EF4-FFF2-40B4-BE49-F238E27FC236}">
                  <a16:creationId xmlns:a16="http://schemas.microsoft.com/office/drawing/2014/main" id="{7B681700-EF2E-4ACA-B1AE-B41365E839CD}"/>
                </a:ext>
              </a:extLst>
            </p:cNvPr>
            <p:cNvSpPr>
              <a:spLocks/>
            </p:cNvSpPr>
            <p:nvPr/>
          </p:nvSpPr>
          <p:spPr bwMode="ltGray">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a:noFill/>
            </a:ln>
            <a:extLst>
              <a:ext uri="{91240B29-F687-4F45-9708-019B960494DF}">
                <a14:hiddenLine xmlns:a14="http://schemas.microsoft.com/office/drawing/2010/main" w="9525" cap="rnd">
                  <a:solidFill>
                    <a:srgbClr val="000000"/>
                  </a:solidFill>
                  <a:round/>
                  <a:headEnd type="none" w="sm" len="sm"/>
                  <a:tailEnd type="none" w="sm" len="sm"/>
                </a14:hiddenLine>
              </a:ext>
            </a:extLst>
          </p:spPr>
          <p:txBody>
            <a:bodyPr/>
            <a:lstStyle/>
            <a:p>
              <a:endParaRPr lang="en-US"/>
            </a:p>
          </p:txBody>
        </p:sp>
      </p:grpSp>
      <p:sp>
        <p:nvSpPr>
          <p:cNvPr id="2051" name="Rectangle 12">
            <a:extLst>
              <a:ext uri="{FF2B5EF4-FFF2-40B4-BE49-F238E27FC236}">
                <a16:creationId xmlns:a16="http://schemas.microsoft.com/office/drawing/2014/main" id="{AB39E30C-1B09-4DD8-A4F3-A732237D7893}"/>
              </a:ext>
            </a:extLst>
          </p:cNvPr>
          <p:cNvSpPr>
            <a:spLocks noChangeArrowheads="1"/>
          </p:cNvSpPr>
          <p:nvPr/>
        </p:nvSpPr>
        <p:spPr bwMode="auto">
          <a:xfrm>
            <a:off x="687388" y="223202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defRPr/>
            </a:pPr>
            <a:r>
              <a:rPr kumimoji="1" lang="en-US" altLang="zh-TW" sz="4400" i="0" u="none">
                <a:solidFill>
                  <a:schemeClr val="tx2"/>
                </a:solidFill>
                <a:latin typeface="Book Antiqua" panose="02040602050305030304" pitchFamily="18" charset="0"/>
                <a:cs typeface="Arial" panose="020B0604020202020204" pitchFamily="34" charset="0"/>
              </a:rPr>
              <a:t>Click to edit Master title style</a:t>
            </a:r>
          </a:p>
        </p:txBody>
      </p:sp>
      <p:sp>
        <p:nvSpPr>
          <p:cNvPr id="2052" name="Rectangle 13">
            <a:extLst>
              <a:ext uri="{FF2B5EF4-FFF2-40B4-BE49-F238E27FC236}">
                <a16:creationId xmlns:a16="http://schemas.microsoft.com/office/drawing/2014/main" id="{2EC65288-94EA-49EC-940D-4636FC3D4237}"/>
              </a:ext>
            </a:extLst>
          </p:cNvPr>
          <p:cNvSpPr>
            <a:spLocks noChangeArrowheads="1"/>
          </p:cNvSpPr>
          <p:nvPr/>
        </p:nvSpPr>
        <p:spPr bwMode="auto">
          <a:xfrm>
            <a:off x="1301750" y="4195763"/>
            <a:ext cx="6400800"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lgn="ctr" eaLnBrk="1" hangingPunct="1">
              <a:spcBef>
                <a:spcPct val="20000"/>
              </a:spcBef>
              <a:defRPr/>
            </a:pPr>
            <a:r>
              <a:rPr kumimoji="1" lang="en-US" altLang="zh-TW" sz="3200" i="0" u="none">
                <a:solidFill>
                  <a:schemeClr val="tx1"/>
                </a:solidFill>
                <a:latin typeface="Book Antiqua" panose="02040602050305030304" pitchFamily="18" charset="0"/>
                <a:cs typeface="Arial" panose="020B0604020202020204" pitchFamily="34" charset="0"/>
              </a:rPr>
              <a:t>Click to edit Master subtitle style</a:t>
            </a:r>
          </a:p>
        </p:txBody>
      </p:sp>
      <p:grpSp>
        <p:nvGrpSpPr>
          <p:cNvPr id="5125" name="Group 20">
            <a:extLst>
              <a:ext uri="{FF2B5EF4-FFF2-40B4-BE49-F238E27FC236}">
                <a16:creationId xmlns:a16="http://schemas.microsoft.com/office/drawing/2014/main" id="{DE25CAB1-5459-4AC4-9292-A4F2B076FD1A}"/>
              </a:ext>
            </a:extLst>
          </p:cNvPr>
          <p:cNvGrpSpPr>
            <a:grpSpLocks/>
          </p:cNvGrpSpPr>
          <p:nvPr/>
        </p:nvGrpSpPr>
        <p:grpSpPr bwMode="auto">
          <a:xfrm>
            <a:off x="-9525" y="1492250"/>
            <a:ext cx="9159875" cy="82550"/>
            <a:chOff x="1" y="591"/>
            <a:chExt cx="5759" cy="52"/>
          </a:xfrm>
        </p:grpSpPr>
        <p:sp>
          <p:nvSpPr>
            <p:cNvPr id="5129" name="Line 21">
              <a:extLst>
                <a:ext uri="{FF2B5EF4-FFF2-40B4-BE49-F238E27FC236}">
                  <a16:creationId xmlns:a16="http://schemas.microsoft.com/office/drawing/2014/main" id="{AD9D9EAD-CD10-4146-A507-FB2E754984BB}"/>
                </a:ext>
              </a:extLst>
            </p:cNvPr>
            <p:cNvSpPr>
              <a:spLocks noChangeShapeType="1"/>
            </p:cNvSpPr>
            <p:nvPr/>
          </p:nvSpPr>
          <p:spPr bwMode="auto">
            <a:xfrm>
              <a:off x="2" y="591"/>
              <a:ext cx="5758" cy="0"/>
            </a:xfrm>
            <a:prstGeom prst="line">
              <a:avLst/>
            </a:prstGeom>
            <a:noFill/>
            <a:ln w="762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0" name="Line 22">
              <a:extLst>
                <a:ext uri="{FF2B5EF4-FFF2-40B4-BE49-F238E27FC236}">
                  <a16:creationId xmlns:a16="http://schemas.microsoft.com/office/drawing/2014/main" id="{3340C10B-FE44-4DD2-B40B-A9AE41E92855}"/>
                </a:ext>
              </a:extLst>
            </p:cNvPr>
            <p:cNvSpPr>
              <a:spLocks noChangeShapeType="1"/>
            </p:cNvSpPr>
            <p:nvPr/>
          </p:nvSpPr>
          <p:spPr bwMode="auto">
            <a:xfrm>
              <a:off x="2" y="626"/>
              <a:ext cx="5758"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1" name="Line 23">
              <a:extLst>
                <a:ext uri="{FF2B5EF4-FFF2-40B4-BE49-F238E27FC236}">
                  <a16:creationId xmlns:a16="http://schemas.microsoft.com/office/drawing/2014/main" id="{5477D55D-F052-4997-8915-34A510871B6B}"/>
                </a:ext>
              </a:extLst>
            </p:cNvPr>
            <p:cNvSpPr>
              <a:spLocks noChangeShapeType="1"/>
            </p:cNvSpPr>
            <p:nvPr/>
          </p:nvSpPr>
          <p:spPr bwMode="auto">
            <a:xfrm>
              <a:off x="1" y="643"/>
              <a:ext cx="5759" cy="0"/>
            </a:xfrm>
            <a:prstGeom prst="line">
              <a:avLst/>
            </a:prstGeom>
            <a:noFill/>
            <a:ln w="127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109592" name="Rectangle 24">
            <a:extLst>
              <a:ext uri="{FF2B5EF4-FFF2-40B4-BE49-F238E27FC236}">
                <a16:creationId xmlns:a16="http://schemas.microsoft.com/office/drawing/2014/main" id="{257AD62A-E494-4BC9-818F-32F6CF47EAD0}"/>
              </a:ext>
            </a:extLst>
          </p:cNvPr>
          <p:cNvSpPr>
            <a:spLocks noChangeArrowheads="1"/>
          </p:cNvSpPr>
          <p:nvPr/>
        </p:nvSpPr>
        <p:spPr bwMode="auto">
          <a:xfrm>
            <a:off x="8867775" y="6570663"/>
            <a:ext cx="206375" cy="212725"/>
          </a:xfrm>
          <a:prstGeom prst="rect">
            <a:avLst/>
          </a:prstGeom>
          <a:noFill/>
          <a:ln w="9525">
            <a:noFill/>
            <a:miter lim="800000"/>
            <a:headEnd/>
            <a:tailEnd/>
          </a:ln>
          <a:effectLst/>
        </p:spPr>
        <p:txBody>
          <a:bodyPr wrap="none" lIns="0" tIns="0" rIns="0" bIns="0" anchor="ctr">
            <a:spAutoFit/>
          </a:bodyPr>
          <a:lstStyle>
            <a:lvl1pPr eaLnBrk="0" hangingPunct="0">
              <a:defRPr sz="1400" i="1" u="sng">
                <a:solidFill>
                  <a:srgbClr val="003366"/>
                </a:solidFill>
                <a:latin typeface="Times New Roman" panose="02020603050405020304" pitchFamily="18" charset="0"/>
                <a:ea typeface="新細明體" panose="02020500000000000000" pitchFamily="18" charset="-120"/>
              </a:defRPr>
            </a:lvl1pPr>
            <a:lvl2pPr marL="742950" indent="-285750" eaLnBrk="0" hangingPunct="0">
              <a:defRPr sz="1400" i="1" u="sng">
                <a:solidFill>
                  <a:srgbClr val="003366"/>
                </a:solidFill>
                <a:latin typeface="Times New Roman" panose="02020603050405020304" pitchFamily="18" charset="0"/>
                <a:ea typeface="新細明體" panose="02020500000000000000" pitchFamily="18" charset="-120"/>
              </a:defRPr>
            </a:lvl2pPr>
            <a:lvl3pPr marL="1143000" indent="-228600" eaLnBrk="0" hangingPunct="0">
              <a:defRPr sz="1400" i="1" u="sng">
                <a:solidFill>
                  <a:srgbClr val="003366"/>
                </a:solidFill>
                <a:latin typeface="Times New Roman" panose="02020603050405020304" pitchFamily="18" charset="0"/>
                <a:ea typeface="新細明體" panose="02020500000000000000" pitchFamily="18" charset="-120"/>
              </a:defRPr>
            </a:lvl3pPr>
            <a:lvl4pPr marL="1600200" indent="-228600" eaLnBrk="0" hangingPunct="0">
              <a:defRPr sz="1400" i="1" u="sng">
                <a:solidFill>
                  <a:srgbClr val="003366"/>
                </a:solidFill>
                <a:latin typeface="Times New Roman" panose="02020603050405020304" pitchFamily="18" charset="0"/>
                <a:ea typeface="新細明體" panose="02020500000000000000" pitchFamily="18" charset="-120"/>
              </a:defRPr>
            </a:lvl4pPr>
            <a:lvl5pPr marL="2057400" indent="-228600" eaLnBrk="0" hangingPunct="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a:defRPr/>
            </a:pPr>
            <a:fld id="{EA536E08-9229-4670-925E-1ACDE33A6276}" type="slidenum">
              <a:rPr lang="zh-TW" altLang="en-US" u="none" smtClean="0">
                <a:solidFill>
                  <a:schemeClr val="tx1"/>
                </a:solidFill>
                <a:cs typeface="Arial" panose="020B0604020202020204" pitchFamily="34" charset="0"/>
              </a:rPr>
              <a:pPr>
                <a:defRPr/>
              </a:pPr>
              <a:t>‹#›</a:t>
            </a:fld>
            <a:endParaRPr lang="en-US" altLang="zh-TW" u="none">
              <a:solidFill>
                <a:schemeClr val="tx1"/>
              </a:solidFill>
              <a:cs typeface="Arial" panose="020B0604020202020204" pitchFamily="34" charset="0"/>
            </a:endParaRPr>
          </a:p>
        </p:txBody>
      </p:sp>
      <p:sp>
        <p:nvSpPr>
          <p:cNvPr id="2055" name="Rectangle 25">
            <a:extLst>
              <a:ext uri="{FF2B5EF4-FFF2-40B4-BE49-F238E27FC236}">
                <a16:creationId xmlns:a16="http://schemas.microsoft.com/office/drawing/2014/main" id="{9E58B46F-82F7-48DB-BCA2-600B391EBA27}"/>
              </a:ext>
            </a:extLst>
          </p:cNvPr>
          <p:cNvSpPr>
            <a:spLocks noChangeArrowheads="1"/>
          </p:cNvSpPr>
          <p:nvPr/>
        </p:nvSpPr>
        <p:spPr bwMode="auto">
          <a:xfrm>
            <a:off x="106363" y="6572250"/>
            <a:ext cx="6318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a:defRPr sz="1400" i="1" u="sng">
                <a:solidFill>
                  <a:srgbClr val="003366"/>
                </a:solidFill>
                <a:latin typeface="Times New Roman" panose="02020603050405020304" pitchFamily="18" charset="0"/>
                <a:ea typeface="新細明體" panose="02020500000000000000" pitchFamily="18" charset="-120"/>
              </a:defRPr>
            </a:lvl1pPr>
            <a:lvl2pPr marL="742950" indent="-285750">
              <a:defRPr sz="1400" i="1" u="sng">
                <a:solidFill>
                  <a:srgbClr val="003366"/>
                </a:solidFill>
                <a:latin typeface="Times New Roman" panose="02020603050405020304" pitchFamily="18" charset="0"/>
                <a:ea typeface="新細明體" panose="02020500000000000000" pitchFamily="18" charset="-120"/>
              </a:defRPr>
            </a:lvl2pPr>
            <a:lvl3pPr marL="1143000" indent="-228600">
              <a:defRPr sz="1400" i="1" u="sng">
                <a:solidFill>
                  <a:srgbClr val="003366"/>
                </a:solidFill>
                <a:latin typeface="Times New Roman" panose="02020603050405020304" pitchFamily="18" charset="0"/>
                <a:ea typeface="新細明體" panose="02020500000000000000" pitchFamily="18" charset="-120"/>
              </a:defRPr>
            </a:lvl3pPr>
            <a:lvl4pPr marL="1600200" indent="-228600">
              <a:defRPr sz="1400" i="1" u="sng">
                <a:solidFill>
                  <a:srgbClr val="003366"/>
                </a:solidFill>
                <a:latin typeface="Times New Roman" panose="02020603050405020304" pitchFamily="18" charset="0"/>
                <a:ea typeface="新細明體" panose="02020500000000000000" pitchFamily="18" charset="-120"/>
              </a:defRPr>
            </a:lvl4pPr>
            <a:lvl5pPr marL="2057400" indent="-228600">
              <a:defRPr sz="1400" i="1" u="sng">
                <a:solidFill>
                  <a:srgbClr val="003366"/>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sz="1400" i="1" u="sng">
                <a:solidFill>
                  <a:srgbClr val="003366"/>
                </a:solidFill>
                <a:latin typeface="Times New Roman" panose="02020603050405020304" pitchFamily="18" charset="0"/>
                <a:ea typeface="新細明體" panose="02020500000000000000" pitchFamily="18" charset="-120"/>
              </a:defRPr>
            </a:lvl9pPr>
          </a:lstStyle>
          <a:p>
            <a:pPr eaLnBrk="1" hangingPunct="1">
              <a:defRPr/>
            </a:pPr>
            <a:fld id="{A2FD34A0-FF4C-463F-AA64-EED38D207E34}" type="datetime1">
              <a:rPr lang="en-US" altLang="zh-TW" u="none" smtClean="0">
                <a:solidFill>
                  <a:schemeClr val="tx1"/>
                </a:solidFill>
                <a:cs typeface="Arial" panose="020B0604020202020204" pitchFamily="34" charset="0"/>
              </a:rPr>
              <a:pPr eaLnBrk="1" hangingPunct="1">
                <a:defRPr/>
              </a:pPr>
              <a:t>5/9/2024</a:t>
            </a:fld>
            <a:endParaRPr lang="en-US" altLang="zh-TW" u="none">
              <a:solidFill>
                <a:schemeClr val="tx1"/>
              </a:solidFill>
              <a:cs typeface="Arial" panose="020B0604020202020204" pitchFamily="34" charset="0"/>
            </a:endParaRPr>
          </a:p>
        </p:txBody>
      </p:sp>
      <p:pic>
        <p:nvPicPr>
          <p:cNvPr id="5128" name="Picture 15" descr="logoyil30">
            <a:extLst>
              <a:ext uri="{FF2B5EF4-FFF2-40B4-BE49-F238E27FC236}">
                <a16:creationId xmlns:a16="http://schemas.microsoft.com/office/drawing/2014/main" id="{773BA3A9-91F0-4499-8350-B7088499C86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30650" y="214313"/>
            <a:ext cx="11430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1" r:id="rId1"/>
    <p:sldLayoutId id="2147484082" r:id="rId2"/>
    <p:sldLayoutId id="2147484083" r:id="rId3"/>
    <p:sldLayoutId id="2147484084" r:id="rId4"/>
    <p:sldLayoutId id="2147484085" r:id="rId5"/>
    <p:sldLayoutId id="2147484086" r:id="rId6"/>
    <p:sldLayoutId id="2147484087" r:id="rId7"/>
    <p:sldLayoutId id="2147484088" r:id="rId8"/>
    <p:sldLayoutId id="2147484089" r:id="rId9"/>
    <p:sldLayoutId id="2147484090" r:id="rId10"/>
    <p:sldLayoutId id="2147484091" r:id="rId11"/>
  </p:sldLayoutIdLst>
  <p:hf hdr="0" ftr="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2pPr>
      <a:lvl3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3pPr>
      <a:lvl4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4pPr>
      <a:lvl5pPr algn="ctr" rtl="0" eaLnBrk="0" fontAlgn="base" hangingPunct="0">
        <a:spcBef>
          <a:spcPct val="0"/>
        </a:spcBef>
        <a:spcAft>
          <a:spcPct val="0"/>
        </a:spcAft>
        <a:defRPr kumimoji="1" sz="4400">
          <a:solidFill>
            <a:schemeClr val="tx2"/>
          </a:solidFill>
          <a:latin typeface="Arial" pitchFamily="34" charset="0"/>
          <a:ea typeface="新細明體" pitchFamily="18" charset="-120"/>
        </a:defRPr>
      </a:lvl5pPr>
      <a:lvl6pPr marL="4572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6pPr>
      <a:lvl7pPr marL="9144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7pPr>
      <a:lvl8pPr marL="13716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8pPr>
      <a:lvl9pPr marL="1828800" algn="ctr" rtl="0" eaLnBrk="1" fontAlgn="base" hangingPunct="1">
        <a:spcBef>
          <a:spcPct val="0"/>
        </a:spcBef>
        <a:spcAft>
          <a:spcPct val="0"/>
        </a:spcAft>
        <a:defRPr kumimoji="1" sz="4400">
          <a:solidFill>
            <a:schemeClr val="tx2"/>
          </a:solidFill>
          <a:latin typeface="Arial" pitchFamily="34" charset="0"/>
          <a:ea typeface="新細明體" pitchFamily="18" charset="-120"/>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pPr>
              <a:defRPr/>
            </a:pPr>
            <a:fld id="{F4AFC189-73F8-4706-AA45-7D354ED2B7AB}" type="datetime4">
              <a:rPr lang="en-US" altLang="en-US" smtClean="0"/>
              <a:t>May 9, 2024</a:t>
            </a:fld>
            <a:endParaRPr lang="en-US" altLang="en-US"/>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pPr>
              <a:defRPr/>
            </a:pPr>
            <a:endParaRPr lang="en-US" altLang="en-US"/>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pPr>
              <a:defRPr/>
            </a:pPr>
            <a:fld id="{413338A4-F343-45A5-B376-B2CFBC9F9823}" type="slidenum">
              <a:rPr lang="en-US" altLang="en-US" smtClean="0"/>
              <a:pPr>
                <a:defRPr/>
              </a:pPr>
              <a:t>‹#›</a:t>
            </a:fld>
            <a:endParaRPr lang="en-US" altLang="en-US"/>
          </a:p>
        </p:txBody>
      </p:sp>
    </p:spTree>
    <p:extLst>
      <p:ext uri="{BB962C8B-B14F-4D97-AF65-F5344CB8AC3E}">
        <p14:creationId xmlns:p14="http://schemas.microsoft.com/office/powerpoint/2010/main" val="1682507621"/>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 id="2147484106" r:id="rId14"/>
    <p:sldLayoutId id="2147484107" r:id="rId15"/>
    <p:sldLayoutId id="2147484108" r:id="rId16"/>
    <p:sldLayoutId id="2147484109" r:id="rId17"/>
    <p:sldLayoutId id="2147484110" r:id="rId18"/>
  </p:sldLayoutIdLst>
  <p:transition>
    <p:random/>
  </p:transition>
  <p:hf hdr="0" ft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1.xml"/><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6.xml"/></Relationships>
</file>

<file path=ppt/slides/_rels/slide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6.xml"/></Relationships>
</file>

<file path=ppt/slides/_rels/slide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6.xml"/></Relationships>
</file>

<file path=ppt/slides/_rels/slide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6.xml"/><Relationship Id="rId5" Type="http://schemas.openxmlformats.org/officeDocument/2006/relationships/hyperlink" Target="https://developer.mozilla.org/en-US/docs/Glossary/MVC#the_model" TargetMode="Externa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2" Type="http://schemas.openxmlformats.org/officeDocument/2006/relationships/hyperlink" Target="https://developer.mozilla.org/en-US/docs/Glossary/MVC#the_view" TargetMode="External"/><Relationship Id="rId1" Type="http://schemas.openxmlformats.org/officeDocument/2006/relationships/slideLayout" Target="../slideLayouts/slideLayout7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6.xml"/><Relationship Id="rId5" Type="http://schemas.openxmlformats.org/officeDocument/2006/relationships/hyperlink" Target="https://developer.mozilla.org/en-US/docs/Glossary/MVC#the_controller" TargetMode="External"/><Relationship Id="rId4" Type="http://schemas.openxmlformats.org/officeDocument/2006/relationships/image" Target="../media/image17.jpe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6.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6.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6.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6.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6.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6.xml"/></Relationships>
</file>

<file path=ppt/slides/_rels/slide1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6.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6.xml"/></Relationships>
</file>

<file path=ppt/slides/_rels/slide19.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6.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6.xml"/></Relationships>
</file>

<file path=ppt/slides/_rels/slide21.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6.xml"/></Relationships>
</file>

<file path=ppt/slides/_rels/slide22.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6.xml"/></Relationships>
</file>

<file path=ppt/slides/_rels/slide23.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6.xml"/></Relationships>
</file>

<file path=ppt/slides/_rels/slide2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6.xml"/></Relationships>
</file>

<file path=ppt/slides/_rels/slide25.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6.xml"/></Relationships>
</file>

<file path=ppt/slides/_rels/slide2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6.xml"/></Relationships>
</file>

<file path=ppt/slides/_rels/slide2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6.xml"/></Relationships>
</file>

<file path=ppt/slides/_rels/slide28.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76.xml"/></Relationships>
</file>

<file path=ppt/slides/_rels/slide29.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6.xml"/></Relationships>
</file>

<file path=ppt/slides/_rels/slide30.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6.xml"/></Relationships>
</file>

<file path=ppt/slides/_rels/slide31.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6.xml"/></Relationships>
</file>

<file path=ppt/slides/_rels/slide3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0.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7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9">
            <a:extLst>
              <a:ext uri="{FF2B5EF4-FFF2-40B4-BE49-F238E27FC236}">
                <a16:creationId xmlns:a16="http://schemas.microsoft.com/office/drawing/2014/main" id="{BFE811EB-6359-4C0C-BB1F-9DFD3BB1A495}"/>
              </a:ext>
            </a:extLst>
          </p:cNvPr>
          <p:cNvSpPr>
            <a:spLocks noGrp="1" noChangeArrowheads="1"/>
          </p:cNvSpPr>
          <p:nvPr>
            <p:ph type="title"/>
          </p:nvPr>
        </p:nvSpPr>
        <p:spPr>
          <a:xfrm>
            <a:off x="498475" y="1844675"/>
            <a:ext cx="7556500" cy="1719263"/>
          </a:xfrm>
        </p:spPr>
        <p:txBody>
          <a:bodyPr/>
          <a:lstStyle/>
          <a:p>
            <a:pPr algn="ctr" eaLnBrk="1" hangingPunct="1"/>
            <a:r>
              <a:rPr lang="en-US" altLang="en-US" b="1" dirty="0">
                <a:latin typeface="Georgia" panose="02040502050405020303" pitchFamily="18" charset="0"/>
              </a:rPr>
              <a:t>Software Design and </a:t>
            </a:r>
            <a:r>
              <a:rPr lang="en-US" altLang="en-US" b="1" dirty="0" err="1">
                <a:latin typeface="Georgia" panose="02040502050405020303" pitchFamily="18" charset="0"/>
              </a:rPr>
              <a:t>Arcitecture</a:t>
            </a:r>
            <a:r>
              <a:rPr lang="en-US" altLang="en-US" b="1" dirty="0">
                <a:latin typeface="Georgia" panose="02040502050405020303" pitchFamily="18" charset="0"/>
              </a:rPr>
              <a:t>(SDA)</a:t>
            </a:r>
            <a:br>
              <a:rPr lang="en-US" altLang="en-US" b="1" dirty="0">
                <a:latin typeface="Georgia" panose="02040502050405020303" pitchFamily="18" charset="0"/>
              </a:rPr>
            </a:br>
            <a:r>
              <a:rPr lang="en-US" altLang="en-US" sz="3200" dirty="0">
                <a:latin typeface="Georgia" panose="02040502050405020303" pitchFamily="18" charset="0"/>
              </a:rPr>
              <a:t>Lecture 9</a:t>
            </a:r>
            <a:endParaRPr lang="en-US" altLang="en-US" dirty="0"/>
          </a:p>
        </p:txBody>
      </p:sp>
      <p:sp>
        <p:nvSpPr>
          <p:cNvPr id="45059" name="Content Placeholder 10">
            <a:extLst>
              <a:ext uri="{FF2B5EF4-FFF2-40B4-BE49-F238E27FC236}">
                <a16:creationId xmlns:a16="http://schemas.microsoft.com/office/drawing/2014/main" id="{EBB3B385-0FFF-4B23-9F2A-6D64D633E1A6}"/>
              </a:ext>
            </a:extLst>
          </p:cNvPr>
          <p:cNvSpPr>
            <a:spLocks noGrp="1" noChangeArrowheads="1"/>
          </p:cNvSpPr>
          <p:nvPr>
            <p:ph idx="1"/>
          </p:nvPr>
        </p:nvSpPr>
        <p:spPr>
          <a:xfrm>
            <a:off x="498475" y="4076700"/>
            <a:ext cx="7556500" cy="2049463"/>
          </a:xfrm>
        </p:spPr>
        <p:txBody>
          <a:bodyPr/>
          <a:lstStyle/>
          <a:p>
            <a:pPr marL="0" indent="0" eaLnBrk="1" hangingPunct="1">
              <a:lnSpc>
                <a:spcPct val="90000"/>
              </a:lnSpc>
              <a:spcBef>
                <a:spcPts val="1000"/>
              </a:spcBef>
              <a:buClrTx/>
              <a:buSzTx/>
              <a:buFont typeface="Wingdings" panose="05000000000000000000" pitchFamily="2" charset="2"/>
              <a:buNone/>
            </a:pPr>
            <a:r>
              <a:rPr lang="en-US" altLang="en-US" sz="2400" dirty="0" err="1">
                <a:solidFill>
                  <a:srgbClr val="2E75B6"/>
                </a:solidFill>
                <a:latin typeface="Georgia" panose="02040502050405020303" pitchFamily="18" charset="0"/>
              </a:rPr>
              <a:t>Engr.Ramsha</a:t>
            </a:r>
            <a:r>
              <a:rPr lang="en-US" altLang="en-US" sz="2400" dirty="0">
                <a:solidFill>
                  <a:srgbClr val="2E75B6"/>
                </a:solidFill>
                <a:latin typeface="Georgia" panose="02040502050405020303" pitchFamily="18" charset="0"/>
              </a:rPr>
              <a:t> </a:t>
            </a:r>
            <a:r>
              <a:rPr lang="en-US" altLang="en-US" sz="2400" dirty="0" err="1">
                <a:solidFill>
                  <a:srgbClr val="2E75B6"/>
                </a:solidFill>
                <a:latin typeface="Georgia" panose="02040502050405020303" pitchFamily="18" charset="0"/>
              </a:rPr>
              <a:t>Mashood</a:t>
            </a:r>
            <a:endParaRPr lang="en-US" altLang="en-US" sz="2400" dirty="0">
              <a:solidFill>
                <a:srgbClr val="2E75B6"/>
              </a:solidFill>
              <a:latin typeface="Georgia" panose="02040502050405020303" pitchFamily="18" charset="0"/>
            </a:endParaRP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Senior Lecturer</a:t>
            </a:r>
          </a:p>
          <a:p>
            <a:pPr marL="0" indent="0" eaLnBrk="1" hangingPunct="1">
              <a:lnSpc>
                <a:spcPct val="90000"/>
              </a:lnSpc>
              <a:spcBef>
                <a:spcPts val="1000"/>
              </a:spcBef>
              <a:buClrTx/>
              <a:buSzTx/>
              <a:buFont typeface="Wingdings" panose="05000000000000000000" pitchFamily="2" charset="2"/>
              <a:buNone/>
            </a:pPr>
            <a:r>
              <a:rPr lang="en-US" altLang="en-US" sz="1800" dirty="0">
                <a:solidFill>
                  <a:srgbClr val="2E75B6"/>
                </a:solidFill>
                <a:latin typeface="Georgia" panose="02040502050405020303" pitchFamily="18" charset="0"/>
              </a:rPr>
              <a:t>Department of Software Engineering </a:t>
            </a:r>
          </a:p>
          <a:p>
            <a:pPr marL="0" indent="0" eaLnBrk="1" hangingPunct="1">
              <a:lnSpc>
                <a:spcPct val="90000"/>
              </a:lnSpc>
              <a:spcBef>
                <a:spcPts val="1000"/>
              </a:spcBef>
              <a:buClrTx/>
              <a:buSzTx/>
              <a:buFont typeface="Wingdings" panose="05000000000000000000" pitchFamily="2" charset="2"/>
              <a:buNone/>
            </a:pPr>
            <a:r>
              <a:rPr lang="en-US" altLang="en-US" sz="1800" dirty="0" err="1">
                <a:solidFill>
                  <a:srgbClr val="2E75B6"/>
                </a:solidFill>
                <a:latin typeface="Georgia" panose="02040502050405020303" pitchFamily="18" charset="0"/>
              </a:rPr>
              <a:t>Bahria</a:t>
            </a:r>
            <a:r>
              <a:rPr lang="en-US" altLang="en-US" sz="1800" dirty="0">
                <a:solidFill>
                  <a:srgbClr val="2E75B6"/>
                </a:solidFill>
                <a:latin typeface="Georgia" panose="02040502050405020303" pitchFamily="18" charset="0"/>
              </a:rPr>
              <a:t> University Karachi Campus</a:t>
            </a:r>
          </a:p>
        </p:txBody>
      </p:sp>
      <p:sp>
        <p:nvSpPr>
          <p:cNvPr id="4" name="Date Placeholder 3">
            <a:extLst>
              <a:ext uri="{FF2B5EF4-FFF2-40B4-BE49-F238E27FC236}">
                <a16:creationId xmlns:a16="http://schemas.microsoft.com/office/drawing/2014/main" id="{8609610F-C2C6-D01D-ACEC-C9F5EDDC7484}"/>
              </a:ext>
            </a:extLst>
          </p:cNvPr>
          <p:cNvSpPr>
            <a:spLocks noGrp="1"/>
          </p:cNvSpPr>
          <p:nvPr>
            <p:ph type="dt" sz="half" idx="10"/>
          </p:nvPr>
        </p:nvSpPr>
        <p:spPr/>
        <p:txBody>
          <a:bodyPr/>
          <a:lstStyle/>
          <a:p>
            <a:pPr>
              <a:defRPr/>
            </a:pPr>
            <a:fld id="{983F4EA4-54BB-403D-BA7A-E373D5B7151D}" type="datetime4">
              <a:rPr lang="en-US" altLang="en-US" smtClean="0"/>
              <a:t>May 9, 2024</a:t>
            </a:fld>
            <a:endParaRPr lang="en-US" altLang="en-US"/>
          </a:p>
        </p:txBody>
      </p:sp>
      <p:sp>
        <p:nvSpPr>
          <p:cNvPr id="5" name="Slide Number Placeholder 4">
            <a:extLst>
              <a:ext uri="{FF2B5EF4-FFF2-40B4-BE49-F238E27FC236}">
                <a16:creationId xmlns:a16="http://schemas.microsoft.com/office/drawing/2014/main" id="{62C4F6A9-306A-16D2-9547-434BD53B9AA2}"/>
              </a:ext>
            </a:extLst>
          </p:cNvPr>
          <p:cNvSpPr>
            <a:spLocks noGrp="1"/>
          </p:cNvSpPr>
          <p:nvPr>
            <p:ph type="sldNum" sz="quarter" idx="12"/>
          </p:nvPr>
        </p:nvSpPr>
        <p:spPr/>
        <p:txBody>
          <a:bodyPr/>
          <a:lstStyle/>
          <a:p>
            <a:pPr>
              <a:defRPr/>
            </a:pPr>
            <a:fld id="{5997FF75-9E45-4F6E-9E89-BE68C2AA7735}" type="slidenum">
              <a:rPr lang="en-US" altLang="en-US" smtClean="0"/>
              <a:pPr>
                <a:defRPr/>
              </a:pPr>
              <a:t>1</a:t>
            </a:fld>
            <a:endParaRPr lang="en-US" altLang="en-US"/>
          </a:p>
        </p:txBody>
      </p:sp>
      <p:pic>
        <p:nvPicPr>
          <p:cNvPr id="45060" name="Picture 11">
            <a:extLst>
              <a:ext uri="{FF2B5EF4-FFF2-40B4-BE49-F238E27FC236}">
                <a16:creationId xmlns:a16="http://schemas.microsoft.com/office/drawing/2014/main" id="{32C4D0F8-0285-41AA-876F-63D65A599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0975" y="0"/>
            <a:ext cx="40957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47125" name="Picture 2">
            <a:extLst>
              <a:ext uri="{FF2B5EF4-FFF2-40B4-BE49-F238E27FC236}">
                <a16:creationId xmlns:a16="http://schemas.microsoft.com/office/drawing/2014/main" id="{25496B42-CC46-4183-B481-887CD3E8C7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7126" name="Picture 47125">
            <a:extLst>
              <a:ext uri="{FF2B5EF4-FFF2-40B4-BE49-F238E27FC236}">
                <a16:creationId xmlns:a16="http://schemas.microsoft.com/office/drawing/2014/main" id="{E2758CE0-F916-4DCE-88D1-71430BE441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47127" name="Rectangle 47126">
            <a:extLst>
              <a:ext uri="{FF2B5EF4-FFF2-40B4-BE49-F238E27FC236}">
                <a16:creationId xmlns:a16="http://schemas.microsoft.com/office/drawing/2014/main" id="{48EC41B9-2D25-48A6-BC40-DA8F79F3E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110" name="Graphic 47109" descr="Computer">
            <a:extLst>
              <a:ext uri="{FF2B5EF4-FFF2-40B4-BE49-F238E27FC236}">
                <a16:creationId xmlns:a16="http://schemas.microsoft.com/office/drawing/2014/main" id="{14C300E6-B83D-2777-C7EC-FD6CADA8E20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46714" y="957486"/>
            <a:ext cx="3285330" cy="3285330"/>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47128" name="Picture 47127">
            <a:extLst>
              <a:ext uri="{FF2B5EF4-FFF2-40B4-BE49-F238E27FC236}">
                <a16:creationId xmlns:a16="http://schemas.microsoft.com/office/drawing/2014/main" id="{F8F21547-A433-450A-B2A3-930DCFAB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r="71324"/>
          <a:stretch/>
        </p:blipFill>
        <p:spPr>
          <a:xfrm>
            <a:off x="0" y="0"/>
            <a:ext cx="2622176" cy="6858000"/>
          </a:xfrm>
          <a:prstGeom prst="rect">
            <a:avLst/>
          </a:prstGeom>
        </p:spPr>
      </p:pic>
      <p:sp>
        <p:nvSpPr>
          <p:cNvPr id="47106" name="Title 9">
            <a:extLst>
              <a:ext uri="{FF2B5EF4-FFF2-40B4-BE49-F238E27FC236}">
                <a16:creationId xmlns:a16="http://schemas.microsoft.com/office/drawing/2014/main" id="{74FDEA82-9E3C-4D29-B2F9-0297DB5B62E7}"/>
              </a:ext>
            </a:extLst>
          </p:cNvPr>
          <p:cNvSpPr>
            <a:spLocks noGrp="1" noChangeArrowheads="1"/>
          </p:cNvSpPr>
          <p:nvPr>
            <p:ph type="title"/>
          </p:nvPr>
        </p:nvSpPr>
        <p:spPr>
          <a:xfrm>
            <a:off x="476408" y="4562855"/>
            <a:ext cx="8187274" cy="1137554"/>
          </a:xfrm>
        </p:spPr>
        <p:txBody>
          <a:bodyPr vert="horz" lIns="91440" tIns="45720" rIns="91440" bIns="45720" rtlCol="0" anchor="b">
            <a:normAutofit/>
          </a:bodyPr>
          <a:lstStyle/>
          <a:p>
            <a:pPr marL="66675" marR="0">
              <a:spcBef>
                <a:spcPts val="890"/>
              </a:spcBef>
              <a:spcAft>
                <a:spcPts val="0"/>
              </a:spcAft>
            </a:pPr>
            <a:r>
              <a:rPr lang="en-US" sz="3600" dirty="0">
                <a:latin typeface="Times New Roman" panose="02020603050405020304" pitchFamily="18" charset="0"/>
              </a:rPr>
              <a:t>Interactive</a:t>
            </a:r>
            <a:r>
              <a:rPr lang="en-US" sz="1800" cap="small" spc="-20" dirty="0">
                <a:effectLst/>
                <a:latin typeface="Times New Roman" panose="02020603050405020304" pitchFamily="18" charset="0"/>
                <a:ea typeface="Times New Roman" panose="02020603050405020304" pitchFamily="18" charset="0"/>
              </a:rPr>
              <a:t> </a:t>
            </a:r>
            <a:r>
              <a:rPr lang="en-US" sz="3600" dirty="0">
                <a:latin typeface="Times New Roman" panose="02020603050405020304" pitchFamily="18" charset="0"/>
              </a:rPr>
              <a:t>systems with MVC architecture; Software Reuse </a:t>
            </a:r>
          </a:p>
        </p:txBody>
      </p:sp>
      <p:sp>
        <p:nvSpPr>
          <p:cNvPr id="4" name="Date Placeholder 3">
            <a:extLst>
              <a:ext uri="{FF2B5EF4-FFF2-40B4-BE49-F238E27FC236}">
                <a16:creationId xmlns:a16="http://schemas.microsoft.com/office/drawing/2014/main" id="{56B671C2-DB81-4A30-5231-D5B4B93E075A}"/>
              </a:ext>
            </a:extLst>
          </p:cNvPr>
          <p:cNvSpPr>
            <a:spLocks noGrp="1"/>
          </p:cNvSpPr>
          <p:nvPr>
            <p:ph type="dt" sz="half" idx="10"/>
          </p:nvPr>
        </p:nvSpPr>
        <p:spPr>
          <a:xfrm>
            <a:off x="5759052" y="6354825"/>
            <a:ext cx="2057400" cy="365125"/>
          </a:xfrm>
        </p:spPr>
        <p:txBody>
          <a:bodyPr vert="horz" lIns="91440" tIns="45720" rIns="91440" bIns="45720" rtlCol="0" anchor="ctr">
            <a:normAutofit/>
          </a:bodyPr>
          <a:lstStyle/>
          <a:p>
            <a:pPr eaLnBrk="1" hangingPunct="1">
              <a:spcAft>
                <a:spcPts val="600"/>
              </a:spcAft>
              <a:defRPr/>
            </a:pPr>
            <a:fld id="{43FCFCAC-74A5-48D0-A658-FE49EE2C0C91}" type="datetime4">
              <a:rPr lang="en-US" altLang="en-US" smtClean="0">
                <a:latin typeface="+mn-lt"/>
                <a:ea typeface="+mn-ea"/>
              </a:rPr>
              <a:pPr eaLnBrk="1" hangingPunct="1">
                <a:spcAft>
                  <a:spcPts val="600"/>
                </a:spcAft>
                <a:defRPr/>
              </a:pPr>
              <a:t>May 9, 2024</a:t>
            </a:fld>
            <a:endParaRPr lang="en-US" altLang="en-US">
              <a:latin typeface="+mn-lt"/>
              <a:ea typeface="+mn-ea"/>
            </a:endParaRPr>
          </a:p>
        </p:txBody>
      </p:sp>
      <p:pic>
        <p:nvPicPr>
          <p:cNvPr id="47129" name="Picture 47128">
            <a:extLst>
              <a:ext uri="{FF2B5EF4-FFF2-40B4-BE49-F238E27FC236}">
                <a16:creationId xmlns:a16="http://schemas.microsoft.com/office/drawing/2014/main" id="{A73B520B-D7E7-436A-B263-0682940B4FB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61810" r="21258"/>
          <a:stretch/>
        </p:blipFill>
        <p:spPr>
          <a:xfrm>
            <a:off x="0" y="4238951"/>
            <a:ext cx="7200177" cy="2619049"/>
          </a:xfrm>
          <a:prstGeom prst="rect">
            <a:avLst/>
          </a:prstGeom>
        </p:spPr>
      </p:pic>
      <p:sp>
        <p:nvSpPr>
          <p:cNvPr id="5" name="Slide Number Placeholder 4">
            <a:extLst>
              <a:ext uri="{FF2B5EF4-FFF2-40B4-BE49-F238E27FC236}">
                <a16:creationId xmlns:a16="http://schemas.microsoft.com/office/drawing/2014/main" id="{2C5FDA99-E5FE-3603-7621-A81A4AFD1D13}"/>
              </a:ext>
            </a:extLst>
          </p:cNvPr>
          <p:cNvSpPr>
            <a:spLocks noGrp="1"/>
          </p:cNvSpPr>
          <p:nvPr>
            <p:ph type="sldNum" sz="quarter" idx="12"/>
          </p:nvPr>
        </p:nvSpPr>
        <p:spPr>
          <a:xfrm>
            <a:off x="7885508" y="6354825"/>
            <a:ext cx="573161" cy="365125"/>
          </a:xfrm>
        </p:spPr>
        <p:txBody>
          <a:bodyPr vert="horz" lIns="91440" tIns="45720" rIns="91440" bIns="45720" rtlCol="0" anchor="ctr">
            <a:normAutofit/>
          </a:bodyPr>
          <a:lstStyle/>
          <a:p>
            <a:pPr eaLnBrk="1" hangingPunct="1">
              <a:spcAft>
                <a:spcPts val="600"/>
              </a:spcAft>
              <a:defRPr/>
            </a:pPr>
            <a:fld id="{04D8FD4F-45E7-4072-8800-E1C10689F0F2}" type="slidenum">
              <a:rPr lang="en-US" altLang="en-US" smtClean="0">
                <a:latin typeface="+mn-lt"/>
                <a:ea typeface="+mn-ea"/>
              </a:rPr>
              <a:pPr eaLnBrk="1" hangingPunct="1">
                <a:spcAft>
                  <a:spcPts val="600"/>
                </a:spcAft>
                <a:defRPr/>
              </a:pPr>
              <a:t>2</a:t>
            </a:fld>
            <a:endParaRPr lang="en-US" altLang="en-US">
              <a:latin typeface="+mn-lt"/>
              <a:ea typeface="+mn-ea"/>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9525"/>
          <a:ext cx="9144000" cy="6867525"/>
          <a:chOff x="0" y="9525"/>
          <a:chExt cx="9144000" cy="6867525"/>
        </a:xfrm>
      </p:grpSpPr>
      <p:pic>
        <p:nvPicPr>
          <p:cNvPr id="10"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4" name="Rectangle 13">
            <a:extLst>
              <a:ext uri="{FF2B5EF4-FFF2-40B4-BE49-F238E27FC236}">
                <a16:creationId xmlns:a16="http://schemas.microsoft.com/office/drawing/2014/main" id="{B40FCD49-2060-48B9-8212-8A5F1DF4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desk with technical drawings, pencil and tools">
            <a:extLst>
              <a:ext uri="{FF2B5EF4-FFF2-40B4-BE49-F238E27FC236}">
                <a16:creationId xmlns:a16="http://schemas.microsoft.com/office/drawing/2014/main" id="{18AD9FB0-7CF9-5738-5C68-D85EDF02977D}"/>
              </a:ext>
            </a:extLst>
          </p:cNvPr>
          <p:cNvPicPr>
            <a:picLocks noChangeAspect="1"/>
          </p:cNvPicPr>
          <p:nvPr/>
        </p:nvPicPr>
        <p:blipFill rotWithShape="1">
          <a:blip r:embed="rId4">
            <a:alphaModFix amt="35000"/>
          </a:blip>
          <a:srcRect l="8496" r="2503" b="-1"/>
          <a:stretch/>
        </p:blipFill>
        <p:spPr>
          <a:xfrm>
            <a:off x="20" y="10"/>
            <a:ext cx="9143980" cy="6857990"/>
          </a:xfrm>
          <a:prstGeom prst="rect">
            <a:avLst/>
          </a:prstGeom>
        </p:spPr>
      </p:pic>
      <p:pic>
        <p:nvPicPr>
          <p:cNvPr id="16" name="Picture 15">
            <a:extLst>
              <a:ext uri="{FF2B5EF4-FFF2-40B4-BE49-F238E27FC236}">
                <a16:creationId xmlns:a16="http://schemas.microsoft.com/office/drawing/2014/main" id="{83A45DCD-B5FB-4A86-88D2-91088C7FFC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itle 2">
            <a:extLst>
              <a:ext uri="{FF2B5EF4-FFF2-40B4-BE49-F238E27FC236}">
                <a16:creationId xmlns:a16="http://schemas.microsoft.com/office/drawing/2014/main" id="{BD68C606-E7F6-C9E9-E4C1-7F3558CF0351}"/>
              </a:ext>
            </a:extLst>
          </p:cNvPr>
          <p:cNvSpPr>
            <a:spLocks noGrp="1"/>
          </p:cNvSpPr>
          <p:nvPr>
            <p:ph type="title"/>
          </p:nvPr>
        </p:nvSpPr>
        <p:spPr>
          <a:xfrm>
            <a:off x="1313259" y="1300785"/>
            <a:ext cx="6517482" cy="2509213"/>
          </a:xfrm>
        </p:spPr>
        <p:txBody>
          <a:bodyPr vert="horz" lIns="91440" tIns="45720" rIns="91440" bIns="45720" rtlCol="0" anchor="b">
            <a:normAutofit/>
          </a:bodyPr>
          <a:lstStyle/>
          <a:p>
            <a:r>
              <a:rPr lang="en-US" sz="4800" dirty="0"/>
              <a:t>What is Interactive System</a:t>
            </a:r>
          </a:p>
        </p:txBody>
      </p:sp>
    </p:spTree>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t="11464" b="61418"/>
          <a:stretch/>
        </p:blipFill>
        <p:spPr>
          <a:xfrm>
            <a:off x="1066800" y="2057400"/>
            <a:ext cx="7210399" cy="2590800"/>
          </a:xfrm>
          <a:prstGeom prst="rect">
            <a:avLst/>
          </a:prstGeom>
        </p:spPr>
      </p:pic>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4" name="Rectangle 13">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loseup of a keyboard">
            <a:extLst>
              <a:ext uri="{FF2B5EF4-FFF2-40B4-BE49-F238E27FC236}">
                <a16:creationId xmlns:a16="http://schemas.microsoft.com/office/drawing/2014/main" id="{BC92250D-4DE8-9310-A6ED-5FD4D4AA3218}"/>
              </a:ext>
            </a:extLst>
          </p:cNvPr>
          <p:cNvPicPr>
            <a:picLocks noChangeAspect="1"/>
          </p:cNvPicPr>
          <p:nvPr/>
        </p:nvPicPr>
        <p:blipFill rotWithShape="1">
          <a:blip r:embed="rId4"/>
          <a:srcRect l="25724" r="45776" b="1"/>
          <a:stretch/>
        </p:blipFill>
        <p:spPr>
          <a:xfrm>
            <a:off x="20" y="10"/>
            <a:ext cx="3018550" cy="6857990"/>
          </a:xfrm>
          <a:prstGeom prst="rect">
            <a:avLst/>
          </a:prstGeom>
        </p:spPr>
      </p:pic>
      <p:sp>
        <p:nvSpPr>
          <p:cNvPr id="16" name="Rectangle 15">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TextBox 3">
            <a:extLst>
              <a:ext uri="{FF2B5EF4-FFF2-40B4-BE49-F238E27FC236}">
                <a16:creationId xmlns:a16="http://schemas.microsoft.com/office/drawing/2014/main" id="{2E2CE8C7-2748-B8DF-CA92-D95E6E66E30C}"/>
              </a:ext>
            </a:extLst>
          </p:cNvPr>
          <p:cNvSpPr txBox="1"/>
          <p:nvPr/>
        </p:nvSpPr>
        <p:spPr>
          <a:xfrm>
            <a:off x="3348786" y="2367092"/>
            <a:ext cx="5004665" cy="3424107"/>
          </a:xfrm>
          <a:prstGeom prst="rect">
            <a:avLst/>
          </a:prstGeom>
        </p:spPr>
        <p:txBody>
          <a:bodyPr vert="horz" lIns="91440" tIns="45720" rIns="91440" bIns="45720" rtlCol="0">
            <a:normAutofit/>
          </a:bodyPr>
          <a:lstStyle/>
          <a:p>
            <a:pPr indent="-228600" eaLnBrk="1" hangingPunct="1">
              <a:lnSpc>
                <a:spcPct val="110000"/>
              </a:lnSpc>
              <a:spcAft>
                <a:spcPts val="600"/>
              </a:spcAft>
              <a:buClr>
                <a:schemeClr val="tx1"/>
              </a:buClr>
              <a:buFont typeface="Arial" panose="020B0604020202020204" pitchFamily="34" charset="0"/>
              <a:buChar char="•"/>
            </a:pPr>
            <a:r>
              <a:rPr lang="en-US" sz="1700" b="1" i="0" u="none" strike="noStrike" cap="all">
                <a:highlight>
                  <a:srgbClr val="FFFFFF"/>
                </a:highlight>
                <a:latin typeface="+mn-lt"/>
                <a:ea typeface="+mn-ea"/>
                <a:hlinkClick r:id="rId5"/>
              </a:rPr>
              <a:t>The Model</a:t>
            </a:r>
            <a:endParaRPr lang="en-US" sz="1700" b="1" i="0" cap="all">
              <a:highlight>
                <a:srgbClr val="FFFFFF"/>
              </a:highlight>
              <a:latin typeface="+mn-lt"/>
              <a:ea typeface="+mn-ea"/>
            </a:endParaRPr>
          </a:p>
          <a:p>
            <a:pPr indent="-228600" eaLnBrk="1" hangingPunct="1">
              <a:lnSpc>
                <a:spcPct val="110000"/>
              </a:lnSpc>
              <a:spcAft>
                <a:spcPts val="600"/>
              </a:spcAft>
              <a:buClr>
                <a:schemeClr val="tx1"/>
              </a:buClr>
              <a:buFont typeface="Arial" panose="020B0604020202020204" pitchFamily="34" charset="0"/>
              <a:buChar char="•"/>
            </a:pPr>
            <a:r>
              <a:rPr lang="en-US" sz="1700" b="0" i="0" cap="all">
                <a:highlight>
                  <a:srgbClr val="FFFFFF"/>
                </a:highlight>
                <a:latin typeface="+mn-lt"/>
                <a:ea typeface="+mn-ea"/>
              </a:rPr>
              <a:t>The model defines what data the app should contain. If the state of this data changes, then the model will usually notify the view (so the display can change as needed) and sometimes the controller (if different logic is needed to control the updated view).</a:t>
            </a:r>
          </a:p>
          <a:p>
            <a:pPr indent="-228600" eaLnBrk="1" hangingPunct="1">
              <a:lnSpc>
                <a:spcPct val="110000"/>
              </a:lnSpc>
              <a:spcAft>
                <a:spcPts val="600"/>
              </a:spcAft>
              <a:buClr>
                <a:schemeClr val="tx1"/>
              </a:buClr>
              <a:buFont typeface="Arial" panose="020B0604020202020204" pitchFamily="34" charset="0"/>
              <a:buChar char="•"/>
            </a:pPr>
            <a:r>
              <a:rPr lang="en-US" sz="1700" b="0" i="0" cap="all">
                <a:highlight>
                  <a:srgbClr val="FFFFFF"/>
                </a:highlight>
                <a:latin typeface="+mn-lt"/>
                <a:ea typeface="+mn-ea"/>
              </a:rPr>
              <a:t>Going back to our shopping list app, the model would specify what data the list items should contain — item, price, etc. — and what list items are already present.</a:t>
            </a: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F115867-5147-1425-A699-2654474AA938}"/>
              </a:ext>
            </a:extLst>
          </p:cNvPr>
          <p:cNvSpPr txBox="1"/>
          <p:nvPr/>
        </p:nvSpPr>
        <p:spPr>
          <a:xfrm>
            <a:off x="647700" y="1676400"/>
            <a:ext cx="7848600" cy="2677656"/>
          </a:xfrm>
          <a:prstGeom prst="rect">
            <a:avLst/>
          </a:prstGeom>
          <a:noFill/>
        </p:spPr>
        <p:txBody>
          <a:bodyPr wrap="square">
            <a:spAutoFit/>
          </a:bodyPr>
          <a:lstStyle/>
          <a:p>
            <a:pPr algn="l"/>
            <a:r>
              <a:rPr lang="en-US" sz="2800" b="1" i="0" u="none" strike="noStrike" dirty="0">
                <a:solidFill>
                  <a:srgbClr val="1B1B1B"/>
                </a:solidFill>
                <a:effectLst/>
                <a:highlight>
                  <a:srgbClr val="FFFFFF"/>
                </a:highlight>
                <a:latin typeface="+mn-lt"/>
                <a:hlinkClick r:id="rId2"/>
              </a:rPr>
              <a:t>The View</a:t>
            </a:r>
            <a:endParaRPr lang="en-US" sz="2800" b="1" i="0" dirty="0">
              <a:solidFill>
                <a:srgbClr val="1B1B1B"/>
              </a:solidFill>
              <a:effectLst/>
              <a:highlight>
                <a:srgbClr val="FFFFFF"/>
              </a:highlight>
              <a:latin typeface="+mn-lt"/>
            </a:endParaRPr>
          </a:p>
          <a:p>
            <a:pPr algn="l"/>
            <a:r>
              <a:rPr lang="en-US" sz="2800" b="0" i="0" dirty="0">
                <a:solidFill>
                  <a:srgbClr val="1B1B1B"/>
                </a:solidFill>
                <a:effectLst/>
                <a:highlight>
                  <a:srgbClr val="FFFFFF"/>
                </a:highlight>
                <a:latin typeface="+mn-lt"/>
              </a:rPr>
              <a:t>The view defines how the app's data should be displayed.</a:t>
            </a:r>
          </a:p>
          <a:p>
            <a:pPr algn="l"/>
            <a:r>
              <a:rPr lang="en-US" sz="2800" b="0" i="0" dirty="0">
                <a:solidFill>
                  <a:srgbClr val="1B1B1B"/>
                </a:solidFill>
                <a:effectLst/>
                <a:highlight>
                  <a:srgbClr val="FFFFFF"/>
                </a:highlight>
                <a:latin typeface="+mn-lt"/>
              </a:rPr>
              <a:t>In our shopping list app, the view would define how the list is presented to the user, and receive the data to display from the model.</a:t>
            </a:r>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4" name="Rectangle 13">
            <a:extLst>
              <a:ext uri="{FF2B5EF4-FFF2-40B4-BE49-F238E27FC236}">
                <a16:creationId xmlns:a16="http://schemas.microsoft.com/office/drawing/2014/main" id="{DC3B8C6B-63CA-4384-8059-2036BE520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Gadgets on a desk">
            <a:extLst>
              <a:ext uri="{FF2B5EF4-FFF2-40B4-BE49-F238E27FC236}">
                <a16:creationId xmlns:a16="http://schemas.microsoft.com/office/drawing/2014/main" id="{F91D14C9-AE75-E3CF-EC04-50CE8F45F304}"/>
              </a:ext>
            </a:extLst>
          </p:cNvPr>
          <p:cNvPicPr>
            <a:picLocks noChangeAspect="1"/>
          </p:cNvPicPr>
          <p:nvPr/>
        </p:nvPicPr>
        <p:blipFill rotWithShape="1">
          <a:blip r:embed="rId4"/>
          <a:srcRect l="24383" r="42605"/>
          <a:stretch/>
        </p:blipFill>
        <p:spPr>
          <a:xfrm>
            <a:off x="20" y="10"/>
            <a:ext cx="3018550" cy="6857990"/>
          </a:xfrm>
          <a:prstGeom prst="rect">
            <a:avLst/>
          </a:prstGeom>
        </p:spPr>
      </p:pic>
      <p:sp>
        <p:nvSpPr>
          <p:cNvPr id="16" name="Rectangle 15">
            <a:extLst>
              <a:ext uri="{FF2B5EF4-FFF2-40B4-BE49-F238E27FC236}">
                <a16:creationId xmlns:a16="http://schemas.microsoft.com/office/drawing/2014/main" id="{C71B03AA-C0EB-4104-84F8-E1AB8BFBE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8570" y="-2"/>
            <a:ext cx="60985"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09C2B723-6C2F-49DE-A429-50BDFD1ADB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TextBox 8">
            <a:extLst>
              <a:ext uri="{FF2B5EF4-FFF2-40B4-BE49-F238E27FC236}">
                <a16:creationId xmlns:a16="http://schemas.microsoft.com/office/drawing/2014/main" id="{D70C87FC-A763-5F50-109B-8AC7FE9E35E2}"/>
              </a:ext>
            </a:extLst>
          </p:cNvPr>
          <p:cNvSpPr txBox="1"/>
          <p:nvPr/>
        </p:nvSpPr>
        <p:spPr>
          <a:xfrm>
            <a:off x="3348786" y="1066800"/>
            <a:ext cx="5642814" cy="4724399"/>
          </a:xfrm>
          <a:prstGeom prst="rect">
            <a:avLst/>
          </a:prstGeom>
        </p:spPr>
        <p:txBody>
          <a:bodyPr vert="horz" lIns="91440" tIns="45720" rIns="91440" bIns="45720" rtlCol="0">
            <a:normAutofit/>
          </a:bodyPr>
          <a:lstStyle/>
          <a:p>
            <a:pPr indent="-228600" eaLnBrk="1" hangingPunct="1">
              <a:lnSpc>
                <a:spcPct val="110000"/>
              </a:lnSpc>
              <a:spcAft>
                <a:spcPts val="600"/>
              </a:spcAft>
              <a:buClr>
                <a:schemeClr val="tx1"/>
              </a:buClr>
              <a:buFont typeface="Arial" panose="020B0604020202020204" pitchFamily="34" charset="0"/>
              <a:buChar char="•"/>
            </a:pPr>
            <a:r>
              <a:rPr lang="en-US" sz="1600" b="1" i="0" u="none" strike="noStrike" cap="all" dirty="0">
                <a:highlight>
                  <a:srgbClr val="FFFFFF"/>
                </a:highlight>
                <a:latin typeface="+mn-lt"/>
                <a:ea typeface="+mn-ea"/>
                <a:hlinkClick r:id="rId5"/>
              </a:rPr>
              <a:t>The Controller</a:t>
            </a:r>
            <a:endParaRPr lang="en-US" sz="1600" b="1" i="0" cap="all" dirty="0">
              <a:highlight>
                <a:srgbClr val="FFFFFF"/>
              </a:highlight>
              <a:latin typeface="+mn-lt"/>
              <a:ea typeface="+mn-ea"/>
            </a:endParaRPr>
          </a:p>
          <a:p>
            <a:pPr indent="-228600" eaLnBrk="1" hangingPunct="1">
              <a:lnSpc>
                <a:spcPct val="110000"/>
              </a:lnSpc>
              <a:spcAft>
                <a:spcPts val="600"/>
              </a:spcAft>
              <a:buClr>
                <a:schemeClr val="tx1"/>
              </a:buClr>
              <a:buFont typeface="Arial" panose="020B0604020202020204" pitchFamily="34" charset="0"/>
              <a:buChar char="•"/>
            </a:pPr>
            <a:r>
              <a:rPr lang="en-US" sz="1600" b="0" i="0" cap="all" dirty="0">
                <a:highlight>
                  <a:srgbClr val="FFFFFF"/>
                </a:highlight>
                <a:latin typeface="+mn-lt"/>
                <a:ea typeface="+mn-ea"/>
              </a:rPr>
              <a:t>The controller contains logic that updates the model and/or view in response to input from the users of the app.</a:t>
            </a:r>
          </a:p>
          <a:p>
            <a:pPr indent="-228600" eaLnBrk="1" hangingPunct="1">
              <a:lnSpc>
                <a:spcPct val="110000"/>
              </a:lnSpc>
              <a:spcAft>
                <a:spcPts val="600"/>
              </a:spcAft>
              <a:buClr>
                <a:schemeClr val="tx1"/>
              </a:buClr>
              <a:buFont typeface="Arial" panose="020B0604020202020204" pitchFamily="34" charset="0"/>
              <a:buChar char="•"/>
            </a:pPr>
            <a:r>
              <a:rPr lang="en-US" sz="1600" b="0" i="0" cap="all" dirty="0">
                <a:highlight>
                  <a:srgbClr val="FFFFFF"/>
                </a:highlight>
                <a:latin typeface="+mn-lt"/>
                <a:ea typeface="+mn-ea"/>
              </a:rPr>
              <a:t>So for example, our shopping list could have input forms and buttons that allow us to add or delete items. These actions require the model to be updated, so the input is sent to the controller, which then manipulates the model as appropriate, which then sends updated data to the view.</a:t>
            </a:r>
          </a:p>
          <a:p>
            <a:pPr indent="-228600" eaLnBrk="1" hangingPunct="1">
              <a:lnSpc>
                <a:spcPct val="110000"/>
              </a:lnSpc>
              <a:spcAft>
                <a:spcPts val="600"/>
              </a:spcAft>
              <a:buClr>
                <a:schemeClr val="tx1"/>
              </a:buClr>
              <a:buFont typeface="Arial" panose="020B0604020202020204" pitchFamily="34" charset="0"/>
              <a:buChar char="•"/>
            </a:pPr>
            <a:r>
              <a:rPr lang="en-US" sz="1600" b="0" i="0" cap="all" dirty="0">
                <a:highlight>
                  <a:srgbClr val="FFFFFF"/>
                </a:highlight>
                <a:latin typeface="+mn-lt"/>
                <a:ea typeface="+mn-ea"/>
              </a:rPr>
              <a:t>You might however also want to just update the view to display the data in a different format, e.g., change the item order to alphabetical, or lowest to highest price. In this case the controller could handle this directly without needing to update the model.</a:t>
            </a: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C2DEB86-4604-3306-5E07-2DD2B3BD74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990600"/>
            <a:ext cx="6469480" cy="41433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24ED3C-6B7F-6654-AAD3-3C747719A5D4}"/>
              </a:ext>
            </a:extLst>
          </p:cNvPr>
          <p:cNvSpPr>
            <a:spLocks noGrp="1"/>
          </p:cNvSpPr>
          <p:nvPr>
            <p:ph type="dt" sz="half" idx="10"/>
          </p:nvPr>
        </p:nvSpPr>
        <p:spPr/>
        <p:txBody>
          <a:bodyPr/>
          <a:lstStyle/>
          <a:p>
            <a:pPr>
              <a:defRPr/>
            </a:pPr>
            <a:fld id="{8FC35119-4326-4B12-8C41-028122D81B5B}" type="datetime4">
              <a:rPr lang="en-US" altLang="en-US" smtClean="0"/>
              <a:t>May 9, 2024</a:t>
            </a:fld>
            <a:endParaRPr lang="en-US" altLang="en-US"/>
          </a:p>
        </p:txBody>
      </p:sp>
      <p:sp>
        <p:nvSpPr>
          <p:cNvPr id="3" name="Slide Number Placeholder 2">
            <a:extLst>
              <a:ext uri="{FF2B5EF4-FFF2-40B4-BE49-F238E27FC236}">
                <a16:creationId xmlns:a16="http://schemas.microsoft.com/office/drawing/2014/main" id="{DBA505AE-D0EC-7152-FEDF-56576DF7E641}"/>
              </a:ext>
            </a:extLst>
          </p:cNvPr>
          <p:cNvSpPr>
            <a:spLocks noGrp="1"/>
          </p:cNvSpPr>
          <p:nvPr>
            <p:ph type="sldNum" sz="quarter" idx="12"/>
          </p:nvPr>
        </p:nvSpPr>
        <p:spPr/>
        <p:txBody>
          <a:bodyPr/>
          <a:lstStyle/>
          <a:p>
            <a:pPr>
              <a:defRPr/>
            </a:pPr>
            <a:fld id="{CC516D0E-CD58-4E49-9F6D-689564ED6CA6}" type="slidenum">
              <a:rPr lang="en-US" altLang="en-US" smtClean="0"/>
              <a:pPr>
                <a:defRPr/>
              </a:pPr>
              <a:t>12</a:t>
            </a:fld>
            <a:endParaRPr lang="en-US" altLang="en-US"/>
          </a:p>
        </p:txBody>
      </p:sp>
      <p:pic>
        <p:nvPicPr>
          <p:cNvPr id="4098" name="Picture 2" descr="Diagram to show the different parts of the mvc architecture.">
            <a:extLst>
              <a:ext uri="{FF2B5EF4-FFF2-40B4-BE49-F238E27FC236}">
                <a16:creationId xmlns:a16="http://schemas.microsoft.com/office/drawing/2014/main" id="{520D0487-C272-F2AA-4223-BA801973E8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860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8054786"/>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rotWithShape="1">
          <a:blip r:embed="rId2" cstate="print"/>
          <a:srcRect t="11166" b="35482"/>
          <a:stretch/>
        </p:blipFill>
        <p:spPr>
          <a:xfrm>
            <a:off x="23685" y="1790700"/>
            <a:ext cx="9120315" cy="3276600"/>
          </a:xfrm>
          <a:prstGeom prst="rect">
            <a:avLst/>
          </a:prstGeom>
        </p:spPr>
      </p:pic>
      <p:sp>
        <p:nvSpPr>
          <p:cNvPr id="3" name="TextBox 2">
            <a:extLst>
              <a:ext uri="{FF2B5EF4-FFF2-40B4-BE49-F238E27FC236}">
                <a16:creationId xmlns:a16="http://schemas.microsoft.com/office/drawing/2014/main" id="{6DBF2697-AF8B-A678-7783-A27842B73FA3}"/>
              </a:ext>
            </a:extLst>
          </p:cNvPr>
          <p:cNvSpPr txBox="1"/>
          <p:nvPr/>
        </p:nvSpPr>
        <p:spPr>
          <a:xfrm>
            <a:off x="3048000" y="762000"/>
            <a:ext cx="2238113" cy="584775"/>
          </a:xfrm>
          <a:prstGeom prst="rect">
            <a:avLst/>
          </a:prstGeom>
          <a:noFill/>
        </p:spPr>
        <p:txBody>
          <a:bodyPr wrap="none" rtlCol="0">
            <a:spAutoFit/>
          </a:bodyPr>
          <a:lstStyle/>
          <a:p>
            <a:r>
              <a:rPr lang="en-US" sz="3200" dirty="0"/>
              <a:t>EXAMPLE </a:t>
            </a: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AC Design">
            <a:extLst>
              <a:ext uri="{FF2B5EF4-FFF2-40B4-BE49-F238E27FC236}">
                <a16:creationId xmlns:a16="http://schemas.microsoft.com/office/drawing/2014/main" id="{9AB8112D-D773-42A1-B807-5F523A2E8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878" y="1066800"/>
            <a:ext cx="7642244" cy="510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7" y="3044"/>
            <a:ext cx="9120315" cy="6773072"/>
          </a:xfrm>
          <a:prstGeom prst="rect">
            <a:avLst/>
          </a:prstGeom>
        </p:spPr>
      </p:pic>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7407B0FF-43E0-4B2E-B48B-C2A472D103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9144002"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7CAC6C18-4147-48ED-8B6A-19B3E0D891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graphicFrame>
        <p:nvGraphicFramePr>
          <p:cNvPr id="5" name="Content Placeholder 2">
            <a:extLst>
              <a:ext uri="{FF2B5EF4-FFF2-40B4-BE49-F238E27FC236}">
                <a16:creationId xmlns:a16="http://schemas.microsoft.com/office/drawing/2014/main" id="{5278F4BF-A879-0DA4-ED9F-B67AD249CD74}"/>
              </a:ext>
            </a:extLst>
          </p:cNvPr>
          <p:cNvGraphicFramePr>
            <a:graphicFrameLocks noGrp="1"/>
          </p:cNvGraphicFramePr>
          <p:nvPr>
            <p:ph idx="4294967295"/>
            <p:extLst>
              <p:ext uri="{D42A27DB-BD31-4B8C-83A1-F6EECF244321}">
                <p14:modId xmlns:p14="http://schemas.microsoft.com/office/powerpoint/2010/main" val="2582692244"/>
              </p:ext>
            </p:extLst>
          </p:nvPr>
        </p:nvGraphicFramePr>
        <p:xfrm>
          <a:off x="685800" y="2532475"/>
          <a:ext cx="7772400" cy="30290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79085215"/>
      </p:ext>
    </p:extLst>
  </p:cSld>
  <p:clrMapOvr>
    <a:masterClrMapping/>
  </p:clrMapOvr>
  <p:transition>
    <p:random/>
  </p:transition>
</p:sld>
</file>

<file path=ppt/theme/theme1.xml><?xml version="1.0" encoding="utf-8"?>
<a:theme xmlns:a="http://schemas.openxmlformats.org/drawingml/2006/main" name="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20603050405020304"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Layers">
  <a:themeElements>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fontScheme name="Layers">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th-TH" altLang="en-US" sz="1800" b="0" i="0" u="none" strike="noStrike" cap="none" normalizeH="0" baseline="0" smtClean="0">
            <a:ln>
              <a:noFill/>
            </a:ln>
            <a:solidFill>
              <a:schemeClr val="tx1"/>
            </a:solidFill>
            <a:effectLst/>
            <a:latin typeface="Arial" panose="020B0604020202020204" pitchFamily="34" charset="0"/>
            <a:ea typeface="Angsana New" panose="020B0502040204020203" pitchFamily="18" charset="-34"/>
            <a:cs typeface="Arial" panose="020B0604020202020204" pitchFamily="34" charset="0"/>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iab97">
  <a:themeElements>
    <a:clrScheme name="">
      <a:dk1>
        <a:srgbClr val="000000"/>
      </a:dk1>
      <a:lt1>
        <a:srgbClr val="FFFFFF"/>
      </a:lt1>
      <a:dk2>
        <a:srgbClr val="000082"/>
      </a:dk2>
      <a:lt2>
        <a:srgbClr val="C0C0C0"/>
      </a:lt2>
      <a:accent1>
        <a:srgbClr val="D01608"/>
      </a:accent1>
      <a:accent2>
        <a:srgbClr val="000082"/>
      </a:accent2>
      <a:accent3>
        <a:srgbClr val="FFFFFF"/>
      </a:accent3>
      <a:accent4>
        <a:srgbClr val="000000"/>
      </a:accent4>
      <a:accent5>
        <a:srgbClr val="E4ABAA"/>
      </a:accent5>
      <a:accent6>
        <a:srgbClr val="000075"/>
      </a:accent6>
      <a:hlink>
        <a:srgbClr val="00C000"/>
      </a:hlink>
      <a:folHlink>
        <a:srgbClr val="800080"/>
      </a:folHlink>
    </a:clrScheme>
    <a:fontScheme name="iab97">
      <a:majorFont>
        <a:latin typeface="Book Antiqua"/>
        <a:ea typeface="新細明體"/>
        <a:cs typeface=""/>
      </a:majorFont>
      <a:minorFont>
        <a:latin typeface="Book Antiqua"/>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iab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ab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ab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ab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ab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ab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ab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400" b="0" i="1" u="sng" strike="noStrike" cap="none" normalizeH="0" baseline="0" smtClean="0">
            <a:ln>
              <a:noFill/>
            </a:ln>
            <a:solidFill>
              <a:srgbClr val="003366"/>
            </a:solidFill>
            <a:effectLst/>
            <a:latin typeface="Times New Roman" pitchFamily="18" charset="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4471</TotalTime>
  <Words>330</Words>
  <Application>Microsoft Office PowerPoint</Application>
  <PresentationFormat>On-screen Show (4:3)</PresentationFormat>
  <Paragraphs>28</Paragraphs>
  <Slides>32</Slides>
  <Notes>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32</vt:i4>
      </vt:variant>
    </vt:vector>
  </HeadingPairs>
  <TitlesOfParts>
    <vt:vector size="46" baseType="lpstr">
      <vt:lpstr>Arial</vt:lpstr>
      <vt:lpstr>Book Antiqua</vt:lpstr>
      <vt:lpstr>Georgia</vt:lpstr>
      <vt:lpstr>Rockwell</vt:lpstr>
      <vt:lpstr>Times New Roman</vt:lpstr>
      <vt:lpstr>Tw Cen MT</vt:lpstr>
      <vt:lpstr>Wingdings</vt:lpstr>
      <vt:lpstr>Wingdings 2</vt:lpstr>
      <vt:lpstr>Layers</vt:lpstr>
      <vt:lpstr>Advantage</vt:lpstr>
      <vt:lpstr>1_Layers</vt:lpstr>
      <vt:lpstr>iab97</vt:lpstr>
      <vt:lpstr>自訂設計</vt:lpstr>
      <vt:lpstr>Droplet</vt:lpstr>
      <vt:lpstr>Software Design and Arcitecture(SDA) Lecture 9</vt:lpstr>
      <vt:lpstr>Interactive systems with MVC architecture; Software Reuse </vt:lpstr>
      <vt:lpstr>What is Interactive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Kasetsart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and Architecture</dc:title>
  <dc:subject/>
  <dc:creator>Pradondet Nilagupta</dc:creator>
  <cp:keywords/>
  <dc:description/>
  <cp:lastModifiedBy>Ramsha Mashood BUKC</cp:lastModifiedBy>
  <cp:revision>156</cp:revision>
  <cp:lastPrinted>1601-01-01T00:00:00Z</cp:lastPrinted>
  <dcterms:created xsi:type="dcterms:W3CDTF">2007-10-31T16:45:31Z</dcterms:created>
  <dcterms:modified xsi:type="dcterms:W3CDTF">2024-05-09T09:10:18Z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TC102037551033</vt:lpwstr>
  </property>
</Properties>
</file>