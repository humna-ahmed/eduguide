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1"/>
    <p:sldMasterId id="2147483679" r:id="rId2"/>
    <p:sldMasterId id="2147483703" r:id="rId3"/>
    <p:sldMasterId id="2147483716" r:id="rId4"/>
    <p:sldMasterId id="2147483729" r:id="rId5"/>
    <p:sldMasterId id="2147484092" r:id="rId6"/>
  </p:sldMasterIdLst>
  <p:notesMasterIdLst>
    <p:notesMasterId r:id="rId44"/>
  </p:notesMasterIdLst>
  <p:sldIdLst>
    <p:sldId id="386" r:id="rId7"/>
    <p:sldId id="387" r:id="rId8"/>
    <p:sldId id="275" r:id="rId9"/>
    <p:sldId id="483" r:id="rId10"/>
    <p:sldId id="258" r:id="rId11"/>
    <p:sldId id="268" r:id="rId12"/>
    <p:sldId id="534" r:id="rId13"/>
    <p:sldId id="266" r:id="rId14"/>
    <p:sldId id="491" r:id="rId15"/>
    <p:sldId id="492" r:id="rId16"/>
    <p:sldId id="494" r:id="rId17"/>
    <p:sldId id="495" r:id="rId18"/>
    <p:sldId id="496" r:id="rId19"/>
    <p:sldId id="517" r:id="rId20"/>
    <p:sldId id="498" r:id="rId21"/>
    <p:sldId id="518" r:id="rId22"/>
    <p:sldId id="502" r:id="rId23"/>
    <p:sldId id="503" r:id="rId24"/>
    <p:sldId id="504" r:id="rId25"/>
    <p:sldId id="519" r:id="rId26"/>
    <p:sldId id="501" r:id="rId27"/>
    <p:sldId id="520" r:id="rId28"/>
    <p:sldId id="521" r:id="rId29"/>
    <p:sldId id="522" r:id="rId30"/>
    <p:sldId id="523" r:id="rId31"/>
    <p:sldId id="524" r:id="rId32"/>
    <p:sldId id="525" r:id="rId33"/>
    <p:sldId id="526" r:id="rId34"/>
    <p:sldId id="527" r:id="rId35"/>
    <p:sldId id="528" r:id="rId36"/>
    <p:sldId id="529" r:id="rId37"/>
    <p:sldId id="531" r:id="rId38"/>
    <p:sldId id="530" r:id="rId39"/>
    <p:sldId id="532" r:id="rId40"/>
    <p:sldId id="533" r:id="rId41"/>
    <p:sldId id="493" r:id="rId42"/>
    <p:sldId id="432" r:id="rId43"/>
  </p:sldIdLst>
  <p:sldSz cx="9144000" cy="6858000" type="screen4x3"/>
  <p:notesSz cx="7099300" cy="10234613"/>
  <p:defaultTextStyle>
    <a:defPPr>
      <a:defRPr lang="th-TH"/>
    </a:defPPr>
    <a:lvl1pPr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5pPr>
    <a:lvl6pPr marL="22860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6pPr>
    <a:lvl7pPr marL="27432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7pPr>
    <a:lvl8pPr marL="32004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8pPr>
    <a:lvl9pPr marL="36576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800080"/>
    <a:srgbClr val="339966"/>
    <a:srgbClr val="CC3300"/>
    <a:srgbClr val="4924A4"/>
    <a:srgbClr val="542ABC"/>
    <a:srgbClr val="8EC1D8"/>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p:cViewPr varScale="1">
        <p:scale>
          <a:sx n="65" d="100"/>
          <a:sy n="65" d="100"/>
        </p:scale>
        <p:origin x="81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s>
</file>

<file path=ppt/diagrams/_rels/data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4" Type="http://schemas.openxmlformats.org/officeDocument/2006/relationships/image" Target="../media/image3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4" Type="http://schemas.openxmlformats.org/officeDocument/2006/relationships/image" Target="../media/image3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650380-C0C6-4100-B433-BBDF1C6F31D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4D26B11-D6D2-45A4-86CB-B26A6CAB1548}">
      <dgm:prSet custT="1"/>
      <dgm:spPr/>
      <dgm:t>
        <a:bodyPr/>
        <a:lstStyle/>
        <a:p>
          <a:r>
            <a:rPr lang="en-US" sz="2000" b="1" i="0" dirty="0"/>
            <a:t>Creational patterns</a:t>
          </a:r>
          <a:r>
            <a:rPr lang="en-US" sz="2000" b="0" i="0" dirty="0"/>
            <a:t> provide object creation mechanisms that increase flexibility and reuse of existing code.</a:t>
          </a:r>
          <a:endParaRPr lang="en-US" sz="2000" dirty="0"/>
        </a:p>
      </dgm:t>
    </dgm:pt>
    <dgm:pt modelId="{EF532AF6-9BCE-4985-A788-26C70ABDD2BA}" type="parTrans" cxnId="{07EAC5EC-3374-4C78-89BE-F94187D580D7}">
      <dgm:prSet/>
      <dgm:spPr/>
      <dgm:t>
        <a:bodyPr/>
        <a:lstStyle/>
        <a:p>
          <a:endParaRPr lang="en-US" sz="2400"/>
        </a:p>
      </dgm:t>
    </dgm:pt>
    <dgm:pt modelId="{C539648A-B25B-4CEA-ABA4-564587F65DA5}" type="sibTrans" cxnId="{07EAC5EC-3374-4C78-89BE-F94187D580D7}">
      <dgm:prSet/>
      <dgm:spPr/>
      <dgm:t>
        <a:bodyPr/>
        <a:lstStyle/>
        <a:p>
          <a:endParaRPr lang="en-US" sz="2400"/>
        </a:p>
      </dgm:t>
    </dgm:pt>
    <dgm:pt modelId="{01F6E035-0A34-4CDC-81F6-E7F04B0D62E8}">
      <dgm:prSet custT="1"/>
      <dgm:spPr/>
      <dgm:t>
        <a:bodyPr/>
        <a:lstStyle/>
        <a:p>
          <a:r>
            <a:rPr lang="en-US" sz="2000" b="1" i="0" dirty="0"/>
            <a:t>Structural patterns</a:t>
          </a:r>
          <a:r>
            <a:rPr lang="en-US" sz="2000" b="0" i="0" dirty="0"/>
            <a:t> explain how to assemble objects and classes into larger structures, while keeping these structures flexible and efficient.</a:t>
          </a:r>
          <a:endParaRPr lang="en-US" sz="2000" dirty="0"/>
        </a:p>
      </dgm:t>
    </dgm:pt>
    <dgm:pt modelId="{A271A239-19ED-4EFE-BA63-DD1754B04B8D}" type="parTrans" cxnId="{5FA21356-9A0B-4F35-8D0B-976456EC01EC}">
      <dgm:prSet/>
      <dgm:spPr/>
      <dgm:t>
        <a:bodyPr/>
        <a:lstStyle/>
        <a:p>
          <a:endParaRPr lang="en-US" sz="2400"/>
        </a:p>
      </dgm:t>
    </dgm:pt>
    <dgm:pt modelId="{154545DC-95F2-4C04-8259-4D7BF729AB71}" type="sibTrans" cxnId="{5FA21356-9A0B-4F35-8D0B-976456EC01EC}">
      <dgm:prSet/>
      <dgm:spPr/>
      <dgm:t>
        <a:bodyPr/>
        <a:lstStyle/>
        <a:p>
          <a:endParaRPr lang="en-US" sz="2400"/>
        </a:p>
      </dgm:t>
    </dgm:pt>
    <dgm:pt modelId="{4E5FE68E-6A20-4340-8E80-6CE787CA242D}">
      <dgm:prSet custT="1"/>
      <dgm:spPr/>
      <dgm:t>
        <a:bodyPr/>
        <a:lstStyle/>
        <a:p>
          <a:r>
            <a:rPr lang="en-US" sz="2000" b="1" i="0"/>
            <a:t>Behavioral patterns</a:t>
          </a:r>
          <a:r>
            <a:rPr lang="en-US" sz="2000" b="0" i="0"/>
            <a:t> take care of effective communication and the assignment of responsibilities between objects.</a:t>
          </a:r>
          <a:endParaRPr lang="en-US" sz="2000"/>
        </a:p>
      </dgm:t>
    </dgm:pt>
    <dgm:pt modelId="{4EA181D7-81BC-445E-85AA-9B2EBC50362B}" type="parTrans" cxnId="{58F66503-4F55-4106-B23D-BE30766105ED}">
      <dgm:prSet/>
      <dgm:spPr/>
      <dgm:t>
        <a:bodyPr/>
        <a:lstStyle/>
        <a:p>
          <a:endParaRPr lang="en-US" sz="2400"/>
        </a:p>
      </dgm:t>
    </dgm:pt>
    <dgm:pt modelId="{C67AD150-016B-4BC5-B9B7-E8F4575508A6}" type="sibTrans" cxnId="{58F66503-4F55-4106-B23D-BE30766105ED}">
      <dgm:prSet/>
      <dgm:spPr/>
      <dgm:t>
        <a:bodyPr/>
        <a:lstStyle/>
        <a:p>
          <a:endParaRPr lang="en-US" sz="2400"/>
        </a:p>
      </dgm:t>
    </dgm:pt>
    <dgm:pt modelId="{6071C018-6C23-4A5B-9B08-8A606A6A66B6}" type="pres">
      <dgm:prSet presAssocID="{4E650380-C0C6-4100-B433-BBDF1C6F31D7}" presName="root" presStyleCnt="0">
        <dgm:presLayoutVars>
          <dgm:dir/>
          <dgm:resizeHandles val="exact"/>
        </dgm:presLayoutVars>
      </dgm:prSet>
      <dgm:spPr/>
    </dgm:pt>
    <dgm:pt modelId="{FE124D00-9A64-4D53-8678-7130646C6169}" type="pres">
      <dgm:prSet presAssocID="{C4D26B11-D6D2-45A4-86CB-B26A6CAB1548}" presName="compNode" presStyleCnt="0"/>
      <dgm:spPr/>
    </dgm:pt>
    <dgm:pt modelId="{5D2FBA89-8E02-4C67-AB1F-E55C215CFF24}" type="pres">
      <dgm:prSet presAssocID="{C4D26B11-D6D2-45A4-86CB-B26A6CAB1548}" presName="bgRect" presStyleLbl="bgShp" presStyleIdx="0" presStyleCnt="3"/>
      <dgm:spPr/>
    </dgm:pt>
    <dgm:pt modelId="{077B5366-912A-41D7-BF71-A33FE883C97A}" type="pres">
      <dgm:prSet presAssocID="{C4D26B11-D6D2-45A4-86CB-B26A6CAB154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4C9AFFCF-D4B1-4A94-A5C1-2F6D3E11515B}" type="pres">
      <dgm:prSet presAssocID="{C4D26B11-D6D2-45A4-86CB-B26A6CAB1548}" presName="spaceRect" presStyleCnt="0"/>
      <dgm:spPr/>
    </dgm:pt>
    <dgm:pt modelId="{F09E5CF0-358C-4D02-93E6-3E399ACEEC8D}" type="pres">
      <dgm:prSet presAssocID="{C4D26B11-D6D2-45A4-86CB-B26A6CAB1548}" presName="parTx" presStyleLbl="revTx" presStyleIdx="0" presStyleCnt="3">
        <dgm:presLayoutVars>
          <dgm:chMax val="0"/>
          <dgm:chPref val="0"/>
        </dgm:presLayoutVars>
      </dgm:prSet>
      <dgm:spPr/>
    </dgm:pt>
    <dgm:pt modelId="{A93250C7-DFE0-407A-BD52-40A1BD747686}" type="pres">
      <dgm:prSet presAssocID="{C539648A-B25B-4CEA-ABA4-564587F65DA5}" presName="sibTrans" presStyleCnt="0"/>
      <dgm:spPr/>
    </dgm:pt>
    <dgm:pt modelId="{F57875F3-2A08-4793-AAA4-FA0CD945A64B}" type="pres">
      <dgm:prSet presAssocID="{01F6E035-0A34-4CDC-81F6-E7F04B0D62E8}" presName="compNode" presStyleCnt="0"/>
      <dgm:spPr/>
    </dgm:pt>
    <dgm:pt modelId="{11DEC19B-28C8-4D91-92E7-63C756D02525}" type="pres">
      <dgm:prSet presAssocID="{01F6E035-0A34-4CDC-81F6-E7F04B0D62E8}" presName="bgRect" presStyleLbl="bgShp" presStyleIdx="1" presStyleCnt="3"/>
      <dgm:spPr/>
    </dgm:pt>
    <dgm:pt modelId="{5AB1CFC8-FE9F-4AAD-BBE3-9664AE551BD2}" type="pres">
      <dgm:prSet presAssocID="{01F6E035-0A34-4CDC-81F6-E7F04B0D62E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ilding"/>
        </a:ext>
      </dgm:extLst>
    </dgm:pt>
    <dgm:pt modelId="{DFCEE849-1144-4F6B-BC8F-0F6FB96BC08D}" type="pres">
      <dgm:prSet presAssocID="{01F6E035-0A34-4CDC-81F6-E7F04B0D62E8}" presName="spaceRect" presStyleCnt="0"/>
      <dgm:spPr/>
    </dgm:pt>
    <dgm:pt modelId="{10FA04FA-D765-4408-B7AD-D96C25F52EDF}" type="pres">
      <dgm:prSet presAssocID="{01F6E035-0A34-4CDC-81F6-E7F04B0D62E8}" presName="parTx" presStyleLbl="revTx" presStyleIdx="1" presStyleCnt="3">
        <dgm:presLayoutVars>
          <dgm:chMax val="0"/>
          <dgm:chPref val="0"/>
        </dgm:presLayoutVars>
      </dgm:prSet>
      <dgm:spPr/>
    </dgm:pt>
    <dgm:pt modelId="{A661E8C5-35C1-477E-9380-990A32D6D210}" type="pres">
      <dgm:prSet presAssocID="{154545DC-95F2-4C04-8259-4D7BF729AB71}" presName="sibTrans" presStyleCnt="0"/>
      <dgm:spPr/>
    </dgm:pt>
    <dgm:pt modelId="{486962A9-BC9A-407D-BC71-9D77CAA39596}" type="pres">
      <dgm:prSet presAssocID="{4E5FE68E-6A20-4340-8E80-6CE787CA242D}" presName="compNode" presStyleCnt="0"/>
      <dgm:spPr/>
    </dgm:pt>
    <dgm:pt modelId="{EF5222EB-9B6E-4947-A975-519797504A16}" type="pres">
      <dgm:prSet presAssocID="{4E5FE68E-6A20-4340-8E80-6CE787CA242D}" presName="bgRect" presStyleLbl="bgShp" presStyleIdx="2" presStyleCnt="3"/>
      <dgm:spPr/>
    </dgm:pt>
    <dgm:pt modelId="{289F1CA6-35E0-4B8E-B8A0-66FCC522E417}" type="pres">
      <dgm:prSet presAssocID="{4E5FE68E-6A20-4340-8E80-6CE787CA242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3E44798A-A925-43F4-9F5A-059301128625}" type="pres">
      <dgm:prSet presAssocID="{4E5FE68E-6A20-4340-8E80-6CE787CA242D}" presName="spaceRect" presStyleCnt="0"/>
      <dgm:spPr/>
    </dgm:pt>
    <dgm:pt modelId="{8AF0A8B7-20CE-4228-AEC3-B10719ABB06F}" type="pres">
      <dgm:prSet presAssocID="{4E5FE68E-6A20-4340-8E80-6CE787CA242D}" presName="parTx" presStyleLbl="revTx" presStyleIdx="2" presStyleCnt="3">
        <dgm:presLayoutVars>
          <dgm:chMax val="0"/>
          <dgm:chPref val="0"/>
        </dgm:presLayoutVars>
      </dgm:prSet>
      <dgm:spPr/>
    </dgm:pt>
  </dgm:ptLst>
  <dgm:cxnLst>
    <dgm:cxn modelId="{58F66503-4F55-4106-B23D-BE30766105ED}" srcId="{4E650380-C0C6-4100-B433-BBDF1C6F31D7}" destId="{4E5FE68E-6A20-4340-8E80-6CE787CA242D}" srcOrd="2" destOrd="0" parTransId="{4EA181D7-81BC-445E-85AA-9B2EBC50362B}" sibTransId="{C67AD150-016B-4BC5-B9B7-E8F4575508A6}"/>
    <dgm:cxn modelId="{97FD0112-A8B0-45EA-BA77-2FA0A066224E}" type="presOf" srcId="{01F6E035-0A34-4CDC-81F6-E7F04B0D62E8}" destId="{10FA04FA-D765-4408-B7AD-D96C25F52EDF}" srcOrd="0" destOrd="0" presId="urn:microsoft.com/office/officeart/2018/2/layout/IconVerticalSolidList"/>
    <dgm:cxn modelId="{5D176C1E-0313-4BD7-88DF-4570B23975E7}" type="presOf" srcId="{C4D26B11-D6D2-45A4-86CB-B26A6CAB1548}" destId="{F09E5CF0-358C-4D02-93E6-3E399ACEEC8D}" srcOrd="0" destOrd="0" presId="urn:microsoft.com/office/officeart/2018/2/layout/IconVerticalSolidList"/>
    <dgm:cxn modelId="{5FA21356-9A0B-4F35-8D0B-976456EC01EC}" srcId="{4E650380-C0C6-4100-B433-BBDF1C6F31D7}" destId="{01F6E035-0A34-4CDC-81F6-E7F04B0D62E8}" srcOrd="1" destOrd="0" parTransId="{A271A239-19ED-4EFE-BA63-DD1754B04B8D}" sibTransId="{154545DC-95F2-4C04-8259-4D7BF729AB71}"/>
    <dgm:cxn modelId="{7BE7B1B3-D629-45FE-B629-FDE8F3F1681D}" type="presOf" srcId="{4E5FE68E-6A20-4340-8E80-6CE787CA242D}" destId="{8AF0A8B7-20CE-4228-AEC3-B10719ABB06F}" srcOrd="0" destOrd="0" presId="urn:microsoft.com/office/officeart/2018/2/layout/IconVerticalSolidList"/>
    <dgm:cxn modelId="{07EAC5EC-3374-4C78-89BE-F94187D580D7}" srcId="{4E650380-C0C6-4100-B433-BBDF1C6F31D7}" destId="{C4D26B11-D6D2-45A4-86CB-B26A6CAB1548}" srcOrd="0" destOrd="0" parTransId="{EF532AF6-9BCE-4985-A788-26C70ABDD2BA}" sibTransId="{C539648A-B25B-4CEA-ABA4-564587F65DA5}"/>
    <dgm:cxn modelId="{176625FD-414F-48DD-B5CA-5B41FEAC3470}" type="presOf" srcId="{4E650380-C0C6-4100-B433-BBDF1C6F31D7}" destId="{6071C018-6C23-4A5B-9B08-8A606A6A66B6}" srcOrd="0" destOrd="0" presId="urn:microsoft.com/office/officeart/2018/2/layout/IconVerticalSolidList"/>
    <dgm:cxn modelId="{F13E61DA-2A00-4BE6-B448-EBC232FC295D}" type="presParOf" srcId="{6071C018-6C23-4A5B-9B08-8A606A6A66B6}" destId="{FE124D00-9A64-4D53-8678-7130646C6169}" srcOrd="0" destOrd="0" presId="urn:microsoft.com/office/officeart/2018/2/layout/IconVerticalSolidList"/>
    <dgm:cxn modelId="{E5785A64-BDF1-4025-B407-FB5CD86122E4}" type="presParOf" srcId="{FE124D00-9A64-4D53-8678-7130646C6169}" destId="{5D2FBA89-8E02-4C67-AB1F-E55C215CFF24}" srcOrd="0" destOrd="0" presId="urn:microsoft.com/office/officeart/2018/2/layout/IconVerticalSolidList"/>
    <dgm:cxn modelId="{160CAA5B-5A36-48C4-904E-68DDD01A26FB}" type="presParOf" srcId="{FE124D00-9A64-4D53-8678-7130646C6169}" destId="{077B5366-912A-41D7-BF71-A33FE883C97A}" srcOrd="1" destOrd="0" presId="urn:microsoft.com/office/officeart/2018/2/layout/IconVerticalSolidList"/>
    <dgm:cxn modelId="{D7F289D5-3B3D-442F-BD11-1D2496B142ED}" type="presParOf" srcId="{FE124D00-9A64-4D53-8678-7130646C6169}" destId="{4C9AFFCF-D4B1-4A94-A5C1-2F6D3E11515B}" srcOrd="2" destOrd="0" presId="urn:microsoft.com/office/officeart/2018/2/layout/IconVerticalSolidList"/>
    <dgm:cxn modelId="{B912134A-CFC5-4625-B781-FE2F4D8C618D}" type="presParOf" srcId="{FE124D00-9A64-4D53-8678-7130646C6169}" destId="{F09E5CF0-358C-4D02-93E6-3E399ACEEC8D}" srcOrd="3" destOrd="0" presId="urn:microsoft.com/office/officeart/2018/2/layout/IconVerticalSolidList"/>
    <dgm:cxn modelId="{65061CD2-7059-4878-AE8C-F0E259195235}" type="presParOf" srcId="{6071C018-6C23-4A5B-9B08-8A606A6A66B6}" destId="{A93250C7-DFE0-407A-BD52-40A1BD747686}" srcOrd="1" destOrd="0" presId="urn:microsoft.com/office/officeart/2018/2/layout/IconVerticalSolidList"/>
    <dgm:cxn modelId="{135B5178-8881-4E4F-AE87-40540F5F279E}" type="presParOf" srcId="{6071C018-6C23-4A5B-9B08-8A606A6A66B6}" destId="{F57875F3-2A08-4793-AAA4-FA0CD945A64B}" srcOrd="2" destOrd="0" presId="urn:microsoft.com/office/officeart/2018/2/layout/IconVerticalSolidList"/>
    <dgm:cxn modelId="{4C14DB85-36EE-4BFB-96F8-2395A82B7A0A}" type="presParOf" srcId="{F57875F3-2A08-4793-AAA4-FA0CD945A64B}" destId="{11DEC19B-28C8-4D91-92E7-63C756D02525}" srcOrd="0" destOrd="0" presId="urn:microsoft.com/office/officeart/2018/2/layout/IconVerticalSolidList"/>
    <dgm:cxn modelId="{A4D261BA-2B91-4AB9-9033-06B50B563CF2}" type="presParOf" srcId="{F57875F3-2A08-4793-AAA4-FA0CD945A64B}" destId="{5AB1CFC8-FE9F-4AAD-BBE3-9664AE551BD2}" srcOrd="1" destOrd="0" presId="urn:microsoft.com/office/officeart/2018/2/layout/IconVerticalSolidList"/>
    <dgm:cxn modelId="{388EFD2A-7899-4180-B494-3AE3553AE8C7}" type="presParOf" srcId="{F57875F3-2A08-4793-AAA4-FA0CD945A64B}" destId="{DFCEE849-1144-4F6B-BC8F-0F6FB96BC08D}" srcOrd="2" destOrd="0" presId="urn:microsoft.com/office/officeart/2018/2/layout/IconVerticalSolidList"/>
    <dgm:cxn modelId="{23E62EC5-F7BD-4BE8-BF6E-F2BA40E8C349}" type="presParOf" srcId="{F57875F3-2A08-4793-AAA4-FA0CD945A64B}" destId="{10FA04FA-D765-4408-B7AD-D96C25F52EDF}" srcOrd="3" destOrd="0" presId="urn:microsoft.com/office/officeart/2018/2/layout/IconVerticalSolidList"/>
    <dgm:cxn modelId="{CF2C0110-CC35-440D-818C-B9FB72A499A5}" type="presParOf" srcId="{6071C018-6C23-4A5B-9B08-8A606A6A66B6}" destId="{A661E8C5-35C1-477E-9380-990A32D6D210}" srcOrd="3" destOrd="0" presId="urn:microsoft.com/office/officeart/2018/2/layout/IconVerticalSolidList"/>
    <dgm:cxn modelId="{56291AA5-93C2-4D3F-8B77-5798E656735C}" type="presParOf" srcId="{6071C018-6C23-4A5B-9B08-8A606A6A66B6}" destId="{486962A9-BC9A-407D-BC71-9D77CAA39596}" srcOrd="4" destOrd="0" presId="urn:microsoft.com/office/officeart/2018/2/layout/IconVerticalSolidList"/>
    <dgm:cxn modelId="{AAC75DBB-56BF-48BB-BF80-AFCDB807ACA2}" type="presParOf" srcId="{486962A9-BC9A-407D-BC71-9D77CAA39596}" destId="{EF5222EB-9B6E-4947-A975-519797504A16}" srcOrd="0" destOrd="0" presId="urn:microsoft.com/office/officeart/2018/2/layout/IconVerticalSolidList"/>
    <dgm:cxn modelId="{B3663067-EA17-4658-9D92-CBCD20AC30F9}" type="presParOf" srcId="{486962A9-BC9A-407D-BC71-9D77CAA39596}" destId="{289F1CA6-35E0-4B8E-B8A0-66FCC522E417}" srcOrd="1" destOrd="0" presId="urn:microsoft.com/office/officeart/2018/2/layout/IconVerticalSolidList"/>
    <dgm:cxn modelId="{D29CE162-1285-4B4B-ACFD-CFCC5B66152B}" type="presParOf" srcId="{486962A9-BC9A-407D-BC71-9D77CAA39596}" destId="{3E44798A-A925-43F4-9F5A-059301128625}" srcOrd="2" destOrd="0" presId="urn:microsoft.com/office/officeart/2018/2/layout/IconVerticalSolidList"/>
    <dgm:cxn modelId="{F7BF3E07-9499-4DB5-B8C1-40D4EA0CF941}" type="presParOf" srcId="{486962A9-BC9A-407D-BC71-9D77CAA39596}" destId="{8AF0A8B7-20CE-4228-AEC3-B10719ABB06F}"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32EF5EE-E9A2-48A9-A743-71C68F484C9C}"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3999BE7-A801-4127-831C-7147E8BD8CD2}">
      <dgm:prSet/>
      <dgm:spPr/>
      <dgm:t>
        <a:bodyPr/>
        <a:lstStyle/>
        <a:p>
          <a:pPr>
            <a:lnSpc>
              <a:spcPct val="100000"/>
            </a:lnSpc>
            <a:defRPr cap="all"/>
          </a:pPr>
          <a:r>
            <a:rPr lang="en-US" baseline="0"/>
            <a:t>Continue….</a:t>
          </a:r>
          <a:endParaRPr lang="en-US"/>
        </a:p>
      </dgm:t>
    </dgm:pt>
    <dgm:pt modelId="{F1B82A8E-B9F5-4F1E-82A3-E2D78B42CA6D}" type="parTrans" cxnId="{6466FC50-D381-4C82-AE80-706412AB5D42}">
      <dgm:prSet/>
      <dgm:spPr/>
      <dgm:t>
        <a:bodyPr/>
        <a:lstStyle/>
        <a:p>
          <a:endParaRPr lang="en-US"/>
        </a:p>
      </dgm:t>
    </dgm:pt>
    <dgm:pt modelId="{63DF31CB-795D-460E-B73F-D1BDBC6AAE38}" type="sibTrans" cxnId="{6466FC50-D381-4C82-AE80-706412AB5D42}">
      <dgm:prSet/>
      <dgm:spPr/>
      <dgm:t>
        <a:bodyPr/>
        <a:lstStyle/>
        <a:p>
          <a:endParaRPr lang="en-US"/>
        </a:p>
      </dgm:t>
    </dgm:pt>
    <dgm:pt modelId="{18A73C39-DB6D-45F5-8158-2F09C0A16A13}">
      <dgm:prSet/>
      <dgm:spPr/>
      <dgm:t>
        <a:bodyPr/>
        <a:lstStyle/>
        <a:p>
          <a:pPr>
            <a:lnSpc>
              <a:spcPct val="100000"/>
            </a:lnSpc>
            <a:defRPr cap="all"/>
          </a:pPr>
          <a:r>
            <a:rPr lang="en-US" baseline="0"/>
            <a:t>Any thing to ask ??</a:t>
          </a:r>
          <a:endParaRPr lang="en-US"/>
        </a:p>
      </dgm:t>
    </dgm:pt>
    <dgm:pt modelId="{2F435F0D-F6FE-41CB-94D1-FCD42309A24E}" type="parTrans" cxnId="{60600C4F-1623-41E8-B219-E212CD40979A}">
      <dgm:prSet/>
      <dgm:spPr/>
      <dgm:t>
        <a:bodyPr/>
        <a:lstStyle/>
        <a:p>
          <a:endParaRPr lang="en-US"/>
        </a:p>
      </dgm:t>
    </dgm:pt>
    <dgm:pt modelId="{1F780F22-08BA-4E47-9B23-1986336A02B5}" type="sibTrans" cxnId="{60600C4F-1623-41E8-B219-E212CD40979A}">
      <dgm:prSet/>
      <dgm:spPr/>
      <dgm:t>
        <a:bodyPr/>
        <a:lstStyle/>
        <a:p>
          <a:endParaRPr lang="en-US"/>
        </a:p>
      </dgm:t>
    </dgm:pt>
    <dgm:pt modelId="{98738B24-6F9B-44AF-B205-212FC0A2BA32}" type="pres">
      <dgm:prSet presAssocID="{932EF5EE-E9A2-48A9-A743-71C68F484C9C}" presName="root" presStyleCnt="0">
        <dgm:presLayoutVars>
          <dgm:dir/>
          <dgm:resizeHandles val="exact"/>
        </dgm:presLayoutVars>
      </dgm:prSet>
      <dgm:spPr/>
    </dgm:pt>
    <dgm:pt modelId="{4FADF25B-51AA-4C54-B845-32D7B9976760}" type="pres">
      <dgm:prSet presAssocID="{83999BE7-A801-4127-831C-7147E8BD8CD2}" presName="compNode" presStyleCnt="0"/>
      <dgm:spPr/>
    </dgm:pt>
    <dgm:pt modelId="{1D99C13F-C867-4479-B693-3AFE974EE0DD}" type="pres">
      <dgm:prSet presAssocID="{83999BE7-A801-4127-831C-7147E8BD8CD2}" presName="iconBgRect" presStyleLbl="bgShp" presStyleIdx="0" presStyleCnt="2"/>
      <dgm:spPr>
        <a:prstGeom prst="round2DiagRect">
          <a:avLst>
            <a:gd name="adj1" fmla="val 29727"/>
            <a:gd name="adj2" fmla="val 0"/>
          </a:avLst>
        </a:prstGeom>
      </dgm:spPr>
    </dgm:pt>
    <dgm:pt modelId="{01FFF199-E143-43B7-9516-3962AF4D00EA}" type="pres">
      <dgm:prSet presAssocID="{83999BE7-A801-4127-831C-7147E8BD8CD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eginning"/>
        </a:ext>
      </dgm:extLst>
    </dgm:pt>
    <dgm:pt modelId="{61B9E5EC-7221-4A88-A6EB-2265445AF70A}" type="pres">
      <dgm:prSet presAssocID="{83999BE7-A801-4127-831C-7147E8BD8CD2}" presName="spaceRect" presStyleCnt="0"/>
      <dgm:spPr/>
    </dgm:pt>
    <dgm:pt modelId="{419C95DF-4ADE-4AB1-9759-B3F6DE43E2A0}" type="pres">
      <dgm:prSet presAssocID="{83999BE7-A801-4127-831C-7147E8BD8CD2}" presName="textRect" presStyleLbl="revTx" presStyleIdx="0" presStyleCnt="2">
        <dgm:presLayoutVars>
          <dgm:chMax val="1"/>
          <dgm:chPref val="1"/>
        </dgm:presLayoutVars>
      </dgm:prSet>
      <dgm:spPr/>
    </dgm:pt>
    <dgm:pt modelId="{AFFA1592-3A7C-4A7F-988D-B5353E4C764A}" type="pres">
      <dgm:prSet presAssocID="{63DF31CB-795D-460E-B73F-D1BDBC6AAE38}" presName="sibTrans" presStyleCnt="0"/>
      <dgm:spPr/>
    </dgm:pt>
    <dgm:pt modelId="{A9E89FBF-3E81-4BA6-857D-E769E63ED80B}" type="pres">
      <dgm:prSet presAssocID="{18A73C39-DB6D-45F5-8158-2F09C0A16A13}" presName="compNode" presStyleCnt="0"/>
      <dgm:spPr/>
    </dgm:pt>
    <dgm:pt modelId="{C07AEB07-F129-4A81-A1B0-B1A7A7056C50}" type="pres">
      <dgm:prSet presAssocID="{18A73C39-DB6D-45F5-8158-2F09C0A16A13}" presName="iconBgRect" presStyleLbl="bgShp" presStyleIdx="1" presStyleCnt="2"/>
      <dgm:spPr>
        <a:prstGeom prst="round2DiagRect">
          <a:avLst>
            <a:gd name="adj1" fmla="val 29727"/>
            <a:gd name="adj2" fmla="val 0"/>
          </a:avLst>
        </a:prstGeom>
      </dgm:spPr>
    </dgm:pt>
    <dgm:pt modelId="{7E64E044-1FBF-42C8-83F4-CE3CAB024BA9}" type="pres">
      <dgm:prSet presAssocID="{18A73C39-DB6D-45F5-8158-2F09C0A16A1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F31725AC-1F2E-462B-9AB8-A9D1F0FD2DD1}" type="pres">
      <dgm:prSet presAssocID="{18A73C39-DB6D-45F5-8158-2F09C0A16A13}" presName="spaceRect" presStyleCnt="0"/>
      <dgm:spPr/>
    </dgm:pt>
    <dgm:pt modelId="{24FDB169-6826-46DA-BC84-554DEA75B280}" type="pres">
      <dgm:prSet presAssocID="{18A73C39-DB6D-45F5-8158-2F09C0A16A13}" presName="textRect" presStyleLbl="revTx" presStyleIdx="1" presStyleCnt="2">
        <dgm:presLayoutVars>
          <dgm:chMax val="1"/>
          <dgm:chPref val="1"/>
        </dgm:presLayoutVars>
      </dgm:prSet>
      <dgm:spPr/>
    </dgm:pt>
  </dgm:ptLst>
  <dgm:cxnLst>
    <dgm:cxn modelId="{BC04DF4B-48B4-4357-A3AE-502A98E098FC}" type="presOf" srcId="{18A73C39-DB6D-45F5-8158-2F09C0A16A13}" destId="{24FDB169-6826-46DA-BC84-554DEA75B280}" srcOrd="0" destOrd="0" presId="urn:microsoft.com/office/officeart/2018/5/layout/IconLeafLabelList"/>
    <dgm:cxn modelId="{60600C4F-1623-41E8-B219-E212CD40979A}" srcId="{932EF5EE-E9A2-48A9-A743-71C68F484C9C}" destId="{18A73C39-DB6D-45F5-8158-2F09C0A16A13}" srcOrd="1" destOrd="0" parTransId="{2F435F0D-F6FE-41CB-94D1-FCD42309A24E}" sibTransId="{1F780F22-08BA-4E47-9B23-1986336A02B5}"/>
    <dgm:cxn modelId="{6466FC50-D381-4C82-AE80-706412AB5D42}" srcId="{932EF5EE-E9A2-48A9-A743-71C68F484C9C}" destId="{83999BE7-A801-4127-831C-7147E8BD8CD2}" srcOrd="0" destOrd="0" parTransId="{F1B82A8E-B9F5-4F1E-82A3-E2D78B42CA6D}" sibTransId="{63DF31CB-795D-460E-B73F-D1BDBC6AAE38}"/>
    <dgm:cxn modelId="{D17C3876-4A80-416C-A36D-AA8A079F0036}" type="presOf" srcId="{83999BE7-A801-4127-831C-7147E8BD8CD2}" destId="{419C95DF-4ADE-4AB1-9759-B3F6DE43E2A0}" srcOrd="0" destOrd="0" presId="urn:microsoft.com/office/officeart/2018/5/layout/IconLeafLabelList"/>
    <dgm:cxn modelId="{C9C75F57-478C-489F-A777-F37D2529E0C9}" type="presOf" srcId="{932EF5EE-E9A2-48A9-A743-71C68F484C9C}" destId="{98738B24-6F9B-44AF-B205-212FC0A2BA32}" srcOrd="0" destOrd="0" presId="urn:microsoft.com/office/officeart/2018/5/layout/IconLeafLabelList"/>
    <dgm:cxn modelId="{4DCC2757-9715-4078-BE49-C68ECDABD380}" type="presParOf" srcId="{98738B24-6F9B-44AF-B205-212FC0A2BA32}" destId="{4FADF25B-51AA-4C54-B845-32D7B9976760}" srcOrd="0" destOrd="0" presId="urn:microsoft.com/office/officeart/2018/5/layout/IconLeafLabelList"/>
    <dgm:cxn modelId="{CDFFBCE1-68D6-443B-A56B-AC5DFE75E989}" type="presParOf" srcId="{4FADF25B-51AA-4C54-B845-32D7B9976760}" destId="{1D99C13F-C867-4479-B693-3AFE974EE0DD}" srcOrd="0" destOrd="0" presId="urn:microsoft.com/office/officeart/2018/5/layout/IconLeafLabelList"/>
    <dgm:cxn modelId="{F0255C21-5BA3-44AA-9A7F-C386148EBDA4}" type="presParOf" srcId="{4FADF25B-51AA-4C54-B845-32D7B9976760}" destId="{01FFF199-E143-43B7-9516-3962AF4D00EA}" srcOrd="1" destOrd="0" presId="urn:microsoft.com/office/officeart/2018/5/layout/IconLeafLabelList"/>
    <dgm:cxn modelId="{C86C1066-3026-49CB-B93C-1519034618F3}" type="presParOf" srcId="{4FADF25B-51AA-4C54-B845-32D7B9976760}" destId="{61B9E5EC-7221-4A88-A6EB-2265445AF70A}" srcOrd="2" destOrd="0" presId="urn:microsoft.com/office/officeart/2018/5/layout/IconLeafLabelList"/>
    <dgm:cxn modelId="{36B2A881-BF13-4108-80B4-3B2E2A8AFAAF}" type="presParOf" srcId="{4FADF25B-51AA-4C54-B845-32D7B9976760}" destId="{419C95DF-4ADE-4AB1-9759-B3F6DE43E2A0}" srcOrd="3" destOrd="0" presId="urn:microsoft.com/office/officeart/2018/5/layout/IconLeafLabelList"/>
    <dgm:cxn modelId="{C9B1BBE0-CD61-434E-9AB3-717180E3FFD2}" type="presParOf" srcId="{98738B24-6F9B-44AF-B205-212FC0A2BA32}" destId="{AFFA1592-3A7C-4A7F-988D-B5353E4C764A}" srcOrd="1" destOrd="0" presId="urn:microsoft.com/office/officeart/2018/5/layout/IconLeafLabelList"/>
    <dgm:cxn modelId="{E5713F8F-FE87-4B52-8403-16469C7945FB}" type="presParOf" srcId="{98738B24-6F9B-44AF-B205-212FC0A2BA32}" destId="{A9E89FBF-3E81-4BA6-857D-E769E63ED80B}" srcOrd="2" destOrd="0" presId="urn:microsoft.com/office/officeart/2018/5/layout/IconLeafLabelList"/>
    <dgm:cxn modelId="{05CFA2E0-9B01-4B84-BE0B-75E78081DA85}" type="presParOf" srcId="{A9E89FBF-3E81-4BA6-857D-E769E63ED80B}" destId="{C07AEB07-F129-4A81-A1B0-B1A7A7056C50}" srcOrd="0" destOrd="0" presId="urn:microsoft.com/office/officeart/2018/5/layout/IconLeafLabelList"/>
    <dgm:cxn modelId="{0B39F8E7-00FF-416F-9316-66D055BD47B0}" type="presParOf" srcId="{A9E89FBF-3E81-4BA6-857D-E769E63ED80B}" destId="{7E64E044-1FBF-42C8-83F4-CE3CAB024BA9}" srcOrd="1" destOrd="0" presId="urn:microsoft.com/office/officeart/2018/5/layout/IconLeafLabelList"/>
    <dgm:cxn modelId="{0137E0AD-A6DF-4938-B2E0-DFE626532932}" type="presParOf" srcId="{A9E89FBF-3E81-4BA6-857D-E769E63ED80B}" destId="{F31725AC-1F2E-462B-9AB8-A9D1F0FD2DD1}" srcOrd="2" destOrd="0" presId="urn:microsoft.com/office/officeart/2018/5/layout/IconLeafLabelList"/>
    <dgm:cxn modelId="{37368F36-410F-4C32-BA97-63914DA2DC35}" type="presParOf" srcId="{A9E89FBF-3E81-4BA6-857D-E769E63ED80B}" destId="{24FDB169-6826-46DA-BC84-554DEA75B280}"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2FBA89-8E02-4C67-AB1F-E55C215CFF24}">
      <dsp:nvSpPr>
        <dsp:cNvPr id="0" name=""/>
        <dsp:cNvSpPr/>
      </dsp:nvSpPr>
      <dsp:spPr>
        <a:xfrm>
          <a:off x="0" y="4725"/>
          <a:ext cx="5622133" cy="1490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7B5366-912A-41D7-BF71-A33FE883C97A}">
      <dsp:nvSpPr>
        <dsp:cNvPr id="0" name=""/>
        <dsp:cNvSpPr/>
      </dsp:nvSpPr>
      <dsp:spPr>
        <a:xfrm>
          <a:off x="450729" y="339978"/>
          <a:ext cx="820308" cy="8195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09E5CF0-358C-4D02-93E6-3E399ACEEC8D}">
      <dsp:nvSpPr>
        <dsp:cNvPr id="0" name=""/>
        <dsp:cNvSpPr/>
      </dsp:nvSpPr>
      <dsp:spPr>
        <a:xfrm>
          <a:off x="1721767" y="4725"/>
          <a:ext cx="3832907" cy="1491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47" tIns="157847" rIns="157847" bIns="157847" numCol="1" spcCol="1270" anchor="ctr" anchorCtr="0">
          <a:noAutofit/>
        </a:bodyPr>
        <a:lstStyle/>
        <a:p>
          <a:pPr marL="0" lvl="0" indent="0" algn="l" defTabSz="889000">
            <a:lnSpc>
              <a:spcPct val="90000"/>
            </a:lnSpc>
            <a:spcBef>
              <a:spcPct val="0"/>
            </a:spcBef>
            <a:spcAft>
              <a:spcPct val="35000"/>
            </a:spcAft>
            <a:buNone/>
          </a:pPr>
          <a:r>
            <a:rPr lang="en-US" sz="2000" b="1" i="0" kern="1200" dirty="0"/>
            <a:t>Creational patterns</a:t>
          </a:r>
          <a:r>
            <a:rPr lang="en-US" sz="2000" b="0" i="0" kern="1200" dirty="0"/>
            <a:t> provide object creation mechanisms that increase flexibility and reuse of existing code.</a:t>
          </a:r>
          <a:endParaRPr lang="en-US" sz="2000" kern="1200" dirty="0"/>
        </a:p>
      </dsp:txBody>
      <dsp:txXfrm>
        <a:off x="1721767" y="4725"/>
        <a:ext cx="3832907" cy="1491470"/>
      </dsp:txXfrm>
    </dsp:sp>
    <dsp:sp modelId="{11DEC19B-28C8-4D91-92E7-63C756D02525}">
      <dsp:nvSpPr>
        <dsp:cNvPr id="0" name=""/>
        <dsp:cNvSpPr/>
      </dsp:nvSpPr>
      <dsp:spPr>
        <a:xfrm>
          <a:off x="0" y="1857764"/>
          <a:ext cx="5622133" cy="1490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B1CFC8-FE9F-4AAD-BBE3-9664AE551BD2}">
      <dsp:nvSpPr>
        <dsp:cNvPr id="0" name=""/>
        <dsp:cNvSpPr/>
      </dsp:nvSpPr>
      <dsp:spPr>
        <a:xfrm>
          <a:off x="450729" y="2193017"/>
          <a:ext cx="820308" cy="8195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FA04FA-D765-4408-B7AD-D96C25F52EDF}">
      <dsp:nvSpPr>
        <dsp:cNvPr id="0" name=""/>
        <dsp:cNvSpPr/>
      </dsp:nvSpPr>
      <dsp:spPr>
        <a:xfrm>
          <a:off x="1721767" y="1857764"/>
          <a:ext cx="3832907" cy="1491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47" tIns="157847" rIns="157847" bIns="157847" numCol="1" spcCol="1270" anchor="ctr" anchorCtr="0">
          <a:noAutofit/>
        </a:bodyPr>
        <a:lstStyle/>
        <a:p>
          <a:pPr marL="0" lvl="0" indent="0" algn="l" defTabSz="889000">
            <a:lnSpc>
              <a:spcPct val="90000"/>
            </a:lnSpc>
            <a:spcBef>
              <a:spcPct val="0"/>
            </a:spcBef>
            <a:spcAft>
              <a:spcPct val="35000"/>
            </a:spcAft>
            <a:buNone/>
          </a:pPr>
          <a:r>
            <a:rPr lang="en-US" sz="2000" b="1" i="0" kern="1200" dirty="0"/>
            <a:t>Structural patterns</a:t>
          </a:r>
          <a:r>
            <a:rPr lang="en-US" sz="2000" b="0" i="0" kern="1200" dirty="0"/>
            <a:t> explain how to assemble objects and classes into larger structures, while keeping these structures flexible and efficient.</a:t>
          </a:r>
          <a:endParaRPr lang="en-US" sz="2000" kern="1200" dirty="0"/>
        </a:p>
      </dsp:txBody>
      <dsp:txXfrm>
        <a:off x="1721767" y="1857764"/>
        <a:ext cx="3832907" cy="1491470"/>
      </dsp:txXfrm>
    </dsp:sp>
    <dsp:sp modelId="{EF5222EB-9B6E-4947-A975-519797504A16}">
      <dsp:nvSpPr>
        <dsp:cNvPr id="0" name=""/>
        <dsp:cNvSpPr/>
      </dsp:nvSpPr>
      <dsp:spPr>
        <a:xfrm>
          <a:off x="0" y="3710804"/>
          <a:ext cx="5622133" cy="1490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9F1CA6-35E0-4B8E-B8A0-66FCC522E417}">
      <dsp:nvSpPr>
        <dsp:cNvPr id="0" name=""/>
        <dsp:cNvSpPr/>
      </dsp:nvSpPr>
      <dsp:spPr>
        <a:xfrm>
          <a:off x="450729" y="4046057"/>
          <a:ext cx="820308" cy="8195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AF0A8B7-20CE-4228-AEC3-B10719ABB06F}">
      <dsp:nvSpPr>
        <dsp:cNvPr id="0" name=""/>
        <dsp:cNvSpPr/>
      </dsp:nvSpPr>
      <dsp:spPr>
        <a:xfrm>
          <a:off x="1721767" y="3710804"/>
          <a:ext cx="3832907" cy="1491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47" tIns="157847" rIns="157847" bIns="157847" numCol="1" spcCol="1270" anchor="ctr" anchorCtr="0">
          <a:noAutofit/>
        </a:bodyPr>
        <a:lstStyle/>
        <a:p>
          <a:pPr marL="0" lvl="0" indent="0" algn="l" defTabSz="889000">
            <a:lnSpc>
              <a:spcPct val="90000"/>
            </a:lnSpc>
            <a:spcBef>
              <a:spcPct val="0"/>
            </a:spcBef>
            <a:spcAft>
              <a:spcPct val="35000"/>
            </a:spcAft>
            <a:buNone/>
          </a:pPr>
          <a:r>
            <a:rPr lang="en-US" sz="2000" b="1" i="0" kern="1200"/>
            <a:t>Behavioral patterns</a:t>
          </a:r>
          <a:r>
            <a:rPr lang="en-US" sz="2000" b="0" i="0" kern="1200"/>
            <a:t> take care of effective communication and the assignment of responsibilities between objects.</a:t>
          </a:r>
          <a:endParaRPr lang="en-US" sz="2000" kern="1200"/>
        </a:p>
      </dsp:txBody>
      <dsp:txXfrm>
        <a:off x="1721767" y="3710804"/>
        <a:ext cx="3832907" cy="14914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9C13F-C867-4479-B693-3AFE974EE0DD}">
      <dsp:nvSpPr>
        <dsp:cNvPr id="0" name=""/>
        <dsp:cNvSpPr/>
      </dsp:nvSpPr>
      <dsp:spPr>
        <a:xfrm>
          <a:off x="1325840" y="7033"/>
          <a:ext cx="1749937" cy="174993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FFF199-E143-43B7-9516-3962AF4D00EA}">
      <dsp:nvSpPr>
        <dsp:cNvPr id="0" name=""/>
        <dsp:cNvSpPr/>
      </dsp:nvSpPr>
      <dsp:spPr>
        <a:xfrm>
          <a:off x="1698778" y="379971"/>
          <a:ext cx="1004062" cy="1004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19C95DF-4ADE-4AB1-9759-B3F6DE43E2A0}">
      <dsp:nvSpPr>
        <dsp:cNvPr id="0" name=""/>
        <dsp:cNvSpPr/>
      </dsp:nvSpPr>
      <dsp:spPr>
        <a:xfrm>
          <a:off x="766434" y="2302033"/>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baseline="0"/>
            <a:t>Continue….</a:t>
          </a:r>
          <a:endParaRPr lang="en-US" sz="2600" kern="1200"/>
        </a:p>
      </dsp:txBody>
      <dsp:txXfrm>
        <a:off x="766434" y="2302033"/>
        <a:ext cx="2868750" cy="720000"/>
      </dsp:txXfrm>
    </dsp:sp>
    <dsp:sp modelId="{C07AEB07-F129-4A81-A1B0-B1A7A7056C50}">
      <dsp:nvSpPr>
        <dsp:cNvPr id="0" name=""/>
        <dsp:cNvSpPr/>
      </dsp:nvSpPr>
      <dsp:spPr>
        <a:xfrm>
          <a:off x="4696621" y="7033"/>
          <a:ext cx="1749937" cy="174993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64E044-1FBF-42C8-83F4-CE3CAB024BA9}">
      <dsp:nvSpPr>
        <dsp:cNvPr id="0" name=""/>
        <dsp:cNvSpPr/>
      </dsp:nvSpPr>
      <dsp:spPr>
        <a:xfrm>
          <a:off x="5069559" y="379971"/>
          <a:ext cx="1004062" cy="1004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FDB169-6826-46DA-BC84-554DEA75B280}">
      <dsp:nvSpPr>
        <dsp:cNvPr id="0" name=""/>
        <dsp:cNvSpPr/>
      </dsp:nvSpPr>
      <dsp:spPr>
        <a:xfrm>
          <a:off x="4137215" y="2302033"/>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baseline="0"/>
            <a:t>Any thing to ask ??</a:t>
          </a:r>
          <a:endParaRPr lang="en-US" sz="2600" kern="1200"/>
        </a:p>
      </dsp:txBody>
      <dsp:txXfrm>
        <a:off x="4137215" y="2302033"/>
        <a:ext cx="28687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0A90D812-285E-45BA-991F-3B053307A42D}"/>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59" name="Rectangle 3">
            <a:extLst>
              <a:ext uri="{FF2B5EF4-FFF2-40B4-BE49-F238E27FC236}">
                <a16:creationId xmlns:a16="http://schemas.microsoft.com/office/drawing/2014/main" id="{0F67A946-3E2C-4C51-977C-26A29244F098}"/>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44036" name="Rectangle 4">
            <a:extLst>
              <a:ext uri="{FF2B5EF4-FFF2-40B4-BE49-F238E27FC236}">
                <a16:creationId xmlns:a16="http://schemas.microsoft.com/office/drawing/2014/main" id="{15225186-8A11-432F-AA98-2D5E5BDD3642}"/>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1861" name="Rectangle 5">
            <a:extLst>
              <a:ext uri="{FF2B5EF4-FFF2-40B4-BE49-F238E27FC236}">
                <a16:creationId xmlns:a16="http://schemas.microsoft.com/office/drawing/2014/main" id="{9BC1CC21-6C5F-4763-87E7-383E478E4E08}"/>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th-TH" altLang="en-US" noProof="0"/>
              <a:t>Click to edit Master text styles</a:t>
            </a:r>
          </a:p>
          <a:p>
            <a:pPr lvl="1"/>
            <a:r>
              <a:rPr lang="th-TH" altLang="en-US" noProof="0"/>
              <a:t>Second level</a:t>
            </a:r>
          </a:p>
          <a:p>
            <a:pPr lvl="2"/>
            <a:r>
              <a:rPr lang="th-TH" altLang="en-US" noProof="0"/>
              <a:t>Third level</a:t>
            </a:r>
          </a:p>
          <a:p>
            <a:pPr lvl="3"/>
            <a:r>
              <a:rPr lang="th-TH" altLang="en-US" noProof="0"/>
              <a:t>Fourth level</a:t>
            </a:r>
          </a:p>
          <a:p>
            <a:pPr lvl="4"/>
            <a:r>
              <a:rPr lang="th-TH" altLang="en-US" noProof="0"/>
              <a:t>Fifth level</a:t>
            </a:r>
          </a:p>
        </p:txBody>
      </p:sp>
      <p:sp>
        <p:nvSpPr>
          <p:cNvPr id="121862" name="Rectangle 6">
            <a:extLst>
              <a:ext uri="{FF2B5EF4-FFF2-40B4-BE49-F238E27FC236}">
                <a16:creationId xmlns:a16="http://schemas.microsoft.com/office/drawing/2014/main" id="{64EBE8B3-3F9B-456F-B901-2F004D5B654A}"/>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63" name="Rectangle 7">
            <a:extLst>
              <a:ext uri="{FF2B5EF4-FFF2-40B4-BE49-F238E27FC236}">
                <a16:creationId xmlns:a16="http://schemas.microsoft.com/office/drawing/2014/main" id="{3D2FC271-3D65-4025-B92F-C7BB2C360095}"/>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fld id="{C07C3744-6EC3-4E79-A53A-5EE949019065}" type="slidenum">
              <a:rPr lang="en-US" altLang="en-US"/>
              <a:pPr>
                <a:defRPr/>
              </a:pPr>
              <a:t>‹#›</a:t>
            </a:fld>
            <a:endParaRPr lang="th-TH"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E927BB22-7120-44A8-9731-A2D2E90B1390}"/>
              </a:ext>
            </a:extLst>
          </p:cNvPr>
          <p:cNvSpPr>
            <a:spLocks noGrp="1" noRot="1" noChangeAspect="1" noChangeArrowheads="1" noTextEdit="1"/>
          </p:cNvSpPr>
          <p:nvPr>
            <p:ph type="sldImg"/>
          </p:nvPr>
        </p:nvSpPr>
        <p:spPr>
          <a:xfrm>
            <a:off x="1150938" y="692150"/>
            <a:ext cx="4556125" cy="3416300"/>
          </a:xfrm>
          <a:ln/>
        </p:spPr>
      </p:sp>
      <p:sp>
        <p:nvSpPr>
          <p:cNvPr id="46083" name="Notes Placeholder 2">
            <a:extLst>
              <a:ext uri="{FF2B5EF4-FFF2-40B4-BE49-F238E27FC236}">
                <a16:creationId xmlns:a16="http://schemas.microsoft.com/office/drawing/2014/main" id="{B1D4B81E-0CC1-4B34-931C-D8E6CA3419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6084" name="Footer Placeholder 3">
            <a:extLst>
              <a:ext uri="{FF2B5EF4-FFF2-40B4-BE49-F238E27FC236}">
                <a16:creationId xmlns:a16="http://schemas.microsoft.com/office/drawing/2014/main" id="{484F9F28-10A3-46CF-9C5F-2B4FA1BD8BE1}"/>
              </a:ext>
            </a:extLst>
          </p:cNvPr>
          <p:cNvSpPr>
            <a:spLocks noGrp="1"/>
          </p:cNvSpPr>
          <p:nvPr>
            <p:ph type="ftr" sz="quarter" idx="4"/>
          </p:nvPr>
        </p:nvSpPr>
        <p:spPr>
          <a:xfrm>
            <a:off x="0" y="8686800"/>
            <a:ext cx="2971800" cy="457200"/>
          </a:xfrm>
          <a:noFill/>
        </p:spPr>
        <p:txBody>
          <a:bodyPr/>
          <a:lstStyle>
            <a:lvl1pPr defTabSz="990600">
              <a:defRPr>
                <a:solidFill>
                  <a:schemeClr val="tx1"/>
                </a:solidFill>
                <a:latin typeface="Arial" panose="020B0604020202020204" pitchFamily="34" charset="0"/>
                <a:ea typeface="Angsana New" panose="02020603050405020304" pitchFamily="18" charset="-34"/>
              </a:defRPr>
            </a:lvl1pPr>
            <a:lvl2pPr marL="742950" indent="-285750" defTabSz="990600">
              <a:defRPr>
                <a:solidFill>
                  <a:schemeClr val="tx1"/>
                </a:solidFill>
                <a:latin typeface="Arial" panose="020B0604020202020204" pitchFamily="34" charset="0"/>
                <a:ea typeface="Angsana New" panose="02020603050405020304" pitchFamily="18" charset="-34"/>
              </a:defRPr>
            </a:lvl2pPr>
            <a:lvl3pPr marL="1143000" indent="-228600" defTabSz="990600">
              <a:defRPr>
                <a:solidFill>
                  <a:schemeClr val="tx1"/>
                </a:solidFill>
                <a:latin typeface="Arial" panose="020B0604020202020204" pitchFamily="34" charset="0"/>
                <a:ea typeface="Angsana New" panose="02020603050405020304" pitchFamily="18" charset="-34"/>
              </a:defRPr>
            </a:lvl3pPr>
            <a:lvl4pPr marL="1600200" indent="-228600" defTabSz="990600">
              <a:defRPr>
                <a:solidFill>
                  <a:schemeClr val="tx1"/>
                </a:solidFill>
                <a:latin typeface="Arial" panose="020B0604020202020204" pitchFamily="34" charset="0"/>
                <a:ea typeface="Angsana New" panose="02020603050405020304" pitchFamily="18" charset="-34"/>
              </a:defRPr>
            </a:lvl4pPr>
            <a:lvl5pPr marL="2057400" indent="-228600" defTabSz="990600">
              <a:defRPr>
                <a:solidFill>
                  <a:schemeClr val="tx1"/>
                </a:solidFill>
                <a:latin typeface="Arial" panose="020B0604020202020204" pitchFamily="34" charset="0"/>
                <a:ea typeface="Angsana New" panose="02020603050405020304" pitchFamily="18" charset="-34"/>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r>
              <a:rPr lang="en-US" altLang="en-US"/>
              <a:t>© 2016 Pearson Education, Inc., Hoboken, NJ. All rights reserved.</a:t>
            </a:r>
          </a:p>
        </p:txBody>
      </p:sp>
      <p:sp>
        <p:nvSpPr>
          <p:cNvPr id="46085" name="Slide Number Placeholder 4">
            <a:extLst>
              <a:ext uri="{FF2B5EF4-FFF2-40B4-BE49-F238E27FC236}">
                <a16:creationId xmlns:a16="http://schemas.microsoft.com/office/drawing/2014/main" id="{32185DEE-BFE2-45E2-8220-BC578E7C10C4}"/>
              </a:ext>
            </a:extLst>
          </p:cNvPr>
          <p:cNvSpPr>
            <a:spLocks noGrp="1" noChangeArrowheads="1"/>
          </p:cNvSpPr>
          <p:nvPr>
            <p:ph type="sldNum" sz="quarter" idx="5"/>
          </p:nvPr>
        </p:nvSpPr>
        <p:spPr>
          <a:xfrm>
            <a:off x="3886200" y="8686800"/>
            <a:ext cx="2971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a:defRPr>
                <a:solidFill>
                  <a:schemeClr val="tx1"/>
                </a:solidFill>
                <a:latin typeface="Arial" panose="020B0604020202020204" pitchFamily="34" charset="0"/>
                <a:ea typeface="Angsana New" panose="02020603050405020304" pitchFamily="18" charset="-34"/>
              </a:defRPr>
            </a:lvl1pPr>
            <a:lvl2pPr marL="742950" indent="-285750" defTabSz="909638">
              <a:defRPr>
                <a:solidFill>
                  <a:schemeClr val="tx1"/>
                </a:solidFill>
                <a:latin typeface="Arial" panose="020B0604020202020204" pitchFamily="34" charset="0"/>
                <a:ea typeface="Angsana New" panose="02020603050405020304" pitchFamily="18" charset="-34"/>
              </a:defRPr>
            </a:lvl2pPr>
            <a:lvl3pPr marL="1143000" indent="-228600" defTabSz="909638">
              <a:defRPr>
                <a:solidFill>
                  <a:schemeClr val="tx1"/>
                </a:solidFill>
                <a:latin typeface="Arial" panose="020B0604020202020204" pitchFamily="34" charset="0"/>
                <a:ea typeface="Angsana New" panose="02020603050405020304" pitchFamily="18" charset="-34"/>
              </a:defRPr>
            </a:lvl3pPr>
            <a:lvl4pPr marL="1600200" indent="-228600" defTabSz="909638">
              <a:defRPr>
                <a:solidFill>
                  <a:schemeClr val="tx1"/>
                </a:solidFill>
                <a:latin typeface="Arial" panose="020B0604020202020204" pitchFamily="34" charset="0"/>
                <a:ea typeface="Angsana New" panose="02020603050405020304" pitchFamily="18" charset="-34"/>
              </a:defRPr>
            </a:lvl4pPr>
            <a:lvl5pPr marL="2057400" indent="-228600" defTabSz="909638">
              <a:defRPr>
                <a:solidFill>
                  <a:schemeClr val="tx1"/>
                </a:solidFill>
                <a:latin typeface="Arial" panose="020B0604020202020204" pitchFamily="34" charset="0"/>
                <a:ea typeface="Angsana New" panose="02020603050405020304" pitchFamily="18" charset="-34"/>
              </a:defRPr>
            </a:lvl5pPr>
            <a:lvl6pPr marL="25146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fld id="{404B7AD8-E783-48AE-9303-16B5B68B1C49}" type="slidenum">
              <a:rPr lang="en-US" altLang="en-US" sz="1000" i="1" smtClean="0">
                <a:latin typeface="Times New Roman" panose="02020603050405020304" pitchFamily="18" charset="0"/>
                <a:ea typeface="新細明體" panose="02020500000000000000" pitchFamily="18" charset="-120"/>
              </a:rPr>
              <a:pPr/>
              <a:t>1</a:t>
            </a:fld>
            <a:endParaRPr lang="en-US" altLang="en-US" sz="1000" i="1">
              <a:latin typeface="Times New Roman" panose="02020603050405020304" pitchFamily="18" charset="0"/>
              <a:ea typeface="新細明體" panose="02020500000000000000" pitchFamily="18" charset="-12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07C3744-6EC3-4E79-A53A-5EE949019065}" type="slidenum">
              <a:rPr lang="en-US" altLang="en-US" smtClean="0"/>
              <a:pPr>
                <a:defRPr/>
              </a:pPr>
              <a:t>14</a:t>
            </a:fld>
            <a:endParaRPr lang="th-TH" altLang="en-US"/>
          </a:p>
        </p:txBody>
      </p:sp>
    </p:spTree>
    <p:extLst>
      <p:ext uri="{BB962C8B-B14F-4D97-AF65-F5344CB8AC3E}">
        <p14:creationId xmlns:p14="http://schemas.microsoft.com/office/powerpoint/2010/main" val="30903297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A7BF0AF-4BD3-456F-876E-731944C7CF1E}"/>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66A0F1AE-2137-46E3-93A2-7105D8B0B170}"/>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6" name="Group 4">
              <a:extLst>
                <a:ext uri="{FF2B5EF4-FFF2-40B4-BE49-F238E27FC236}">
                  <a16:creationId xmlns:a16="http://schemas.microsoft.com/office/drawing/2014/main" id="{2926F480-999F-4E5A-A679-2CC66462FF7A}"/>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787588DD-AA41-4277-9C17-B221A4E03C4C}"/>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1" name="Rectangle 6">
                <a:extLst>
                  <a:ext uri="{FF2B5EF4-FFF2-40B4-BE49-F238E27FC236}">
                    <a16:creationId xmlns:a16="http://schemas.microsoft.com/office/drawing/2014/main" id="{DF66D16C-F975-445F-861F-4D4E6815143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2" name="Line 7">
                <a:extLst>
                  <a:ext uri="{FF2B5EF4-FFF2-40B4-BE49-F238E27FC236}">
                    <a16:creationId xmlns:a16="http://schemas.microsoft.com/office/drawing/2014/main" id="{6E705887-AB71-4B76-B1F4-8D7F77EAE8C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BB03B609-8F28-44A4-AC11-5F5379FF134A}"/>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C3C17E7D-EFC9-4005-8EDE-8E4466AE8642}"/>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9" name="Line 10">
                <a:extLst>
                  <a:ext uri="{FF2B5EF4-FFF2-40B4-BE49-F238E27FC236}">
                    <a16:creationId xmlns:a16="http://schemas.microsoft.com/office/drawing/2014/main" id="{792123B1-DDFD-4680-AB10-CFA32939CBCF}"/>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6F507B9-BBC3-4F9E-B5B3-1F84BF9FA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0F1BC169-C2A2-45B5-A374-71F2EBA035EC}"/>
              </a:ext>
            </a:extLst>
          </p:cNvPr>
          <p:cNvSpPr>
            <a:spLocks noGrp="1" noChangeArrowheads="1"/>
          </p:cNvSpPr>
          <p:nvPr>
            <p:ph type="dt" sz="half" idx="10"/>
          </p:nvPr>
        </p:nvSpPr>
        <p:spPr>
          <a:xfrm>
            <a:off x="912813" y="6251575"/>
            <a:ext cx="1905000" cy="457200"/>
          </a:xfrm>
        </p:spPr>
        <p:txBody>
          <a:bodyPr/>
          <a:lstStyle>
            <a:lvl1pPr>
              <a:defRPr/>
            </a:lvl1pPr>
          </a:lstStyle>
          <a:p>
            <a:pPr>
              <a:defRPr/>
            </a:pPr>
            <a:fld id="{5BC5A4B5-26F4-4CC4-A8C9-7256B7BDEED5}" type="datetime4">
              <a:rPr lang="en-US" altLang="en-US" smtClean="0"/>
              <a:t>April 2, 2024</a:t>
            </a:fld>
            <a:endParaRPr lang="en-US" altLang="en-US"/>
          </a:p>
        </p:txBody>
      </p:sp>
      <p:sp>
        <p:nvSpPr>
          <p:cNvPr id="15" name="Footer Placeholder 14">
            <a:extLst>
              <a:ext uri="{FF2B5EF4-FFF2-40B4-BE49-F238E27FC236}">
                <a16:creationId xmlns:a16="http://schemas.microsoft.com/office/drawing/2014/main" id="{2790513F-446A-47CC-8086-B585B729A85A}"/>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44DC9E00-0C42-4E33-9791-DB74392E7DDC}"/>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FCA2A49A-F948-456B-8433-624613035A24}" type="slidenum">
              <a:rPr lang="en-US" altLang="en-US"/>
              <a:pPr>
                <a:defRPr/>
              </a:pPr>
              <a:t>‹#›</a:t>
            </a:fld>
            <a:endParaRPr lang="en-US" altLang="en-US"/>
          </a:p>
        </p:txBody>
      </p:sp>
    </p:spTree>
    <p:extLst>
      <p:ext uri="{BB962C8B-B14F-4D97-AF65-F5344CB8AC3E}">
        <p14:creationId xmlns:p14="http://schemas.microsoft.com/office/powerpoint/2010/main" val="4081891055"/>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CF9C34EE-72F3-48EA-B932-2A64C2038FE7}"/>
              </a:ext>
            </a:extLst>
          </p:cNvPr>
          <p:cNvSpPr>
            <a:spLocks noGrp="1" noChangeArrowheads="1"/>
          </p:cNvSpPr>
          <p:nvPr>
            <p:ph type="dt" sz="half" idx="10"/>
          </p:nvPr>
        </p:nvSpPr>
        <p:spPr>
          <a:ln/>
        </p:spPr>
        <p:txBody>
          <a:bodyPr/>
          <a:lstStyle>
            <a:lvl1pPr>
              <a:defRPr/>
            </a:lvl1pPr>
          </a:lstStyle>
          <a:p>
            <a:pPr>
              <a:defRPr/>
            </a:pPr>
            <a:fld id="{9827BBBE-186A-4024-8E62-590462448208}" type="datetime4">
              <a:rPr lang="en-US" altLang="en-US" smtClean="0"/>
              <a:t>April 2, 2024</a:t>
            </a:fld>
            <a:endParaRPr lang="en-US" altLang="en-US"/>
          </a:p>
        </p:txBody>
      </p:sp>
      <p:sp>
        <p:nvSpPr>
          <p:cNvPr id="5" name="Rectangle 10">
            <a:extLst>
              <a:ext uri="{FF2B5EF4-FFF2-40B4-BE49-F238E27FC236}">
                <a16:creationId xmlns:a16="http://schemas.microsoft.com/office/drawing/2014/main" id="{C590B3F9-588F-420A-B941-CFF2AA2EA9F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B8035C69-28AB-4877-8601-E8807E4BE94F}"/>
              </a:ext>
            </a:extLst>
          </p:cNvPr>
          <p:cNvSpPr>
            <a:spLocks noGrp="1" noChangeArrowheads="1"/>
          </p:cNvSpPr>
          <p:nvPr>
            <p:ph type="sldNum" sz="quarter" idx="12"/>
          </p:nvPr>
        </p:nvSpPr>
        <p:spPr>
          <a:ln/>
        </p:spPr>
        <p:txBody>
          <a:bodyPr/>
          <a:lstStyle>
            <a:lvl1pPr>
              <a:defRPr/>
            </a:lvl1pPr>
          </a:lstStyle>
          <a:p>
            <a:pPr>
              <a:defRPr/>
            </a:pPr>
            <a:fld id="{50DA9C81-8C0B-420A-8765-3A9516626B09}" type="slidenum">
              <a:rPr lang="en-US" altLang="en-US"/>
              <a:pPr>
                <a:defRPr/>
              </a:pPr>
              <a:t>‹#›</a:t>
            </a:fld>
            <a:endParaRPr lang="en-US" altLang="en-US"/>
          </a:p>
        </p:txBody>
      </p:sp>
    </p:spTree>
    <p:extLst>
      <p:ext uri="{BB962C8B-B14F-4D97-AF65-F5344CB8AC3E}">
        <p14:creationId xmlns:p14="http://schemas.microsoft.com/office/powerpoint/2010/main" val="3406192934"/>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C4234A2A-5D0C-44C8-887E-D10DDFC7AA53}"/>
              </a:ext>
            </a:extLst>
          </p:cNvPr>
          <p:cNvSpPr>
            <a:spLocks noGrp="1" noChangeArrowheads="1"/>
          </p:cNvSpPr>
          <p:nvPr>
            <p:ph type="dt" sz="half" idx="10"/>
          </p:nvPr>
        </p:nvSpPr>
        <p:spPr>
          <a:ln/>
        </p:spPr>
        <p:txBody>
          <a:bodyPr/>
          <a:lstStyle>
            <a:lvl1pPr>
              <a:defRPr/>
            </a:lvl1pPr>
          </a:lstStyle>
          <a:p>
            <a:pPr>
              <a:defRPr/>
            </a:pPr>
            <a:fld id="{68994EEA-CDE1-4CF0-B97E-F046BC99017A}" type="datetime4">
              <a:rPr lang="en-US" altLang="en-US" smtClean="0"/>
              <a:t>April 2, 2024</a:t>
            </a:fld>
            <a:endParaRPr lang="en-US" altLang="en-US"/>
          </a:p>
        </p:txBody>
      </p:sp>
      <p:sp>
        <p:nvSpPr>
          <p:cNvPr id="5" name="Rectangle 10">
            <a:extLst>
              <a:ext uri="{FF2B5EF4-FFF2-40B4-BE49-F238E27FC236}">
                <a16:creationId xmlns:a16="http://schemas.microsoft.com/office/drawing/2014/main" id="{04E8673F-D3A8-4270-A880-5464CB01F96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EB1F1F1B-8663-4447-B9F0-E50D78F34EFB}"/>
              </a:ext>
            </a:extLst>
          </p:cNvPr>
          <p:cNvSpPr>
            <a:spLocks noGrp="1" noChangeArrowheads="1"/>
          </p:cNvSpPr>
          <p:nvPr>
            <p:ph type="sldNum" sz="quarter" idx="12"/>
          </p:nvPr>
        </p:nvSpPr>
        <p:spPr>
          <a:ln/>
        </p:spPr>
        <p:txBody>
          <a:bodyPr/>
          <a:lstStyle>
            <a:lvl1pPr>
              <a:defRPr/>
            </a:lvl1pPr>
          </a:lstStyle>
          <a:p>
            <a:pPr>
              <a:defRPr/>
            </a:pPr>
            <a:fld id="{99E7F0A4-9658-43EF-876F-1B09C1E0A41F}" type="slidenum">
              <a:rPr lang="en-US" altLang="en-US"/>
              <a:pPr>
                <a:defRPr/>
              </a:pPr>
              <a:t>‹#›</a:t>
            </a:fld>
            <a:endParaRPr lang="en-US" altLang="en-US"/>
          </a:p>
        </p:txBody>
      </p:sp>
    </p:spTree>
    <p:extLst>
      <p:ext uri="{BB962C8B-B14F-4D97-AF65-F5344CB8AC3E}">
        <p14:creationId xmlns:p14="http://schemas.microsoft.com/office/powerpoint/2010/main" val="298212088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BEDEDA5F-0A5D-4CA4-A1C5-E0BBCA7D32B1}"/>
              </a:ext>
            </a:extLst>
          </p:cNvPr>
          <p:cNvSpPr>
            <a:spLocks noGrp="1" noChangeArrowheads="1"/>
          </p:cNvSpPr>
          <p:nvPr>
            <p:ph type="dt" sz="half" idx="10"/>
          </p:nvPr>
        </p:nvSpPr>
        <p:spPr>
          <a:ln/>
        </p:spPr>
        <p:txBody>
          <a:bodyPr/>
          <a:lstStyle>
            <a:lvl1pPr>
              <a:defRPr/>
            </a:lvl1pPr>
          </a:lstStyle>
          <a:p>
            <a:pPr>
              <a:defRPr/>
            </a:pPr>
            <a:fld id="{AE36E2F7-403A-4BD1-97B2-954E718C0676}" type="datetime4">
              <a:rPr lang="en-US" altLang="en-US" smtClean="0"/>
              <a:t>April 2, 2024</a:t>
            </a:fld>
            <a:endParaRPr lang="en-US" altLang="en-US"/>
          </a:p>
        </p:txBody>
      </p:sp>
      <p:sp>
        <p:nvSpPr>
          <p:cNvPr id="6" name="Rectangle 10">
            <a:extLst>
              <a:ext uri="{FF2B5EF4-FFF2-40B4-BE49-F238E27FC236}">
                <a16:creationId xmlns:a16="http://schemas.microsoft.com/office/drawing/2014/main" id="{4C2AD675-B79B-4C82-8BB7-A5BB8E849A2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A6E5F42-4825-4052-A411-7C9668ACCC14}"/>
              </a:ext>
            </a:extLst>
          </p:cNvPr>
          <p:cNvSpPr>
            <a:spLocks noGrp="1" noChangeArrowheads="1"/>
          </p:cNvSpPr>
          <p:nvPr>
            <p:ph type="sldNum" sz="quarter" idx="12"/>
          </p:nvPr>
        </p:nvSpPr>
        <p:spPr>
          <a:ln/>
        </p:spPr>
        <p:txBody>
          <a:bodyPr/>
          <a:lstStyle>
            <a:lvl1pPr>
              <a:defRPr/>
            </a:lvl1pPr>
          </a:lstStyle>
          <a:p>
            <a:pPr>
              <a:defRPr/>
            </a:pPr>
            <a:fld id="{2A030BC2-7CF3-4AF3-91D9-2A59AC404433}" type="slidenum">
              <a:rPr lang="en-US" altLang="en-US"/>
              <a:pPr>
                <a:defRPr/>
              </a:pPr>
              <a:t>‹#›</a:t>
            </a:fld>
            <a:endParaRPr lang="en-US" altLang="en-US"/>
          </a:p>
        </p:txBody>
      </p:sp>
    </p:spTree>
    <p:extLst>
      <p:ext uri="{BB962C8B-B14F-4D97-AF65-F5344CB8AC3E}">
        <p14:creationId xmlns:p14="http://schemas.microsoft.com/office/powerpoint/2010/main" val="76287330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B4B9A3CC-A69C-4380-B243-FF56F5877D4A}"/>
              </a:ext>
            </a:extLst>
          </p:cNvPr>
          <p:cNvSpPr>
            <a:spLocks noGrp="1" noChangeArrowheads="1"/>
          </p:cNvSpPr>
          <p:nvPr>
            <p:ph type="dt" sz="half" idx="10"/>
          </p:nvPr>
        </p:nvSpPr>
        <p:spPr>
          <a:ln/>
        </p:spPr>
        <p:txBody>
          <a:bodyPr/>
          <a:lstStyle>
            <a:lvl1pPr>
              <a:defRPr/>
            </a:lvl1pPr>
          </a:lstStyle>
          <a:p>
            <a:pPr>
              <a:defRPr/>
            </a:pPr>
            <a:fld id="{53C47519-7D6C-4277-A527-EC8BF8B7D20D}" type="datetime4">
              <a:rPr lang="en-US" altLang="en-US" smtClean="0"/>
              <a:t>April 2, 2024</a:t>
            </a:fld>
            <a:endParaRPr lang="en-US" altLang="en-US"/>
          </a:p>
        </p:txBody>
      </p:sp>
      <p:sp>
        <p:nvSpPr>
          <p:cNvPr id="8" name="Rectangle 10">
            <a:extLst>
              <a:ext uri="{FF2B5EF4-FFF2-40B4-BE49-F238E27FC236}">
                <a16:creationId xmlns:a16="http://schemas.microsoft.com/office/drawing/2014/main" id="{4BB100D0-7C52-4FE4-BB69-6A02DD95835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8BE3667C-9E53-4554-BDEC-26A785705C60}"/>
              </a:ext>
            </a:extLst>
          </p:cNvPr>
          <p:cNvSpPr>
            <a:spLocks noGrp="1" noChangeArrowheads="1"/>
          </p:cNvSpPr>
          <p:nvPr>
            <p:ph type="sldNum" sz="quarter" idx="12"/>
          </p:nvPr>
        </p:nvSpPr>
        <p:spPr>
          <a:ln/>
        </p:spPr>
        <p:txBody>
          <a:bodyPr/>
          <a:lstStyle>
            <a:lvl1pPr>
              <a:defRPr/>
            </a:lvl1pPr>
          </a:lstStyle>
          <a:p>
            <a:pPr>
              <a:defRPr/>
            </a:pPr>
            <a:fld id="{4E8385E0-B45E-4570-A3AA-0856022418D9}" type="slidenum">
              <a:rPr lang="en-US" altLang="en-US"/>
              <a:pPr>
                <a:defRPr/>
              </a:pPr>
              <a:t>‹#›</a:t>
            </a:fld>
            <a:endParaRPr lang="en-US" altLang="en-US"/>
          </a:p>
        </p:txBody>
      </p:sp>
    </p:spTree>
    <p:extLst>
      <p:ext uri="{BB962C8B-B14F-4D97-AF65-F5344CB8AC3E}">
        <p14:creationId xmlns:p14="http://schemas.microsoft.com/office/powerpoint/2010/main" val="3859124618"/>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75C9C638-878C-4E40-8D06-96E4C1B412DE}"/>
              </a:ext>
            </a:extLst>
          </p:cNvPr>
          <p:cNvSpPr>
            <a:spLocks noGrp="1" noChangeArrowheads="1"/>
          </p:cNvSpPr>
          <p:nvPr>
            <p:ph type="dt" sz="half" idx="10"/>
          </p:nvPr>
        </p:nvSpPr>
        <p:spPr>
          <a:ln/>
        </p:spPr>
        <p:txBody>
          <a:bodyPr/>
          <a:lstStyle>
            <a:lvl1pPr>
              <a:defRPr/>
            </a:lvl1pPr>
          </a:lstStyle>
          <a:p>
            <a:pPr>
              <a:defRPr/>
            </a:pPr>
            <a:fld id="{5DCB4BA1-EF4A-46E7-A043-BEC20C08A882}" type="datetime4">
              <a:rPr lang="en-US" altLang="en-US" smtClean="0"/>
              <a:t>April 2, 2024</a:t>
            </a:fld>
            <a:endParaRPr lang="en-US" altLang="en-US"/>
          </a:p>
        </p:txBody>
      </p:sp>
      <p:sp>
        <p:nvSpPr>
          <p:cNvPr id="4" name="Rectangle 10">
            <a:extLst>
              <a:ext uri="{FF2B5EF4-FFF2-40B4-BE49-F238E27FC236}">
                <a16:creationId xmlns:a16="http://schemas.microsoft.com/office/drawing/2014/main" id="{3310315F-DE20-461D-BB40-598604683D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45B671E4-A185-4AAA-BFEE-B5DA72854E32}"/>
              </a:ext>
            </a:extLst>
          </p:cNvPr>
          <p:cNvSpPr>
            <a:spLocks noGrp="1" noChangeArrowheads="1"/>
          </p:cNvSpPr>
          <p:nvPr>
            <p:ph type="sldNum" sz="quarter" idx="12"/>
          </p:nvPr>
        </p:nvSpPr>
        <p:spPr>
          <a:ln/>
        </p:spPr>
        <p:txBody>
          <a:bodyPr/>
          <a:lstStyle>
            <a:lvl1pPr>
              <a:defRPr/>
            </a:lvl1pPr>
          </a:lstStyle>
          <a:p>
            <a:pPr>
              <a:defRPr/>
            </a:pPr>
            <a:fld id="{A92DC3B9-A196-4109-8661-49D33AF61530}" type="slidenum">
              <a:rPr lang="en-US" altLang="en-US"/>
              <a:pPr>
                <a:defRPr/>
              </a:pPr>
              <a:t>‹#›</a:t>
            </a:fld>
            <a:endParaRPr lang="en-US" altLang="en-US"/>
          </a:p>
        </p:txBody>
      </p:sp>
    </p:spTree>
    <p:extLst>
      <p:ext uri="{BB962C8B-B14F-4D97-AF65-F5344CB8AC3E}">
        <p14:creationId xmlns:p14="http://schemas.microsoft.com/office/powerpoint/2010/main" val="4511213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5C476D0D-B5BB-40B1-97F5-041B0BB00038}"/>
              </a:ext>
            </a:extLst>
          </p:cNvPr>
          <p:cNvSpPr>
            <a:spLocks noGrp="1" noChangeArrowheads="1"/>
          </p:cNvSpPr>
          <p:nvPr>
            <p:ph type="dt" sz="half" idx="10"/>
          </p:nvPr>
        </p:nvSpPr>
        <p:spPr>
          <a:ln/>
        </p:spPr>
        <p:txBody>
          <a:bodyPr/>
          <a:lstStyle>
            <a:lvl1pPr>
              <a:defRPr/>
            </a:lvl1pPr>
          </a:lstStyle>
          <a:p>
            <a:pPr>
              <a:defRPr/>
            </a:pPr>
            <a:fld id="{331896EC-27A3-4DEC-9EAE-1715D1EE9CB2}" type="datetime4">
              <a:rPr lang="en-US" altLang="en-US" smtClean="0"/>
              <a:t>April 2, 2024</a:t>
            </a:fld>
            <a:endParaRPr lang="en-US" altLang="en-US"/>
          </a:p>
        </p:txBody>
      </p:sp>
      <p:sp>
        <p:nvSpPr>
          <p:cNvPr id="3" name="Rectangle 10">
            <a:extLst>
              <a:ext uri="{FF2B5EF4-FFF2-40B4-BE49-F238E27FC236}">
                <a16:creationId xmlns:a16="http://schemas.microsoft.com/office/drawing/2014/main" id="{584D7CD9-03DE-48D5-8B6F-A09B7D332F8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4B50E0DF-BFAF-460E-AA43-87A734A1C027}"/>
              </a:ext>
            </a:extLst>
          </p:cNvPr>
          <p:cNvSpPr>
            <a:spLocks noGrp="1" noChangeArrowheads="1"/>
          </p:cNvSpPr>
          <p:nvPr>
            <p:ph type="sldNum" sz="quarter" idx="12"/>
          </p:nvPr>
        </p:nvSpPr>
        <p:spPr>
          <a:ln/>
        </p:spPr>
        <p:txBody>
          <a:bodyPr/>
          <a:lstStyle>
            <a:lvl1pPr>
              <a:defRPr/>
            </a:lvl1pPr>
          </a:lstStyle>
          <a:p>
            <a:pPr>
              <a:defRPr/>
            </a:pPr>
            <a:fld id="{EB21815A-02CE-4946-BC74-B18050342953}" type="slidenum">
              <a:rPr lang="en-US" altLang="en-US"/>
              <a:pPr>
                <a:defRPr/>
              </a:pPr>
              <a:t>‹#›</a:t>
            </a:fld>
            <a:endParaRPr lang="en-US" altLang="en-US"/>
          </a:p>
        </p:txBody>
      </p:sp>
    </p:spTree>
    <p:extLst>
      <p:ext uri="{BB962C8B-B14F-4D97-AF65-F5344CB8AC3E}">
        <p14:creationId xmlns:p14="http://schemas.microsoft.com/office/powerpoint/2010/main" val="404583648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9765C9AE-0CF0-4AA4-A848-0E2835A2EE33}"/>
              </a:ext>
            </a:extLst>
          </p:cNvPr>
          <p:cNvSpPr>
            <a:spLocks noGrp="1" noChangeArrowheads="1"/>
          </p:cNvSpPr>
          <p:nvPr>
            <p:ph type="dt" sz="half" idx="10"/>
          </p:nvPr>
        </p:nvSpPr>
        <p:spPr>
          <a:ln/>
        </p:spPr>
        <p:txBody>
          <a:bodyPr/>
          <a:lstStyle>
            <a:lvl1pPr>
              <a:defRPr/>
            </a:lvl1pPr>
          </a:lstStyle>
          <a:p>
            <a:pPr>
              <a:defRPr/>
            </a:pPr>
            <a:fld id="{6F01F57A-160C-4DBD-8129-F74AC5E4C8FF}" type="datetime4">
              <a:rPr lang="en-US" altLang="en-US" smtClean="0"/>
              <a:t>April 2, 2024</a:t>
            </a:fld>
            <a:endParaRPr lang="en-US" altLang="en-US"/>
          </a:p>
        </p:txBody>
      </p:sp>
      <p:sp>
        <p:nvSpPr>
          <p:cNvPr id="6" name="Rectangle 10">
            <a:extLst>
              <a:ext uri="{FF2B5EF4-FFF2-40B4-BE49-F238E27FC236}">
                <a16:creationId xmlns:a16="http://schemas.microsoft.com/office/drawing/2014/main" id="{FC78EA8E-2184-4C93-A632-2F9F0776E0C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1C0FE5F5-94B2-4263-8EC5-9430AB9C03D8}"/>
              </a:ext>
            </a:extLst>
          </p:cNvPr>
          <p:cNvSpPr>
            <a:spLocks noGrp="1" noChangeArrowheads="1"/>
          </p:cNvSpPr>
          <p:nvPr>
            <p:ph type="sldNum" sz="quarter" idx="12"/>
          </p:nvPr>
        </p:nvSpPr>
        <p:spPr>
          <a:ln/>
        </p:spPr>
        <p:txBody>
          <a:bodyPr/>
          <a:lstStyle>
            <a:lvl1pPr>
              <a:defRPr/>
            </a:lvl1pPr>
          </a:lstStyle>
          <a:p>
            <a:pPr>
              <a:defRPr/>
            </a:pPr>
            <a:fld id="{0DE921B3-5AA3-40B2-BD1E-81A7FD4E636B}" type="slidenum">
              <a:rPr lang="en-US" altLang="en-US"/>
              <a:pPr>
                <a:defRPr/>
              </a:pPr>
              <a:t>‹#›</a:t>
            </a:fld>
            <a:endParaRPr lang="en-US" altLang="en-US"/>
          </a:p>
        </p:txBody>
      </p:sp>
    </p:spTree>
    <p:extLst>
      <p:ext uri="{BB962C8B-B14F-4D97-AF65-F5344CB8AC3E}">
        <p14:creationId xmlns:p14="http://schemas.microsoft.com/office/powerpoint/2010/main" val="4154247001"/>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0E467AB0-774D-43D9-8198-193CB588BACB}"/>
              </a:ext>
            </a:extLst>
          </p:cNvPr>
          <p:cNvSpPr>
            <a:spLocks noGrp="1" noChangeArrowheads="1"/>
          </p:cNvSpPr>
          <p:nvPr>
            <p:ph type="dt" sz="half" idx="10"/>
          </p:nvPr>
        </p:nvSpPr>
        <p:spPr>
          <a:ln/>
        </p:spPr>
        <p:txBody>
          <a:bodyPr/>
          <a:lstStyle>
            <a:lvl1pPr>
              <a:defRPr/>
            </a:lvl1pPr>
          </a:lstStyle>
          <a:p>
            <a:pPr>
              <a:defRPr/>
            </a:pPr>
            <a:fld id="{AAB558D7-F0E0-4297-ADF6-FEC8ACB68C6B}" type="datetime4">
              <a:rPr lang="en-US" altLang="en-US" smtClean="0"/>
              <a:t>April 2, 2024</a:t>
            </a:fld>
            <a:endParaRPr lang="en-US" altLang="en-US"/>
          </a:p>
        </p:txBody>
      </p:sp>
      <p:sp>
        <p:nvSpPr>
          <p:cNvPr id="6" name="Rectangle 10">
            <a:extLst>
              <a:ext uri="{FF2B5EF4-FFF2-40B4-BE49-F238E27FC236}">
                <a16:creationId xmlns:a16="http://schemas.microsoft.com/office/drawing/2014/main" id="{7B808355-42A5-4D0E-8518-E0F4FD43197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3BAF7EF2-E2DF-47AB-891C-D84081527129}"/>
              </a:ext>
            </a:extLst>
          </p:cNvPr>
          <p:cNvSpPr>
            <a:spLocks noGrp="1" noChangeArrowheads="1"/>
          </p:cNvSpPr>
          <p:nvPr>
            <p:ph type="sldNum" sz="quarter" idx="12"/>
          </p:nvPr>
        </p:nvSpPr>
        <p:spPr>
          <a:ln/>
        </p:spPr>
        <p:txBody>
          <a:bodyPr/>
          <a:lstStyle>
            <a:lvl1pPr>
              <a:defRPr/>
            </a:lvl1pPr>
          </a:lstStyle>
          <a:p>
            <a:pPr>
              <a:defRPr/>
            </a:pPr>
            <a:fld id="{CCB248BD-9539-4CAF-93DC-A2CA13CA5E98}" type="slidenum">
              <a:rPr lang="en-US" altLang="en-US"/>
              <a:pPr>
                <a:defRPr/>
              </a:pPr>
              <a:t>‹#›</a:t>
            </a:fld>
            <a:endParaRPr lang="en-US" altLang="en-US"/>
          </a:p>
        </p:txBody>
      </p:sp>
    </p:spTree>
    <p:extLst>
      <p:ext uri="{BB962C8B-B14F-4D97-AF65-F5344CB8AC3E}">
        <p14:creationId xmlns:p14="http://schemas.microsoft.com/office/powerpoint/2010/main" val="1270631338"/>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DFEB8B6-9CBD-44BF-A7E4-D3D886E91852}"/>
              </a:ext>
            </a:extLst>
          </p:cNvPr>
          <p:cNvSpPr>
            <a:spLocks noGrp="1" noChangeArrowheads="1"/>
          </p:cNvSpPr>
          <p:nvPr>
            <p:ph type="dt" sz="half" idx="10"/>
          </p:nvPr>
        </p:nvSpPr>
        <p:spPr>
          <a:ln/>
        </p:spPr>
        <p:txBody>
          <a:bodyPr/>
          <a:lstStyle>
            <a:lvl1pPr>
              <a:defRPr/>
            </a:lvl1pPr>
          </a:lstStyle>
          <a:p>
            <a:pPr>
              <a:defRPr/>
            </a:pPr>
            <a:fld id="{2EE4C2D4-AED4-49A9-9EFA-2DD204261EE7}" type="datetime4">
              <a:rPr lang="en-US" altLang="en-US" smtClean="0"/>
              <a:t>April 2, 2024</a:t>
            </a:fld>
            <a:endParaRPr lang="en-US" altLang="en-US"/>
          </a:p>
        </p:txBody>
      </p:sp>
      <p:sp>
        <p:nvSpPr>
          <p:cNvPr id="5" name="Rectangle 10">
            <a:extLst>
              <a:ext uri="{FF2B5EF4-FFF2-40B4-BE49-F238E27FC236}">
                <a16:creationId xmlns:a16="http://schemas.microsoft.com/office/drawing/2014/main" id="{E0908BF4-CB10-49D2-9638-F9AF6998E68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D8A2F6A0-8795-460A-8A6C-6A0D79743EA3}"/>
              </a:ext>
            </a:extLst>
          </p:cNvPr>
          <p:cNvSpPr>
            <a:spLocks noGrp="1" noChangeArrowheads="1"/>
          </p:cNvSpPr>
          <p:nvPr>
            <p:ph type="sldNum" sz="quarter" idx="12"/>
          </p:nvPr>
        </p:nvSpPr>
        <p:spPr>
          <a:ln/>
        </p:spPr>
        <p:txBody>
          <a:bodyPr/>
          <a:lstStyle>
            <a:lvl1pPr>
              <a:defRPr/>
            </a:lvl1pPr>
          </a:lstStyle>
          <a:p>
            <a:pPr>
              <a:defRPr/>
            </a:pPr>
            <a:fld id="{DE73F2B1-D81C-4169-96DE-C2961E383EAB}" type="slidenum">
              <a:rPr lang="en-US" altLang="en-US"/>
              <a:pPr>
                <a:defRPr/>
              </a:pPr>
              <a:t>‹#›</a:t>
            </a:fld>
            <a:endParaRPr lang="en-US" altLang="en-US"/>
          </a:p>
        </p:txBody>
      </p:sp>
    </p:spTree>
    <p:extLst>
      <p:ext uri="{BB962C8B-B14F-4D97-AF65-F5344CB8AC3E}">
        <p14:creationId xmlns:p14="http://schemas.microsoft.com/office/powerpoint/2010/main" val="3553602119"/>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1DBC7B38-5070-4237-8553-69481B5B89E3}"/>
              </a:ext>
            </a:extLst>
          </p:cNvPr>
          <p:cNvSpPr>
            <a:spLocks noGrp="1" noChangeArrowheads="1"/>
          </p:cNvSpPr>
          <p:nvPr>
            <p:ph type="dt" sz="half" idx="10"/>
          </p:nvPr>
        </p:nvSpPr>
        <p:spPr>
          <a:ln/>
        </p:spPr>
        <p:txBody>
          <a:bodyPr/>
          <a:lstStyle>
            <a:lvl1pPr>
              <a:defRPr/>
            </a:lvl1pPr>
          </a:lstStyle>
          <a:p>
            <a:pPr>
              <a:defRPr/>
            </a:pPr>
            <a:fld id="{845C5BC7-25FB-48F9-9ECD-E148693D6F39}" type="datetime4">
              <a:rPr lang="en-US" altLang="en-US" smtClean="0"/>
              <a:t>April 2, 2024</a:t>
            </a:fld>
            <a:endParaRPr lang="en-US" altLang="en-US"/>
          </a:p>
        </p:txBody>
      </p:sp>
      <p:sp>
        <p:nvSpPr>
          <p:cNvPr id="5" name="Rectangle 10">
            <a:extLst>
              <a:ext uri="{FF2B5EF4-FFF2-40B4-BE49-F238E27FC236}">
                <a16:creationId xmlns:a16="http://schemas.microsoft.com/office/drawing/2014/main" id="{48EF8B06-6A73-463B-8148-0D54FBA1B4F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4E710C1B-376F-4EEA-81E0-1E3990D393E9}"/>
              </a:ext>
            </a:extLst>
          </p:cNvPr>
          <p:cNvSpPr>
            <a:spLocks noGrp="1" noChangeArrowheads="1"/>
          </p:cNvSpPr>
          <p:nvPr>
            <p:ph type="sldNum" sz="quarter" idx="12"/>
          </p:nvPr>
        </p:nvSpPr>
        <p:spPr>
          <a:ln/>
        </p:spPr>
        <p:txBody>
          <a:bodyPr/>
          <a:lstStyle>
            <a:lvl1pPr>
              <a:defRPr/>
            </a:lvl1pPr>
          </a:lstStyle>
          <a:p>
            <a:pPr>
              <a:defRPr/>
            </a:pPr>
            <a:fld id="{CE560F63-EACA-4932-AF9B-D14368E73A48}" type="slidenum">
              <a:rPr lang="en-US" altLang="en-US"/>
              <a:pPr>
                <a:defRPr/>
              </a:pPr>
              <a:t>‹#›</a:t>
            </a:fld>
            <a:endParaRPr lang="en-US" altLang="en-US"/>
          </a:p>
        </p:txBody>
      </p:sp>
    </p:spTree>
    <p:extLst>
      <p:ext uri="{BB962C8B-B14F-4D97-AF65-F5344CB8AC3E}">
        <p14:creationId xmlns:p14="http://schemas.microsoft.com/office/powerpoint/2010/main" val="3187015778"/>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6549AE-72E3-47BE-AD73-E71A3EA949A1}"/>
              </a:ext>
            </a:extLst>
          </p:cNvPr>
          <p:cNvSpPr/>
          <p:nvPr/>
        </p:nvSpPr>
        <p:spPr>
          <a:xfrm>
            <a:off x="282575" y="228600"/>
            <a:ext cx="4235450" cy="4187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Rectangle 4">
            <a:extLst>
              <a:ext uri="{FF2B5EF4-FFF2-40B4-BE49-F238E27FC236}">
                <a16:creationId xmlns:a16="http://schemas.microsoft.com/office/drawing/2014/main" id="{39EC22C5-F716-4404-9C88-99D11E2E0C45}"/>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8F9F2FC3-1FDA-44A6-9B5F-C8C03570B5AB}"/>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3A8AF5D0-F3E1-4ABD-8A1F-F331D59F0408}"/>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60510EAD-8477-4A4C-8F7B-CAE19A6CB78E}"/>
              </a:ext>
            </a:extLst>
          </p:cNvPr>
          <p:cNvSpPr/>
          <p:nvPr/>
        </p:nvSpPr>
        <p:spPr>
          <a:xfrm>
            <a:off x="4624388" y="228600"/>
            <a:ext cx="2057400" cy="2038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6E6F5103-6E1E-41E2-A621-C0B09AD9ACB2}"/>
              </a:ext>
            </a:extLst>
          </p:cNvPr>
          <p:cNvSpPr/>
          <p:nvPr/>
        </p:nvSpPr>
        <p:spPr>
          <a:xfrm>
            <a:off x="6802438" y="2378075"/>
            <a:ext cx="2057400" cy="2038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0" name="Date Placeholder 3">
            <a:extLst>
              <a:ext uri="{FF2B5EF4-FFF2-40B4-BE49-F238E27FC236}">
                <a16:creationId xmlns:a16="http://schemas.microsoft.com/office/drawing/2014/main" id="{206B4422-FDBB-451A-80A3-E1AF08DE1A22}"/>
              </a:ext>
            </a:extLst>
          </p:cNvPr>
          <p:cNvSpPr>
            <a:spLocks noGrp="1"/>
          </p:cNvSpPr>
          <p:nvPr>
            <p:ph type="dt" sz="half" idx="10"/>
          </p:nvPr>
        </p:nvSpPr>
        <p:spPr>
          <a:xfrm>
            <a:off x="4800600" y="6426200"/>
            <a:ext cx="1231900" cy="365125"/>
          </a:xfrm>
        </p:spPr>
        <p:txBody>
          <a:bodyPr/>
          <a:lstStyle>
            <a:lvl1pPr algn="l">
              <a:defRPr/>
            </a:lvl1pPr>
          </a:lstStyle>
          <a:p>
            <a:pPr>
              <a:defRPr/>
            </a:pPr>
            <a:fld id="{51752509-2F43-4E42-9C46-F67640C7B1B0}" type="datetime4">
              <a:rPr lang="en-US" altLang="en-US" smtClean="0"/>
              <a:t>April 2, 2024</a:t>
            </a:fld>
            <a:endParaRPr lang="en-US" altLang="en-US"/>
          </a:p>
        </p:txBody>
      </p:sp>
      <p:sp>
        <p:nvSpPr>
          <p:cNvPr id="11" name="Footer Placeholder 4">
            <a:extLst>
              <a:ext uri="{FF2B5EF4-FFF2-40B4-BE49-F238E27FC236}">
                <a16:creationId xmlns:a16="http://schemas.microsoft.com/office/drawing/2014/main" id="{F2442541-6637-473A-8646-7A5B17DAAB20}"/>
              </a:ext>
            </a:extLst>
          </p:cNvPr>
          <p:cNvSpPr>
            <a:spLocks noGrp="1"/>
          </p:cNvSpPr>
          <p:nvPr>
            <p:ph type="ftr" sz="quarter" idx="11"/>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3095534497"/>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A05DE3-C201-4B11-9666-0C6166F80377}"/>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April 2,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3026629825"/>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and Content, Al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9CC2ECC-E059-4618-997A-65107B4AD2CF}"/>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C96F8D73-B495-4145-B486-D69B73FDAB72}"/>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a:xfrm>
            <a:off x="498474" y="134471"/>
            <a:ext cx="7556313" cy="995082"/>
          </a:xfrm>
        </p:spPr>
        <p:txBody>
          <a:bodyPr anchor="b"/>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Text Placeholder 3"/>
          <p:cNvSpPr>
            <a:spLocks noGrp="1"/>
          </p:cNvSpPr>
          <p:nvPr>
            <p:ph type="body" sz="half" idx="2"/>
          </p:nvPr>
        </p:nvSpPr>
        <p:spPr>
          <a:xfrm>
            <a:off x="498518" y="1129553"/>
            <a:ext cx="7558960" cy="774700"/>
          </a:xfrm>
        </p:spPr>
        <p:txBody>
          <a:bodyPr rtlCol="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3">
            <a:extLst>
              <a:ext uri="{FF2B5EF4-FFF2-40B4-BE49-F238E27FC236}">
                <a16:creationId xmlns:a16="http://schemas.microsoft.com/office/drawing/2014/main" id="{65019766-081A-47D0-BAEA-0C15F0721F57}"/>
              </a:ext>
            </a:extLst>
          </p:cNvPr>
          <p:cNvSpPr>
            <a:spLocks noGrp="1"/>
          </p:cNvSpPr>
          <p:nvPr>
            <p:ph type="dt" sz="half" idx="10"/>
          </p:nvPr>
        </p:nvSpPr>
        <p:spPr/>
        <p:txBody>
          <a:bodyPr/>
          <a:lstStyle>
            <a:lvl1pPr>
              <a:defRPr/>
            </a:lvl1pPr>
          </a:lstStyle>
          <a:p>
            <a:pPr>
              <a:defRPr/>
            </a:pPr>
            <a:fld id="{42F4B6AC-63EB-4180-A36B-8AD10E9CDD5C}" type="datetime4">
              <a:rPr lang="en-US" altLang="en-US" smtClean="0"/>
              <a:t>April 2, 2024</a:t>
            </a:fld>
            <a:endParaRPr lang="en-US" altLang="en-US"/>
          </a:p>
        </p:txBody>
      </p:sp>
      <p:sp>
        <p:nvSpPr>
          <p:cNvPr id="8" name="Footer Placeholder 4">
            <a:extLst>
              <a:ext uri="{FF2B5EF4-FFF2-40B4-BE49-F238E27FC236}">
                <a16:creationId xmlns:a16="http://schemas.microsoft.com/office/drawing/2014/main" id="{7423F56D-9BA3-4A25-B9BA-424A70868E6D}"/>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5488EADA-FED8-4753-AAF3-AC9BBB764650}"/>
              </a:ext>
            </a:extLst>
          </p:cNvPr>
          <p:cNvSpPr>
            <a:spLocks noGrp="1"/>
          </p:cNvSpPr>
          <p:nvPr>
            <p:ph type="sldNum" sz="quarter" idx="12"/>
          </p:nvPr>
        </p:nvSpPr>
        <p:spPr/>
        <p:txBody>
          <a:bodyPr/>
          <a:lstStyle>
            <a:lvl1pPr>
              <a:defRPr/>
            </a:lvl1pPr>
          </a:lstStyle>
          <a:p>
            <a:pPr>
              <a:defRPr/>
            </a:pPr>
            <a:fld id="{F9DC72B3-6AE1-4353-8D4C-88EC00346497}" type="slidenum">
              <a:rPr lang="en-US" altLang="en-US"/>
              <a:pPr>
                <a:defRPr/>
              </a:pPr>
              <a:t>‹#›</a:t>
            </a:fld>
            <a:endParaRPr lang="en-US" altLang="en-US"/>
          </a:p>
        </p:txBody>
      </p:sp>
    </p:spTree>
    <p:extLst>
      <p:ext uri="{BB962C8B-B14F-4D97-AF65-F5344CB8AC3E}">
        <p14:creationId xmlns:p14="http://schemas.microsoft.com/office/powerpoint/2010/main" val="1871659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with 2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5716B2-1D51-4842-A52B-1B7BE135F4E1}"/>
              </a:ext>
            </a:extLst>
          </p:cNvPr>
          <p:cNvSpPr/>
          <p:nvPr/>
        </p:nvSpPr>
        <p:spPr>
          <a:xfrm>
            <a:off x="282575" y="228600"/>
            <a:ext cx="4235450" cy="4187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Rectangle 7">
            <a:extLst>
              <a:ext uri="{FF2B5EF4-FFF2-40B4-BE49-F238E27FC236}">
                <a16:creationId xmlns:a16="http://schemas.microsoft.com/office/drawing/2014/main" id="{B6F670D2-C111-4D1B-B50D-F3432ABD194E}"/>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E1D2165C-0B75-4EB3-A9E4-0F14A4B84006}"/>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TextBox 9">
            <a:extLst>
              <a:ext uri="{FF2B5EF4-FFF2-40B4-BE49-F238E27FC236}">
                <a16:creationId xmlns:a16="http://schemas.microsoft.com/office/drawing/2014/main" id="{BE03CB60-55F5-44EE-92D5-52256DA7E5F3}"/>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3" name="Picture Placeholder 12"/>
          <p:cNvSpPr>
            <a:spLocks noGrp="1"/>
          </p:cNvSpPr>
          <p:nvPr>
            <p:ph type="pic" sz="quarter" idx="12"/>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3"/>
          </p:nvPr>
        </p:nvSpPr>
        <p:spPr>
          <a:xfrm>
            <a:off x="6802438" y="2377440"/>
            <a:ext cx="2057400" cy="2039112"/>
          </a:xfrm>
        </p:spPr>
        <p:txBody>
          <a:bodyPr rtlCol="0">
            <a:normAutofit/>
          </a:bodyPr>
          <a:lstStyle>
            <a:lvl1pPr>
              <a:buNone/>
              <a:defRPr/>
            </a:lvl1pPr>
          </a:lstStyle>
          <a:p>
            <a:pPr lvl="0"/>
            <a:r>
              <a:rPr lang="en-US" noProof="0"/>
              <a:t>Click icon to add picture</a:t>
            </a:r>
            <a:endParaRPr noProof="0" dirty="0"/>
          </a:p>
        </p:txBody>
      </p:sp>
      <p:sp>
        <p:nvSpPr>
          <p:cNvPr id="16" name="Text Placeholder 3"/>
          <p:cNvSpPr>
            <a:spLocks noGrp="1"/>
          </p:cNvSpPr>
          <p:nvPr>
            <p:ph type="body" sz="half" idx="2"/>
          </p:nvPr>
        </p:nvSpPr>
        <p:spPr>
          <a:xfrm>
            <a:off x="857250" y="1779494"/>
            <a:ext cx="3086100" cy="3089666"/>
          </a:xfrm>
        </p:spPr>
        <p:txBody>
          <a:bodyPr lIns="45720" rIns="45720">
            <a:noAutofit/>
          </a:bodyPr>
          <a:lstStyle>
            <a:lvl1pPr marL="0" indent="0" algn="ctr">
              <a:buNone/>
              <a:defRPr sz="4600">
                <a:solidFill>
                  <a:srgbClr val="FF0000"/>
                </a:solidFill>
              </a:defRPr>
            </a:lvl1pPr>
            <a:lvl2pPr>
              <a:defRPr sz="1200"/>
            </a:lvl2pPr>
            <a:lvl3pPr>
              <a:defRPr sz="1000"/>
            </a:lvl3pPr>
            <a:lvl4pPr>
              <a:defRPr sz="900"/>
            </a:lvl4pPr>
            <a:lvl5pPr>
              <a:defRPr sz="900"/>
            </a:lvl5pPr>
          </a:lstStyle>
          <a:p>
            <a:pPr lvl="0"/>
            <a:r>
              <a:rPr lang="en-US"/>
              <a:t>Edit Master text styles</a:t>
            </a:r>
          </a:p>
        </p:txBody>
      </p:sp>
      <p:sp>
        <p:nvSpPr>
          <p:cNvPr id="11" name="Date Placeholder 3">
            <a:extLst>
              <a:ext uri="{FF2B5EF4-FFF2-40B4-BE49-F238E27FC236}">
                <a16:creationId xmlns:a16="http://schemas.microsoft.com/office/drawing/2014/main" id="{2844C491-3D0C-48E4-BD99-E1F9E0A64DC8}"/>
              </a:ext>
            </a:extLst>
          </p:cNvPr>
          <p:cNvSpPr>
            <a:spLocks noGrp="1"/>
          </p:cNvSpPr>
          <p:nvPr>
            <p:ph type="dt" sz="half" idx="14"/>
          </p:nvPr>
        </p:nvSpPr>
        <p:spPr>
          <a:xfrm>
            <a:off x="4800600" y="6426200"/>
            <a:ext cx="1231900" cy="365125"/>
          </a:xfrm>
        </p:spPr>
        <p:txBody>
          <a:bodyPr/>
          <a:lstStyle>
            <a:lvl1pPr algn="l">
              <a:defRPr/>
            </a:lvl1pPr>
          </a:lstStyle>
          <a:p>
            <a:pPr>
              <a:defRPr/>
            </a:pPr>
            <a:fld id="{5947DAE1-A49F-4D70-A911-88A3EB474968}" type="datetime4">
              <a:rPr lang="en-US" altLang="en-US" smtClean="0"/>
              <a:t>April 2, 2024</a:t>
            </a:fld>
            <a:endParaRPr lang="en-US" altLang="en-US"/>
          </a:p>
        </p:txBody>
      </p:sp>
      <p:sp>
        <p:nvSpPr>
          <p:cNvPr id="12" name="Footer Placeholder 4">
            <a:extLst>
              <a:ext uri="{FF2B5EF4-FFF2-40B4-BE49-F238E27FC236}">
                <a16:creationId xmlns:a16="http://schemas.microsoft.com/office/drawing/2014/main" id="{C7A89449-B2CD-4D8E-96E7-C3D05CA65A71}"/>
              </a:ext>
            </a:extLst>
          </p:cNvPr>
          <p:cNvSpPr>
            <a:spLocks noGrp="1"/>
          </p:cNvSpPr>
          <p:nvPr>
            <p:ph type="ftr" sz="quarter" idx="15"/>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1900141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911DE96-FAFC-4CF6-98C3-243C9D9B03D7}"/>
              </a:ext>
            </a:extLst>
          </p:cNvPr>
          <p:cNvSpPr/>
          <p:nvPr/>
        </p:nvSpPr>
        <p:spPr>
          <a:xfrm>
            <a:off x="658813" y="211138"/>
            <a:ext cx="8201025" cy="6345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661903" y="3133725"/>
            <a:ext cx="7313240" cy="1362075"/>
          </a:xfrm>
        </p:spPr>
        <p:txBody>
          <a:bodyPr anchor="b">
            <a:normAutofit/>
          </a:bodyPr>
          <a:lstStyle>
            <a:lvl1pPr algn="l">
              <a:defRPr sz="3200" b="0" cap="none" baseline="0">
                <a:solidFill>
                  <a:srgbClr val="FF0000"/>
                </a:solidFill>
              </a:defRPr>
            </a:lvl1pPr>
          </a:lstStyle>
          <a:p>
            <a:r>
              <a:rPr lang="en-US"/>
              <a:t>Click to edit Master title style</a:t>
            </a:r>
            <a:endParaRPr dirty="0"/>
          </a:p>
        </p:txBody>
      </p:sp>
      <p:sp>
        <p:nvSpPr>
          <p:cNvPr id="3" name="Text Placeholder 2"/>
          <p:cNvSpPr>
            <a:spLocks noGrp="1"/>
          </p:cNvSpPr>
          <p:nvPr>
            <p:ph type="body" idx="1"/>
          </p:nvPr>
        </p:nvSpPr>
        <p:spPr>
          <a:xfrm>
            <a:off x="658906" y="4725144"/>
            <a:ext cx="7265894" cy="1270843"/>
          </a:xfrm>
        </p:spPr>
        <p:txBody>
          <a:bodyPr>
            <a:normAutofit/>
          </a:bodyPr>
          <a:lstStyle>
            <a:lvl1pPr marL="0" indent="0">
              <a:spcBef>
                <a:spcPts val="300"/>
              </a:spcBef>
              <a:buNone/>
              <a:defRPr sz="1400" cap="none" baseline="0">
                <a:solidFill>
                  <a:srgbClr val="0070C0"/>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a:extLst>
              <a:ext uri="{FF2B5EF4-FFF2-40B4-BE49-F238E27FC236}">
                <a16:creationId xmlns:a16="http://schemas.microsoft.com/office/drawing/2014/main" id="{CE00B8D7-84F4-46D1-83F3-DB8DA019BD9F}"/>
              </a:ext>
            </a:extLst>
          </p:cNvPr>
          <p:cNvSpPr>
            <a:spLocks noGrp="1"/>
          </p:cNvSpPr>
          <p:nvPr>
            <p:ph type="dt" sz="half" idx="10"/>
          </p:nvPr>
        </p:nvSpPr>
        <p:spPr>
          <a:xfrm>
            <a:off x="658813" y="6248400"/>
            <a:ext cx="1474787" cy="365125"/>
          </a:xfrm>
        </p:spPr>
        <p:txBody>
          <a:bodyPr/>
          <a:lstStyle>
            <a:lvl1pPr algn="l">
              <a:defRPr>
                <a:solidFill>
                  <a:schemeClr val="bg1"/>
                </a:solidFill>
              </a:defRPr>
            </a:lvl1pPr>
          </a:lstStyle>
          <a:p>
            <a:pPr>
              <a:defRPr/>
            </a:pPr>
            <a:fld id="{BCD013CE-67C9-4988-A823-7D0EB71D023D}" type="datetime4">
              <a:rPr lang="en-US" altLang="en-US" smtClean="0"/>
              <a:t>April 2, 2024</a:t>
            </a:fld>
            <a:endParaRPr lang="en-US" altLang="en-US"/>
          </a:p>
        </p:txBody>
      </p:sp>
      <p:sp>
        <p:nvSpPr>
          <p:cNvPr id="6" name="Footer Placeholder 4">
            <a:extLst>
              <a:ext uri="{FF2B5EF4-FFF2-40B4-BE49-F238E27FC236}">
                <a16:creationId xmlns:a16="http://schemas.microsoft.com/office/drawing/2014/main" id="{F5407CD7-AE9E-410F-8F94-A4A372B8F1AC}"/>
              </a:ext>
            </a:extLst>
          </p:cNvPr>
          <p:cNvSpPr>
            <a:spLocks noGrp="1"/>
          </p:cNvSpPr>
          <p:nvPr>
            <p:ph type="ftr" sz="quarter" idx="11"/>
          </p:nvPr>
        </p:nvSpPr>
        <p:spPr>
          <a:xfrm>
            <a:off x="2286000" y="6248400"/>
            <a:ext cx="5638800" cy="365125"/>
          </a:xfrm>
        </p:spPr>
        <p:txBody>
          <a:bodyPr/>
          <a:lstStyle>
            <a:lvl1pPr>
              <a:defRPr>
                <a:solidFill>
                  <a:schemeClr val="bg1"/>
                </a:solidFill>
              </a:defRPr>
            </a:lvl1pPr>
          </a:lstStyle>
          <a:p>
            <a:pPr>
              <a:defRPr/>
            </a:pPr>
            <a:endParaRPr lang="en-US" altLang="en-US"/>
          </a:p>
        </p:txBody>
      </p:sp>
      <p:sp>
        <p:nvSpPr>
          <p:cNvPr id="7" name="Slide Number Placeholder 5">
            <a:extLst>
              <a:ext uri="{FF2B5EF4-FFF2-40B4-BE49-F238E27FC236}">
                <a16:creationId xmlns:a16="http://schemas.microsoft.com/office/drawing/2014/main" id="{9606D7A1-CF24-46FC-A3CA-970975891FAB}"/>
              </a:ext>
            </a:extLst>
          </p:cNvPr>
          <p:cNvSpPr>
            <a:spLocks noGrp="1"/>
          </p:cNvSpPr>
          <p:nvPr>
            <p:ph type="sldNum" sz="quarter" idx="12"/>
          </p:nvPr>
        </p:nvSpPr>
        <p:spPr>
          <a:xfrm>
            <a:off x="8305800" y="6248400"/>
            <a:ext cx="554038" cy="365125"/>
          </a:xfrm>
        </p:spPr>
        <p:txBody>
          <a:bodyPr/>
          <a:lstStyle>
            <a:lvl1pPr>
              <a:defRPr/>
            </a:lvl1pPr>
          </a:lstStyle>
          <a:p>
            <a:pPr>
              <a:defRPr/>
            </a:pPr>
            <a:fld id="{04D8FD4F-45E7-4072-8800-E1C10689F0F2}" type="slidenum">
              <a:rPr lang="en-US" altLang="en-US"/>
              <a:pPr>
                <a:defRPr/>
              </a:pPr>
              <a:t>‹#›</a:t>
            </a:fld>
            <a:endParaRPr lang="en-US" altLang="en-US"/>
          </a:p>
        </p:txBody>
      </p:sp>
    </p:spTree>
    <p:extLst>
      <p:ext uri="{BB962C8B-B14F-4D97-AF65-F5344CB8AC3E}">
        <p14:creationId xmlns:p14="http://schemas.microsoft.com/office/powerpoint/2010/main" val="1771318624"/>
      </p:ext>
    </p:extLst>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9E9D7C-56A6-4B82-9A3D-FD28902E34D6}"/>
              </a:ext>
            </a:extLst>
          </p:cNvPr>
          <p:cNvSpPr/>
          <p:nvPr/>
        </p:nvSpPr>
        <p:spPr>
          <a:xfrm>
            <a:off x="8210550" y="282575"/>
            <a:ext cx="64135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99B451A8-D956-4804-BB56-30E8F32ADC46}"/>
              </a:ext>
            </a:extLst>
          </p:cNvPr>
          <p:cNvSpPr/>
          <p:nvPr/>
        </p:nvSpPr>
        <p:spPr>
          <a:xfrm>
            <a:off x="8067675" y="282575"/>
            <a:ext cx="92075"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21727635-677E-4A10-B4D7-6A52FF43D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39987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Date Placeholder 4">
            <a:extLst>
              <a:ext uri="{FF2B5EF4-FFF2-40B4-BE49-F238E27FC236}">
                <a16:creationId xmlns:a16="http://schemas.microsoft.com/office/drawing/2014/main" id="{425FEDAF-E190-476B-8D80-2FDBE98012B4}"/>
              </a:ext>
            </a:extLst>
          </p:cNvPr>
          <p:cNvSpPr>
            <a:spLocks noGrp="1"/>
          </p:cNvSpPr>
          <p:nvPr>
            <p:ph type="dt" sz="half" idx="10"/>
          </p:nvPr>
        </p:nvSpPr>
        <p:spPr/>
        <p:txBody>
          <a:bodyPr/>
          <a:lstStyle>
            <a:lvl1pPr>
              <a:defRPr/>
            </a:lvl1pPr>
          </a:lstStyle>
          <a:p>
            <a:pPr>
              <a:defRPr/>
            </a:pPr>
            <a:fld id="{8BBC6A0A-016D-4814-87E7-5BE84E79FE1C}" type="datetime4">
              <a:rPr lang="en-US" altLang="en-US" smtClean="0"/>
              <a:t>April 2, 2024</a:t>
            </a:fld>
            <a:endParaRPr lang="en-US" altLang="en-US"/>
          </a:p>
        </p:txBody>
      </p:sp>
      <p:sp>
        <p:nvSpPr>
          <p:cNvPr id="9" name="Footer Placeholder 5">
            <a:extLst>
              <a:ext uri="{FF2B5EF4-FFF2-40B4-BE49-F238E27FC236}">
                <a16:creationId xmlns:a16="http://schemas.microsoft.com/office/drawing/2014/main" id="{40575C56-64B6-4D3B-B150-E0F913949005}"/>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651D746-2E4D-4F42-8E33-B5C7C189907E}"/>
              </a:ext>
            </a:extLst>
          </p:cNvPr>
          <p:cNvSpPr>
            <a:spLocks noGrp="1"/>
          </p:cNvSpPr>
          <p:nvPr>
            <p:ph type="sldNum" sz="quarter" idx="12"/>
          </p:nvPr>
        </p:nvSpPr>
        <p:spPr/>
        <p:txBody>
          <a:bodyPr/>
          <a:lstStyle>
            <a:lvl1pPr>
              <a:defRPr/>
            </a:lvl1pPr>
          </a:lstStyle>
          <a:p>
            <a:pPr>
              <a:defRPr/>
            </a:pPr>
            <a:fld id="{32C62F03-27E2-4C96-967C-2B7425AF4137}" type="slidenum">
              <a:rPr lang="en-US" altLang="en-US"/>
              <a:pPr>
                <a:defRPr/>
              </a:pPr>
              <a:t>‹#›</a:t>
            </a:fld>
            <a:endParaRPr lang="en-US" altLang="en-US"/>
          </a:p>
        </p:txBody>
      </p:sp>
    </p:spTree>
    <p:extLst>
      <p:ext uri="{BB962C8B-B14F-4D97-AF65-F5344CB8AC3E}">
        <p14:creationId xmlns:p14="http://schemas.microsoft.com/office/powerpoint/2010/main" val="2109593391"/>
      </p:ext>
    </p:extLst>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7B07C5-F853-4FE7-ADE4-312152A861F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DDC0CEFD-742B-4BDB-AB85-DD99C8FFB61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9" name="Date Placeholder 6">
            <a:extLst>
              <a:ext uri="{FF2B5EF4-FFF2-40B4-BE49-F238E27FC236}">
                <a16:creationId xmlns:a16="http://schemas.microsoft.com/office/drawing/2014/main" id="{71386DFB-7C38-465D-B19A-F9BC200863BD}"/>
              </a:ext>
            </a:extLst>
          </p:cNvPr>
          <p:cNvSpPr>
            <a:spLocks noGrp="1"/>
          </p:cNvSpPr>
          <p:nvPr>
            <p:ph type="dt" sz="half" idx="10"/>
          </p:nvPr>
        </p:nvSpPr>
        <p:spPr/>
        <p:txBody>
          <a:bodyPr/>
          <a:lstStyle>
            <a:lvl1pPr>
              <a:defRPr/>
            </a:lvl1pPr>
          </a:lstStyle>
          <a:p>
            <a:pPr>
              <a:defRPr/>
            </a:pPr>
            <a:fld id="{A6840219-0E5D-43E8-BC46-7B446F82A6CC}" type="datetime4">
              <a:rPr lang="en-US" altLang="en-US" smtClean="0"/>
              <a:t>April 2, 2024</a:t>
            </a:fld>
            <a:endParaRPr lang="en-US" altLang="en-US"/>
          </a:p>
        </p:txBody>
      </p:sp>
      <p:sp>
        <p:nvSpPr>
          <p:cNvPr id="10" name="Footer Placeholder 7">
            <a:extLst>
              <a:ext uri="{FF2B5EF4-FFF2-40B4-BE49-F238E27FC236}">
                <a16:creationId xmlns:a16="http://schemas.microsoft.com/office/drawing/2014/main" id="{AFB72559-48AF-4D8B-BCDA-85DFE5A30C08}"/>
              </a:ext>
            </a:extLst>
          </p:cNvPr>
          <p:cNvSpPr>
            <a:spLocks noGrp="1"/>
          </p:cNvSpPr>
          <p:nvPr>
            <p:ph type="ftr" sz="quarter" idx="11"/>
          </p:nvPr>
        </p:nvSpPr>
        <p:spPr/>
        <p:txBody>
          <a:bodyPr/>
          <a:lstStyle>
            <a:lvl1pPr>
              <a:defRPr/>
            </a:lvl1pPr>
          </a:lstStyle>
          <a:p>
            <a:pPr>
              <a:defRPr/>
            </a:pPr>
            <a:endParaRPr lang="en-US" altLang="en-US"/>
          </a:p>
        </p:txBody>
      </p:sp>
      <p:sp>
        <p:nvSpPr>
          <p:cNvPr id="11" name="Slide Number Placeholder 8">
            <a:extLst>
              <a:ext uri="{FF2B5EF4-FFF2-40B4-BE49-F238E27FC236}">
                <a16:creationId xmlns:a16="http://schemas.microsoft.com/office/drawing/2014/main" id="{C46A864C-2A70-42AC-91B7-3B12616E7B00}"/>
              </a:ext>
            </a:extLst>
          </p:cNvPr>
          <p:cNvSpPr>
            <a:spLocks noGrp="1"/>
          </p:cNvSpPr>
          <p:nvPr>
            <p:ph type="sldNum" sz="quarter" idx="12"/>
          </p:nvPr>
        </p:nvSpPr>
        <p:spPr/>
        <p:txBody>
          <a:bodyPr/>
          <a:lstStyle>
            <a:lvl1pPr>
              <a:defRPr/>
            </a:lvl1pPr>
          </a:lstStyle>
          <a:p>
            <a:pPr>
              <a:defRPr/>
            </a:pPr>
            <a:fld id="{5CC1C16B-91CF-4A52-B7DA-A9E2A0689885}" type="slidenum">
              <a:rPr lang="en-US" altLang="en-US"/>
              <a:pPr>
                <a:defRPr/>
              </a:pPr>
              <a:t>‹#›</a:t>
            </a:fld>
            <a:endParaRPr lang="en-US" altLang="en-US"/>
          </a:p>
        </p:txBody>
      </p:sp>
    </p:spTree>
    <p:extLst>
      <p:ext uri="{BB962C8B-B14F-4D97-AF65-F5344CB8AC3E}">
        <p14:creationId xmlns:p14="http://schemas.microsoft.com/office/powerpoint/2010/main" val="2024414672"/>
      </p:ext>
    </p:extLst>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 Content, Top and Bottom">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040DC1-CC49-4062-B731-108D0938F7B1}"/>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6" name="Rectangle 5">
            <a:extLst>
              <a:ext uri="{FF2B5EF4-FFF2-40B4-BE49-F238E27FC236}">
                <a16:creationId xmlns:a16="http://schemas.microsoft.com/office/drawing/2014/main" id="{F76B2E1C-83DC-48FB-87B4-6C04ED0E78E1}"/>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a:extLst>
              <a:ext uri="{FF2B5EF4-FFF2-40B4-BE49-F238E27FC236}">
                <a16:creationId xmlns:a16="http://schemas.microsoft.com/office/drawing/2014/main" id="{40692EE1-AA7B-43BD-AC16-CED9312B3818}"/>
              </a:ext>
            </a:extLst>
          </p:cNvPr>
          <p:cNvSpPr>
            <a:spLocks noGrp="1"/>
          </p:cNvSpPr>
          <p:nvPr>
            <p:ph type="dt" sz="half" idx="15"/>
          </p:nvPr>
        </p:nvSpPr>
        <p:spPr/>
        <p:txBody>
          <a:bodyPr/>
          <a:lstStyle>
            <a:lvl1pPr>
              <a:defRPr/>
            </a:lvl1pPr>
          </a:lstStyle>
          <a:p>
            <a:pPr>
              <a:defRPr/>
            </a:pPr>
            <a:fld id="{367BF1C9-1025-4FC5-95F3-643E4B2392A1}" type="datetime4">
              <a:rPr lang="en-US" altLang="en-US" smtClean="0"/>
              <a:t>April 2, 2024</a:t>
            </a:fld>
            <a:endParaRPr lang="en-US" altLang="en-US"/>
          </a:p>
        </p:txBody>
      </p:sp>
      <p:sp>
        <p:nvSpPr>
          <p:cNvPr id="8" name="Footer Placeholder 5">
            <a:extLst>
              <a:ext uri="{FF2B5EF4-FFF2-40B4-BE49-F238E27FC236}">
                <a16:creationId xmlns:a16="http://schemas.microsoft.com/office/drawing/2014/main" id="{AEB1AA61-3E07-4BA7-BD71-ED9C67738005}"/>
              </a:ext>
            </a:extLst>
          </p:cNvPr>
          <p:cNvSpPr>
            <a:spLocks noGrp="1"/>
          </p:cNvSpPr>
          <p:nvPr>
            <p:ph type="ftr" sz="quarter" idx="16"/>
          </p:nvPr>
        </p:nvSpPr>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A485EDA6-A543-44FE-A126-0BC3B380D774}"/>
              </a:ext>
            </a:extLst>
          </p:cNvPr>
          <p:cNvSpPr>
            <a:spLocks noGrp="1"/>
          </p:cNvSpPr>
          <p:nvPr>
            <p:ph type="sldNum" sz="quarter" idx="17"/>
          </p:nvPr>
        </p:nvSpPr>
        <p:spPr/>
        <p:txBody>
          <a:bodyPr/>
          <a:lstStyle>
            <a:lvl1pPr>
              <a:defRPr/>
            </a:lvl1pPr>
          </a:lstStyle>
          <a:p>
            <a:pPr>
              <a:defRPr/>
            </a:pPr>
            <a:fld id="{B55F4DCD-43D8-4193-A279-26DED609CF35}" type="slidenum">
              <a:rPr lang="en-US" altLang="en-US"/>
              <a:pPr>
                <a:defRPr/>
              </a:pPr>
              <a:t>‹#›</a:t>
            </a:fld>
            <a:endParaRPr lang="en-US" altLang="en-US"/>
          </a:p>
        </p:txBody>
      </p:sp>
    </p:spTree>
    <p:extLst>
      <p:ext uri="{BB962C8B-B14F-4D97-AF65-F5344CB8AC3E}">
        <p14:creationId xmlns:p14="http://schemas.microsoft.com/office/powerpoint/2010/main" val="41192431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36A625E-3694-4DB5-98E8-2D8D318A7935}"/>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FA87372B-B1EB-4EEE-BA49-610CBBE37C2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a:extLst>
              <a:ext uri="{FF2B5EF4-FFF2-40B4-BE49-F238E27FC236}">
                <a16:creationId xmlns:a16="http://schemas.microsoft.com/office/drawing/2014/main" id="{A442E16E-8AE9-49E1-B987-A2C09660BFBA}"/>
              </a:ext>
            </a:extLst>
          </p:cNvPr>
          <p:cNvSpPr>
            <a:spLocks noGrp="1"/>
          </p:cNvSpPr>
          <p:nvPr>
            <p:ph type="dt" sz="half" idx="17"/>
          </p:nvPr>
        </p:nvSpPr>
        <p:spPr/>
        <p:txBody>
          <a:bodyPr/>
          <a:lstStyle>
            <a:lvl1pPr>
              <a:defRPr/>
            </a:lvl1pPr>
          </a:lstStyle>
          <a:p>
            <a:pPr>
              <a:defRPr/>
            </a:pPr>
            <a:fld id="{89BDB295-AA0E-4913-8F70-E7AE12812FB4}" type="datetime4">
              <a:rPr lang="en-US" altLang="en-US" smtClean="0"/>
              <a:t>April 2, 2024</a:t>
            </a:fld>
            <a:endParaRPr lang="en-US" altLang="en-US"/>
          </a:p>
        </p:txBody>
      </p:sp>
      <p:sp>
        <p:nvSpPr>
          <p:cNvPr id="9" name="Footer Placeholder 5">
            <a:extLst>
              <a:ext uri="{FF2B5EF4-FFF2-40B4-BE49-F238E27FC236}">
                <a16:creationId xmlns:a16="http://schemas.microsoft.com/office/drawing/2014/main" id="{EFF88378-3EBD-4A53-AAEB-BA3788A9F54D}"/>
              </a:ext>
            </a:extLst>
          </p:cNvPr>
          <p:cNvSpPr>
            <a:spLocks noGrp="1"/>
          </p:cNvSpPr>
          <p:nvPr>
            <p:ph type="ftr" sz="quarter" idx="18"/>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0A6F8EB9-B8BD-478C-B0C5-CEB182208DD8}"/>
              </a:ext>
            </a:extLst>
          </p:cNvPr>
          <p:cNvSpPr>
            <a:spLocks noGrp="1"/>
          </p:cNvSpPr>
          <p:nvPr>
            <p:ph type="sldNum" sz="quarter" idx="19"/>
          </p:nvPr>
        </p:nvSpPr>
        <p:spPr/>
        <p:txBody>
          <a:bodyPr/>
          <a:lstStyle>
            <a:lvl1pPr>
              <a:defRPr/>
            </a:lvl1pPr>
          </a:lstStyle>
          <a:p>
            <a:pPr>
              <a:defRPr/>
            </a:pPr>
            <a:fld id="{F1E81321-7CA3-455E-B242-7CD20CFE3562}" type="slidenum">
              <a:rPr lang="en-US" altLang="en-US"/>
              <a:pPr>
                <a:defRPr/>
              </a:pPr>
              <a:t>‹#›</a:t>
            </a:fld>
            <a:endParaRPr lang="en-US" altLang="en-US"/>
          </a:p>
        </p:txBody>
      </p:sp>
    </p:spTree>
    <p:extLst>
      <p:ext uri="{BB962C8B-B14F-4D97-AF65-F5344CB8AC3E}">
        <p14:creationId xmlns:p14="http://schemas.microsoft.com/office/powerpoint/2010/main" val="2533164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347075-7758-4CEC-9F96-6FCEEB07872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7352A13F-FE25-4561-A63F-562F49A24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Date Placeholder 4">
            <a:extLst>
              <a:ext uri="{FF2B5EF4-FFF2-40B4-BE49-F238E27FC236}">
                <a16:creationId xmlns:a16="http://schemas.microsoft.com/office/drawing/2014/main" id="{8CA10872-C456-40D3-AEDF-ECC579776C64}"/>
              </a:ext>
            </a:extLst>
          </p:cNvPr>
          <p:cNvSpPr>
            <a:spLocks noGrp="1"/>
          </p:cNvSpPr>
          <p:nvPr>
            <p:ph type="dt" sz="half" idx="19"/>
          </p:nvPr>
        </p:nvSpPr>
        <p:spPr/>
        <p:txBody>
          <a:bodyPr/>
          <a:lstStyle>
            <a:lvl1pPr>
              <a:defRPr/>
            </a:lvl1pPr>
          </a:lstStyle>
          <a:p>
            <a:pPr>
              <a:defRPr/>
            </a:pPr>
            <a:fld id="{1D6746FD-7CE6-4784-B555-E150A698D221}" type="datetime4">
              <a:rPr lang="en-US" altLang="en-US" smtClean="0"/>
              <a:t>April 2, 2024</a:t>
            </a:fld>
            <a:endParaRPr lang="en-US" altLang="en-US"/>
          </a:p>
        </p:txBody>
      </p:sp>
      <p:sp>
        <p:nvSpPr>
          <p:cNvPr id="10" name="Footer Placeholder 5">
            <a:extLst>
              <a:ext uri="{FF2B5EF4-FFF2-40B4-BE49-F238E27FC236}">
                <a16:creationId xmlns:a16="http://schemas.microsoft.com/office/drawing/2014/main" id="{FB6C643F-279E-4508-88CB-5D027FFA15FC}"/>
              </a:ext>
            </a:extLst>
          </p:cNvPr>
          <p:cNvSpPr>
            <a:spLocks noGrp="1"/>
          </p:cNvSpPr>
          <p:nvPr>
            <p:ph type="ftr" sz="quarter" idx="20"/>
          </p:nvPr>
        </p:nvSpPr>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C7FE2F1D-C54D-49CF-AA62-F961BBB73A03}"/>
              </a:ext>
            </a:extLst>
          </p:cNvPr>
          <p:cNvSpPr>
            <a:spLocks noGrp="1"/>
          </p:cNvSpPr>
          <p:nvPr>
            <p:ph type="sldNum" sz="quarter" idx="21"/>
          </p:nvPr>
        </p:nvSpPr>
        <p:spPr/>
        <p:txBody>
          <a:bodyPr/>
          <a:lstStyle>
            <a:lvl1pPr>
              <a:defRPr/>
            </a:lvl1pPr>
          </a:lstStyle>
          <a:p>
            <a:pPr>
              <a:defRPr/>
            </a:pPr>
            <a:fld id="{BD5F9E64-AC8D-4934-A522-F84ADA989424}" type="slidenum">
              <a:rPr lang="en-US" altLang="en-US"/>
              <a:pPr>
                <a:defRPr/>
              </a:pPr>
              <a:t>‹#›</a:t>
            </a:fld>
            <a:endParaRPr lang="en-US" altLang="en-US"/>
          </a:p>
        </p:txBody>
      </p:sp>
    </p:spTree>
    <p:extLst>
      <p:ext uri="{BB962C8B-B14F-4D97-AF65-F5344CB8AC3E}">
        <p14:creationId xmlns:p14="http://schemas.microsoft.com/office/powerpoint/2010/main" val="38765955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3EEB36-E5FF-4FAC-BCEC-EEE3993A225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4" name="TextBox 3">
            <a:extLst>
              <a:ext uri="{FF2B5EF4-FFF2-40B4-BE49-F238E27FC236}">
                <a16:creationId xmlns:a16="http://schemas.microsoft.com/office/drawing/2014/main" id="{45A7B1F7-B66E-4360-933D-20F9FE30A2E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2">
            <a:extLst>
              <a:ext uri="{FF2B5EF4-FFF2-40B4-BE49-F238E27FC236}">
                <a16:creationId xmlns:a16="http://schemas.microsoft.com/office/drawing/2014/main" id="{A60D05BF-08A0-4D82-87B7-25B380F494B0}"/>
              </a:ext>
            </a:extLst>
          </p:cNvPr>
          <p:cNvSpPr>
            <a:spLocks noGrp="1"/>
          </p:cNvSpPr>
          <p:nvPr>
            <p:ph type="dt" sz="half" idx="10"/>
          </p:nvPr>
        </p:nvSpPr>
        <p:spPr/>
        <p:txBody>
          <a:bodyPr/>
          <a:lstStyle>
            <a:lvl1pPr>
              <a:defRPr/>
            </a:lvl1pPr>
          </a:lstStyle>
          <a:p>
            <a:pPr>
              <a:defRPr/>
            </a:pPr>
            <a:fld id="{3A100575-81D0-4836-BDA5-88ECA2DF1A30}" type="datetime4">
              <a:rPr lang="en-US" altLang="en-US" smtClean="0"/>
              <a:t>April 2, 2024</a:t>
            </a:fld>
            <a:endParaRPr lang="en-US" altLang="en-US"/>
          </a:p>
        </p:txBody>
      </p:sp>
      <p:sp>
        <p:nvSpPr>
          <p:cNvPr id="6" name="Footer Placeholder 3">
            <a:extLst>
              <a:ext uri="{FF2B5EF4-FFF2-40B4-BE49-F238E27FC236}">
                <a16:creationId xmlns:a16="http://schemas.microsoft.com/office/drawing/2014/main" id="{70CBB09B-E9D1-4963-9352-60DD2D041409}"/>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4">
            <a:extLst>
              <a:ext uri="{FF2B5EF4-FFF2-40B4-BE49-F238E27FC236}">
                <a16:creationId xmlns:a16="http://schemas.microsoft.com/office/drawing/2014/main" id="{AAAE83DB-9197-4A51-B3DF-1B22AAB29DD7}"/>
              </a:ext>
            </a:extLst>
          </p:cNvPr>
          <p:cNvSpPr>
            <a:spLocks noGrp="1"/>
          </p:cNvSpPr>
          <p:nvPr>
            <p:ph type="sldNum" sz="quarter" idx="12"/>
          </p:nvPr>
        </p:nvSpPr>
        <p:spPr/>
        <p:txBody>
          <a:bodyPr/>
          <a:lstStyle>
            <a:lvl1pPr>
              <a:defRPr/>
            </a:lvl1pPr>
          </a:lstStyle>
          <a:p>
            <a:pPr>
              <a:defRPr/>
            </a:pPr>
            <a:fld id="{F02FF4ED-2B23-4CC6-834A-FCFA22AF88CD}" type="slidenum">
              <a:rPr lang="en-US" altLang="en-US"/>
              <a:pPr>
                <a:defRPr/>
              </a:pPr>
              <a:t>‹#›</a:t>
            </a:fld>
            <a:endParaRPr lang="en-US" altLang="en-US"/>
          </a:p>
        </p:txBody>
      </p:sp>
    </p:spTree>
    <p:extLst>
      <p:ext uri="{BB962C8B-B14F-4D97-AF65-F5344CB8AC3E}">
        <p14:creationId xmlns:p14="http://schemas.microsoft.com/office/powerpoint/2010/main" val="4037457812"/>
      </p:ext>
    </p:extLst>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297824-E7C6-4F94-94AE-2F0773C2EC4D}"/>
              </a:ext>
            </a:extLst>
          </p:cNvPr>
          <p:cNvSpPr/>
          <p:nvPr/>
        </p:nvSpPr>
        <p:spPr>
          <a:xfrm>
            <a:off x="8166100" y="282575"/>
            <a:ext cx="685800" cy="301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3" name="Date Placeholder 1">
            <a:extLst>
              <a:ext uri="{FF2B5EF4-FFF2-40B4-BE49-F238E27FC236}">
                <a16:creationId xmlns:a16="http://schemas.microsoft.com/office/drawing/2014/main" id="{BF1A20FE-9E92-4C73-9A74-8F0A2A08F047}"/>
              </a:ext>
            </a:extLst>
          </p:cNvPr>
          <p:cNvSpPr>
            <a:spLocks noGrp="1"/>
          </p:cNvSpPr>
          <p:nvPr>
            <p:ph type="dt" sz="half" idx="10"/>
          </p:nvPr>
        </p:nvSpPr>
        <p:spPr/>
        <p:txBody>
          <a:bodyPr/>
          <a:lstStyle>
            <a:lvl1pPr>
              <a:defRPr/>
            </a:lvl1pPr>
          </a:lstStyle>
          <a:p>
            <a:pPr>
              <a:defRPr/>
            </a:pPr>
            <a:fld id="{8FC35119-4326-4B12-8C41-028122D81B5B}" type="datetime4">
              <a:rPr lang="en-US" altLang="en-US" smtClean="0"/>
              <a:t>April 2, 2024</a:t>
            </a:fld>
            <a:endParaRPr lang="en-US" altLang="en-US"/>
          </a:p>
        </p:txBody>
      </p:sp>
      <p:sp>
        <p:nvSpPr>
          <p:cNvPr id="4" name="Footer Placeholder 2">
            <a:extLst>
              <a:ext uri="{FF2B5EF4-FFF2-40B4-BE49-F238E27FC236}">
                <a16:creationId xmlns:a16="http://schemas.microsoft.com/office/drawing/2014/main" id="{BC591D13-7F35-46DA-90AE-1E6C0A5693DA}"/>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3">
            <a:extLst>
              <a:ext uri="{FF2B5EF4-FFF2-40B4-BE49-F238E27FC236}">
                <a16:creationId xmlns:a16="http://schemas.microsoft.com/office/drawing/2014/main" id="{AF78DFFF-F6E0-474D-BCE0-10BBC4065D09}"/>
              </a:ext>
            </a:extLst>
          </p:cNvPr>
          <p:cNvSpPr>
            <a:spLocks noGrp="1"/>
          </p:cNvSpPr>
          <p:nvPr>
            <p:ph type="sldNum" sz="quarter" idx="12"/>
          </p:nvPr>
        </p:nvSpPr>
        <p:spPr/>
        <p:txBody>
          <a:bodyPr/>
          <a:lstStyle>
            <a:lvl1pPr>
              <a:defRPr/>
            </a:lvl1pPr>
          </a:lstStyle>
          <a:p>
            <a:pPr>
              <a:defRPr/>
            </a:pPr>
            <a:fld id="{CC516D0E-CD58-4E49-9F6D-689564ED6CA6}" type="slidenum">
              <a:rPr lang="en-US" altLang="en-US"/>
              <a:pPr>
                <a:defRPr/>
              </a:pPr>
              <a:t>‹#›</a:t>
            </a:fld>
            <a:endParaRPr lang="en-US" altLang="en-US"/>
          </a:p>
        </p:txBody>
      </p:sp>
    </p:spTree>
    <p:extLst>
      <p:ext uri="{BB962C8B-B14F-4D97-AF65-F5344CB8AC3E}">
        <p14:creationId xmlns:p14="http://schemas.microsoft.com/office/powerpoint/2010/main" val="2728158440"/>
      </p:ext>
    </p:extLst>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1A3E6C-E078-4B52-8583-2B5D165EB6EC}"/>
              </a:ext>
            </a:extLst>
          </p:cNvPr>
          <p:cNvSpPr/>
          <p:nvPr/>
        </p:nvSpPr>
        <p:spPr>
          <a:xfrm>
            <a:off x="282575" y="228600"/>
            <a:ext cx="3451225"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DA61FBA7-0B22-48B0-89DE-EE8F5CC10736}"/>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a:xfrm>
            <a:off x="4168775" y="273050"/>
            <a:ext cx="4597399" cy="5853113"/>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C8CDD739-01DD-46AE-92AD-B19AA301B917}"/>
              </a:ext>
            </a:extLst>
          </p:cNvPr>
          <p:cNvSpPr>
            <a:spLocks noGrp="1"/>
          </p:cNvSpPr>
          <p:nvPr>
            <p:ph type="dt" sz="half" idx="10"/>
          </p:nvPr>
        </p:nvSpPr>
        <p:spPr>
          <a:xfrm>
            <a:off x="7391400" y="6423025"/>
            <a:ext cx="1536700" cy="365125"/>
          </a:xfrm>
        </p:spPr>
        <p:txBody>
          <a:bodyPr/>
          <a:lstStyle>
            <a:lvl1pPr>
              <a:defRPr/>
            </a:lvl1pPr>
          </a:lstStyle>
          <a:p>
            <a:pPr>
              <a:defRPr/>
            </a:pPr>
            <a:fld id="{82402E1E-AC80-476C-BD21-E5D946B2FBAA}" type="datetime4">
              <a:rPr lang="en-US" altLang="en-US" smtClean="0"/>
              <a:t>April 2, 2024</a:t>
            </a:fld>
            <a:endParaRPr lang="en-US" altLang="en-US"/>
          </a:p>
        </p:txBody>
      </p:sp>
      <p:sp>
        <p:nvSpPr>
          <p:cNvPr id="8" name="Footer Placeholder 5">
            <a:extLst>
              <a:ext uri="{FF2B5EF4-FFF2-40B4-BE49-F238E27FC236}">
                <a16:creationId xmlns:a16="http://schemas.microsoft.com/office/drawing/2014/main" id="{2559E1EB-BD5D-43C2-93DB-7E5B72874347}"/>
              </a:ext>
            </a:extLst>
          </p:cNvPr>
          <p:cNvSpPr>
            <a:spLocks noGrp="1"/>
          </p:cNvSpPr>
          <p:nvPr>
            <p:ph type="ftr" sz="quarter" idx="11"/>
          </p:nvPr>
        </p:nvSpPr>
        <p:spPr>
          <a:xfrm>
            <a:off x="3859213" y="6423025"/>
            <a:ext cx="3316287" cy="365125"/>
          </a:xfrm>
        </p:spPr>
        <p:txBody>
          <a:bodyPr/>
          <a:lstStyle>
            <a:lvl1pPr>
              <a:defRPr/>
            </a:lvl1pPr>
          </a:lstStyle>
          <a:p>
            <a:pPr>
              <a:defRPr/>
            </a:pPr>
            <a:endParaRPr lang="en-US" altLang="en-US"/>
          </a:p>
        </p:txBody>
      </p:sp>
    </p:spTree>
    <p:extLst>
      <p:ext uri="{BB962C8B-B14F-4D97-AF65-F5344CB8AC3E}">
        <p14:creationId xmlns:p14="http://schemas.microsoft.com/office/powerpoint/2010/main" val="3306687756"/>
      </p:ext>
    </p:extLst>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3DB472-439E-4BDE-918A-FD6BA213D95A}"/>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B9BC5FB0-3DC3-4E99-B205-5BF43F431326}"/>
              </a:ext>
            </a:extLst>
          </p:cNvPr>
          <p:cNvSpPr txBox="1">
            <a:spLocks noChangeArrowheads="1"/>
          </p:cNvSpPr>
          <p:nvPr/>
        </p:nvSpPr>
        <p:spPr bwMode="auto">
          <a:xfrm>
            <a:off x="3989388" y="3370263"/>
            <a:ext cx="2206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Picture Placeholder 2"/>
          <p:cNvSpPr>
            <a:spLocks noGrp="1"/>
          </p:cNvSpPr>
          <p:nvPr>
            <p:ph type="pic" idx="1"/>
          </p:nvPr>
        </p:nvSpPr>
        <p:spPr>
          <a:xfrm>
            <a:off x="277906" y="228600"/>
            <a:ext cx="3460658" cy="634523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AF046526-C347-4BD5-B33A-3B7626D4B85F}"/>
              </a:ext>
            </a:extLst>
          </p:cNvPr>
          <p:cNvSpPr>
            <a:spLocks noGrp="1"/>
          </p:cNvSpPr>
          <p:nvPr>
            <p:ph type="dt" sz="half" idx="10"/>
          </p:nvPr>
        </p:nvSpPr>
        <p:spPr>
          <a:xfrm>
            <a:off x="7391400" y="6423025"/>
            <a:ext cx="1536700" cy="365125"/>
          </a:xfrm>
        </p:spPr>
        <p:txBody>
          <a:bodyPr/>
          <a:lstStyle>
            <a:lvl1pPr>
              <a:defRPr/>
            </a:lvl1pPr>
          </a:lstStyle>
          <a:p>
            <a:pPr>
              <a:defRPr/>
            </a:pPr>
            <a:fld id="{00F7BFBB-6B8B-4E2E-8F5B-F5D4B0E631F4}" type="datetime4">
              <a:rPr lang="en-US" altLang="en-US" smtClean="0"/>
              <a:t>April 2, 2024</a:t>
            </a:fld>
            <a:endParaRPr lang="en-US" altLang="en-US"/>
          </a:p>
        </p:txBody>
      </p:sp>
      <p:sp>
        <p:nvSpPr>
          <p:cNvPr id="8" name="Footer Placeholder 5">
            <a:extLst>
              <a:ext uri="{FF2B5EF4-FFF2-40B4-BE49-F238E27FC236}">
                <a16:creationId xmlns:a16="http://schemas.microsoft.com/office/drawing/2014/main" id="{CA9B5365-00CB-4803-A243-CFE63D1EF124}"/>
              </a:ext>
            </a:extLst>
          </p:cNvPr>
          <p:cNvSpPr>
            <a:spLocks noGrp="1"/>
          </p:cNvSpPr>
          <p:nvPr>
            <p:ph type="ftr" sz="quarter" idx="11"/>
          </p:nvPr>
        </p:nvSpPr>
        <p:spPr>
          <a:xfrm>
            <a:off x="4191000" y="6423025"/>
            <a:ext cx="3005138" cy="365125"/>
          </a:xfrm>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E08FA02A-7C84-41D3-B339-E1CEC85DED7A}"/>
              </a:ext>
            </a:extLst>
          </p:cNvPr>
          <p:cNvSpPr>
            <a:spLocks noGrp="1"/>
          </p:cNvSpPr>
          <p:nvPr>
            <p:ph type="sldNum" sz="quarter" idx="12"/>
          </p:nvPr>
        </p:nvSpPr>
        <p:spPr/>
        <p:txBody>
          <a:bodyPr/>
          <a:lstStyle>
            <a:lvl1pPr>
              <a:defRPr/>
            </a:lvl1pPr>
          </a:lstStyle>
          <a:p>
            <a:pPr>
              <a:defRPr/>
            </a:pPr>
            <a:fld id="{F4C4F20B-DFB7-47E0-99A5-E35BEB509EFA}" type="slidenum">
              <a:rPr lang="en-US" altLang="en-US"/>
              <a:pPr>
                <a:defRPr/>
              </a:pPr>
              <a:t>‹#›</a:t>
            </a:fld>
            <a:endParaRPr lang="en-US" altLang="en-US"/>
          </a:p>
        </p:txBody>
      </p:sp>
    </p:spTree>
    <p:extLst>
      <p:ext uri="{BB962C8B-B14F-4D97-AF65-F5344CB8AC3E}">
        <p14:creationId xmlns:p14="http://schemas.microsoft.com/office/powerpoint/2010/main" val="2255815162"/>
      </p:ext>
    </p:extLst>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above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B01909A-2195-4FAB-8839-F9F6FE648B8D}"/>
              </a:ext>
            </a:extLst>
          </p:cNvPr>
          <p:cNvSpPr/>
          <p:nvPr/>
        </p:nvSpPr>
        <p:spPr>
          <a:xfrm>
            <a:off x="6802438" y="228600"/>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F059CE46-129E-4ECD-8EC1-7FBFCCF3D09D}"/>
              </a:ext>
            </a:extLst>
          </p:cNvPr>
          <p:cNvSpPr/>
          <p:nvPr/>
        </p:nvSpPr>
        <p:spPr>
          <a:xfrm>
            <a:off x="6802438" y="2378075"/>
            <a:ext cx="2057400" cy="2038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C86D4F6F-D994-4A50-98C6-DE2D135B18C0}"/>
              </a:ext>
            </a:extLst>
          </p:cNvPr>
          <p:cNvSpPr txBox="1">
            <a:spLocks noChangeArrowheads="1"/>
          </p:cNvSpPr>
          <p:nvPr/>
        </p:nvSpPr>
        <p:spPr bwMode="auto">
          <a:xfrm>
            <a:off x="327025" y="4632325"/>
            <a:ext cx="220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4">
            <a:extLst>
              <a:ext uri="{FF2B5EF4-FFF2-40B4-BE49-F238E27FC236}">
                <a16:creationId xmlns:a16="http://schemas.microsoft.com/office/drawing/2014/main" id="{754C0E74-42E2-446C-94D7-A3B55F60E993}"/>
              </a:ext>
            </a:extLst>
          </p:cNvPr>
          <p:cNvSpPr>
            <a:spLocks noGrp="1"/>
          </p:cNvSpPr>
          <p:nvPr>
            <p:ph type="dt" sz="half" idx="10"/>
          </p:nvPr>
        </p:nvSpPr>
        <p:spPr/>
        <p:txBody>
          <a:bodyPr/>
          <a:lstStyle>
            <a:lvl1pPr>
              <a:defRPr/>
            </a:lvl1pPr>
          </a:lstStyle>
          <a:p>
            <a:pPr>
              <a:defRPr/>
            </a:pPr>
            <a:fld id="{7F45BE75-3A8E-4EEA-B612-B336FA73E380}" type="datetime4">
              <a:rPr lang="en-US" altLang="en-US" smtClean="0"/>
              <a:t>April 2, 2024</a:t>
            </a:fld>
            <a:endParaRPr lang="en-US" altLang="en-US"/>
          </a:p>
        </p:txBody>
      </p:sp>
      <p:sp>
        <p:nvSpPr>
          <p:cNvPr id="9" name="Footer Placeholder 5">
            <a:extLst>
              <a:ext uri="{FF2B5EF4-FFF2-40B4-BE49-F238E27FC236}">
                <a16:creationId xmlns:a16="http://schemas.microsoft.com/office/drawing/2014/main" id="{3B8F4D42-B8D9-4103-ABD1-B75FECA7620C}"/>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FC1F58C-874F-4AD4-A32D-B6BA2E11340C}"/>
              </a:ext>
            </a:extLst>
          </p:cNvPr>
          <p:cNvSpPr>
            <a:spLocks noGrp="1"/>
          </p:cNvSpPr>
          <p:nvPr>
            <p:ph type="sldNum" sz="quarter" idx="12"/>
          </p:nvPr>
        </p:nvSpPr>
        <p:spPr/>
        <p:txBody>
          <a:bodyPr/>
          <a:lstStyle>
            <a:lvl1pPr>
              <a:defRPr/>
            </a:lvl1pPr>
          </a:lstStyle>
          <a:p>
            <a:pPr>
              <a:defRPr/>
            </a:pPr>
            <a:fld id="{3F4A88E9-55FA-4583-A2AF-654D4791C2C9}" type="slidenum">
              <a:rPr lang="en-US" altLang="en-US"/>
              <a:pPr>
                <a:defRPr/>
              </a:pPr>
              <a:t>‹#›</a:t>
            </a:fld>
            <a:endParaRPr lang="en-US" altLang="en-US"/>
          </a:p>
        </p:txBody>
      </p:sp>
    </p:spTree>
    <p:extLst>
      <p:ext uri="{BB962C8B-B14F-4D97-AF65-F5344CB8AC3E}">
        <p14:creationId xmlns:p14="http://schemas.microsoft.com/office/powerpoint/2010/main" val="34362461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2 Pictures with Cap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4B8522-9E4F-489D-86CD-B4B7DAA29998}"/>
              </a:ext>
            </a:extLst>
          </p:cNvPr>
          <p:cNvSpPr/>
          <p:nvPr/>
        </p:nvSpPr>
        <p:spPr>
          <a:xfrm>
            <a:off x="282575" y="228600"/>
            <a:ext cx="6386513"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06D96BD4-27ED-4DD1-8791-F3D093AD227B}"/>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8394B6BF-E2C1-4B6F-9ECA-93E1777E3521}"/>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6802438" y="237494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6802438" y="4535424"/>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C761474E-2C03-4840-8A15-994BF879D3D2}"/>
              </a:ext>
            </a:extLst>
          </p:cNvPr>
          <p:cNvSpPr>
            <a:spLocks noGrp="1"/>
          </p:cNvSpPr>
          <p:nvPr>
            <p:ph type="dt" sz="half" idx="15"/>
          </p:nvPr>
        </p:nvSpPr>
        <p:spPr>
          <a:xfrm>
            <a:off x="5211763" y="6235700"/>
            <a:ext cx="1349375" cy="365125"/>
          </a:xfrm>
        </p:spPr>
        <p:txBody>
          <a:bodyPr/>
          <a:lstStyle>
            <a:lvl1pPr>
              <a:defRPr>
                <a:solidFill>
                  <a:schemeClr val="bg1"/>
                </a:solidFill>
              </a:defRPr>
            </a:lvl1pPr>
          </a:lstStyle>
          <a:p>
            <a:pPr>
              <a:defRPr/>
            </a:pPr>
            <a:fld id="{20232980-E453-4CBF-A307-45048147E9FA}" type="datetime4">
              <a:rPr lang="en-US" altLang="en-US" smtClean="0"/>
              <a:t>April 2, 2024</a:t>
            </a:fld>
            <a:endParaRPr lang="en-US" altLang="en-US"/>
          </a:p>
        </p:txBody>
      </p:sp>
      <p:sp>
        <p:nvSpPr>
          <p:cNvPr id="10" name="Footer Placeholder 5">
            <a:extLst>
              <a:ext uri="{FF2B5EF4-FFF2-40B4-BE49-F238E27FC236}">
                <a16:creationId xmlns:a16="http://schemas.microsoft.com/office/drawing/2014/main" id="{7C2799EC-B7A7-4AEB-AA05-ED8A41C7D4AE}"/>
              </a:ext>
            </a:extLst>
          </p:cNvPr>
          <p:cNvSpPr>
            <a:spLocks noGrp="1"/>
          </p:cNvSpPr>
          <p:nvPr>
            <p:ph type="ftr" sz="quarter" idx="16"/>
          </p:nvPr>
        </p:nvSpPr>
        <p:spPr>
          <a:xfrm>
            <a:off x="381000" y="6235700"/>
            <a:ext cx="4648200" cy="365125"/>
          </a:xfrm>
        </p:spPr>
        <p:txBody>
          <a:bodyPr/>
          <a:lstStyle>
            <a:lvl1pPr>
              <a:defRPr>
                <a:solidFill>
                  <a:schemeClr val="bg1"/>
                </a:solidFill>
              </a:defRPr>
            </a:lvl1pPr>
          </a:lstStyle>
          <a:p>
            <a:pPr>
              <a:defRPr/>
            </a:pPr>
            <a:endParaRPr lang="en-US" altLang="en-US"/>
          </a:p>
        </p:txBody>
      </p:sp>
      <p:sp>
        <p:nvSpPr>
          <p:cNvPr id="11" name="Slide Number Placeholder 6">
            <a:extLst>
              <a:ext uri="{FF2B5EF4-FFF2-40B4-BE49-F238E27FC236}">
                <a16:creationId xmlns:a16="http://schemas.microsoft.com/office/drawing/2014/main" id="{158E981D-B48B-4C8C-9DD0-1E81EA85DC5F}"/>
              </a:ext>
            </a:extLst>
          </p:cNvPr>
          <p:cNvSpPr>
            <a:spLocks noGrp="1"/>
          </p:cNvSpPr>
          <p:nvPr>
            <p:ph type="sldNum" sz="quarter" idx="17"/>
          </p:nvPr>
        </p:nvSpPr>
        <p:spPr/>
        <p:txBody>
          <a:bodyPr/>
          <a:lstStyle>
            <a:lvl1pPr>
              <a:defRPr/>
            </a:lvl1pPr>
          </a:lstStyle>
          <a:p>
            <a:pPr>
              <a:defRPr/>
            </a:pPr>
            <a:fld id="{C20F1E02-4764-4B68-9C6E-34342FE9361F}" type="slidenum">
              <a:rPr lang="en-US" altLang="en-US"/>
              <a:pPr>
                <a:defRPr/>
              </a:pPr>
              <a:t>‹#›</a:t>
            </a:fld>
            <a:endParaRPr lang="en-US" altLang="en-US"/>
          </a:p>
        </p:txBody>
      </p:sp>
    </p:spTree>
    <p:extLst>
      <p:ext uri="{BB962C8B-B14F-4D97-AF65-F5344CB8AC3E}">
        <p14:creationId xmlns:p14="http://schemas.microsoft.com/office/powerpoint/2010/main" val="18253008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3 Pictures with Ca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684C6A6-C390-4CE9-9551-280F5894D784}"/>
              </a:ext>
            </a:extLst>
          </p:cNvPr>
          <p:cNvSpPr/>
          <p:nvPr/>
        </p:nvSpPr>
        <p:spPr>
          <a:xfrm>
            <a:off x="282575" y="228600"/>
            <a:ext cx="4235450"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A51F7596-DDE6-4CD4-865C-FEF3B660E3C7}"/>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9" name="Rectangle 8">
            <a:extLst>
              <a:ext uri="{FF2B5EF4-FFF2-40B4-BE49-F238E27FC236}">
                <a16:creationId xmlns:a16="http://schemas.microsoft.com/office/drawing/2014/main" id="{8EC2F2B8-01CF-45D9-851B-C292454438D2}"/>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Rectangle 9">
            <a:extLst>
              <a:ext uri="{FF2B5EF4-FFF2-40B4-BE49-F238E27FC236}">
                <a16:creationId xmlns:a16="http://schemas.microsoft.com/office/drawing/2014/main" id="{187172EA-58AA-450E-8BAD-A116BCA1D3EA}"/>
              </a:ext>
            </a:extLst>
          </p:cNvPr>
          <p:cNvSpPr/>
          <p:nvPr/>
        </p:nvSpPr>
        <p:spPr>
          <a:xfrm>
            <a:off x="4624388" y="4535488"/>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4624388" y="2381663"/>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5"/>
          </p:nvPr>
        </p:nvSpPr>
        <p:spPr>
          <a:xfrm>
            <a:off x="6803136" y="2381662"/>
            <a:ext cx="2057400" cy="4187952"/>
          </a:xfrm>
        </p:spPr>
        <p:txBody>
          <a:bodyPr rtlCol="0">
            <a:normAutofit/>
          </a:bodyPr>
          <a:lstStyle>
            <a:lvl1pPr>
              <a:buNone/>
              <a:defRPr/>
            </a:lvl1pPr>
          </a:lstStyle>
          <a:p>
            <a:pPr lvl="0"/>
            <a:r>
              <a:rPr lang="en-US" noProof="0"/>
              <a:t>Click icon to add picture</a:t>
            </a:r>
            <a:endParaRPr noProof="0" dirty="0"/>
          </a:p>
        </p:txBody>
      </p:sp>
      <p:sp>
        <p:nvSpPr>
          <p:cNvPr id="11" name="Date Placeholder 4">
            <a:extLst>
              <a:ext uri="{FF2B5EF4-FFF2-40B4-BE49-F238E27FC236}">
                <a16:creationId xmlns:a16="http://schemas.microsoft.com/office/drawing/2014/main" id="{73AC807D-AF86-4476-A47B-879D992AE4E9}"/>
              </a:ext>
            </a:extLst>
          </p:cNvPr>
          <p:cNvSpPr>
            <a:spLocks noGrp="1"/>
          </p:cNvSpPr>
          <p:nvPr>
            <p:ph type="dt" sz="half" idx="16"/>
          </p:nvPr>
        </p:nvSpPr>
        <p:spPr>
          <a:xfrm>
            <a:off x="3048000" y="6235700"/>
            <a:ext cx="1347788" cy="365125"/>
          </a:xfrm>
        </p:spPr>
        <p:txBody>
          <a:bodyPr/>
          <a:lstStyle>
            <a:lvl1pPr>
              <a:defRPr>
                <a:solidFill>
                  <a:schemeClr val="bg1"/>
                </a:solidFill>
              </a:defRPr>
            </a:lvl1pPr>
          </a:lstStyle>
          <a:p>
            <a:pPr>
              <a:defRPr/>
            </a:pPr>
            <a:fld id="{CB0466D8-1F5A-4252-9DF5-0AA1CCE412B1}" type="datetime4">
              <a:rPr lang="en-US" altLang="en-US" smtClean="0"/>
              <a:t>April 2, 2024</a:t>
            </a:fld>
            <a:endParaRPr lang="en-US" altLang="en-US"/>
          </a:p>
        </p:txBody>
      </p:sp>
      <p:sp>
        <p:nvSpPr>
          <p:cNvPr id="15" name="Footer Placeholder 5">
            <a:extLst>
              <a:ext uri="{FF2B5EF4-FFF2-40B4-BE49-F238E27FC236}">
                <a16:creationId xmlns:a16="http://schemas.microsoft.com/office/drawing/2014/main" id="{8E62327F-56AD-4A63-98B9-78485E66D17B}"/>
              </a:ext>
            </a:extLst>
          </p:cNvPr>
          <p:cNvSpPr>
            <a:spLocks noGrp="1"/>
          </p:cNvSpPr>
          <p:nvPr>
            <p:ph type="ftr" sz="quarter" idx="17"/>
          </p:nvPr>
        </p:nvSpPr>
        <p:spPr>
          <a:xfrm>
            <a:off x="381000" y="6235700"/>
            <a:ext cx="2590800" cy="365125"/>
          </a:xfrm>
        </p:spPr>
        <p:txBody>
          <a:bodyPr/>
          <a:lstStyle>
            <a:lvl1pPr>
              <a:defRPr>
                <a:solidFill>
                  <a:schemeClr val="bg1"/>
                </a:solidFill>
              </a:defRPr>
            </a:lvl1pPr>
          </a:lstStyle>
          <a:p>
            <a:pPr>
              <a:defRPr/>
            </a:pPr>
            <a:endParaRPr lang="en-US" altLang="en-US"/>
          </a:p>
        </p:txBody>
      </p:sp>
      <p:sp>
        <p:nvSpPr>
          <p:cNvPr id="16" name="Slide Number Placeholder 6">
            <a:extLst>
              <a:ext uri="{FF2B5EF4-FFF2-40B4-BE49-F238E27FC236}">
                <a16:creationId xmlns:a16="http://schemas.microsoft.com/office/drawing/2014/main" id="{1C12E0BA-FE9E-4BD0-AAEF-9BBAF7C75614}"/>
              </a:ext>
            </a:extLst>
          </p:cNvPr>
          <p:cNvSpPr>
            <a:spLocks noGrp="1"/>
          </p:cNvSpPr>
          <p:nvPr>
            <p:ph type="sldNum" sz="quarter" idx="18"/>
          </p:nvPr>
        </p:nvSpPr>
        <p:spPr/>
        <p:txBody>
          <a:bodyPr/>
          <a:lstStyle>
            <a:lvl1pPr>
              <a:defRPr/>
            </a:lvl1pPr>
          </a:lstStyle>
          <a:p>
            <a:pPr>
              <a:defRPr/>
            </a:pPr>
            <a:fld id="{12D2B7AC-0C10-4CF5-8B9B-68B5A78F7235}" type="slidenum">
              <a:rPr lang="en-US" altLang="en-US"/>
              <a:pPr>
                <a:defRPr/>
              </a:pPr>
              <a:t>‹#›</a:t>
            </a:fld>
            <a:endParaRPr lang="en-US" altLang="en-US"/>
          </a:p>
        </p:txBody>
      </p:sp>
    </p:spTree>
    <p:extLst>
      <p:ext uri="{BB962C8B-B14F-4D97-AF65-F5344CB8AC3E}">
        <p14:creationId xmlns:p14="http://schemas.microsoft.com/office/powerpoint/2010/main" val="39463554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3 Pictures with Caption, Al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D86DB31-10AD-4A0A-BCB6-1CE4F9A6C9F8}"/>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6972F84F-B455-44D5-B27F-7968C240A00F}"/>
              </a:ext>
            </a:extLst>
          </p:cNvPr>
          <p:cNvSpPr txBox="1">
            <a:spLocks noChangeArrowheads="1"/>
          </p:cNvSpPr>
          <p:nvPr/>
        </p:nvSpPr>
        <p:spPr bwMode="auto">
          <a:xfrm>
            <a:off x="4749800" y="3370263"/>
            <a:ext cx="220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Picture Placeholder 12"/>
          <p:cNvSpPr>
            <a:spLocks noGrp="1"/>
          </p:cNvSpPr>
          <p:nvPr>
            <p:ph type="pic" sz="quarter" idx="13"/>
          </p:nvPr>
        </p:nvSpPr>
        <p:spPr>
          <a:xfrm>
            <a:off x="27790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5" name="Picture Placeholder 12"/>
          <p:cNvSpPr>
            <a:spLocks noGrp="1"/>
          </p:cNvSpPr>
          <p:nvPr>
            <p:ph type="pic" sz="quarter" idx="14"/>
          </p:nvPr>
        </p:nvSpPr>
        <p:spPr>
          <a:xfrm>
            <a:off x="246062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649B7326-D2C8-4CBD-A35A-2CB75A4F9E72}"/>
              </a:ext>
            </a:extLst>
          </p:cNvPr>
          <p:cNvSpPr>
            <a:spLocks noGrp="1"/>
          </p:cNvSpPr>
          <p:nvPr>
            <p:ph type="dt" sz="half" idx="15"/>
          </p:nvPr>
        </p:nvSpPr>
        <p:spPr>
          <a:xfrm>
            <a:off x="7391400" y="6423025"/>
            <a:ext cx="1536700" cy="365125"/>
          </a:xfrm>
        </p:spPr>
        <p:txBody>
          <a:bodyPr/>
          <a:lstStyle>
            <a:lvl1pPr>
              <a:defRPr/>
            </a:lvl1pPr>
          </a:lstStyle>
          <a:p>
            <a:pPr>
              <a:defRPr/>
            </a:pPr>
            <a:fld id="{67109545-74AE-4DF0-B5B8-5DCE9283F8AC}" type="datetime4">
              <a:rPr lang="en-US" altLang="en-US" smtClean="0"/>
              <a:t>April 2, 2024</a:t>
            </a:fld>
            <a:endParaRPr lang="en-US" altLang="en-US"/>
          </a:p>
        </p:txBody>
      </p:sp>
      <p:sp>
        <p:nvSpPr>
          <p:cNvPr id="10" name="Footer Placeholder 5">
            <a:extLst>
              <a:ext uri="{FF2B5EF4-FFF2-40B4-BE49-F238E27FC236}">
                <a16:creationId xmlns:a16="http://schemas.microsoft.com/office/drawing/2014/main" id="{46041EA7-B68A-41F3-8113-D9D32DAD8AB8}"/>
              </a:ext>
            </a:extLst>
          </p:cNvPr>
          <p:cNvSpPr>
            <a:spLocks noGrp="1"/>
          </p:cNvSpPr>
          <p:nvPr>
            <p:ph type="ftr" sz="quarter" idx="16"/>
          </p:nvPr>
        </p:nvSpPr>
        <p:spPr>
          <a:xfrm>
            <a:off x="4191000" y="6423025"/>
            <a:ext cx="3005138" cy="365125"/>
          </a:xfrm>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443674E4-A79F-449B-9438-925C258E3D68}"/>
              </a:ext>
            </a:extLst>
          </p:cNvPr>
          <p:cNvSpPr>
            <a:spLocks noGrp="1"/>
          </p:cNvSpPr>
          <p:nvPr>
            <p:ph type="sldNum" sz="quarter" idx="17"/>
          </p:nvPr>
        </p:nvSpPr>
        <p:spPr/>
        <p:txBody>
          <a:bodyPr/>
          <a:lstStyle>
            <a:lvl1pPr>
              <a:defRPr/>
            </a:lvl1pPr>
          </a:lstStyle>
          <a:p>
            <a:pPr>
              <a:defRPr/>
            </a:pPr>
            <a:fld id="{27EE316B-296A-4301-835E-E41E4EB19B5F}" type="slidenum">
              <a:rPr lang="en-US" altLang="en-US"/>
              <a:pPr>
                <a:defRPr/>
              </a:pPr>
              <a:t>‹#›</a:t>
            </a:fld>
            <a:endParaRPr lang="en-US" altLang="en-US"/>
          </a:p>
        </p:txBody>
      </p:sp>
    </p:spTree>
    <p:extLst>
      <p:ext uri="{BB962C8B-B14F-4D97-AF65-F5344CB8AC3E}">
        <p14:creationId xmlns:p14="http://schemas.microsoft.com/office/powerpoint/2010/main" val="34441319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0C5B91-761D-4C3E-96C5-955410F3898F}"/>
              </a:ext>
            </a:extLst>
          </p:cNvPr>
          <p:cNvSpPr/>
          <p:nvPr/>
        </p:nvSpPr>
        <p:spPr>
          <a:xfrm>
            <a:off x="8166100" y="282575"/>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E9964D89-1EB4-4144-A2AB-CB37176A383C}"/>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53BC3FE9-9D89-4235-BD90-E3028C929DE0}"/>
              </a:ext>
            </a:extLst>
          </p:cNvPr>
          <p:cNvSpPr>
            <a:spLocks noGrp="1"/>
          </p:cNvSpPr>
          <p:nvPr>
            <p:ph type="dt" sz="half" idx="10"/>
          </p:nvPr>
        </p:nvSpPr>
        <p:spPr/>
        <p:txBody>
          <a:bodyPr/>
          <a:lstStyle>
            <a:lvl1pPr>
              <a:defRPr/>
            </a:lvl1pPr>
          </a:lstStyle>
          <a:p>
            <a:pPr>
              <a:defRPr/>
            </a:pPr>
            <a:fld id="{88E9DF7E-06F9-4CC6-95F8-38F71CEE8EE2}" type="datetime4">
              <a:rPr lang="en-US" altLang="en-US" smtClean="0"/>
              <a:t>April 2, 2024</a:t>
            </a:fld>
            <a:endParaRPr lang="en-US" altLang="en-US"/>
          </a:p>
        </p:txBody>
      </p:sp>
      <p:sp>
        <p:nvSpPr>
          <p:cNvPr id="7" name="Footer Placeholder 4">
            <a:extLst>
              <a:ext uri="{FF2B5EF4-FFF2-40B4-BE49-F238E27FC236}">
                <a16:creationId xmlns:a16="http://schemas.microsoft.com/office/drawing/2014/main" id="{54F36AFF-A8BF-4BD2-8967-40B05B6D814C}"/>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27A965FE-F10B-4D14-AFE7-31ABFE149A4E}"/>
              </a:ext>
            </a:extLst>
          </p:cNvPr>
          <p:cNvSpPr>
            <a:spLocks noGrp="1"/>
          </p:cNvSpPr>
          <p:nvPr>
            <p:ph type="sldNum" sz="quarter" idx="12"/>
          </p:nvPr>
        </p:nvSpPr>
        <p:spPr/>
        <p:txBody>
          <a:bodyPr/>
          <a:lstStyle>
            <a:lvl1pPr>
              <a:defRPr/>
            </a:lvl1pPr>
          </a:lstStyle>
          <a:p>
            <a:pPr>
              <a:defRPr/>
            </a:pPr>
            <a:fld id="{A2147E2A-C44F-4045-82D2-7C371F82CF1D}" type="slidenum">
              <a:rPr lang="en-US" altLang="en-US"/>
              <a:pPr>
                <a:defRPr/>
              </a:pPr>
              <a:t>‹#›</a:t>
            </a:fld>
            <a:endParaRPr lang="en-US" altLang="en-US"/>
          </a:p>
        </p:txBody>
      </p:sp>
    </p:spTree>
    <p:extLst>
      <p:ext uri="{BB962C8B-B14F-4D97-AF65-F5344CB8AC3E}">
        <p14:creationId xmlns:p14="http://schemas.microsoft.com/office/powerpoint/2010/main" val="360669910"/>
      </p:ext>
    </p:extLst>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741545-59F1-4190-84C9-7BFBFE292ACE}"/>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0B1A20B8-21F5-4760-BFC9-EC6F73243DA8}"/>
              </a:ext>
            </a:extLst>
          </p:cNvPr>
          <p:cNvSpPr txBox="1">
            <a:spLocks noChangeArrowheads="1"/>
          </p:cNvSpPr>
          <p:nvPr/>
        </p:nvSpPr>
        <p:spPr bwMode="auto">
          <a:xfrm rot="16200000">
            <a:off x="8593932" y="561181"/>
            <a:ext cx="2603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Vertical Title 1"/>
          <p:cNvSpPr>
            <a:spLocks noGrp="1"/>
          </p:cNvSpPr>
          <p:nvPr>
            <p:ph type="title" orient="vert"/>
          </p:nvPr>
        </p:nvSpPr>
        <p:spPr>
          <a:xfrm>
            <a:off x="7995772" y="954742"/>
            <a:ext cx="681318" cy="517142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73E6979F-8696-4C70-A779-45E2CFAAF7A3}"/>
              </a:ext>
            </a:extLst>
          </p:cNvPr>
          <p:cNvSpPr>
            <a:spLocks noGrp="1"/>
          </p:cNvSpPr>
          <p:nvPr>
            <p:ph type="dt" sz="half" idx="10"/>
          </p:nvPr>
        </p:nvSpPr>
        <p:spPr/>
        <p:txBody>
          <a:bodyPr/>
          <a:lstStyle>
            <a:lvl1pPr>
              <a:defRPr/>
            </a:lvl1pPr>
          </a:lstStyle>
          <a:p>
            <a:pPr>
              <a:defRPr/>
            </a:pPr>
            <a:fld id="{FA47287B-CD4B-4276-9C9C-6FD4F40A5F28}" type="datetime4">
              <a:rPr lang="en-US" altLang="en-US" smtClean="0"/>
              <a:t>April 2, 2024</a:t>
            </a:fld>
            <a:endParaRPr lang="en-US" altLang="en-US"/>
          </a:p>
        </p:txBody>
      </p:sp>
      <p:sp>
        <p:nvSpPr>
          <p:cNvPr id="7" name="Footer Placeholder 4">
            <a:extLst>
              <a:ext uri="{FF2B5EF4-FFF2-40B4-BE49-F238E27FC236}">
                <a16:creationId xmlns:a16="http://schemas.microsoft.com/office/drawing/2014/main" id="{B259E8A7-94BA-4CE3-9968-0F52201B546D}"/>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EBBE8256-DE8F-4CFA-B85D-AA30DC9107E8}"/>
              </a:ext>
            </a:extLst>
          </p:cNvPr>
          <p:cNvSpPr>
            <a:spLocks noGrp="1"/>
          </p:cNvSpPr>
          <p:nvPr>
            <p:ph type="sldNum" sz="quarter" idx="12"/>
          </p:nvPr>
        </p:nvSpPr>
        <p:spPr/>
        <p:txBody>
          <a:bodyPr/>
          <a:lstStyle>
            <a:lvl1pPr>
              <a:defRPr/>
            </a:lvl1pPr>
          </a:lstStyle>
          <a:p>
            <a:pPr>
              <a:defRPr/>
            </a:pPr>
            <a:fld id="{2C23BFD9-2626-4110-A809-223BFB94F502}" type="slidenum">
              <a:rPr lang="en-US" altLang="en-US"/>
              <a:pPr>
                <a:defRPr/>
              </a:pPr>
              <a:t>‹#›</a:t>
            </a:fld>
            <a:endParaRPr lang="en-US" altLang="en-US"/>
          </a:p>
        </p:txBody>
      </p:sp>
    </p:spTree>
    <p:extLst>
      <p:ext uri="{BB962C8B-B14F-4D97-AF65-F5344CB8AC3E}">
        <p14:creationId xmlns:p14="http://schemas.microsoft.com/office/powerpoint/2010/main" val="1156629683"/>
      </p:ext>
    </p:extLst>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162887041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Only">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25107767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0964659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565F6AB-F257-43C5-9F92-3178E8C87FF1}"/>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5461597E-A600-4D4E-BDA1-48906D219E7D}"/>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6" name="Group 4">
              <a:extLst>
                <a:ext uri="{FF2B5EF4-FFF2-40B4-BE49-F238E27FC236}">
                  <a16:creationId xmlns:a16="http://schemas.microsoft.com/office/drawing/2014/main" id="{BE7A2416-A614-4AFA-9BE6-BB733C41BC18}"/>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2167F23D-50D2-4306-815F-A9CB09376D41}"/>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1" name="Rectangle 6">
                <a:extLst>
                  <a:ext uri="{FF2B5EF4-FFF2-40B4-BE49-F238E27FC236}">
                    <a16:creationId xmlns:a16="http://schemas.microsoft.com/office/drawing/2014/main" id="{806C7BCE-5DEF-451A-80C5-F05516FDAD5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2" name="Line 7">
                <a:extLst>
                  <a:ext uri="{FF2B5EF4-FFF2-40B4-BE49-F238E27FC236}">
                    <a16:creationId xmlns:a16="http://schemas.microsoft.com/office/drawing/2014/main" id="{07D70038-99BC-4D49-A2C7-74E645E453F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ABF959D0-7825-47E4-A314-F34628B43592}"/>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38B2235D-8976-4386-BA15-2981E58EA6B7}"/>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9" name="Line 10">
                <a:extLst>
                  <a:ext uri="{FF2B5EF4-FFF2-40B4-BE49-F238E27FC236}">
                    <a16:creationId xmlns:a16="http://schemas.microsoft.com/office/drawing/2014/main" id="{374D0BE0-54E0-4632-8C0D-50053BF57039}"/>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E54B05D-5B91-4766-A56B-045E3B61C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7E26C5BD-31A8-4E43-9AD6-DBF4FABBC527}"/>
              </a:ext>
            </a:extLst>
          </p:cNvPr>
          <p:cNvSpPr>
            <a:spLocks noGrp="1" noChangeArrowheads="1"/>
          </p:cNvSpPr>
          <p:nvPr>
            <p:ph type="dt" sz="half" idx="10"/>
          </p:nvPr>
        </p:nvSpPr>
        <p:spPr>
          <a:xfrm>
            <a:off x="912813" y="6251575"/>
            <a:ext cx="1905000" cy="457200"/>
          </a:xfrm>
        </p:spPr>
        <p:txBody>
          <a:bodyPr/>
          <a:lstStyle>
            <a:lvl1pPr>
              <a:defRPr/>
            </a:lvl1pPr>
          </a:lstStyle>
          <a:p>
            <a:pPr>
              <a:defRPr/>
            </a:pPr>
            <a:fld id="{3C4FD5DF-EC03-401D-9ACD-A2AF6F06E3BC}" type="datetime4">
              <a:rPr lang="en-US" altLang="en-US" smtClean="0"/>
              <a:t>April 2, 2024</a:t>
            </a:fld>
            <a:endParaRPr lang="en-US" altLang="en-US"/>
          </a:p>
        </p:txBody>
      </p:sp>
      <p:sp>
        <p:nvSpPr>
          <p:cNvPr id="15" name="Footer Placeholder 14">
            <a:extLst>
              <a:ext uri="{FF2B5EF4-FFF2-40B4-BE49-F238E27FC236}">
                <a16:creationId xmlns:a16="http://schemas.microsoft.com/office/drawing/2014/main" id="{CB14246A-DC61-4613-8409-02EE00F42464}"/>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00E0F886-083D-4C20-A68F-BFE0B0E2C4F4}"/>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A6AAC328-75BB-4382-8A37-3CD1D41CF670}" type="slidenum">
              <a:rPr lang="en-US" altLang="en-US"/>
              <a:pPr>
                <a:defRPr/>
              </a:pPr>
              <a:t>‹#›</a:t>
            </a:fld>
            <a:endParaRPr lang="en-US" altLang="en-US"/>
          </a:p>
        </p:txBody>
      </p:sp>
    </p:spTree>
    <p:extLst>
      <p:ext uri="{BB962C8B-B14F-4D97-AF65-F5344CB8AC3E}">
        <p14:creationId xmlns:p14="http://schemas.microsoft.com/office/powerpoint/2010/main" val="2848707562"/>
      </p:ext>
    </p:extLst>
  </p:cSld>
  <p:clrMapOvr>
    <a:masterClrMapping/>
  </p:clrMapOvr>
  <p:transition>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59022411-5871-4A8B-BF62-16D06CDB1F13}"/>
              </a:ext>
            </a:extLst>
          </p:cNvPr>
          <p:cNvSpPr>
            <a:spLocks noGrp="1" noChangeArrowheads="1"/>
          </p:cNvSpPr>
          <p:nvPr>
            <p:ph type="dt" sz="half" idx="10"/>
          </p:nvPr>
        </p:nvSpPr>
        <p:spPr>
          <a:ln/>
        </p:spPr>
        <p:txBody>
          <a:bodyPr/>
          <a:lstStyle>
            <a:lvl1pPr>
              <a:defRPr/>
            </a:lvl1pPr>
          </a:lstStyle>
          <a:p>
            <a:pPr>
              <a:defRPr/>
            </a:pPr>
            <a:fld id="{122AB582-E114-47B7-B681-B18692AB844D}" type="datetime4">
              <a:rPr lang="en-US" altLang="en-US" smtClean="0"/>
              <a:t>April 2, 2024</a:t>
            </a:fld>
            <a:endParaRPr lang="en-US" altLang="en-US"/>
          </a:p>
        </p:txBody>
      </p:sp>
      <p:sp>
        <p:nvSpPr>
          <p:cNvPr id="5" name="Rectangle 10">
            <a:extLst>
              <a:ext uri="{FF2B5EF4-FFF2-40B4-BE49-F238E27FC236}">
                <a16:creationId xmlns:a16="http://schemas.microsoft.com/office/drawing/2014/main" id="{441B8DFF-6DF5-46D3-A516-7BA032C46DA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A2AEC60A-824B-41AC-85EB-DC88D545D36D}"/>
              </a:ext>
            </a:extLst>
          </p:cNvPr>
          <p:cNvSpPr>
            <a:spLocks noGrp="1" noChangeArrowheads="1"/>
          </p:cNvSpPr>
          <p:nvPr>
            <p:ph type="sldNum" sz="quarter" idx="12"/>
          </p:nvPr>
        </p:nvSpPr>
        <p:spPr>
          <a:ln/>
        </p:spPr>
        <p:txBody>
          <a:bodyPr/>
          <a:lstStyle>
            <a:lvl1pPr>
              <a:defRPr/>
            </a:lvl1pPr>
          </a:lstStyle>
          <a:p>
            <a:pPr>
              <a:defRPr/>
            </a:pPr>
            <a:fld id="{1088DDF2-FC33-4380-935C-3471BEC9E082}" type="slidenum">
              <a:rPr lang="en-US" altLang="en-US"/>
              <a:pPr>
                <a:defRPr/>
              </a:pPr>
              <a:t>‹#›</a:t>
            </a:fld>
            <a:endParaRPr lang="en-US" altLang="en-US"/>
          </a:p>
        </p:txBody>
      </p:sp>
    </p:spTree>
    <p:extLst>
      <p:ext uri="{BB962C8B-B14F-4D97-AF65-F5344CB8AC3E}">
        <p14:creationId xmlns:p14="http://schemas.microsoft.com/office/powerpoint/2010/main" val="3319195031"/>
      </p:ext>
    </p:extLst>
  </p:cSld>
  <p:clrMapOvr>
    <a:masterClrMapping/>
  </p:clrMapOvr>
  <p:transition>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7B035493-5AF5-46BE-BEF9-203FD3FE6A22}"/>
              </a:ext>
            </a:extLst>
          </p:cNvPr>
          <p:cNvSpPr>
            <a:spLocks noGrp="1" noChangeArrowheads="1"/>
          </p:cNvSpPr>
          <p:nvPr>
            <p:ph type="dt" sz="half" idx="10"/>
          </p:nvPr>
        </p:nvSpPr>
        <p:spPr>
          <a:ln/>
        </p:spPr>
        <p:txBody>
          <a:bodyPr/>
          <a:lstStyle>
            <a:lvl1pPr>
              <a:defRPr/>
            </a:lvl1pPr>
          </a:lstStyle>
          <a:p>
            <a:pPr>
              <a:defRPr/>
            </a:pPr>
            <a:fld id="{33550446-8384-4E5D-9E53-C0FE3347BEA3}" type="datetime4">
              <a:rPr lang="en-US" altLang="en-US" smtClean="0"/>
              <a:t>April 2, 2024</a:t>
            </a:fld>
            <a:endParaRPr lang="en-US" altLang="en-US"/>
          </a:p>
        </p:txBody>
      </p:sp>
      <p:sp>
        <p:nvSpPr>
          <p:cNvPr id="5" name="Rectangle 10">
            <a:extLst>
              <a:ext uri="{FF2B5EF4-FFF2-40B4-BE49-F238E27FC236}">
                <a16:creationId xmlns:a16="http://schemas.microsoft.com/office/drawing/2014/main" id="{710EE305-D666-4913-88A0-5660678F99B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5B9CFB8C-E6F2-46C8-A7EA-FD706FB07648}"/>
              </a:ext>
            </a:extLst>
          </p:cNvPr>
          <p:cNvSpPr>
            <a:spLocks noGrp="1" noChangeArrowheads="1"/>
          </p:cNvSpPr>
          <p:nvPr>
            <p:ph type="sldNum" sz="quarter" idx="12"/>
          </p:nvPr>
        </p:nvSpPr>
        <p:spPr>
          <a:ln/>
        </p:spPr>
        <p:txBody>
          <a:bodyPr/>
          <a:lstStyle>
            <a:lvl1pPr>
              <a:defRPr/>
            </a:lvl1pPr>
          </a:lstStyle>
          <a:p>
            <a:pPr>
              <a:defRPr/>
            </a:pPr>
            <a:fld id="{B48F7BAD-3287-45BF-8F90-D810A06E9440}" type="slidenum">
              <a:rPr lang="en-US" altLang="en-US"/>
              <a:pPr>
                <a:defRPr/>
              </a:pPr>
              <a:t>‹#›</a:t>
            </a:fld>
            <a:endParaRPr lang="en-US" altLang="en-US"/>
          </a:p>
        </p:txBody>
      </p:sp>
    </p:spTree>
    <p:extLst>
      <p:ext uri="{BB962C8B-B14F-4D97-AF65-F5344CB8AC3E}">
        <p14:creationId xmlns:p14="http://schemas.microsoft.com/office/powerpoint/2010/main" val="4033263618"/>
      </p:ext>
    </p:extLst>
  </p:cSld>
  <p:clrMapOvr>
    <a:masterClrMapping/>
  </p:clrMapOvr>
  <p:transition>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6ECF3A4-B6C5-4DB6-BA3F-7E44275615E8}"/>
              </a:ext>
            </a:extLst>
          </p:cNvPr>
          <p:cNvSpPr>
            <a:spLocks noGrp="1" noChangeArrowheads="1"/>
          </p:cNvSpPr>
          <p:nvPr>
            <p:ph type="dt" sz="half" idx="10"/>
          </p:nvPr>
        </p:nvSpPr>
        <p:spPr>
          <a:ln/>
        </p:spPr>
        <p:txBody>
          <a:bodyPr/>
          <a:lstStyle>
            <a:lvl1pPr>
              <a:defRPr/>
            </a:lvl1pPr>
          </a:lstStyle>
          <a:p>
            <a:pPr>
              <a:defRPr/>
            </a:pPr>
            <a:fld id="{46CDCFCB-3033-4FCB-913E-7EE270872FF4}" type="datetime4">
              <a:rPr lang="en-US" altLang="en-US" smtClean="0"/>
              <a:t>April 2, 2024</a:t>
            </a:fld>
            <a:endParaRPr lang="en-US" altLang="en-US"/>
          </a:p>
        </p:txBody>
      </p:sp>
      <p:sp>
        <p:nvSpPr>
          <p:cNvPr id="6" name="Rectangle 10">
            <a:extLst>
              <a:ext uri="{FF2B5EF4-FFF2-40B4-BE49-F238E27FC236}">
                <a16:creationId xmlns:a16="http://schemas.microsoft.com/office/drawing/2014/main" id="{AF25DC84-6083-42F1-B827-3A29C87C6E5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CAE6B2B5-B1E8-4B37-8538-6B82AD9E6E0D}"/>
              </a:ext>
            </a:extLst>
          </p:cNvPr>
          <p:cNvSpPr>
            <a:spLocks noGrp="1" noChangeArrowheads="1"/>
          </p:cNvSpPr>
          <p:nvPr>
            <p:ph type="sldNum" sz="quarter" idx="12"/>
          </p:nvPr>
        </p:nvSpPr>
        <p:spPr>
          <a:ln/>
        </p:spPr>
        <p:txBody>
          <a:bodyPr/>
          <a:lstStyle>
            <a:lvl1pPr>
              <a:defRPr/>
            </a:lvl1pPr>
          </a:lstStyle>
          <a:p>
            <a:pPr>
              <a:defRPr/>
            </a:pPr>
            <a:fld id="{62E6C9AD-C5AE-4C93-918B-7A1ABBBF78D4}" type="slidenum">
              <a:rPr lang="en-US" altLang="en-US"/>
              <a:pPr>
                <a:defRPr/>
              </a:pPr>
              <a:t>‹#›</a:t>
            </a:fld>
            <a:endParaRPr lang="en-US" altLang="en-US"/>
          </a:p>
        </p:txBody>
      </p:sp>
    </p:spTree>
    <p:extLst>
      <p:ext uri="{BB962C8B-B14F-4D97-AF65-F5344CB8AC3E}">
        <p14:creationId xmlns:p14="http://schemas.microsoft.com/office/powerpoint/2010/main" val="685781226"/>
      </p:ext>
    </p:extLst>
  </p:cSld>
  <p:clrMapOvr>
    <a:masterClrMapping/>
  </p:clrMapOvr>
  <p:transition>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C115879A-1E70-4F37-936B-A8779C6C6A70}"/>
              </a:ext>
            </a:extLst>
          </p:cNvPr>
          <p:cNvSpPr>
            <a:spLocks noGrp="1" noChangeArrowheads="1"/>
          </p:cNvSpPr>
          <p:nvPr>
            <p:ph type="dt" sz="half" idx="10"/>
          </p:nvPr>
        </p:nvSpPr>
        <p:spPr>
          <a:ln/>
        </p:spPr>
        <p:txBody>
          <a:bodyPr/>
          <a:lstStyle>
            <a:lvl1pPr>
              <a:defRPr/>
            </a:lvl1pPr>
          </a:lstStyle>
          <a:p>
            <a:pPr>
              <a:defRPr/>
            </a:pPr>
            <a:fld id="{3A373AB7-8885-4C1B-9450-465366F23A00}" type="datetime4">
              <a:rPr lang="en-US" altLang="en-US" smtClean="0"/>
              <a:t>April 2, 2024</a:t>
            </a:fld>
            <a:endParaRPr lang="en-US" altLang="en-US"/>
          </a:p>
        </p:txBody>
      </p:sp>
      <p:sp>
        <p:nvSpPr>
          <p:cNvPr id="8" name="Rectangle 10">
            <a:extLst>
              <a:ext uri="{FF2B5EF4-FFF2-40B4-BE49-F238E27FC236}">
                <a16:creationId xmlns:a16="http://schemas.microsoft.com/office/drawing/2014/main" id="{2B314D12-FA41-41D4-B569-36BD9638E8C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7EF6AE72-0373-4CED-816B-7A256019388A}"/>
              </a:ext>
            </a:extLst>
          </p:cNvPr>
          <p:cNvSpPr>
            <a:spLocks noGrp="1" noChangeArrowheads="1"/>
          </p:cNvSpPr>
          <p:nvPr>
            <p:ph type="sldNum" sz="quarter" idx="12"/>
          </p:nvPr>
        </p:nvSpPr>
        <p:spPr>
          <a:ln/>
        </p:spPr>
        <p:txBody>
          <a:bodyPr/>
          <a:lstStyle>
            <a:lvl1pPr>
              <a:defRPr/>
            </a:lvl1pPr>
          </a:lstStyle>
          <a:p>
            <a:pPr>
              <a:defRPr/>
            </a:pPr>
            <a:fld id="{3543F5B8-3E60-4752-838F-F6941F5ADCDC}" type="slidenum">
              <a:rPr lang="en-US" altLang="en-US"/>
              <a:pPr>
                <a:defRPr/>
              </a:pPr>
              <a:t>‹#›</a:t>
            </a:fld>
            <a:endParaRPr lang="en-US" altLang="en-US"/>
          </a:p>
        </p:txBody>
      </p:sp>
    </p:spTree>
    <p:extLst>
      <p:ext uri="{BB962C8B-B14F-4D97-AF65-F5344CB8AC3E}">
        <p14:creationId xmlns:p14="http://schemas.microsoft.com/office/powerpoint/2010/main" val="2757641661"/>
      </p:ext>
    </p:extLst>
  </p:cSld>
  <p:clrMapOvr>
    <a:masterClrMapping/>
  </p:clrMapOvr>
  <p:transition>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10FC0B23-A863-4F89-9403-B289767D242C}"/>
              </a:ext>
            </a:extLst>
          </p:cNvPr>
          <p:cNvSpPr>
            <a:spLocks noGrp="1" noChangeArrowheads="1"/>
          </p:cNvSpPr>
          <p:nvPr>
            <p:ph type="dt" sz="half" idx="10"/>
          </p:nvPr>
        </p:nvSpPr>
        <p:spPr>
          <a:ln/>
        </p:spPr>
        <p:txBody>
          <a:bodyPr/>
          <a:lstStyle>
            <a:lvl1pPr>
              <a:defRPr/>
            </a:lvl1pPr>
          </a:lstStyle>
          <a:p>
            <a:pPr>
              <a:defRPr/>
            </a:pPr>
            <a:fld id="{838B0145-915D-492E-B0E5-E5465E6A681C}" type="datetime4">
              <a:rPr lang="en-US" altLang="en-US" smtClean="0"/>
              <a:t>April 2, 2024</a:t>
            </a:fld>
            <a:endParaRPr lang="en-US" altLang="en-US"/>
          </a:p>
        </p:txBody>
      </p:sp>
      <p:sp>
        <p:nvSpPr>
          <p:cNvPr id="4" name="Rectangle 10">
            <a:extLst>
              <a:ext uri="{FF2B5EF4-FFF2-40B4-BE49-F238E27FC236}">
                <a16:creationId xmlns:a16="http://schemas.microsoft.com/office/drawing/2014/main" id="{BF7E0FBC-DE69-42EB-BF69-7A02DF48480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61CF5B6C-C76C-4DB9-81DC-DCC8AA85374D}"/>
              </a:ext>
            </a:extLst>
          </p:cNvPr>
          <p:cNvSpPr>
            <a:spLocks noGrp="1" noChangeArrowheads="1"/>
          </p:cNvSpPr>
          <p:nvPr>
            <p:ph type="sldNum" sz="quarter" idx="12"/>
          </p:nvPr>
        </p:nvSpPr>
        <p:spPr>
          <a:ln/>
        </p:spPr>
        <p:txBody>
          <a:bodyPr/>
          <a:lstStyle>
            <a:lvl1pPr>
              <a:defRPr/>
            </a:lvl1pPr>
          </a:lstStyle>
          <a:p>
            <a:pPr>
              <a:defRPr/>
            </a:pPr>
            <a:fld id="{9152B9A4-2E15-4AD1-8346-48E15ACC8828}" type="slidenum">
              <a:rPr lang="en-US" altLang="en-US"/>
              <a:pPr>
                <a:defRPr/>
              </a:pPr>
              <a:t>‹#›</a:t>
            </a:fld>
            <a:endParaRPr lang="en-US" altLang="en-US"/>
          </a:p>
        </p:txBody>
      </p:sp>
    </p:spTree>
    <p:extLst>
      <p:ext uri="{BB962C8B-B14F-4D97-AF65-F5344CB8AC3E}">
        <p14:creationId xmlns:p14="http://schemas.microsoft.com/office/powerpoint/2010/main" val="2082149873"/>
      </p:ext>
    </p:extLst>
  </p:cSld>
  <p:clrMapOvr>
    <a:masterClrMapping/>
  </p:clrMapOvr>
  <p:transition>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2D9E26E7-2562-4F67-94F6-68E16756B5F7}"/>
              </a:ext>
            </a:extLst>
          </p:cNvPr>
          <p:cNvSpPr>
            <a:spLocks noGrp="1" noChangeArrowheads="1"/>
          </p:cNvSpPr>
          <p:nvPr>
            <p:ph type="dt" sz="half" idx="10"/>
          </p:nvPr>
        </p:nvSpPr>
        <p:spPr>
          <a:ln/>
        </p:spPr>
        <p:txBody>
          <a:bodyPr/>
          <a:lstStyle>
            <a:lvl1pPr>
              <a:defRPr/>
            </a:lvl1pPr>
          </a:lstStyle>
          <a:p>
            <a:pPr>
              <a:defRPr/>
            </a:pPr>
            <a:fld id="{F012CE62-0E92-46D2-9ABF-07EBB40E7203}" type="datetime4">
              <a:rPr lang="en-US" altLang="en-US" smtClean="0"/>
              <a:t>April 2, 2024</a:t>
            </a:fld>
            <a:endParaRPr lang="en-US" altLang="en-US"/>
          </a:p>
        </p:txBody>
      </p:sp>
      <p:sp>
        <p:nvSpPr>
          <p:cNvPr id="3" name="Rectangle 10">
            <a:extLst>
              <a:ext uri="{FF2B5EF4-FFF2-40B4-BE49-F238E27FC236}">
                <a16:creationId xmlns:a16="http://schemas.microsoft.com/office/drawing/2014/main" id="{B3F9B8C8-EF31-450B-8DFB-EF9AD89E1A1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56F2B89E-96AB-4169-95F3-325D4A7F8A83}"/>
              </a:ext>
            </a:extLst>
          </p:cNvPr>
          <p:cNvSpPr>
            <a:spLocks noGrp="1" noChangeArrowheads="1"/>
          </p:cNvSpPr>
          <p:nvPr>
            <p:ph type="sldNum" sz="quarter" idx="12"/>
          </p:nvPr>
        </p:nvSpPr>
        <p:spPr>
          <a:ln/>
        </p:spPr>
        <p:txBody>
          <a:bodyPr/>
          <a:lstStyle>
            <a:lvl1pPr>
              <a:defRPr/>
            </a:lvl1pPr>
          </a:lstStyle>
          <a:p>
            <a:pPr>
              <a:defRPr/>
            </a:pPr>
            <a:fld id="{2258FD48-D5F9-4E92-926A-6983804FD3FE}" type="slidenum">
              <a:rPr lang="en-US" altLang="en-US"/>
              <a:pPr>
                <a:defRPr/>
              </a:pPr>
              <a:t>‹#›</a:t>
            </a:fld>
            <a:endParaRPr lang="en-US" altLang="en-US"/>
          </a:p>
        </p:txBody>
      </p:sp>
    </p:spTree>
    <p:extLst>
      <p:ext uri="{BB962C8B-B14F-4D97-AF65-F5344CB8AC3E}">
        <p14:creationId xmlns:p14="http://schemas.microsoft.com/office/powerpoint/2010/main" val="3613735793"/>
      </p:ext>
    </p:extLst>
  </p:cSld>
  <p:clrMapOvr>
    <a:masterClrMapping/>
  </p:clrMapOvr>
  <p:transition>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18F9EF36-EC40-482B-94FA-5578E2B0DD40}"/>
              </a:ext>
            </a:extLst>
          </p:cNvPr>
          <p:cNvSpPr>
            <a:spLocks noGrp="1" noChangeArrowheads="1"/>
          </p:cNvSpPr>
          <p:nvPr>
            <p:ph type="dt" sz="half" idx="10"/>
          </p:nvPr>
        </p:nvSpPr>
        <p:spPr>
          <a:ln/>
        </p:spPr>
        <p:txBody>
          <a:bodyPr/>
          <a:lstStyle>
            <a:lvl1pPr>
              <a:defRPr/>
            </a:lvl1pPr>
          </a:lstStyle>
          <a:p>
            <a:pPr>
              <a:defRPr/>
            </a:pPr>
            <a:fld id="{639D1EB5-5918-4FA3-B40B-72E7B048AE64}" type="datetime4">
              <a:rPr lang="en-US" altLang="en-US" smtClean="0"/>
              <a:t>April 2, 2024</a:t>
            </a:fld>
            <a:endParaRPr lang="en-US" altLang="en-US"/>
          </a:p>
        </p:txBody>
      </p:sp>
      <p:sp>
        <p:nvSpPr>
          <p:cNvPr id="6" name="Rectangle 10">
            <a:extLst>
              <a:ext uri="{FF2B5EF4-FFF2-40B4-BE49-F238E27FC236}">
                <a16:creationId xmlns:a16="http://schemas.microsoft.com/office/drawing/2014/main" id="{9F9B30E7-289F-4B7F-9370-33C7520870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307C202-ED24-441A-B933-E3B1A14EDED0}"/>
              </a:ext>
            </a:extLst>
          </p:cNvPr>
          <p:cNvSpPr>
            <a:spLocks noGrp="1" noChangeArrowheads="1"/>
          </p:cNvSpPr>
          <p:nvPr>
            <p:ph type="sldNum" sz="quarter" idx="12"/>
          </p:nvPr>
        </p:nvSpPr>
        <p:spPr>
          <a:ln/>
        </p:spPr>
        <p:txBody>
          <a:bodyPr/>
          <a:lstStyle>
            <a:lvl1pPr>
              <a:defRPr/>
            </a:lvl1pPr>
          </a:lstStyle>
          <a:p>
            <a:pPr>
              <a:defRPr/>
            </a:pPr>
            <a:fld id="{1F27FE13-3A08-46F4-9540-C0AC9F1369C4}" type="slidenum">
              <a:rPr lang="en-US" altLang="en-US"/>
              <a:pPr>
                <a:defRPr/>
              </a:pPr>
              <a:t>‹#›</a:t>
            </a:fld>
            <a:endParaRPr lang="en-US" altLang="en-US"/>
          </a:p>
        </p:txBody>
      </p:sp>
    </p:spTree>
    <p:extLst>
      <p:ext uri="{BB962C8B-B14F-4D97-AF65-F5344CB8AC3E}">
        <p14:creationId xmlns:p14="http://schemas.microsoft.com/office/powerpoint/2010/main" val="3331546764"/>
      </p:ext>
    </p:extLst>
  </p:cSld>
  <p:clrMapOvr>
    <a:masterClrMapping/>
  </p:clrMapOvr>
  <p:transition>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C676408B-40A3-4A62-A26A-DD972758D001}"/>
              </a:ext>
            </a:extLst>
          </p:cNvPr>
          <p:cNvSpPr>
            <a:spLocks noGrp="1" noChangeArrowheads="1"/>
          </p:cNvSpPr>
          <p:nvPr>
            <p:ph type="dt" sz="half" idx="10"/>
          </p:nvPr>
        </p:nvSpPr>
        <p:spPr>
          <a:ln/>
        </p:spPr>
        <p:txBody>
          <a:bodyPr/>
          <a:lstStyle>
            <a:lvl1pPr>
              <a:defRPr/>
            </a:lvl1pPr>
          </a:lstStyle>
          <a:p>
            <a:pPr>
              <a:defRPr/>
            </a:pPr>
            <a:fld id="{5A79ED6A-635C-48B5-8C93-4AE64B9B7041}" type="datetime4">
              <a:rPr lang="en-US" altLang="en-US" smtClean="0"/>
              <a:t>April 2, 2024</a:t>
            </a:fld>
            <a:endParaRPr lang="en-US" altLang="en-US"/>
          </a:p>
        </p:txBody>
      </p:sp>
      <p:sp>
        <p:nvSpPr>
          <p:cNvPr id="6" name="Rectangle 10">
            <a:extLst>
              <a:ext uri="{FF2B5EF4-FFF2-40B4-BE49-F238E27FC236}">
                <a16:creationId xmlns:a16="http://schemas.microsoft.com/office/drawing/2014/main" id="{FBF0B2E1-F337-4682-A39A-6018BF9E2DA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5C24516E-1776-41F6-9130-468BF3AD817B}"/>
              </a:ext>
            </a:extLst>
          </p:cNvPr>
          <p:cNvSpPr>
            <a:spLocks noGrp="1" noChangeArrowheads="1"/>
          </p:cNvSpPr>
          <p:nvPr>
            <p:ph type="sldNum" sz="quarter" idx="12"/>
          </p:nvPr>
        </p:nvSpPr>
        <p:spPr>
          <a:ln/>
        </p:spPr>
        <p:txBody>
          <a:bodyPr/>
          <a:lstStyle>
            <a:lvl1pPr>
              <a:defRPr/>
            </a:lvl1pPr>
          </a:lstStyle>
          <a:p>
            <a:pPr>
              <a:defRPr/>
            </a:pPr>
            <a:fld id="{EEF591CC-DEA9-4D87-A3E3-77F1E385199A}" type="slidenum">
              <a:rPr lang="en-US" altLang="en-US"/>
              <a:pPr>
                <a:defRPr/>
              </a:pPr>
              <a:t>‹#›</a:t>
            </a:fld>
            <a:endParaRPr lang="en-US" altLang="en-US"/>
          </a:p>
        </p:txBody>
      </p:sp>
    </p:spTree>
    <p:extLst>
      <p:ext uri="{BB962C8B-B14F-4D97-AF65-F5344CB8AC3E}">
        <p14:creationId xmlns:p14="http://schemas.microsoft.com/office/powerpoint/2010/main" val="3676862155"/>
      </p:ext>
    </p:extLst>
  </p:cSld>
  <p:clrMapOvr>
    <a:masterClrMapping/>
  </p:clrMapOvr>
  <p:transition>
    <p:rand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9637224F-8EBD-4964-9859-9AD92408085B}"/>
              </a:ext>
            </a:extLst>
          </p:cNvPr>
          <p:cNvSpPr>
            <a:spLocks noGrp="1" noChangeArrowheads="1"/>
          </p:cNvSpPr>
          <p:nvPr>
            <p:ph type="dt" sz="half" idx="10"/>
          </p:nvPr>
        </p:nvSpPr>
        <p:spPr>
          <a:ln/>
        </p:spPr>
        <p:txBody>
          <a:bodyPr/>
          <a:lstStyle>
            <a:lvl1pPr>
              <a:defRPr/>
            </a:lvl1pPr>
          </a:lstStyle>
          <a:p>
            <a:pPr>
              <a:defRPr/>
            </a:pPr>
            <a:fld id="{D1E2ECF6-6271-4600-B0AC-45B57EB194C0}" type="datetime4">
              <a:rPr lang="en-US" altLang="en-US" smtClean="0"/>
              <a:t>April 2, 2024</a:t>
            </a:fld>
            <a:endParaRPr lang="en-US" altLang="en-US"/>
          </a:p>
        </p:txBody>
      </p:sp>
      <p:sp>
        <p:nvSpPr>
          <p:cNvPr id="5" name="Rectangle 10">
            <a:extLst>
              <a:ext uri="{FF2B5EF4-FFF2-40B4-BE49-F238E27FC236}">
                <a16:creationId xmlns:a16="http://schemas.microsoft.com/office/drawing/2014/main" id="{1CF75AFC-60FB-4AE7-B265-A72286D2040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736355B5-28A0-464A-B113-C5BFC82E67E1}"/>
              </a:ext>
            </a:extLst>
          </p:cNvPr>
          <p:cNvSpPr>
            <a:spLocks noGrp="1" noChangeArrowheads="1"/>
          </p:cNvSpPr>
          <p:nvPr>
            <p:ph type="sldNum" sz="quarter" idx="12"/>
          </p:nvPr>
        </p:nvSpPr>
        <p:spPr>
          <a:ln/>
        </p:spPr>
        <p:txBody>
          <a:bodyPr/>
          <a:lstStyle>
            <a:lvl1pPr>
              <a:defRPr/>
            </a:lvl1pPr>
          </a:lstStyle>
          <a:p>
            <a:pPr>
              <a:defRPr/>
            </a:pPr>
            <a:fld id="{06144093-CF23-4573-8EB6-2CFA10DA383F}" type="slidenum">
              <a:rPr lang="en-US" altLang="en-US"/>
              <a:pPr>
                <a:defRPr/>
              </a:pPr>
              <a:t>‹#›</a:t>
            </a:fld>
            <a:endParaRPr lang="en-US" altLang="en-US"/>
          </a:p>
        </p:txBody>
      </p:sp>
    </p:spTree>
    <p:extLst>
      <p:ext uri="{BB962C8B-B14F-4D97-AF65-F5344CB8AC3E}">
        <p14:creationId xmlns:p14="http://schemas.microsoft.com/office/powerpoint/2010/main" val="3333762286"/>
      </p:ext>
    </p:extLst>
  </p:cSld>
  <p:clrMapOvr>
    <a:masterClrMapping/>
  </p:clrMapOvr>
  <p:transition>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0EB2D34-9CF9-4FA1-9891-8646038C9EC9}"/>
              </a:ext>
            </a:extLst>
          </p:cNvPr>
          <p:cNvSpPr>
            <a:spLocks noGrp="1" noChangeArrowheads="1"/>
          </p:cNvSpPr>
          <p:nvPr>
            <p:ph type="dt" sz="half" idx="10"/>
          </p:nvPr>
        </p:nvSpPr>
        <p:spPr>
          <a:ln/>
        </p:spPr>
        <p:txBody>
          <a:bodyPr/>
          <a:lstStyle>
            <a:lvl1pPr>
              <a:defRPr/>
            </a:lvl1pPr>
          </a:lstStyle>
          <a:p>
            <a:pPr>
              <a:defRPr/>
            </a:pPr>
            <a:fld id="{AAC094E6-E21F-4642-B330-77EFB0D90D37}" type="datetime4">
              <a:rPr lang="en-US" altLang="en-US" smtClean="0"/>
              <a:t>April 2, 2024</a:t>
            </a:fld>
            <a:endParaRPr lang="en-US" altLang="en-US"/>
          </a:p>
        </p:txBody>
      </p:sp>
      <p:sp>
        <p:nvSpPr>
          <p:cNvPr id="5" name="Rectangle 10">
            <a:extLst>
              <a:ext uri="{FF2B5EF4-FFF2-40B4-BE49-F238E27FC236}">
                <a16:creationId xmlns:a16="http://schemas.microsoft.com/office/drawing/2014/main" id="{4CD0DCE1-E22C-49A5-B6E7-047480437FA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FBA64E89-7327-4792-A101-5C3C61458511}"/>
              </a:ext>
            </a:extLst>
          </p:cNvPr>
          <p:cNvSpPr>
            <a:spLocks noGrp="1" noChangeArrowheads="1"/>
          </p:cNvSpPr>
          <p:nvPr>
            <p:ph type="sldNum" sz="quarter" idx="12"/>
          </p:nvPr>
        </p:nvSpPr>
        <p:spPr>
          <a:ln/>
        </p:spPr>
        <p:txBody>
          <a:bodyPr/>
          <a:lstStyle>
            <a:lvl1pPr>
              <a:defRPr/>
            </a:lvl1pPr>
          </a:lstStyle>
          <a:p>
            <a:pPr>
              <a:defRPr/>
            </a:pPr>
            <a:fld id="{36D07167-06C4-4146-896E-E23FE8A9CC31}" type="slidenum">
              <a:rPr lang="en-US" altLang="en-US"/>
              <a:pPr>
                <a:defRPr/>
              </a:pPr>
              <a:t>‹#›</a:t>
            </a:fld>
            <a:endParaRPr lang="en-US" altLang="en-US"/>
          </a:p>
        </p:txBody>
      </p:sp>
    </p:spTree>
    <p:extLst>
      <p:ext uri="{BB962C8B-B14F-4D97-AF65-F5344CB8AC3E}">
        <p14:creationId xmlns:p14="http://schemas.microsoft.com/office/powerpoint/2010/main" val="551357650"/>
      </p:ext>
    </p:extLst>
  </p:cSld>
  <p:clrMapOvr>
    <a:masterClrMapping/>
  </p:clrMapOvr>
  <p:transition>
    <p:rand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712788"/>
          </a:xfrm>
        </p:spPr>
        <p:txBody>
          <a:bodyPr/>
          <a:lstStyle/>
          <a:p>
            <a:r>
              <a:rPr lang="en-US"/>
              <a:t>Click to edit Master title style</a:t>
            </a:r>
          </a:p>
        </p:txBody>
      </p:sp>
      <p:sp>
        <p:nvSpPr>
          <p:cNvPr id="3" name="Text Placeholder 2"/>
          <p:cNvSpPr>
            <a:spLocks noGrp="1"/>
          </p:cNvSpPr>
          <p:nvPr>
            <p:ph type="body"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143BBFF-AB83-4762-B240-D640FB446D7A}"/>
              </a:ext>
            </a:extLst>
          </p:cNvPr>
          <p:cNvSpPr>
            <a:spLocks noGrp="1" noChangeArrowheads="1"/>
          </p:cNvSpPr>
          <p:nvPr>
            <p:ph type="dt" sz="half" idx="10"/>
          </p:nvPr>
        </p:nvSpPr>
        <p:spPr>
          <a:ln/>
        </p:spPr>
        <p:txBody>
          <a:bodyPr/>
          <a:lstStyle>
            <a:lvl1pPr>
              <a:defRPr/>
            </a:lvl1pPr>
          </a:lstStyle>
          <a:p>
            <a:pPr>
              <a:defRPr/>
            </a:pPr>
            <a:fld id="{9A772627-FA51-460C-BC09-B1AC454D784C}" type="datetime4">
              <a:rPr lang="en-US" altLang="en-US" smtClean="0"/>
              <a:t>April 2, 2024</a:t>
            </a:fld>
            <a:endParaRPr lang="en-US" altLang="en-US"/>
          </a:p>
        </p:txBody>
      </p:sp>
      <p:sp>
        <p:nvSpPr>
          <p:cNvPr id="6" name="Rectangle 10">
            <a:extLst>
              <a:ext uri="{FF2B5EF4-FFF2-40B4-BE49-F238E27FC236}">
                <a16:creationId xmlns:a16="http://schemas.microsoft.com/office/drawing/2014/main" id="{FB6232EA-ABCC-4D5B-817E-5CA339081A4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DB6E29C0-AE86-4B3F-9332-6155F923022F}"/>
              </a:ext>
            </a:extLst>
          </p:cNvPr>
          <p:cNvSpPr>
            <a:spLocks noGrp="1" noChangeArrowheads="1"/>
          </p:cNvSpPr>
          <p:nvPr>
            <p:ph type="sldNum" sz="quarter" idx="12"/>
          </p:nvPr>
        </p:nvSpPr>
        <p:spPr>
          <a:ln/>
        </p:spPr>
        <p:txBody>
          <a:bodyPr/>
          <a:lstStyle>
            <a:lvl1pPr>
              <a:defRPr/>
            </a:lvl1pPr>
          </a:lstStyle>
          <a:p>
            <a:pPr>
              <a:defRPr/>
            </a:pPr>
            <a:fld id="{172AABB2-C4AC-49F0-979A-772357E84031}" type="slidenum">
              <a:rPr lang="en-US" altLang="en-US"/>
              <a:pPr>
                <a:defRPr/>
              </a:pPr>
              <a:t>‹#›</a:t>
            </a:fld>
            <a:endParaRPr lang="en-US" altLang="en-US"/>
          </a:p>
        </p:txBody>
      </p:sp>
    </p:spTree>
    <p:extLst>
      <p:ext uri="{BB962C8B-B14F-4D97-AF65-F5344CB8AC3E}">
        <p14:creationId xmlns:p14="http://schemas.microsoft.com/office/powerpoint/2010/main" val="2592524691"/>
      </p:ext>
    </p:extLst>
  </p:cSld>
  <p:clrMapOvr>
    <a:masterClrMapping/>
  </p:clrMapOvr>
  <p:transition>
    <p:rand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6069076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2874208808"/>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8888866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307975" y="1295400"/>
            <a:ext cx="4208463"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68838" y="1295400"/>
            <a:ext cx="4210050"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429682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3013036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35063702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4763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29821165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13246156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7761856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34175" y="228600"/>
            <a:ext cx="2144713" cy="6269038"/>
          </a:xfr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298450" y="228600"/>
            <a:ext cx="6283325" cy="62690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6799607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9904463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a:prstGeom prst="rect">
            <a:avLst/>
          </a:prstGeo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8977601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idx="1"/>
          </p:nvPr>
        </p:nvSpPr>
        <p:spPr>
          <a:xfrm>
            <a:off x="457200" y="1600200"/>
            <a:ext cx="8229600" cy="4525963"/>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4187772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15884304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3006250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5097435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78905673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93031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7867897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6427879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1600200"/>
            <a:ext cx="8229600" cy="4525963"/>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8616679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274638"/>
            <a:ext cx="6019800" cy="5851525"/>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8499147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51752509-2F43-4E42-9C46-F67640C7B1B0}" type="datetime4">
              <a:rPr lang="en-US" altLang="en-US" smtClean="0"/>
              <a:t>April 2,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96434663"/>
      </p:ext>
    </p:extLst>
  </p:cSld>
  <p:clrMapOvr>
    <a:masterClrMapping/>
  </p:clrMapOvr>
  <p:transition>
    <p:rand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312415276"/>
      </p:ext>
    </p:extLst>
  </p:cSld>
  <p:clrMapOvr>
    <a:masterClrMapping/>
  </p:clrMapOvr>
  <p:hf hdr="0" ftr="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CD013CE-67C9-4988-A823-7D0EB71D023D}" type="datetime4">
              <a:rPr lang="en-US" altLang="en-US" smtClean="0"/>
              <a:t>April 2,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04D8FD4F-45E7-4072-8800-E1C10689F0F2}" type="slidenum">
              <a:rPr lang="en-US" altLang="en-US" smtClean="0"/>
              <a:pPr>
                <a:defRPr/>
              </a:pPr>
              <a:t>‹#›</a:t>
            </a:fld>
            <a:endParaRPr lang="en-US" altLang="en-US"/>
          </a:p>
        </p:txBody>
      </p:sp>
    </p:spTree>
    <p:extLst>
      <p:ext uri="{BB962C8B-B14F-4D97-AF65-F5344CB8AC3E}">
        <p14:creationId xmlns:p14="http://schemas.microsoft.com/office/powerpoint/2010/main" val="3270420518"/>
      </p:ext>
    </p:extLst>
  </p:cSld>
  <p:clrMapOvr>
    <a:masterClrMapping/>
  </p:clrMapOvr>
  <p:transition>
    <p:random/>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4262612416"/>
      </p:ext>
    </p:extLst>
  </p:cSld>
  <p:clrMapOvr>
    <a:masterClrMapping/>
  </p:clrMapOvr>
  <p:hf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328461537"/>
      </p:ext>
    </p:extLst>
  </p:cSld>
  <p:clrMapOvr>
    <a:masterClrMapping/>
  </p:clrMapOvr>
  <p:hf hdr="0" ftr="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F02FF4ED-2B23-4CC6-834A-FCFA22AF88CD}" type="slidenum">
              <a:rPr lang="en-US" altLang="en-US" smtClean="0"/>
              <a:pPr>
                <a:defRPr/>
              </a:pPr>
              <a:t>‹#›</a:t>
            </a:fld>
            <a:endParaRPr lang="en-US" altLang="en-US"/>
          </a:p>
        </p:txBody>
      </p:sp>
    </p:spTree>
    <p:extLst>
      <p:ext uri="{BB962C8B-B14F-4D97-AF65-F5344CB8AC3E}">
        <p14:creationId xmlns:p14="http://schemas.microsoft.com/office/powerpoint/2010/main" val="811284896"/>
      </p:ext>
    </p:extLst>
  </p:cSld>
  <p:clrMapOvr>
    <a:masterClrMapping/>
  </p:clrMapOvr>
  <p:transition>
    <p:random/>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fld id="{8FC35119-4326-4B12-8C41-028122D81B5B}" type="datetime4">
              <a:rPr lang="en-US" altLang="en-US" smtClean="0"/>
              <a:t>April 2, 2024</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CC516D0E-CD58-4E49-9F6D-689564ED6CA6}" type="slidenum">
              <a:rPr lang="en-US" altLang="en-US" smtClean="0"/>
              <a:pPr>
                <a:defRPr/>
              </a:pPr>
              <a:t>‹#›</a:t>
            </a:fld>
            <a:endParaRPr lang="en-US" altLang="en-US"/>
          </a:p>
        </p:txBody>
      </p:sp>
    </p:spTree>
    <p:extLst>
      <p:ext uri="{BB962C8B-B14F-4D97-AF65-F5344CB8AC3E}">
        <p14:creationId xmlns:p14="http://schemas.microsoft.com/office/powerpoint/2010/main" val="3515717474"/>
      </p:ext>
    </p:extLst>
  </p:cSld>
  <p:clrMapOvr>
    <a:masterClrMapping/>
  </p:clrMapOvr>
  <p:transition>
    <p:random/>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802453608"/>
      </p:ext>
    </p:extLst>
  </p:cSld>
  <p:clrMapOvr>
    <a:masterClrMapping/>
  </p:clrMapOvr>
  <p:hf hdr="0" ftr="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0F7BFBB-6B8B-4E2E-8F5B-F5D4B0E631F4}" type="datetime4">
              <a:rPr lang="en-US" altLang="en-US" smtClean="0"/>
              <a:t>April 2,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F4C4F20B-DFB7-47E0-99A5-E35BEB509EFA}" type="slidenum">
              <a:rPr lang="en-US" altLang="en-US" smtClean="0"/>
              <a:pPr>
                <a:defRPr/>
              </a:pPr>
              <a:t>‹#›</a:t>
            </a:fld>
            <a:endParaRPr lang="en-US" altLang="en-US"/>
          </a:p>
        </p:txBody>
      </p:sp>
    </p:spTree>
    <p:extLst>
      <p:ext uri="{BB962C8B-B14F-4D97-AF65-F5344CB8AC3E}">
        <p14:creationId xmlns:p14="http://schemas.microsoft.com/office/powerpoint/2010/main" val="3324908911"/>
      </p:ext>
    </p:extLst>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560313768"/>
      </p:ext>
    </p:extLst>
  </p:cSld>
  <p:clrMapOvr>
    <a:masterClrMapping/>
  </p:clrMapOvr>
  <p:hf hdr="0" ftr="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013122542"/>
      </p:ext>
    </p:extLst>
  </p:cSld>
  <p:clrMapOvr>
    <a:masterClrMapping/>
  </p:clrMapOvr>
  <p:hf hdr="0" ftr="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69468459"/>
      </p:ext>
    </p:extLst>
  </p:cSld>
  <p:clrMapOvr>
    <a:masterClrMapping/>
  </p:clrMapOvr>
  <p:hf hdr="0" ftr="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64668473"/>
      </p:ext>
    </p:extLst>
  </p:cSld>
  <p:clrMapOvr>
    <a:masterClrMapping/>
  </p:clrMapOvr>
  <p:hf hdr="0" ftr="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405699333"/>
      </p:ext>
    </p:extLst>
  </p:cSld>
  <p:clrMapOvr>
    <a:masterClrMapping/>
  </p:clrMapOvr>
  <p:hf hdr="0" ftr="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43294387"/>
      </p:ext>
    </p:extLst>
  </p:cSld>
  <p:clrMapOvr>
    <a:masterClrMapping/>
  </p:clrMapOvr>
  <p:hf hdr="0" ftr="0"/>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1159160439"/>
      </p:ext>
    </p:extLst>
  </p:cSld>
  <p:clrMapOvr>
    <a:masterClrMapping/>
  </p:clrMapOvr>
  <p:hf hdr="0" ftr="0"/>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88074580"/>
      </p:ext>
    </p:extLst>
  </p:cSld>
  <p:clrMapOvr>
    <a:masterClrMapping/>
  </p:clrMapOvr>
  <p:hf hdr="0" ftr="0"/>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April 2,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2326636553"/>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image" Target="../media/image2.jpeg"/><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5.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image" Target="../media/image3.png"/><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10" Type="http://schemas.openxmlformats.org/officeDocument/2006/relationships/slideLayout" Target="../slideLayouts/slideLayout79.xml"/><Relationship Id="rId19" Type="http://schemas.openxmlformats.org/officeDocument/2006/relationships/theme" Target="../theme/theme6.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2D181DFD-BC57-4863-A2C5-280A8F4F16A2}"/>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BF71C004-2F2F-430F-8993-B50AEC603988}"/>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1035" name="Group 4">
              <a:extLst>
                <a:ext uri="{FF2B5EF4-FFF2-40B4-BE49-F238E27FC236}">
                  <a16:creationId xmlns:a16="http://schemas.microsoft.com/office/drawing/2014/main" id="{B6AAE28B-53B4-48E7-84A8-BC76053D5A43}"/>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16EC6BDB-67D2-49CB-B621-6A9F90B52EDE}"/>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037" name="Line 6">
                <a:extLst>
                  <a:ext uri="{FF2B5EF4-FFF2-40B4-BE49-F238E27FC236}">
                    <a16:creationId xmlns:a16="http://schemas.microsoft.com/office/drawing/2014/main" id="{20B00981-0E93-4437-AA5E-979FECE0C2DF}"/>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027" name="Rectangle 7">
            <a:extLst>
              <a:ext uri="{FF2B5EF4-FFF2-40B4-BE49-F238E27FC236}">
                <a16:creationId xmlns:a16="http://schemas.microsoft.com/office/drawing/2014/main" id="{A5B2AC77-C724-465B-8ECA-F11B462FD8E4}"/>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8">
            <a:extLst>
              <a:ext uri="{FF2B5EF4-FFF2-40B4-BE49-F238E27FC236}">
                <a16:creationId xmlns:a16="http://schemas.microsoft.com/office/drawing/2014/main" id="{1A85A4E8-2581-4EFB-96DA-0FB1DC0BE6C1}"/>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th-TH" altLang="en-US"/>
              <a:t>Click to edit Master text styles</a:t>
            </a:r>
          </a:p>
          <a:p>
            <a:pPr lvl="1"/>
            <a:r>
              <a:rPr lang="th-TH" altLang="en-US"/>
              <a:t>Second level</a:t>
            </a:r>
          </a:p>
          <a:p>
            <a:pPr lvl="2"/>
            <a:r>
              <a:rPr lang="th-TH" altLang="en-US"/>
              <a:t>Third level</a:t>
            </a:r>
          </a:p>
          <a:p>
            <a:pPr lvl="3"/>
            <a:r>
              <a:rPr lang="th-TH" altLang="en-US"/>
              <a:t>Fourth level</a:t>
            </a:r>
          </a:p>
          <a:p>
            <a:pPr lvl="4"/>
            <a:r>
              <a:rPr lang="th-TH" altLang="en-US"/>
              <a:t>Fifth level</a:t>
            </a:r>
          </a:p>
        </p:txBody>
      </p:sp>
      <p:sp>
        <p:nvSpPr>
          <p:cNvPr id="597001" name="Rectangle 9">
            <a:extLst>
              <a:ext uri="{FF2B5EF4-FFF2-40B4-BE49-F238E27FC236}">
                <a16:creationId xmlns:a16="http://schemas.microsoft.com/office/drawing/2014/main" id="{825087B3-0E08-440F-8225-BA98A0986496}"/>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20603050405020304" pitchFamily="18" charset="-34"/>
              </a:defRPr>
            </a:lvl1pPr>
          </a:lstStyle>
          <a:p>
            <a:pPr>
              <a:defRPr/>
            </a:pPr>
            <a:fld id="{F4AFC189-73F8-4706-AA45-7D354ED2B7AB}" type="datetime4">
              <a:rPr lang="en-US" altLang="en-US" smtClean="0"/>
              <a:t>April 2, 2024</a:t>
            </a:fld>
            <a:endParaRPr lang="en-US" altLang="en-US"/>
          </a:p>
        </p:txBody>
      </p:sp>
      <p:sp>
        <p:nvSpPr>
          <p:cNvPr id="597002" name="Rectangle 10">
            <a:extLst>
              <a:ext uri="{FF2B5EF4-FFF2-40B4-BE49-F238E27FC236}">
                <a16:creationId xmlns:a16="http://schemas.microsoft.com/office/drawing/2014/main" id="{6022FB8E-9248-4E3A-BAC8-2DF3A9267744}"/>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20603050405020304" pitchFamily="18" charset="-34"/>
              </a:defRPr>
            </a:lvl1pPr>
          </a:lstStyle>
          <a:p>
            <a:pPr>
              <a:defRPr/>
            </a:pPr>
            <a:endParaRPr lang="en-US" altLang="en-US"/>
          </a:p>
        </p:txBody>
      </p:sp>
      <p:sp>
        <p:nvSpPr>
          <p:cNvPr id="597003" name="Rectangle 11">
            <a:extLst>
              <a:ext uri="{FF2B5EF4-FFF2-40B4-BE49-F238E27FC236}">
                <a16:creationId xmlns:a16="http://schemas.microsoft.com/office/drawing/2014/main" id="{D08CEDE5-2BB4-49D3-9653-10900DD5AAE0}"/>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20603050405020304" pitchFamily="18" charset="-34"/>
              </a:defRPr>
            </a:lvl1pPr>
          </a:lstStyle>
          <a:p>
            <a:pPr>
              <a:defRPr/>
            </a:pPr>
            <a:fld id="{413338A4-F343-45A5-B376-B2CFBC9F9823}" type="slidenum">
              <a:rPr lang="en-US" altLang="en-US"/>
              <a:pPr>
                <a:defRPr/>
              </a:pPr>
              <a:t>‹#›</a:t>
            </a:fld>
            <a:endParaRPr lang="en-US" altLang="en-US"/>
          </a:p>
        </p:txBody>
      </p:sp>
      <p:sp>
        <p:nvSpPr>
          <p:cNvPr id="1032" name="Line 12">
            <a:extLst>
              <a:ext uri="{FF2B5EF4-FFF2-40B4-BE49-F238E27FC236}">
                <a16:creationId xmlns:a16="http://schemas.microsoft.com/office/drawing/2014/main" id="{6A55137F-7DD6-44BD-B655-C7A32D18C50F}"/>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33" name="Picture 13" descr="emu_300x300_72dpi_black">
            <a:extLst>
              <a:ext uri="{FF2B5EF4-FFF2-40B4-BE49-F238E27FC236}">
                <a16:creationId xmlns:a16="http://schemas.microsoft.com/office/drawing/2014/main" id="{17F0A75E-850F-483C-AFB7-C3D42533C6A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4"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E8F770FA-76C9-4E2B-A434-235AF9FBD745}"/>
              </a:ext>
            </a:extLst>
          </p:cNvPr>
          <p:cNvSpPr>
            <a:spLocks noGrp="1" noChangeArrowheads="1"/>
          </p:cNvSpPr>
          <p:nvPr>
            <p:ph type="title"/>
          </p:nvPr>
        </p:nvSpPr>
        <p:spPr bwMode="auto">
          <a:xfrm>
            <a:off x="498475" y="484188"/>
            <a:ext cx="75565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CE77B8DE-5E28-4D68-A1DB-974D6B665223}"/>
              </a:ext>
            </a:extLst>
          </p:cNvPr>
          <p:cNvSpPr>
            <a:spLocks noGrp="1" noChangeArrowheads="1"/>
          </p:cNvSpPr>
          <p:nvPr>
            <p:ph type="body" idx="1"/>
          </p:nvPr>
        </p:nvSpPr>
        <p:spPr bwMode="auto">
          <a:xfrm>
            <a:off x="498475" y="1981200"/>
            <a:ext cx="7556500"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1B6C67B-79A9-4A0E-BE77-8B0E56CC46B5}"/>
              </a:ext>
            </a:extLst>
          </p:cNvPr>
          <p:cNvSpPr>
            <a:spLocks noGrp="1"/>
          </p:cNvSpPr>
          <p:nvPr>
            <p:ph type="dt" sz="half" idx="2"/>
          </p:nvPr>
        </p:nvSpPr>
        <p:spPr>
          <a:xfrm>
            <a:off x="6794500" y="6423025"/>
            <a:ext cx="2133600" cy="365125"/>
          </a:xfrm>
          <a:prstGeom prst="rect">
            <a:avLst/>
          </a:prstGeom>
        </p:spPr>
        <p:txBody>
          <a:bodyPr vert="horz" lIns="91440" tIns="45720" rIns="91440" bIns="45720" rtlCol="0" anchor="ctr"/>
          <a:lstStyle>
            <a:lvl1pPr algn="r"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fld id="{FF5480F7-A01B-4497-9686-67728E872290}" type="datetime4">
              <a:rPr lang="en-US" altLang="en-US" smtClean="0"/>
              <a:t>April 2, 2024</a:t>
            </a:fld>
            <a:endParaRPr lang="en-US" altLang="en-US"/>
          </a:p>
        </p:txBody>
      </p:sp>
      <p:sp>
        <p:nvSpPr>
          <p:cNvPr id="5" name="Footer Placeholder 4">
            <a:extLst>
              <a:ext uri="{FF2B5EF4-FFF2-40B4-BE49-F238E27FC236}">
                <a16:creationId xmlns:a16="http://schemas.microsoft.com/office/drawing/2014/main" id="{EDF927D7-EF1F-49CE-B729-8E64D95D89F1}"/>
              </a:ext>
            </a:extLst>
          </p:cNvPr>
          <p:cNvSpPr>
            <a:spLocks noGrp="1"/>
          </p:cNvSpPr>
          <p:nvPr>
            <p:ph type="ftr" sz="quarter" idx="3"/>
          </p:nvPr>
        </p:nvSpPr>
        <p:spPr>
          <a:xfrm>
            <a:off x="201613" y="6423025"/>
            <a:ext cx="6122987" cy="365125"/>
          </a:xfrm>
          <a:prstGeom prst="rect">
            <a:avLst/>
          </a:prstGeom>
        </p:spPr>
        <p:txBody>
          <a:bodyPr vert="horz" lIns="91440" tIns="45720" rIns="91440" bIns="45720" rtlCol="0" anchor="ctr"/>
          <a:lstStyle>
            <a:lvl1pPr algn="l"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3E81E21C-41C3-4EAB-89CE-E6FB352AEE37}"/>
              </a:ext>
            </a:extLst>
          </p:cNvPr>
          <p:cNvSpPr>
            <a:spLocks noGrp="1"/>
          </p:cNvSpPr>
          <p:nvPr>
            <p:ph type="sldNum" sz="quarter" idx="4"/>
          </p:nvPr>
        </p:nvSpPr>
        <p:spPr>
          <a:xfrm>
            <a:off x="8305800" y="242888"/>
            <a:ext cx="554038" cy="365125"/>
          </a:xfrm>
          <a:prstGeom prst="rect">
            <a:avLst/>
          </a:prstGeom>
        </p:spPr>
        <p:txBody>
          <a:bodyPr vert="horz" lIns="91440" tIns="45720" rIns="91440" bIns="45720" rtlCol="0" anchor="ctr"/>
          <a:lstStyle>
            <a:lvl1pPr algn="r" eaLnBrk="1" hangingPunct="1">
              <a:defRPr sz="1400">
                <a:solidFill>
                  <a:schemeClr val="bg1"/>
                </a:solidFill>
                <a:ea typeface="Angsana New" panose="020B0502040204020203" pitchFamily="18" charset="-34"/>
                <a:cs typeface="Arial" panose="020B0604020202020204" pitchFamily="34" charset="0"/>
              </a:defRPr>
            </a:lvl1pPr>
          </a:lstStyle>
          <a:p>
            <a:pPr>
              <a:defRPr/>
            </a:pPr>
            <a:fld id="{EAC1E9C5-179F-49B5-A20B-74BA07190DB8}" type="slidenum">
              <a:rPr lang="en-US" altLang="en-US"/>
              <a:pPr>
                <a:defRPr/>
              </a:pPr>
              <a:t>‹#›</a:t>
            </a:fld>
            <a:endParaRPr lang="en-US" altLang="en-US"/>
          </a:p>
        </p:txBody>
      </p:sp>
      <p:grpSp>
        <p:nvGrpSpPr>
          <p:cNvPr id="2055" name="Group 8">
            <a:extLst>
              <a:ext uri="{FF2B5EF4-FFF2-40B4-BE49-F238E27FC236}">
                <a16:creationId xmlns:a16="http://schemas.microsoft.com/office/drawing/2014/main" id="{8A8273E5-CDF0-44E1-AEF2-4B755C331FD1}"/>
              </a:ext>
            </a:extLst>
          </p:cNvPr>
          <p:cNvGrpSpPr>
            <a:grpSpLocks/>
          </p:cNvGrpSpPr>
          <p:nvPr/>
        </p:nvGrpSpPr>
        <p:grpSpPr bwMode="auto">
          <a:xfrm>
            <a:off x="-9525" y="1049338"/>
            <a:ext cx="9151938" cy="82550"/>
            <a:chOff x="1" y="591"/>
            <a:chExt cx="5759" cy="52"/>
          </a:xfrm>
        </p:grpSpPr>
        <p:sp>
          <p:nvSpPr>
            <p:cNvPr id="2058" name="Line 9">
              <a:extLst>
                <a:ext uri="{FF2B5EF4-FFF2-40B4-BE49-F238E27FC236}">
                  <a16:creationId xmlns:a16="http://schemas.microsoft.com/office/drawing/2014/main" id="{AB178821-03A3-419C-81A7-AB420E98AE13}"/>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9" name="Line 10">
              <a:extLst>
                <a:ext uri="{FF2B5EF4-FFF2-40B4-BE49-F238E27FC236}">
                  <a16:creationId xmlns:a16="http://schemas.microsoft.com/office/drawing/2014/main" id="{108B472A-C3BF-481A-9F84-D86E33569768}"/>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60" name="Line 11">
              <a:extLst>
                <a:ext uri="{FF2B5EF4-FFF2-40B4-BE49-F238E27FC236}">
                  <a16:creationId xmlns:a16="http://schemas.microsoft.com/office/drawing/2014/main" id="{6167F5F1-1A8D-4199-B338-C75A3E342958}"/>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1" name="文字方塊 8">
            <a:extLst>
              <a:ext uri="{FF2B5EF4-FFF2-40B4-BE49-F238E27FC236}">
                <a16:creationId xmlns:a16="http://schemas.microsoft.com/office/drawing/2014/main" id="{39D8D7C8-DB0C-4C03-B575-1A4A8B41ECA6}"/>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6DC67BA1-6048-4382-BF1F-2028CE77E041}"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2057" name="Picture 9" descr="logoyil30">
            <a:extLst>
              <a:ext uri="{FF2B5EF4-FFF2-40B4-BE49-F238E27FC236}">
                <a16:creationId xmlns:a16="http://schemas.microsoft.com/office/drawing/2014/main" id="{36409056-45D7-4BFF-9064-AA13E57B38C7}"/>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 id="2147484062" r:id="rId18"/>
    <p:sldLayoutId id="2147484063" r:id="rId19"/>
    <p:sldLayoutId id="2147484064" r:id="rId20"/>
    <p:sldLayoutId id="2147484065" r:id="rId21"/>
    <p:sldLayoutId id="2147484066" r:id="rId22"/>
    <p:sldLayoutId id="2147484067" r:id="rId23"/>
  </p:sldLayoutIdLst>
  <p:transition>
    <p:random/>
  </p:transition>
  <p:hf hdr="0" ftr="0"/>
  <p:txStyles>
    <p:titleStyle>
      <a:lvl1pPr algn="l" rtl="0" eaLnBrk="0" fontAlgn="base" hangingPunct="0">
        <a:spcBef>
          <a:spcPct val="0"/>
        </a:spcBef>
        <a:spcAft>
          <a:spcPct val="0"/>
        </a:spcAft>
        <a:defRPr sz="3600" kern="1200">
          <a:solidFill>
            <a:srgbClr val="FF0000"/>
          </a:solidFill>
          <a:latin typeface="+mj-lt"/>
          <a:ea typeface="+mj-ea"/>
          <a:cs typeface="+mj-cs"/>
        </a:defRPr>
      </a:lvl1pPr>
      <a:lvl2pPr algn="l" rtl="0" eaLnBrk="0" fontAlgn="base" hangingPunct="0">
        <a:spcBef>
          <a:spcPct val="0"/>
        </a:spcBef>
        <a:spcAft>
          <a:spcPct val="0"/>
        </a:spcAft>
        <a:defRPr sz="3600">
          <a:solidFill>
            <a:srgbClr val="FF0000"/>
          </a:solidFill>
          <a:latin typeface="Rockwell" panose="02060603020205020403" pitchFamily="18" charset="0"/>
        </a:defRPr>
      </a:lvl2pPr>
      <a:lvl3pPr algn="l" rtl="0" eaLnBrk="0" fontAlgn="base" hangingPunct="0">
        <a:spcBef>
          <a:spcPct val="0"/>
        </a:spcBef>
        <a:spcAft>
          <a:spcPct val="0"/>
        </a:spcAft>
        <a:defRPr sz="3600">
          <a:solidFill>
            <a:srgbClr val="FF0000"/>
          </a:solidFill>
          <a:latin typeface="Rockwell" panose="02060603020205020403" pitchFamily="18" charset="0"/>
        </a:defRPr>
      </a:lvl3pPr>
      <a:lvl4pPr algn="l" rtl="0" eaLnBrk="0" fontAlgn="base" hangingPunct="0">
        <a:spcBef>
          <a:spcPct val="0"/>
        </a:spcBef>
        <a:spcAft>
          <a:spcPct val="0"/>
        </a:spcAft>
        <a:defRPr sz="3600">
          <a:solidFill>
            <a:srgbClr val="FF0000"/>
          </a:solidFill>
          <a:latin typeface="Rockwell" panose="02060603020205020403" pitchFamily="18" charset="0"/>
        </a:defRPr>
      </a:lvl4pPr>
      <a:lvl5pPr algn="l" rtl="0" eaLnBrk="0" fontAlgn="base" hangingPunct="0">
        <a:spcBef>
          <a:spcPct val="0"/>
        </a:spcBef>
        <a:spcAft>
          <a:spcPct val="0"/>
        </a:spcAft>
        <a:defRPr sz="3600">
          <a:solidFill>
            <a:srgbClr val="FF0000"/>
          </a:solidFill>
          <a:latin typeface="Rockwell" panose="02060603020205020403" pitchFamily="18" charset="0"/>
        </a:defRPr>
      </a:lvl5pPr>
      <a:lvl6pPr marL="457200" algn="l" rtl="0" eaLnBrk="1" fontAlgn="base" hangingPunct="1">
        <a:spcBef>
          <a:spcPct val="0"/>
        </a:spcBef>
        <a:spcAft>
          <a:spcPct val="0"/>
        </a:spcAft>
        <a:defRPr sz="3600">
          <a:solidFill>
            <a:srgbClr val="FF0000"/>
          </a:solidFill>
          <a:latin typeface="Rockwell" panose="02060603020205020403" pitchFamily="18" charset="0"/>
        </a:defRPr>
      </a:lvl6pPr>
      <a:lvl7pPr marL="914400" algn="l" rtl="0" eaLnBrk="1" fontAlgn="base" hangingPunct="1">
        <a:spcBef>
          <a:spcPct val="0"/>
        </a:spcBef>
        <a:spcAft>
          <a:spcPct val="0"/>
        </a:spcAft>
        <a:defRPr sz="3600">
          <a:solidFill>
            <a:srgbClr val="FF0000"/>
          </a:solidFill>
          <a:latin typeface="Rockwell" panose="02060603020205020403" pitchFamily="18" charset="0"/>
        </a:defRPr>
      </a:lvl7pPr>
      <a:lvl8pPr marL="1371600" algn="l" rtl="0" eaLnBrk="1" fontAlgn="base" hangingPunct="1">
        <a:spcBef>
          <a:spcPct val="0"/>
        </a:spcBef>
        <a:spcAft>
          <a:spcPct val="0"/>
        </a:spcAft>
        <a:defRPr sz="3600">
          <a:solidFill>
            <a:srgbClr val="FF0000"/>
          </a:solidFill>
          <a:latin typeface="Rockwell" panose="02060603020205020403" pitchFamily="18" charset="0"/>
        </a:defRPr>
      </a:lvl8pPr>
      <a:lvl9pPr marL="1828800" algn="l" rtl="0" eaLnBrk="1" fontAlgn="base" hangingPunct="1">
        <a:spcBef>
          <a:spcPct val="0"/>
        </a:spcBef>
        <a:spcAft>
          <a:spcPct val="0"/>
        </a:spcAft>
        <a:defRPr sz="3600">
          <a:solidFill>
            <a:srgbClr val="FF0000"/>
          </a:solidFill>
          <a:latin typeface="Rockwell" panose="02060603020205020403" pitchFamily="18" charset="0"/>
        </a:defRPr>
      </a:lvl9pPr>
    </p:titleStyle>
    <p:bodyStyle>
      <a:lvl1pPr marL="228600" indent="-228600" algn="l" rtl="0" eaLnBrk="0" fontAlgn="base" hangingPunct="0">
        <a:spcBef>
          <a:spcPts val="2000"/>
        </a:spcBef>
        <a:spcAft>
          <a:spcPct val="0"/>
        </a:spcAft>
        <a:buClr>
          <a:schemeClr val="accent1"/>
        </a:buClr>
        <a:buSzPct val="75000"/>
        <a:buFont typeface="Wingdings" panose="05000000000000000000" pitchFamily="2" charset="2"/>
        <a:buChar char="n"/>
        <a:defRPr sz="2000" kern="1200">
          <a:solidFill>
            <a:srgbClr val="0070C0"/>
          </a:solidFill>
          <a:latin typeface="+mn-lt"/>
          <a:ea typeface="+mn-ea"/>
          <a:cs typeface="+mn-cs"/>
        </a:defRPr>
      </a:lvl1pPr>
      <a:lvl2pPr marL="4572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2pPr>
      <a:lvl3pPr marL="6858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3pPr>
      <a:lvl4pPr marL="9144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4pPr>
      <a:lvl5pPr marL="11430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7AAB99D4-CE45-4100-952D-B840FB3F90B0}"/>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0186C659-E864-4B73-8C1B-F4F18F5FAF02}"/>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3083" name="Group 4">
              <a:extLst>
                <a:ext uri="{FF2B5EF4-FFF2-40B4-BE49-F238E27FC236}">
                  <a16:creationId xmlns:a16="http://schemas.microsoft.com/office/drawing/2014/main" id="{1DC3B701-1038-4DC9-9693-A8B29A9666F1}"/>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8E3F94E1-0712-4F68-8BBB-823136F7A48F}"/>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3085" name="Line 6">
                <a:extLst>
                  <a:ext uri="{FF2B5EF4-FFF2-40B4-BE49-F238E27FC236}">
                    <a16:creationId xmlns:a16="http://schemas.microsoft.com/office/drawing/2014/main" id="{F5EFC0ED-3A13-4B81-A43A-A26DFE2A9C80}"/>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3075" name="Rectangle 7">
            <a:extLst>
              <a:ext uri="{FF2B5EF4-FFF2-40B4-BE49-F238E27FC236}">
                <a16:creationId xmlns:a16="http://schemas.microsoft.com/office/drawing/2014/main" id="{6AEA2902-9058-4F51-B673-2C3E7247DC01}"/>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6" name="Rectangle 8">
            <a:extLst>
              <a:ext uri="{FF2B5EF4-FFF2-40B4-BE49-F238E27FC236}">
                <a16:creationId xmlns:a16="http://schemas.microsoft.com/office/drawing/2014/main" id="{7E93C493-FECF-435B-AADE-B4DFC21B7063}"/>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th-TH" altLang="en-US"/>
          </a:p>
        </p:txBody>
      </p:sp>
      <p:sp>
        <p:nvSpPr>
          <p:cNvPr id="597001" name="Rectangle 9">
            <a:extLst>
              <a:ext uri="{FF2B5EF4-FFF2-40B4-BE49-F238E27FC236}">
                <a16:creationId xmlns:a16="http://schemas.microsoft.com/office/drawing/2014/main" id="{2B34976F-6F10-4886-8207-7F2A62AFA80C}"/>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B0502040204020203" pitchFamily="18" charset="-34"/>
                <a:cs typeface="Arial" panose="020B0604020202020204" pitchFamily="34" charset="0"/>
              </a:defRPr>
            </a:lvl1pPr>
          </a:lstStyle>
          <a:p>
            <a:pPr>
              <a:defRPr/>
            </a:pPr>
            <a:fld id="{B8B25350-D5B1-4B42-963C-680501185571}" type="datetime4">
              <a:rPr lang="en-US" altLang="en-US" smtClean="0"/>
              <a:t>April 2, 2024</a:t>
            </a:fld>
            <a:endParaRPr lang="en-US" altLang="en-US"/>
          </a:p>
        </p:txBody>
      </p:sp>
      <p:sp>
        <p:nvSpPr>
          <p:cNvPr id="597002" name="Rectangle 10">
            <a:extLst>
              <a:ext uri="{FF2B5EF4-FFF2-40B4-BE49-F238E27FC236}">
                <a16:creationId xmlns:a16="http://schemas.microsoft.com/office/drawing/2014/main" id="{1132E334-1383-4EAB-9C9A-5F3FD3A46352}"/>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B0502040204020203" pitchFamily="18" charset="-34"/>
                <a:cs typeface="Arial" panose="020B0604020202020204" pitchFamily="34" charset="0"/>
              </a:defRPr>
            </a:lvl1pPr>
          </a:lstStyle>
          <a:p>
            <a:pPr>
              <a:defRPr/>
            </a:pPr>
            <a:endParaRPr lang="en-US" altLang="en-US"/>
          </a:p>
        </p:txBody>
      </p:sp>
      <p:sp>
        <p:nvSpPr>
          <p:cNvPr id="597003" name="Rectangle 11">
            <a:extLst>
              <a:ext uri="{FF2B5EF4-FFF2-40B4-BE49-F238E27FC236}">
                <a16:creationId xmlns:a16="http://schemas.microsoft.com/office/drawing/2014/main" id="{40925F71-ADD2-49DD-86AF-348C756384E7}"/>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B0502040204020203" pitchFamily="18" charset="-34"/>
                <a:cs typeface="Arial" panose="020B0604020202020204" pitchFamily="34" charset="0"/>
              </a:defRPr>
            </a:lvl1pPr>
          </a:lstStyle>
          <a:p>
            <a:pPr>
              <a:defRPr/>
            </a:pPr>
            <a:fld id="{E8115678-9089-447D-842A-6F2C91E58983}" type="slidenum">
              <a:rPr lang="en-US" altLang="en-US"/>
              <a:pPr>
                <a:defRPr/>
              </a:pPr>
              <a:t>‹#›</a:t>
            </a:fld>
            <a:endParaRPr lang="en-US" altLang="en-US"/>
          </a:p>
        </p:txBody>
      </p:sp>
      <p:sp>
        <p:nvSpPr>
          <p:cNvPr id="3080" name="Line 12">
            <a:extLst>
              <a:ext uri="{FF2B5EF4-FFF2-40B4-BE49-F238E27FC236}">
                <a16:creationId xmlns:a16="http://schemas.microsoft.com/office/drawing/2014/main" id="{4B1389F9-476E-4E83-9AF8-F7E761E0E687}"/>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081" name="Picture 13" descr="emu_300x300_72dpi_black">
            <a:extLst>
              <a:ext uri="{FF2B5EF4-FFF2-40B4-BE49-F238E27FC236}">
                <a16:creationId xmlns:a16="http://schemas.microsoft.com/office/drawing/2014/main" id="{6FFF7B09-08DB-496A-AB73-4C7C597D3FC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8" r:id="rId1"/>
    <p:sldLayoutId id="2147484033" r:id="rId2"/>
    <p:sldLayoutId id="2147484034" r:id="rId3"/>
    <p:sldLayoutId id="2147484035" r:id="rId4"/>
    <p:sldLayoutId id="2147484036" r:id="rId5"/>
    <p:sldLayoutId id="2147484037" r:id="rId6"/>
    <p:sldLayoutId id="2147484038" r:id="rId7"/>
    <p:sldLayoutId id="2147484039" r:id="rId8"/>
    <p:sldLayoutId id="2147484040" r:id="rId9"/>
    <p:sldLayoutId id="2147484041" r:id="rId10"/>
    <p:sldLayoutId id="2147484042" r:id="rId11"/>
    <p:sldLayoutId id="2147484043" r:id="rId12"/>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5">
            <a:extLst>
              <a:ext uri="{FF2B5EF4-FFF2-40B4-BE49-F238E27FC236}">
                <a16:creationId xmlns:a16="http://schemas.microsoft.com/office/drawing/2014/main" id="{43B9EDA4-1352-4769-B93C-9CC448C4110B}"/>
              </a:ext>
            </a:extLst>
          </p:cNvPr>
          <p:cNvSpPr>
            <a:spLocks noGrp="1" noChangeArrowheads="1"/>
          </p:cNvSpPr>
          <p:nvPr>
            <p:ph type="body" idx="1"/>
          </p:nvPr>
        </p:nvSpPr>
        <p:spPr bwMode="auto">
          <a:xfrm>
            <a:off x="307975" y="1295400"/>
            <a:ext cx="8570913" cy="520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099" name="Rectangle 7">
            <a:extLst>
              <a:ext uri="{FF2B5EF4-FFF2-40B4-BE49-F238E27FC236}">
                <a16:creationId xmlns:a16="http://schemas.microsoft.com/office/drawing/2014/main" id="{86D4C91F-1F85-4112-9534-FAEBE9089E81}"/>
              </a:ext>
            </a:extLst>
          </p:cNvPr>
          <p:cNvSpPr>
            <a:spLocks noGrp="1" noChangeArrowheads="1"/>
          </p:cNvSpPr>
          <p:nvPr>
            <p:ph type="title"/>
          </p:nvPr>
        </p:nvSpPr>
        <p:spPr bwMode="auto">
          <a:xfrm>
            <a:off x="298450" y="228600"/>
            <a:ext cx="85756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TW"/>
              <a:t>Click to edit Master title style</a:t>
            </a:r>
          </a:p>
        </p:txBody>
      </p:sp>
      <p:grpSp>
        <p:nvGrpSpPr>
          <p:cNvPr id="4100" name="Group 8">
            <a:extLst>
              <a:ext uri="{FF2B5EF4-FFF2-40B4-BE49-F238E27FC236}">
                <a16:creationId xmlns:a16="http://schemas.microsoft.com/office/drawing/2014/main" id="{945E2843-C615-4537-8B6C-4C03279B19F0}"/>
              </a:ext>
            </a:extLst>
          </p:cNvPr>
          <p:cNvGrpSpPr>
            <a:grpSpLocks/>
          </p:cNvGrpSpPr>
          <p:nvPr/>
        </p:nvGrpSpPr>
        <p:grpSpPr bwMode="auto">
          <a:xfrm>
            <a:off x="-9525" y="1049338"/>
            <a:ext cx="9151938" cy="82550"/>
            <a:chOff x="1" y="591"/>
            <a:chExt cx="5759" cy="52"/>
          </a:xfrm>
        </p:grpSpPr>
        <p:sp>
          <p:nvSpPr>
            <p:cNvPr id="4103" name="Line 9">
              <a:extLst>
                <a:ext uri="{FF2B5EF4-FFF2-40B4-BE49-F238E27FC236}">
                  <a16:creationId xmlns:a16="http://schemas.microsoft.com/office/drawing/2014/main" id="{D3FD8793-9705-4B49-BB50-C5CE1789EEAF}"/>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4" name="Line 10">
              <a:extLst>
                <a:ext uri="{FF2B5EF4-FFF2-40B4-BE49-F238E27FC236}">
                  <a16:creationId xmlns:a16="http://schemas.microsoft.com/office/drawing/2014/main" id="{B99A43B9-5B41-4094-8A75-EC64B6D0DD1D}"/>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5" name="Line 11">
              <a:extLst>
                <a:ext uri="{FF2B5EF4-FFF2-40B4-BE49-F238E27FC236}">
                  <a16:creationId xmlns:a16="http://schemas.microsoft.com/office/drawing/2014/main" id="{04B48040-2F6D-4CEA-A659-7B33B726C626}"/>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9" name="文字方塊 8">
            <a:extLst>
              <a:ext uri="{FF2B5EF4-FFF2-40B4-BE49-F238E27FC236}">
                <a16:creationId xmlns:a16="http://schemas.microsoft.com/office/drawing/2014/main" id="{750454F3-716F-4394-BF1B-5F6E621989C5}"/>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73AB4636-F3A7-4DEA-AF14-F79885A739CA}"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4102" name="Picture 9" descr="logoyil30">
            <a:extLst>
              <a:ext uri="{FF2B5EF4-FFF2-40B4-BE49-F238E27FC236}">
                <a16:creationId xmlns:a16="http://schemas.microsoft.com/office/drawing/2014/main" id="{E08EE95F-7194-462B-B895-417B50D0BD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Lst>
  <p:hf hdr="0" ftr="0"/>
  <p:txStyles>
    <p:titleStyle>
      <a:lvl1pPr algn="ctr" rtl="0" eaLnBrk="0" fontAlgn="base" hangingPunct="0">
        <a:spcBef>
          <a:spcPct val="0"/>
        </a:spcBef>
        <a:spcAft>
          <a:spcPct val="0"/>
        </a:spcAft>
        <a:defRPr kumimoji="1" sz="3600">
          <a:solidFill>
            <a:schemeClr val="tx1"/>
          </a:solidFill>
          <a:latin typeface="+mj-lt"/>
          <a:ea typeface="+mj-ea"/>
          <a:cs typeface="+mj-cs"/>
        </a:defRPr>
      </a:lvl1pPr>
      <a:lvl2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2pPr>
      <a:lvl3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3pPr>
      <a:lvl4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4pPr>
      <a:lvl5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5pPr>
      <a:lvl6pPr marL="4572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6pPr>
      <a:lvl7pPr marL="9144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7pPr>
      <a:lvl8pPr marL="13716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8pPr>
      <a:lvl9pPr marL="18288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9pPr>
    </p:titleStyle>
    <p:bodyStyle>
      <a:lvl1pPr marL="342900" indent="-342900" algn="l" rtl="0" eaLnBrk="0" fontAlgn="base" hangingPunct="0">
        <a:spcBef>
          <a:spcPct val="20000"/>
        </a:spcBef>
        <a:spcAft>
          <a:spcPct val="0"/>
        </a:spcAft>
        <a:buClr>
          <a:srgbClr val="0000FF"/>
        </a:buClr>
        <a:buSzPct val="90000"/>
        <a:buFont typeface="Wingdings 2" panose="05020102010507070707" pitchFamily="18" charset="2"/>
        <a:buChar char="©"/>
        <a:defRPr kumimoji="1" sz="24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Clr>
          <a:srgbClr val="FF9900"/>
        </a:buClr>
        <a:buSzPct val="70000"/>
        <a:buFont typeface="Wingdings" panose="05000000000000000000" pitchFamily="2" charset="2"/>
        <a:buChar char="u"/>
        <a:defRPr kumimoji="1" sz="20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rgbClr val="1B1BFF"/>
        </a:buClr>
        <a:buSzPct val="80000"/>
        <a:buFont typeface="Times New Roman" panose="02020603050405020304" pitchFamily="18" charset="0"/>
        <a:buChar char="»"/>
        <a:defRPr kumimoji="1">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1"/>
        </a:buClr>
        <a:buFont typeface="Book Antiqua" panose="02040602050305030304" pitchFamily="18" charset="0"/>
        <a:buChar char="−"/>
        <a:defRPr kumimoji="1" sz="16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rgbClr val="4D4D4D"/>
        </a:buClr>
        <a:buSzPct val="50000"/>
        <a:buFont typeface="Wingdings" panose="05000000000000000000" pitchFamily="2" charset="2"/>
        <a:buChar char="l"/>
        <a:defRPr kumimoji="1" sz="140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6pPr>
      <a:lvl7pPr marL="29718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7pPr>
      <a:lvl8pPr marL="34290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8pPr>
      <a:lvl9pPr marL="38862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5122" name="Group 7">
            <a:extLst>
              <a:ext uri="{FF2B5EF4-FFF2-40B4-BE49-F238E27FC236}">
                <a16:creationId xmlns:a16="http://schemas.microsoft.com/office/drawing/2014/main" id="{2F364496-8BA2-4CFA-81DC-C649C6B43699}"/>
              </a:ext>
            </a:extLst>
          </p:cNvPr>
          <p:cNvGrpSpPr>
            <a:grpSpLocks/>
          </p:cNvGrpSpPr>
          <p:nvPr/>
        </p:nvGrpSpPr>
        <p:grpSpPr bwMode="auto">
          <a:xfrm>
            <a:off x="215900" y="215900"/>
            <a:ext cx="8478838" cy="6173788"/>
            <a:chOff x="0" y="0"/>
            <a:chExt cx="5341" cy="3889"/>
          </a:xfrm>
        </p:grpSpPr>
        <p:sp>
          <p:nvSpPr>
            <p:cNvPr id="5132" name="Freeform 8">
              <a:extLst>
                <a:ext uri="{FF2B5EF4-FFF2-40B4-BE49-F238E27FC236}">
                  <a16:creationId xmlns:a16="http://schemas.microsoft.com/office/drawing/2014/main" id="{69CEB01E-FAFC-4111-A0A1-FBD146EBFF21}"/>
                </a:ext>
              </a:extLst>
            </p:cNvPr>
            <p:cNvSpPr>
              <a:spLocks/>
            </p:cNvSpPr>
            <p:nvPr/>
          </p:nvSpPr>
          <p:spPr bwMode="ltGray">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3" name="Freeform 9">
              <a:extLst>
                <a:ext uri="{FF2B5EF4-FFF2-40B4-BE49-F238E27FC236}">
                  <a16:creationId xmlns:a16="http://schemas.microsoft.com/office/drawing/2014/main" id="{F12DED50-716D-42AC-85D7-0BA10197B30D}"/>
                </a:ext>
              </a:extLst>
            </p:cNvPr>
            <p:cNvSpPr>
              <a:spLocks/>
            </p:cNvSpPr>
            <p:nvPr/>
          </p:nvSpPr>
          <p:spPr bwMode="ltGray">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4" name="Freeform 10">
              <a:extLst>
                <a:ext uri="{FF2B5EF4-FFF2-40B4-BE49-F238E27FC236}">
                  <a16:creationId xmlns:a16="http://schemas.microsoft.com/office/drawing/2014/main" id="{42DCC366-E15E-4083-A380-A19EDD07FD10}"/>
                </a:ext>
              </a:extLst>
            </p:cNvPr>
            <p:cNvSpPr>
              <a:spLocks/>
            </p:cNvSpPr>
            <p:nvPr/>
          </p:nvSpPr>
          <p:spPr bwMode="ltGray">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5" name="Freeform 11">
              <a:extLst>
                <a:ext uri="{FF2B5EF4-FFF2-40B4-BE49-F238E27FC236}">
                  <a16:creationId xmlns:a16="http://schemas.microsoft.com/office/drawing/2014/main" id="{7B681700-EF2E-4ACA-B1AE-B41365E839CD}"/>
                </a:ext>
              </a:extLst>
            </p:cNvPr>
            <p:cNvSpPr>
              <a:spLocks/>
            </p:cNvSpPr>
            <p:nvPr/>
          </p:nvSpPr>
          <p:spPr bwMode="ltGray">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grpSp>
      <p:sp>
        <p:nvSpPr>
          <p:cNvPr id="2051" name="Rectangle 12">
            <a:extLst>
              <a:ext uri="{FF2B5EF4-FFF2-40B4-BE49-F238E27FC236}">
                <a16:creationId xmlns:a16="http://schemas.microsoft.com/office/drawing/2014/main" id="{AB39E30C-1B09-4DD8-A4F3-A732237D7893}"/>
              </a:ext>
            </a:extLst>
          </p:cNvPr>
          <p:cNvSpPr>
            <a:spLocks noChangeArrowheads="1"/>
          </p:cNvSpPr>
          <p:nvPr/>
        </p:nvSpPr>
        <p:spPr bwMode="auto">
          <a:xfrm>
            <a:off x="687388" y="223202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defRPr/>
            </a:pPr>
            <a:r>
              <a:rPr kumimoji="1" lang="en-US" altLang="zh-TW" sz="4400" i="0" u="none">
                <a:solidFill>
                  <a:schemeClr val="tx2"/>
                </a:solidFill>
                <a:latin typeface="Book Antiqua" panose="02040602050305030304" pitchFamily="18" charset="0"/>
                <a:cs typeface="Arial" panose="020B0604020202020204" pitchFamily="34" charset="0"/>
              </a:rPr>
              <a:t>Click to edit Master title style</a:t>
            </a:r>
          </a:p>
        </p:txBody>
      </p:sp>
      <p:sp>
        <p:nvSpPr>
          <p:cNvPr id="2052" name="Rectangle 13">
            <a:extLst>
              <a:ext uri="{FF2B5EF4-FFF2-40B4-BE49-F238E27FC236}">
                <a16:creationId xmlns:a16="http://schemas.microsoft.com/office/drawing/2014/main" id="{2EC65288-94EA-49EC-940D-4636FC3D4237}"/>
              </a:ext>
            </a:extLst>
          </p:cNvPr>
          <p:cNvSpPr>
            <a:spLocks noChangeArrowheads="1"/>
          </p:cNvSpPr>
          <p:nvPr/>
        </p:nvSpPr>
        <p:spPr bwMode="auto">
          <a:xfrm>
            <a:off x="1301750" y="4195763"/>
            <a:ext cx="6400800"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spcBef>
                <a:spcPct val="20000"/>
              </a:spcBef>
              <a:defRPr/>
            </a:pPr>
            <a:r>
              <a:rPr kumimoji="1" lang="en-US" altLang="zh-TW" sz="3200" i="0" u="none">
                <a:solidFill>
                  <a:schemeClr val="tx1"/>
                </a:solidFill>
                <a:latin typeface="Book Antiqua" panose="02040602050305030304" pitchFamily="18" charset="0"/>
                <a:cs typeface="Arial" panose="020B0604020202020204" pitchFamily="34" charset="0"/>
              </a:rPr>
              <a:t>Click to edit Master subtitle style</a:t>
            </a:r>
          </a:p>
        </p:txBody>
      </p:sp>
      <p:grpSp>
        <p:nvGrpSpPr>
          <p:cNvPr id="5125" name="Group 20">
            <a:extLst>
              <a:ext uri="{FF2B5EF4-FFF2-40B4-BE49-F238E27FC236}">
                <a16:creationId xmlns:a16="http://schemas.microsoft.com/office/drawing/2014/main" id="{DE25CAB1-5459-4AC4-9292-A4F2B076FD1A}"/>
              </a:ext>
            </a:extLst>
          </p:cNvPr>
          <p:cNvGrpSpPr>
            <a:grpSpLocks/>
          </p:cNvGrpSpPr>
          <p:nvPr/>
        </p:nvGrpSpPr>
        <p:grpSpPr bwMode="auto">
          <a:xfrm>
            <a:off x="-9525" y="1492250"/>
            <a:ext cx="9159875" cy="82550"/>
            <a:chOff x="1" y="591"/>
            <a:chExt cx="5759" cy="52"/>
          </a:xfrm>
        </p:grpSpPr>
        <p:sp>
          <p:nvSpPr>
            <p:cNvPr id="5129" name="Line 21">
              <a:extLst>
                <a:ext uri="{FF2B5EF4-FFF2-40B4-BE49-F238E27FC236}">
                  <a16:creationId xmlns:a16="http://schemas.microsoft.com/office/drawing/2014/main" id="{AD9D9EAD-CD10-4146-A507-FB2E754984BB}"/>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0" name="Line 22">
              <a:extLst>
                <a:ext uri="{FF2B5EF4-FFF2-40B4-BE49-F238E27FC236}">
                  <a16:creationId xmlns:a16="http://schemas.microsoft.com/office/drawing/2014/main" id="{3340C10B-FE44-4DD2-B40B-A9AE41E92855}"/>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1" name="Line 23">
              <a:extLst>
                <a:ext uri="{FF2B5EF4-FFF2-40B4-BE49-F238E27FC236}">
                  <a16:creationId xmlns:a16="http://schemas.microsoft.com/office/drawing/2014/main" id="{5477D55D-F052-4997-8915-34A510871B6B}"/>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09592" name="Rectangle 24">
            <a:extLst>
              <a:ext uri="{FF2B5EF4-FFF2-40B4-BE49-F238E27FC236}">
                <a16:creationId xmlns:a16="http://schemas.microsoft.com/office/drawing/2014/main" id="{257AD62A-E494-4BC9-818F-32F6CF47EAD0}"/>
              </a:ext>
            </a:extLst>
          </p:cNvPr>
          <p:cNvSpPr>
            <a:spLocks noChangeArrowheads="1"/>
          </p:cNvSpPr>
          <p:nvPr/>
        </p:nvSpPr>
        <p:spPr bwMode="auto">
          <a:xfrm>
            <a:off x="8867775" y="6570663"/>
            <a:ext cx="206375" cy="212725"/>
          </a:xfrm>
          <a:prstGeom prst="rect">
            <a:avLst/>
          </a:prstGeom>
          <a:noFill/>
          <a:ln w="9525">
            <a:noFill/>
            <a:miter lim="800000"/>
            <a:headEnd/>
            <a:tailEnd/>
          </a:ln>
          <a:effectLst/>
        </p:spPr>
        <p:txBody>
          <a:bodyPr wrap="none" lIns="0" tIns="0" rIns="0" bIns="0" anchor="ct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defRPr/>
            </a:pPr>
            <a:fld id="{EA536E08-9229-4670-925E-1ACDE33A6276}" type="slidenum">
              <a:rPr lang="zh-TW" altLang="en-US" u="none" smtClean="0">
                <a:solidFill>
                  <a:schemeClr val="tx1"/>
                </a:solidFill>
                <a:cs typeface="Arial" panose="020B0604020202020204" pitchFamily="34" charset="0"/>
              </a:rPr>
              <a:pPr>
                <a:defRPr/>
              </a:pPr>
              <a:t>‹#›</a:t>
            </a:fld>
            <a:endParaRPr lang="en-US" altLang="zh-TW" u="none">
              <a:solidFill>
                <a:schemeClr val="tx1"/>
              </a:solidFill>
              <a:cs typeface="Arial" panose="020B0604020202020204" pitchFamily="34" charset="0"/>
            </a:endParaRPr>
          </a:p>
        </p:txBody>
      </p:sp>
      <p:sp>
        <p:nvSpPr>
          <p:cNvPr id="2055" name="Rectangle 25">
            <a:extLst>
              <a:ext uri="{FF2B5EF4-FFF2-40B4-BE49-F238E27FC236}">
                <a16:creationId xmlns:a16="http://schemas.microsoft.com/office/drawing/2014/main" id="{9E58B46F-82F7-48DB-BCA2-600B391EBA27}"/>
              </a:ext>
            </a:extLst>
          </p:cNvPr>
          <p:cNvSpPr>
            <a:spLocks noChangeArrowheads="1"/>
          </p:cNvSpPr>
          <p:nvPr/>
        </p:nvSpPr>
        <p:spPr bwMode="auto">
          <a:xfrm>
            <a:off x="106363" y="6572250"/>
            <a:ext cx="6318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fld id="{A2FD34A0-FF4C-463F-AA64-EED38D207E34}" type="datetime1">
              <a:rPr lang="en-US" altLang="zh-TW" u="none" smtClean="0">
                <a:solidFill>
                  <a:schemeClr val="tx1"/>
                </a:solidFill>
                <a:cs typeface="Arial" panose="020B0604020202020204" pitchFamily="34" charset="0"/>
              </a:rPr>
              <a:pPr eaLnBrk="1" hangingPunct="1">
                <a:defRPr/>
              </a:pPr>
              <a:t>4/2/2024</a:t>
            </a:fld>
            <a:endParaRPr lang="en-US" altLang="zh-TW" u="none">
              <a:solidFill>
                <a:schemeClr val="tx1"/>
              </a:solidFill>
              <a:cs typeface="Arial" panose="020B0604020202020204" pitchFamily="34" charset="0"/>
            </a:endParaRPr>
          </a:p>
        </p:txBody>
      </p:sp>
      <p:pic>
        <p:nvPicPr>
          <p:cNvPr id="5128" name="Picture 15" descr="logoyil30">
            <a:extLst>
              <a:ext uri="{FF2B5EF4-FFF2-40B4-BE49-F238E27FC236}">
                <a16:creationId xmlns:a16="http://schemas.microsoft.com/office/drawing/2014/main" id="{773BA3A9-91F0-4499-8350-B7088499C86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0650" y="214313"/>
            <a:ext cx="11430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hf hdr="0" ftr="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2pPr>
      <a:lvl3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3pPr>
      <a:lvl4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4pPr>
      <a:lvl5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5pPr>
      <a:lvl6pPr marL="4572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6pPr>
      <a:lvl7pPr marL="9144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7pPr>
      <a:lvl8pPr marL="13716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8pPr>
      <a:lvl9pPr marL="18288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pPr>
              <a:defRPr/>
            </a:pPr>
            <a:fld id="{F4AFC189-73F8-4706-AA45-7D354ED2B7AB}" type="datetime4">
              <a:rPr lang="en-US" altLang="en-US" smtClean="0"/>
              <a:t>April 2, 2024</a:t>
            </a:fld>
            <a:endParaRPr lang="en-US" alt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pPr>
              <a:defRPr/>
            </a:pPr>
            <a:endParaRPr lang="en-US" alt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pPr>
              <a:defRPr/>
            </a:pPr>
            <a:fld id="{413338A4-F343-45A5-B376-B2CFBC9F9823}" type="slidenum">
              <a:rPr lang="en-US" altLang="en-US" smtClean="0"/>
              <a:pPr>
                <a:defRPr/>
              </a:pPr>
              <a:t>‹#›</a:t>
            </a:fld>
            <a:endParaRPr lang="en-US" altLang="en-US"/>
          </a:p>
        </p:txBody>
      </p:sp>
    </p:spTree>
    <p:extLst>
      <p:ext uri="{BB962C8B-B14F-4D97-AF65-F5344CB8AC3E}">
        <p14:creationId xmlns:p14="http://schemas.microsoft.com/office/powerpoint/2010/main" val="1682507621"/>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 id="2147484106" r:id="rId14"/>
    <p:sldLayoutId id="2147484107" r:id="rId15"/>
    <p:sldLayoutId id="2147484108" r:id="rId16"/>
    <p:sldLayoutId id="2147484109" r:id="rId17"/>
    <p:sldLayoutId id="2147484110" r:id="rId18"/>
  </p:sldLayoutIdLst>
  <p:transition>
    <p:random/>
  </p:transition>
  <p:hf hdr="0" ft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1.xm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5.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6.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6.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0.png"/><Relationship Id="rId7" Type="http://schemas.openxmlformats.org/officeDocument/2006/relationships/diagramQuickStyle" Target="../diagrams/quickStyle1.xml"/><Relationship Id="rId2" Type="http://schemas.openxmlformats.org/officeDocument/2006/relationships/image" Target="../media/image3.png"/><Relationship Id="rId1" Type="http://schemas.openxmlformats.org/officeDocument/2006/relationships/slideLayout" Target="../slideLayouts/slideLayout75.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7.png"/><Relationship Id="rId9" Type="http://schemas.microsoft.com/office/2007/relationships/diagramDrawing" Target="../diagrams/drawing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5.xml"/><Relationship Id="rId4" Type="http://schemas.openxmlformats.org/officeDocument/2006/relationships/image" Target="../media/image23.jpe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5.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5.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75.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5.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5.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5.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5.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5.xml"/><Relationship Id="rId4" Type="http://schemas.openxmlformats.org/officeDocument/2006/relationships/image" Target="../media/image3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5.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5.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5.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5.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5.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5.xml"/><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6.xml.rels><?xml version="1.0" encoding="UTF-8" standalone="yes"?>
<Relationships xmlns="http://schemas.openxmlformats.org/package/2006/relationships"><Relationship Id="rId3" Type="http://schemas.openxmlformats.org/officeDocument/2006/relationships/hyperlink" Target="https://sourcemaking.com/design_patterns" TargetMode="External"/><Relationship Id="rId2" Type="http://schemas.openxmlformats.org/officeDocument/2006/relationships/hyperlink" Target="https://refactoring.guru/design-patterns" TargetMode="External"/><Relationship Id="rId1" Type="http://schemas.openxmlformats.org/officeDocument/2006/relationships/slideLayout" Target="../slideLayouts/slideLayout75.xml"/></Relationships>
</file>

<file path=ppt/slides/_rels/slide3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0.png"/><Relationship Id="rId7" Type="http://schemas.openxmlformats.org/officeDocument/2006/relationships/diagramColors" Target="../diagrams/colors2.xml"/><Relationship Id="rId2" Type="http://schemas.openxmlformats.org/officeDocument/2006/relationships/image" Target="../media/image3.png"/><Relationship Id="rId1" Type="http://schemas.openxmlformats.org/officeDocument/2006/relationships/slideLayout" Target="../slideLayouts/slideLayout7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9">
            <a:extLst>
              <a:ext uri="{FF2B5EF4-FFF2-40B4-BE49-F238E27FC236}">
                <a16:creationId xmlns:a16="http://schemas.microsoft.com/office/drawing/2014/main" id="{BFE811EB-6359-4C0C-BB1F-9DFD3BB1A495}"/>
              </a:ext>
            </a:extLst>
          </p:cNvPr>
          <p:cNvSpPr>
            <a:spLocks noGrp="1" noChangeArrowheads="1"/>
          </p:cNvSpPr>
          <p:nvPr>
            <p:ph type="title"/>
          </p:nvPr>
        </p:nvSpPr>
        <p:spPr>
          <a:xfrm>
            <a:off x="498475" y="1844675"/>
            <a:ext cx="7556500" cy="1719263"/>
          </a:xfrm>
        </p:spPr>
        <p:txBody>
          <a:bodyPr/>
          <a:lstStyle/>
          <a:p>
            <a:pPr algn="ctr" eaLnBrk="1" hangingPunct="1"/>
            <a:r>
              <a:rPr lang="en-US" altLang="en-US" b="1" dirty="0">
                <a:latin typeface="Georgia" panose="02040502050405020303" pitchFamily="18" charset="0"/>
              </a:rPr>
              <a:t>Software Design and </a:t>
            </a:r>
            <a:r>
              <a:rPr lang="en-US" altLang="en-US" b="1" dirty="0" err="1">
                <a:latin typeface="Georgia" panose="02040502050405020303" pitchFamily="18" charset="0"/>
              </a:rPr>
              <a:t>Arcitecture</a:t>
            </a:r>
            <a:r>
              <a:rPr lang="en-US" altLang="en-US" b="1" dirty="0">
                <a:latin typeface="Georgia" panose="02040502050405020303" pitchFamily="18" charset="0"/>
              </a:rPr>
              <a:t>(SDA)</a:t>
            </a:r>
            <a:br>
              <a:rPr lang="en-US" altLang="en-US" b="1" dirty="0">
                <a:latin typeface="Georgia" panose="02040502050405020303" pitchFamily="18" charset="0"/>
              </a:rPr>
            </a:br>
            <a:r>
              <a:rPr lang="en-US" altLang="en-US" sz="3200" dirty="0">
                <a:latin typeface="Georgia" panose="02040502050405020303" pitchFamily="18" charset="0"/>
              </a:rPr>
              <a:t>Lecture 7</a:t>
            </a:r>
            <a:endParaRPr lang="en-US" altLang="en-US" dirty="0"/>
          </a:p>
        </p:txBody>
      </p:sp>
      <p:sp>
        <p:nvSpPr>
          <p:cNvPr id="45059" name="Content Placeholder 10">
            <a:extLst>
              <a:ext uri="{FF2B5EF4-FFF2-40B4-BE49-F238E27FC236}">
                <a16:creationId xmlns:a16="http://schemas.microsoft.com/office/drawing/2014/main" id="{EBB3B385-0FFF-4B23-9F2A-6D64D633E1A6}"/>
              </a:ext>
            </a:extLst>
          </p:cNvPr>
          <p:cNvSpPr>
            <a:spLocks noGrp="1" noChangeArrowheads="1"/>
          </p:cNvSpPr>
          <p:nvPr>
            <p:ph idx="1"/>
          </p:nvPr>
        </p:nvSpPr>
        <p:spPr>
          <a:xfrm>
            <a:off x="498475" y="4076700"/>
            <a:ext cx="7556500" cy="2049463"/>
          </a:xfrm>
        </p:spPr>
        <p:txBody>
          <a:bodyPr/>
          <a:lstStyle/>
          <a:p>
            <a:pPr marL="0" indent="0" eaLnBrk="1" hangingPunct="1">
              <a:lnSpc>
                <a:spcPct val="90000"/>
              </a:lnSpc>
              <a:spcBef>
                <a:spcPts val="1000"/>
              </a:spcBef>
              <a:buClrTx/>
              <a:buSzTx/>
              <a:buFont typeface="Wingdings" panose="05000000000000000000" pitchFamily="2" charset="2"/>
              <a:buNone/>
            </a:pPr>
            <a:r>
              <a:rPr lang="en-US" altLang="en-US" sz="2400" dirty="0" err="1">
                <a:solidFill>
                  <a:srgbClr val="2E75B6"/>
                </a:solidFill>
                <a:latin typeface="Georgia" panose="02040502050405020303" pitchFamily="18" charset="0"/>
              </a:rPr>
              <a:t>Engr.Ramsha</a:t>
            </a:r>
            <a:r>
              <a:rPr lang="en-US" altLang="en-US" sz="2400" dirty="0">
                <a:solidFill>
                  <a:srgbClr val="2E75B6"/>
                </a:solidFill>
                <a:latin typeface="Georgia" panose="02040502050405020303" pitchFamily="18" charset="0"/>
              </a:rPr>
              <a:t> </a:t>
            </a:r>
            <a:r>
              <a:rPr lang="en-US" altLang="en-US" sz="2400" dirty="0" err="1">
                <a:solidFill>
                  <a:srgbClr val="2E75B6"/>
                </a:solidFill>
                <a:latin typeface="Georgia" panose="02040502050405020303" pitchFamily="18" charset="0"/>
              </a:rPr>
              <a:t>Mashood</a:t>
            </a:r>
            <a:endParaRPr lang="en-US" altLang="en-US" sz="2400" dirty="0">
              <a:solidFill>
                <a:srgbClr val="2E75B6"/>
              </a:solidFill>
              <a:latin typeface="Georgia" panose="02040502050405020303" pitchFamily="18" charset="0"/>
            </a:endParaRP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Senior Lecturer</a:t>
            </a: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Department of Software Engineering </a:t>
            </a:r>
          </a:p>
          <a:p>
            <a:pPr marL="0" indent="0" eaLnBrk="1" hangingPunct="1">
              <a:lnSpc>
                <a:spcPct val="90000"/>
              </a:lnSpc>
              <a:spcBef>
                <a:spcPts val="1000"/>
              </a:spcBef>
              <a:buClrTx/>
              <a:buSzTx/>
              <a:buFont typeface="Wingdings" panose="05000000000000000000" pitchFamily="2" charset="2"/>
              <a:buNone/>
            </a:pPr>
            <a:r>
              <a:rPr lang="en-US" altLang="en-US" sz="1800" dirty="0" err="1">
                <a:solidFill>
                  <a:srgbClr val="2E75B6"/>
                </a:solidFill>
                <a:latin typeface="Georgia" panose="02040502050405020303" pitchFamily="18" charset="0"/>
              </a:rPr>
              <a:t>Bahria</a:t>
            </a:r>
            <a:r>
              <a:rPr lang="en-US" altLang="en-US" sz="1800" dirty="0">
                <a:solidFill>
                  <a:srgbClr val="2E75B6"/>
                </a:solidFill>
                <a:latin typeface="Georgia" panose="02040502050405020303" pitchFamily="18" charset="0"/>
              </a:rPr>
              <a:t> University Karachi Campus</a:t>
            </a:r>
          </a:p>
        </p:txBody>
      </p:sp>
      <p:sp>
        <p:nvSpPr>
          <p:cNvPr id="4" name="Date Placeholder 3">
            <a:extLst>
              <a:ext uri="{FF2B5EF4-FFF2-40B4-BE49-F238E27FC236}">
                <a16:creationId xmlns:a16="http://schemas.microsoft.com/office/drawing/2014/main" id="{8609610F-C2C6-D01D-ACEC-C9F5EDDC7484}"/>
              </a:ext>
            </a:extLst>
          </p:cNvPr>
          <p:cNvSpPr>
            <a:spLocks noGrp="1"/>
          </p:cNvSpPr>
          <p:nvPr>
            <p:ph type="dt" sz="half" idx="10"/>
          </p:nvPr>
        </p:nvSpPr>
        <p:spPr/>
        <p:txBody>
          <a:bodyPr/>
          <a:lstStyle/>
          <a:p>
            <a:pPr>
              <a:defRPr/>
            </a:pPr>
            <a:fld id="{983F4EA4-54BB-403D-BA7A-E373D5B7151D}" type="datetime4">
              <a:rPr lang="en-US" altLang="en-US" smtClean="0"/>
              <a:t>April 2, 2024</a:t>
            </a:fld>
            <a:endParaRPr lang="en-US" altLang="en-US"/>
          </a:p>
        </p:txBody>
      </p:sp>
      <p:sp>
        <p:nvSpPr>
          <p:cNvPr id="5" name="Slide Number Placeholder 4">
            <a:extLst>
              <a:ext uri="{FF2B5EF4-FFF2-40B4-BE49-F238E27FC236}">
                <a16:creationId xmlns:a16="http://schemas.microsoft.com/office/drawing/2014/main" id="{62C4F6A9-306A-16D2-9547-434BD53B9AA2}"/>
              </a:ext>
            </a:extLst>
          </p:cNvPr>
          <p:cNvSpPr>
            <a:spLocks noGrp="1"/>
          </p:cNvSpPr>
          <p:nvPr>
            <p:ph type="sldNum" sz="quarter" idx="12"/>
          </p:nvPr>
        </p:nvSpPr>
        <p:spPr/>
        <p:txBody>
          <a:bodyPr/>
          <a:lstStyle/>
          <a:p>
            <a:pPr>
              <a:defRPr/>
            </a:pPr>
            <a:fld id="{5997FF75-9E45-4F6E-9E89-BE68C2AA7735}" type="slidenum">
              <a:rPr lang="en-US" altLang="en-US" smtClean="0"/>
              <a:pPr>
                <a:defRPr/>
              </a:pPr>
              <a:t>1</a:t>
            </a:fld>
            <a:endParaRPr lang="en-US" altLang="en-US"/>
          </a:p>
        </p:txBody>
      </p:sp>
      <p:pic>
        <p:nvPicPr>
          <p:cNvPr id="45060" name="Picture 11">
            <a:extLst>
              <a:ext uri="{FF2B5EF4-FFF2-40B4-BE49-F238E27FC236}">
                <a16:creationId xmlns:a16="http://schemas.microsoft.com/office/drawing/2014/main" id="{32C4D0F8-0285-41AA-876F-63D65A599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0975" y="0"/>
            <a:ext cx="40957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47125"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7126" name="Picture 47125">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47127" name="Rectangle 47126">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110" name="Graphic 47109" descr="Computer">
            <a:extLst>
              <a:ext uri="{FF2B5EF4-FFF2-40B4-BE49-F238E27FC236}">
                <a16:creationId xmlns:a16="http://schemas.microsoft.com/office/drawing/2014/main" id="{14C300E6-B83D-2777-C7EC-FD6CADA8E2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46714" y="957486"/>
            <a:ext cx="3285330" cy="3285330"/>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47128" name="Picture 47127">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r="71324"/>
          <a:stretch/>
        </p:blipFill>
        <p:spPr>
          <a:xfrm>
            <a:off x="0" y="0"/>
            <a:ext cx="2622176" cy="6858000"/>
          </a:xfrm>
          <a:prstGeom prst="rect">
            <a:avLst/>
          </a:prstGeom>
        </p:spPr>
      </p:pic>
      <p:sp>
        <p:nvSpPr>
          <p:cNvPr id="47106" name="Title 9">
            <a:extLst>
              <a:ext uri="{FF2B5EF4-FFF2-40B4-BE49-F238E27FC236}">
                <a16:creationId xmlns:a16="http://schemas.microsoft.com/office/drawing/2014/main" id="{74FDEA82-9E3C-4D29-B2F9-0297DB5B62E7}"/>
              </a:ext>
            </a:extLst>
          </p:cNvPr>
          <p:cNvSpPr>
            <a:spLocks noGrp="1" noChangeArrowheads="1"/>
          </p:cNvSpPr>
          <p:nvPr>
            <p:ph type="title"/>
          </p:nvPr>
        </p:nvSpPr>
        <p:spPr>
          <a:xfrm>
            <a:off x="476408" y="4562855"/>
            <a:ext cx="8187274" cy="1137554"/>
          </a:xfrm>
        </p:spPr>
        <p:txBody>
          <a:bodyPr vert="horz" lIns="91440" tIns="45720" rIns="91440" bIns="45720" rtlCol="0" anchor="b">
            <a:normAutofit/>
          </a:bodyPr>
          <a:lstStyle/>
          <a:p>
            <a:pPr marL="66675" marR="0">
              <a:spcBef>
                <a:spcPts val="890"/>
              </a:spcBef>
              <a:spcAft>
                <a:spcPts val="0"/>
              </a:spcAft>
            </a:pPr>
            <a:r>
              <a:rPr lang="en-US" sz="3600" cap="small" dirty="0">
                <a:effectLst/>
                <a:latin typeface="Times New Roman" panose="02020603050405020304" pitchFamily="18" charset="0"/>
                <a:ea typeface="Times New Roman" panose="02020603050405020304" pitchFamily="18" charset="0"/>
              </a:rPr>
              <a:t>Structural patterns </a:t>
            </a:r>
            <a:endParaRPr lang="en-US" sz="3600" dirty="0">
              <a:effectLst/>
              <a:latin typeface="Times New Roman" panose="02020603050405020304" pitchFamily="18" charset="0"/>
              <a:ea typeface="Times New Roman" panose="02020603050405020304" pitchFamily="18" charset="0"/>
            </a:endParaRPr>
          </a:p>
        </p:txBody>
      </p:sp>
      <p:sp>
        <p:nvSpPr>
          <p:cNvPr id="4" name="Date Placeholder 3">
            <a:extLst>
              <a:ext uri="{FF2B5EF4-FFF2-40B4-BE49-F238E27FC236}">
                <a16:creationId xmlns:a16="http://schemas.microsoft.com/office/drawing/2014/main" id="{56B671C2-DB81-4A30-5231-D5B4B93E075A}"/>
              </a:ext>
            </a:extLst>
          </p:cNvPr>
          <p:cNvSpPr>
            <a:spLocks noGrp="1"/>
          </p:cNvSpPr>
          <p:nvPr>
            <p:ph type="dt" sz="half" idx="10"/>
          </p:nvPr>
        </p:nvSpPr>
        <p:spPr>
          <a:xfrm>
            <a:off x="5759052" y="6354825"/>
            <a:ext cx="2057400" cy="365125"/>
          </a:xfrm>
        </p:spPr>
        <p:txBody>
          <a:bodyPr vert="horz" lIns="91440" tIns="45720" rIns="91440" bIns="45720" rtlCol="0" anchor="ctr">
            <a:normAutofit/>
          </a:bodyPr>
          <a:lstStyle/>
          <a:p>
            <a:pPr eaLnBrk="1" hangingPunct="1">
              <a:spcAft>
                <a:spcPts val="600"/>
              </a:spcAft>
              <a:defRPr/>
            </a:pPr>
            <a:fld id="{43FCFCAC-74A5-48D0-A658-FE49EE2C0C91}" type="datetime4">
              <a:rPr lang="en-US" altLang="en-US" smtClean="0">
                <a:latin typeface="+mn-lt"/>
                <a:ea typeface="+mn-ea"/>
              </a:rPr>
              <a:pPr eaLnBrk="1" hangingPunct="1">
                <a:spcAft>
                  <a:spcPts val="600"/>
                </a:spcAft>
                <a:defRPr/>
              </a:pPr>
              <a:t>April 2, 2024</a:t>
            </a:fld>
            <a:endParaRPr lang="en-US" altLang="en-US">
              <a:latin typeface="+mn-lt"/>
              <a:ea typeface="+mn-ea"/>
            </a:endParaRPr>
          </a:p>
        </p:txBody>
      </p:sp>
      <p:pic>
        <p:nvPicPr>
          <p:cNvPr id="47129" name="Picture 47128">
            <a:extLst>
              <a:ext uri="{FF2B5EF4-FFF2-40B4-BE49-F238E27FC236}">
                <a16:creationId xmlns:a16="http://schemas.microsoft.com/office/drawing/2014/main" id="{A73B520B-D7E7-436A-B263-0682940B4F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61810" r="21258"/>
          <a:stretch/>
        </p:blipFill>
        <p:spPr>
          <a:xfrm>
            <a:off x="0" y="4238951"/>
            <a:ext cx="7200177" cy="2619049"/>
          </a:xfrm>
          <a:prstGeom prst="rect">
            <a:avLst/>
          </a:prstGeom>
        </p:spPr>
      </p:pic>
      <p:sp>
        <p:nvSpPr>
          <p:cNvPr id="5" name="Slide Number Placeholder 4">
            <a:extLst>
              <a:ext uri="{FF2B5EF4-FFF2-40B4-BE49-F238E27FC236}">
                <a16:creationId xmlns:a16="http://schemas.microsoft.com/office/drawing/2014/main" id="{2C5FDA99-E5FE-3603-7621-A81A4AFD1D13}"/>
              </a:ext>
            </a:extLst>
          </p:cNvPr>
          <p:cNvSpPr>
            <a:spLocks noGrp="1"/>
          </p:cNvSpPr>
          <p:nvPr>
            <p:ph type="sldNum" sz="quarter" idx="12"/>
          </p:nvPr>
        </p:nvSpPr>
        <p:spPr>
          <a:xfrm>
            <a:off x="7885508" y="6354825"/>
            <a:ext cx="573161" cy="365125"/>
          </a:xfrm>
        </p:spPr>
        <p:txBody>
          <a:bodyPr vert="horz" lIns="91440" tIns="45720" rIns="91440" bIns="45720" rtlCol="0" anchor="ctr">
            <a:normAutofit/>
          </a:bodyPr>
          <a:lstStyle/>
          <a:p>
            <a:pPr eaLnBrk="1" hangingPunct="1">
              <a:spcAft>
                <a:spcPts val="600"/>
              </a:spcAft>
              <a:defRPr/>
            </a:pPr>
            <a:fld id="{04D8FD4F-45E7-4072-8800-E1C10689F0F2}" type="slidenum">
              <a:rPr lang="en-US" altLang="en-US" smtClean="0">
                <a:latin typeface="+mn-lt"/>
                <a:ea typeface="+mn-ea"/>
              </a:rPr>
              <a:pPr eaLnBrk="1" hangingPunct="1">
                <a:spcAft>
                  <a:spcPts val="600"/>
                </a:spcAft>
                <a:defRPr/>
              </a:pPr>
              <a:t>2</a:t>
            </a:fld>
            <a:endParaRPr lang="en-US" altLang="en-US">
              <a:latin typeface="+mn-lt"/>
              <a:ea typeface="+mn-ea"/>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9525"/>
          <a:ext cx="9144000" cy="6867525"/>
          <a:chOff x="0" y="9525"/>
          <a:chExt cx="9144000" cy="6867525"/>
        </a:xfrm>
      </p:grpSpPr>
      <p:pic>
        <p:nvPicPr>
          <p:cNvPr id="10"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4" name="Rectangle 13">
            <a:extLst>
              <a:ext uri="{FF2B5EF4-FFF2-40B4-BE49-F238E27FC236}">
                <a16:creationId xmlns:a16="http://schemas.microsoft.com/office/drawing/2014/main" id="{B40FCD49-2060-48B9-8212-8A5F1DF4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esk with technical drawings, pencil and tools">
            <a:extLst>
              <a:ext uri="{FF2B5EF4-FFF2-40B4-BE49-F238E27FC236}">
                <a16:creationId xmlns:a16="http://schemas.microsoft.com/office/drawing/2014/main" id="{18AD9FB0-7CF9-5738-5C68-D85EDF02977D}"/>
              </a:ext>
            </a:extLst>
          </p:cNvPr>
          <p:cNvPicPr>
            <a:picLocks noChangeAspect="1"/>
          </p:cNvPicPr>
          <p:nvPr/>
        </p:nvPicPr>
        <p:blipFill rotWithShape="1">
          <a:blip r:embed="rId4">
            <a:alphaModFix amt="35000"/>
          </a:blip>
          <a:srcRect l="8496" r="2503" b="-1"/>
          <a:stretch/>
        </p:blipFill>
        <p:spPr>
          <a:xfrm>
            <a:off x="20" y="10"/>
            <a:ext cx="9143980" cy="6857990"/>
          </a:xfrm>
          <a:prstGeom prst="rect">
            <a:avLst/>
          </a:prstGeom>
        </p:spPr>
      </p:pic>
      <p:pic>
        <p:nvPicPr>
          <p:cNvPr id="16" name="Picture 15">
            <a:extLst>
              <a:ext uri="{FF2B5EF4-FFF2-40B4-BE49-F238E27FC236}">
                <a16:creationId xmlns:a16="http://schemas.microsoft.com/office/drawing/2014/main" id="{83A45DCD-B5FB-4A86-88D2-91088C7FFC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2">
            <a:extLst>
              <a:ext uri="{FF2B5EF4-FFF2-40B4-BE49-F238E27FC236}">
                <a16:creationId xmlns:a16="http://schemas.microsoft.com/office/drawing/2014/main" id="{BD68C606-E7F6-C9E9-E4C1-7F3558CF0351}"/>
              </a:ext>
            </a:extLst>
          </p:cNvPr>
          <p:cNvSpPr>
            <a:spLocks noGrp="1"/>
          </p:cNvSpPr>
          <p:nvPr>
            <p:ph type="title"/>
          </p:nvPr>
        </p:nvSpPr>
        <p:spPr>
          <a:xfrm>
            <a:off x="1313259" y="1300785"/>
            <a:ext cx="6517482" cy="2509213"/>
          </a:xfrm>
        </p:spPr>
        <p:txBody>
          <a:bodyPr vert="horz" lIns="91440" tIns="45720" rIns="91440" bIns="45720" rtlCol="0" anchor="b">
            <a:normAutofit/>
          </a:bodyPr>
          <a:lstStyle/>
          <a:p>
            <a:r>
              <a:rPr lang="en-US" sz="4800"/>
              <a:t>What is design pattern</a:t>
            </a:r>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57739-4AAB-2937-8FB7-9A8D193A40DE}"/>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3FCA66D5-204A-775F-DD5C-8F00F86F5E1B}"/>
              </a:ext>
            </a:extLst>
          </p:cNvPr>
          <p:cNvSpPr>
            <a:spLocks noGrp="1"/>
          </p:cNvSpPr>
          <p:nvPr>
            <p:ph sz="quarter" idx="13"/>
          </p:nvPr>
        </p:nvSpPr>
        <p:spPr/>
        <p:txBody>
          <a:bodyPr/>
          <a:lstStyle/>
          <a:p>
            <a:pPr marL="0" indent="0" algn="ctr">
              <a:buNone/>
            </a:pPr>
            <a:r>
              <a:rPr lang="en-US" sz="2000" b="1" dirty="0">
                <a:solidFill>
                  <a:schemeClr val="tx1"/>
                </a:solidFill>
                <a:latin typeface="Arial" panose="020B0604020202020204" pitchFamily="34" charset="0"/>
                <a:ea typeface="Ebrima" panose="02000000000000000000" pitchFamily="2" charset="0"/>
                <a:cs typeface="Arial" panose="020B0604020202020204" pitchFamily="34" charset="0"/>
              </a:rPr>
              <a:t>Each Pattern describes a problem which occurs over and over again, and then describes the core of the solution to that problem, in such a way that you can use that solution million times over, with out ever doing it the same way twice.</a:t>
            </a:r>
          </a:p>
          <a:p>
            <a:pPr marL="0" indent="0" algn="ctr">
              <a:buNone/>
            </a:pPr>
            <a:r>
              <a:rPr lang="en-US" sz="1050" b="1" dirty="0">
                <a:solidFill>
                  <a:schemeClr val="tx1"/>
                </a:solidFill>
                <a:latin typeface="Arial" panose="020B0604020202020204" pitchFamily="34" charset="0"/>
                <a:ea typeface="Ebrima" panose="02000000000000000000" pitchFamily="2" charset="0"/>
                <a:cs typeface="Arial" panose="020B0604020202020204" pitchFamily="34" charset="0"/>
              </a:rPr>
              <a:t>(Christopher Alexander)</a:t>
            </a:r>
          </a:p>
          <a:p>
            <a:pPr marL="0" indent="0" algn="ctr">
              <a:buNone/>
            </a:pPr>
            <a:r>
              <a:rPr lang="en-US" sz="1050" b="1" dirty="0">
                <a:solidFill>
                  <a:schemeClr val="tx1"/>
                </a:solidFill>
                <a:latin typeface="Arial" panose="020B0604020202020204" pitchFamily="34" charset="0"/>
                <a:ea typeface="Ebrima" panose="02000000000000000000" pitchFamily="2" charset="0"/>
                <a:cs typeface="Arial" panose="020B0604020202020204" pitchFamily="34" charset="0"/>
              </a:rPr>
              <a:t>(Book: Design Pattern by Erich Gamma | Richard Helm)</a:t>
            </a:r>
          </a:p>
          <a:p>
            <a:endParaRPr lang="en-US" dirty="0"/>
          </a:p>
        </p:txBody>
      </p:sp>
      <p:sp>
        <p:nvSpPr>
          <p:cNvPr id="4" name="Date Placeholder 3">
            <a:extLst>
              <a:ext uri="{FF2B5EF4-FFF2-40B4-BE49-F238E27FC236}">
                <a16:creationId xmlns:a16="http://schemas.microsoft.com/office/drawing/2014/main" id="{6971E6D3-ADA2-83A4-C0E2-88E75AC5A95D}"/>
              </a:ext>
            </a:extLst>
          </p:cNvPr>
          <p:cNvSpPr>
            <a:spLocks noGrp="1"/>
          </p:cNvSpPr>
          <p:nvPr>
            <p:ph type="dt" sz="half" idx="10"/>
          </p:nvPr>
        </p:nvSpPr>
        <p:spPr/>
        <p:txBody>
          <a:bodyPr/>
          <a:lstStyle/>
          <a:p>
            <a:pPr>
              <a:defRPr/>
            </a:pPr>
            <a:fld id="{FF5480F7-A01B-4497-9686-67728E872290}" type="datetime4">
              <a:rPr lang="en-US" altLang="en-US" smtClean="0"/>
              <a:t>April 2, 2024</a:t>
            </a:fld>
            <a:endParaRPr lang="en-US" altLang="en-US"/>
          </a:p>
        </p:txBody>
      </p:sp>
      <p:sp>
        <p:nvSpPr>
          <p:cNvPr id="5" name="Slide Number Placeholder 4">
            <a:extLst>
              <a:ext uri="{FF2B5EF4-FFF2-40B4-BE49-F238E27FC236}">
                <a16:creationId xmlns:a16="http://schemas.microsoft.com/office/drawing/2014/main" id="{5343DE96-BA1A-7343-B932-41F5C1E0B092}"/>
              </a:ext>
            </a:extLst>
          </p:cNvPr>
          <p:cNvSpPr>
            <a:spLocks noGrp="1"/>
          </p:cNvSpPr>
          <p:nvPr>
            <p:ph type="sldNum" sz="quarter" idx="12"/>
          </p:nvPr>
        </p:nvSpPr>
        <p:spPr/>
        <p:txBody>
          <a:bodyPr/>
          <a:lstStyle/>
          <a:p>
            <a:pPr>
              <a:defRPr/>
            </a:pPr>
            <a:fld id="{EAC1E9C5-179F-49B5-A20B-74BA07190DB8}" type="slidenum">
              <a:rPr lang="en-US" altLang="en-US" smtClean="0"/>
              <a:pPr>
                <a:defRPr/>
              </a:pPr>
              <a:t>4</a:t>
            </a:fld>
            <a:endParaRPr lang="en-US" altLang="en-US"/>
          </a:p>
        </p:txBody>
      </p:sp>
    </p:spTree>
    <p:extLst>
      <p:ext uri="{BB962C8B-B14F-4D97-AF65-F5344CB8AC3E}">
        <p14:creationId xmlns:p14="http://schemas.microsoft.com/office/powerpoint/2010/main" val="4028481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t="10949" b="16155"/>
          <a:stretch/>
        </p:blipFill>
        <p:spPr>
          <a:xfrm>
            <a:off x="667665" y="1752600"/>
            <a:ext cx="7808670" cy="4267201"/>
          </a:xfrm>
          <a:prstGeom prst="rect">
            <a:avLst/>
          </a:prstGeom>
        </p:spPr>
      </p:pic>
      <p:sp>
        <p:nvSpPr>
          <p:cNvPr id="7" name="Title 6">
            <a:extLst>
              <a:ext uri="{FF2B5EF4-FFF2-40B4-BE49-F238E27FC236}">
                <a16:creationId xmlns:a16="http://schemas.microsoft.com/office/drawing/2014/main" id="{E76E25C2-772C-13FA-C3C0-051C4C39AD9E}"/>
              </a:ext>
            </a:extLst>
          </p:cNvPr>
          <p:cNvSpPr>
            <a:spLocks noGrp="1"/>
          </p:cNvSpPr>
          <p:nvPr>
            <p:ph type="title"/>
          </p:nvPr>
        </p:nvSpPr>
        <p:spPr>
          <a:xfrm>
            <a:off x="685331" y="381001"/>
            <a:ext cx="7773338" cy="1371600"/>
          </a:xfrm>
        </p:spPr>
        <p:txBody>
          <a:bodyPr/>
          <a:lstStyle/>
          <a:p>
            <a:r>
              <a:rPr lang="en-US" dirty="0"/>
              <a:t>Design pattern</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542EB46-F04E-412D-D8F0-9C10CDCC0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 y="1181100"/>
            <a:ext cx="8096250" cy="4495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BCBC88-2EC0-A084-1182-DFAD8081977C}"/>
              </a:ext>
            </a:extLst>
          </p:cNvPr>
          <p:cNvSpPr>
            <a:spLocks noGrp="1"/>
          </p:cNvSpPr>
          <p:nvPr>
            <p:ph type="dt" sz="half" idx="10"/>
          </p:nvPr>
        </p:nvSpPr>
        <p:spPr/>
        <p:txBody>
          <a:bodyPr/>
          <a:lstStyle/>
          <a:p>
            <a:pPr>
              <a:defRPr/>
            </a:pPr>
            <a:fld id="{8FC35119-4326-4B12-8C41-028122D81B5B}" type="datetime4">
              <a:rPr lang="en-US" altLang="en-US" smtClean="0"/>
              <a:t>April 2, 2024</a:t>
            </a:fld>
            <a:endParaRPr lang="en-US" altLang="en-US"/>
          </a:p>
        </p:txBody>
      </p:sp>
      <p:sp>
        <p:nvSpPr>
          <p:cNvPr id="3" name="Slide Number Placeholder 2">
            <a:extLst>
              <a:ext uri="{FF2B5EF4-FFF2-40B4-BE49-F238E27FC236}">
                <a16:creationId xmlns:a16="http://schemas.microsoft.com/office/drawing/2014/main" id="{07DA5539-3BC3-FF52-470D-4EC8FED08A4F}"/>
              </a:ext>
            </a:extLst>
          </p:cNvPr>
          <p:cNvSpPr>
            <a:spLocks noGrp="1"/>
          </p:cNvSpPr>
          <p:nvPr>
            <p:ph type="sldNum" sz="quarter" idx="12"/>
          </p:nvPr>
        </p:nvSpPr>
        <p:spPr/>
        <p:txBody>
          <a:bodyPr/>
          <a:lstStyle/>
          <a:p>
            <a:pPr>
              <a:defRPr/>
            </a:pPr>
            <a:fld id="{CC516D0E-CD58-4E49-9F6D-689564ED6CA6}" type="slidenum">
              <a:rPr lang="en-US" altLang="en-US" smtClean="0"/>
              <a:pPr>
                <a:defRPr/>
              </a:pPr>
              <a:t>7</a:t>
            </a:fld>
            <a:endParaRPr lang="en-US" altLang="en-US"/>
          </a:p>
        </p:txBody>
      </p:sp>
      <p:pic>
        <p:nvPicPr>
          <p:cNvPr id="5" name="Picture 4">
            <a:extLst>
              <a:ext uri="{FF2B5EF4-FFF2-40B4-BE49-F238E27FC236}">
                <a16:creationId xmlns:a16="http://schemas.microsoft.com/office/drawing/2014/main" id="{FB762E47-37FA-9028-E4AE-EA9A4EEEE588}"/>
              </a:ext>
            </a:extLst>
          </p:cNvPr>
          <p:cNvPicPr>
            <a:picLocks noChangeAspect="1"/>
          </p:cNvPicPr>
          <p:nvPr/>
        </p:nvPicPr>
        <p:blipFill rotWithShape="1">
          <a:blip r:embed="rId2"/>
          <a:srcRect t="8879"/>
          <a:stretch/>
        </p:blipFill>
        <p:spPr>
          <a:xfrm>
            <a:off x="813341" y="1066800"/>
            <a:ext cx="7091833" cy="4109680"/>
          </a:xfrm>
          <a:prstGeom prst="rect">
            <a:avLst/>
          </a:prstGeom>
        </p:spPr>
      </p:pic>
    </p:spTree>
    <p:extLst>
      <p:ext uri="{BB962C8B-B14F-4D97-AF65-F5344CB8AC3E}">
        <p14:creationId xmlns:p14="http://schemas.microsoft.com/office/powerpoint/2010/main" val="63683081"/>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Rectangle 14">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1" y="0"/>
            <a:ext cx="609904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4951"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52F10DF8-7D4D-1576-A1E0-FA9270825EFA}"/>
              </a:ext>
            </a:extLst>
          </p:cNvPr>
          <p:cNvSpPr>
            <a:spLocks noGrp="1"/>
          </p:cNvSpPr>
          <p:nvPr>
            <p:ph type="title"/>
          </p:nvPr>
        </p:nvSpPr>
        <p:spPr>
          <a:xfrm>
            <a:off x="480804" y="1314450"/>
            <a:ext cx="2338595" cy="3680244"/>
          </a:xfrm>
        </p:spPr>
        <p:txBody>
          <a:bodyPr vert="horz" lIns="91440" tIns="45720" rIns="91440" bIns="45720" rtlCol="0" anchor="ctr">
            <a:normAutofit/>
          </a:bodyPr>
          <a:lstStyle/>
          <a:p>
            <a:pPr algn="l"/>
            <a:r>
              <a:rPr lang="en-US" sz="2400" dirty="0"/>
              <a:t>Classification of design patterns</a:t>
            </a:r>
          </a:p>
        </p:txBody>
      </p:sp>
      <p:pic>
        <p:nvPicPr>
          <p:cNvPr id="19" name="Picture 18">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3044951" cy="1514475"/>
          </a:xfrm>
          <a:prstGeom prst="rect">
            <a:avLst/>
          </a:prstGeom>
        </p:spPr>
      </p:pic>
      <p:pic>
        <p:nvPicPr>
          <p:cNvPr id="21" name="Picture 20">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032794" y="5962903"/>
            <a:ext cx="1943100" cy="892925"/>
          </a:xfrm>
          <a:prstGeom prst="rect">
            <a:avLst/>
          </a:prstGeom>
        </p:spPr>
      </p:pic>
      <p:graphicFrame>
        <p:nvGraphicFramePr>
          <p:cNvPr id="7" name="TextBox 3">
            <a:extLst>
              <a:ext uri="{FF2B5EF4-FFF2-40B4-BE49-F238E27FC236}">
                <a16:creationId xmlns:a16="http://schemas.microsoft.com/office/drawing/2014/main" id="{A47619C9-17A1-F808-929F-433AA46DEF07}"/>
              </a:ext>
            </a:extLst>
          </p:cNvPr>
          <p:cNvGraphicFramePr/>
          <p:nvPr>
            <p:extLst>
              <p:ext uri="{D42A27DB-BD31-4B8C-83A1-F6EECF244321}">
                <p14:modId xmlns:p14="http://schemas.microsoft.com/office/powerpoint/2010/main" val="376282024"/>
              </p:ext>
            </p:extLst>
          </p:nvPr>
        </p:nvGraphicFramePr>
        <p:xfrm>
          <a:off x="3445667" y="889000"/>
          <a:ext cx="5622133" cy="5207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ECCFE2-62A1-A1A0-48F7-1702FB63BD73}"/>
              </a:ext>
            </a:extLst>
          </p:cNvPr>
          <p:cNvSpPr>
            <a:spLocks noGrp="1"/>
          </p:cNvSpPr>
          <p:nvPr>
            <p:ph type="title"/>
          </p:nvPr>
        </p:nvSpPr>
        <p:spPr>
          <a:xfrm>
            <a:off x="791165" y="252478"/>
            <a:ext cx="7773338" cy="1596177"/>
          </a:xfrm>
        </p:spPr>
        <p:txBody>
          <a:bodyPr/>
          <a:lstStyle/>
          <a:p>
            <a:r>
              <a:rPr lang="en-US" dirty="0"/>
              <a:t>classification</a:t>
            </a:r>
          </a:p>
        </p:txBody>
      </p:sp>
      <p:pic>
        <p:nvPicPr>
          <p:cNvPr id="4" name="Picture 3">
            <a:extLst>
              <a:ext uri="{FF2B5EF4-FFF2-40B4-BE49-F238E27FC236}">
                <a16:creationId xmlns:a16="http://schemas.microsoft.com/office/drawing/2014/main" id="{17CB571F-4A81-F59B-2A96-9D20A7737706}"/>
              </a:ext>
            </a:extLst>
          </p:cNvPr>
          <p:cNvPicPr>
            <a:picLocks noChangeAspect="1"/>
          </p:cNvPicPr>
          <p:nvPr/>
        </p:nvPicPr>
        <p:blipFill>
          <a:blip r:embed="rId2"/>
          <a:stretch>
            <a:fillRect/>
          </a:stretch>
        </p:blipFill>
        <p:spPr>
          <a:xfrm>
            <a:off x="0" y="1476432"/>
            <a:ext cx="9144000" cy="5124174"/>
          </a:xfrm>
          <a:prstGeom prst="rect">
            <a:avLst/>
          </a:prstGeom>
        </p:spPr>
      </p:pic>
      <p:pic>
        <p:nvPicPr>
          <p:cNvPr id="6" name="Picture 5">
            <a:extLst>
              <a:ext uri="{FF2B5EF4-FFF2-40B4-BE49-F238E27FC236}">
                <a16:creationId xmlns:a16="http://schemas.microsoft.com/office/drawing/2014/main" id="{03BF1789-9F59-04EE-FA38-D5E65177204E}"/>
              </a:ext>
            </a:extLst>
          </p:cNvPr>
          <p:cNvPicPr>
            <a:picLocks noChangeAspect="1"/>
          </p:cNvPicPr>
          <p:nvPr/>
        </p:nvPicPr>
        <p:blipFill>
          <a:blip r:embed="rId3"/>
          <a:stretch>
            <a:fillRect/>
          </a:stretch>
        </p:blipFill>
        <p:spPr>
          <a:xfrm>
            <a:off x="6781800" y="4989491"/>
            <a:ext cx="1524000" cy="1457325"/>
          </a:xfrm>
          <a:prstGeom prst="rect">
            <a:avLst/>
          </a:prstGeom>
        </p:spPr>
      </p:pic>
    </p:spTree>
    <p:extLst>
      <p:ext uri="{BB962C8B-B14F-4D97-AF65-F5344CB8AC3E}">
        <p14:creationId xmlns:p14="http://schemas.microsoft.com/office/powerpoint/2010/main" val="667262014"/>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4" name="Rectangle 13">
            <a:extLst>
              <a:ext uri="{FF2B5EF4-FFF2-40B4-BE49-F238E27FC236}">
                <a16:creationId xmlns:a16="http://schemas.microsoft.com/office/drawing/2014/main" id="{4A391C69-E52F-4DC0-B51A-0DABC5484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0F90DF0-76A9-01A6-4AD1-2158E4C93DE0}"/>
              </a:ext>
            </a:extLst>
          </p:cNvPr>
          <p:cNvPicPr>
            <a:picLocks noChangeAspect="1"/>
          </p:cNvPicPr>
          <p:nvPr/>
        </p:nvPicPr>
        <p:blipFill rotWithShape="1">
          <a:blip r:embed="rId4"/>
          <a:srcRect l="19982" r="50277"/>
          <a:stretch/>
        </p:blipFill>
        <p:spPr>
          <a:xfrm>
            <a:off x="20" y="10"/>
            <a:ext cx="3626024" cy="6857990"/>
          </a:xfrm>
          <a:prstGeom prst="rect">
            <a:avLst/>
          </a:prstGeom>
        </p:spPr>
      </p:pic>
      <p:sp>
        <p:nvSpPr>
          <p:cNvPr id="16" name="Rectangle 15">
            <a:extLst>
              <a:ext uri="{FF2B5EF4-FFF2-40B4-BE49-F238E27FC236}">
                <a16:creationId xmlns:a16="http://schemas.microsoft.com/office/drawing/2014/main" id="{048390FD-448E-4FF2-AEE8-C46960568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26043"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0BD259F2-A289-4420-B3EB-BBC6A904FC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a:extLst>
              <a:ext uri="{FF2B5EF4-FFF2-40B4-BE49-F238E27FC236}">
                <a16:creationId xmlns:a16="http://schemas.microsoft.com/office/drawing/2014/main" id="{586F802C-6BD7-A6AC-219C-0A3154B8086C}"/>
              </a:ext>
            </a:extLst>
          </p:cNvPr>
          <p:cNvSpPr>
            <a:spLocks noGrp="1"/>
          </p:cNvSpPr>
          <p:nvPr>
            <p:ph type="title"/>
          </p:nvPr>
        </p:nvSpPr>
        <p:spPr>
          <a:xfrm>
            <a:off x="4448174" y="1358901"/>
            <a:ext cx="3960019" cy="2730498"/>
          </a:xfrm>
        </p:spPr>
        <p:txBody>
          <a:bodyPr vert="horz" lIns="91440" tIns="45720" rIns="91440" bIns="45720" rtlCol="0" anchor="b">
            <a:normAutofit/>
          </a:bodyPr>
          <a:lstStyle/>
          <a:p>
            <a:r>
              <a:rPr lang="en-US" sz="4800" dirty="0"/>
              <a:t>Structural pattern</a:t>
            </a:r>
          </a:p>
        </p:txBody>
      </p:sp>
      <p:sp>
        <p:nvSpPr>
          <p:cNvPr id="3" name="Date Placeholder 2">
            <a:extLst>
              <a:ext uri="{FF2B5EF4-FFF2-40B4-BE49-F238E27FC236}">
                <a16:creationId xmlns:a16="http://schemas.microsoft.com/office/drawing/2014/main" id="{8DAF682F-C3B9-C0CF-DF26-4116298CD5B7}"/>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April 2, 2024</a:t>
            </a:fld>
            <a:endParaRPr lang="en-US" altLang="en-US">
              <a:latin typeface="+mn-lt"/>
              <a:ea typeface="+mn-ea"/>
            </a:endParaRPr>
          </a:p>
        </p:txBody>
      </p:sp>
      <p:sp>
        <p:nvSpPr>
          <p:cNvPr id="4" name="Slide Number Placeholder 3">
            <a:extLst>
              <a:ext uri="{FF2B5EF4-FFF2-40B4-BE49-F238E27FC236}">
                <a16:creationId xmlns:a16="http://schemas.microsoft.com/office/drawing/2014/main" id="{E15075C6-4B5A-E8D3-B463-965C78715EC4}"/>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smtClean="0">
                <a:latin typeface="+mn-lt"/>
                <a:ea typeface="+mn-ea"/>
              </a:rPr>
              <a:pPr defTabSz="457200" eaLnBrk="1" hangingPunct="1">
                <a:spcAft>
                  <a:spcPts val="600"/>
                </a:spcAft>
                <a:defRPr/>
              </a:pPr>
              <a:t>10</a:t>
            </a:fld>
            <a:endParaRPr lang="en-US" altLang="en-US">
              <a:latin typeface="+mn-lt"/>
              <a:ea typeface="+mn-ea"/>
            </a:endParaRPr>
          </a:p>
        </p:txBody>
      </p:sp>
    </p:spTree>
    <p:extLst>
      <p:ext uri="{BB962C8B-B14F-4D97-AF65-F5344CB8AC3E}">
        <p14:creationId xmlns:p14="http://schemas.microsoft.com/office/powerpoint/2010/main" val="1030332244"/>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18D7DD0-110F-43F3-A7E4-B51873CBF1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D2585039-CDA7-4B76-B013-776F970D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638" y="0"/>
            <a:ext cx="913036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D53D942-8031-42E8-88B4-E03A710E8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5FD07472-970F-49B5-8994-ADEAA3148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447800" cy="6858002"/>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82869BAE-8EC0-4D16-ACB8-F0CBFDD904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524" t="71774" r="2564"/>
          <a:stretch/>
        </p:blipFill>
        <p:spPr>
          <a:xfrm>
            <a:off x="13638" y="4822361"/>
            <a:ext cx="1433926" cy="2035640"/>
          </a:xfrm>
          <a:prstGeom prst="rect">
            <a:avLst/>
          </a:prstGeom>
        </p:spPr>
      </p:pic>
      <p:pic>
        <p:nvPicPr>
          <p:cNvPr id="23" name="Picture 22">
            <a:extLst>
              <a:ext uri="{FF2B5EF4-FFF2-40B4-BE49-F238E27FC236}">
                <a16:creationId xmlns:a16="http://schemas.microsoft.com/office/drawing/2014/main" id="{3524A7AE-FFF7-4F70-9AEA-01A5DFF77B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49896" t="75007" r="30510"/>
          <a:stretch/>
        </p:blipFill>
        <p:spPr>
          <a:xfrm>
            <a:off x="223391" y="5471958"/>
            <a:ext cx="667411" cy="638482"/>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
        <p:nvSpPr>
          <p:cNvPr id="6" name="TextBox 5">
            <a:extLst>
              <a:ext uri="{FF2B5EF4-FFF2-40B4-BE49-F238E27FC236}">
                <a16:creationId xmlns:a16="http://schemas.microsoft.com/office/drawing/2014/main" id="{AAF20709-A061-7178-6DC1-9AC2B792AC04}"/>
              </a:ext>
            </a:extLst>
          </p:cNvPr>
          <p:cNvSpPr txBox="1"/>
          <p:nvPr/>
        </p:nvSpPr>
        <p:spPr>
          <a:xfrm>
            <a:off x="2133364" y="1950440"/>
            <a:ext cx="6324835" cy="3840760"/>
          </a:xfrm>
          <a:prstGeom prst="rect">
            <a:avLst/>
          </a:prstGeom>
        </p:spPr>
        <p:txBody>
          <a:bodyPr vert="horz" lIns="91440" tIns="45720" rIns="91440" bIns="45720" rtlCol="0" anchor="ctr">
            <a:normAutofit/>
          </a:bodyPr>
          <a:lstStyle/>
          <a:p>
            <a:pPr algn="l"/>
            <a:r>
              <a:rPr lang="en-US" b="1" i="0" dirty="0">
                <a:effectLst/>
                <a:latin typeface="PT Sans" panose="020B0503020203020204" pitchFamily="34" charset="0"/>
              </a:rPr>
              <a:t>Facade</a:t>
            </a:r>
            <a:r>
              <a:rPr lang="en-US" b="0" i="0" dirty="0">
                <a:effectLst/>
                <a:latin typeface="PT Sans" panose="020B0503020203020204" pitchFamily="34" charset="0"/>
              </a:rPr>
              <a:t> is a structural design pattern that provides a simplified interface to a library, a framework, or any other complex set of classes.</a:t>
            </a:r>
          </a:p>
          <a:p>
            <a:br>
              <a:rPr lang="en-US" dirty="0"/>
            </a:br>
            <a:endParaRPr lang="en-US" cap="all" dirty="0">
              <a:latin typeface="+mn-lt"/>
              <a:ea typeface="+mn-ea"/>
            </a:endParaRPr>
          </a:p>
        </p:txBody>
      </p:sp>
      <p:sp>
        <p:nvSpPr>
          <p:cNvPr id="2" name="Title 1">
            <a:extLst>
              <a:ext uri="{FF2B5EF4-FFF2-40B4-BE49-F238E27FC236}">
                <a16:creationId xmlns:a16="http://schemas.microsoft.com/office/drawing/2014/main" id="{1B75885E-60F4-1B2F-9361-ED0D26DCC4E1}"/>
              </a:ext>
            </a:extLst>
          </p:cNvPr>
          <p:cNvSpPr>
            <a:spLocks noGrp="1"/>
          </p:cNvSpPr>
          <p:nvPr>
            <p:ph type="title"/>
          </p:nvPr>
        </p:nvSpPr>
        <p:spPr>
          <a:xfrm>
            <a:off x="2133364" y="643467"/>
            <a:ext cx="6325304" cy="1306972"/>
          </a:xfrm>
        </p:spPr>
        <p:txBody>
          <a:bodyPr vert="horz" lIns="91440" tIns="45720" rIns="91440" bIns="45720" rtlCol="0" anchor="ctr">
            <a:normAutofit/>
          </a:bodyPr>
          <a:lstStyle/>
          <a:p>
            <a:r>
              <a:rPr lang="en-US" sz="3800" dirty="0"/>
              <a:t>Facade</a:t>
            </a:r>
          </a:p>
        </p:txBody>
      </p:sp>
      <p:sp>
        <p:nvSpPr>
          <p:cNvPr id="3" name="Date Placeholder 2">
            <a:extLst>
              <a:ext uri="{FF2B5EF4-FFF2-40B4-BE49-F238E27FC236}">
                <a16:creationId xmlns:a16="http://schemas.microsoft.com/office/drawing/2014/main" id="{789E2D99-5271-82D0-2779-86835F5BF0AE}"/>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April 2, 2024</a:t>
            </a:fld>
            <a:endParaRPr lang="en-US" altLang="en-US" dirty="0">
              <a:latin typeface="+mn-lt"/>
              <a:ea typeface="+mn-ea"/>
            </a:endParaRPr>
          </a:p>
        </p:txBody>
      </p:sp>
      <p:sp>
        <p:nvSpPr>
          <p:cNvPr id="4" name="Slide Number Placeholder 3">
            <a:extLst>
              <a:ext uri="{FF2B5EF4-FFF2-40B4-BE49-F238E27FC236}">
                <a16:creationId xmlns:a16="http://schemas.microsoft.com/office/drawing/2014/main" id="{514E7C27-42C3-864D-C8EF-C3710B406F49}"/>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kern="1200" dirty="0">
                <a:solidFill>
                  <a:schemeClr val="tx1"/>
                </a:solidFill>
                <a:latin typeface="+mn-lt"/>
                <a:ea typeface="+mn-ea"/>
                <a:cs typeface="+mn-cs"/>
              </a:rPr>
              <a:pPr defTabSz="457200" eaLnBrk="1" hangingPunct="1">
                <a:spcAft>
                  <a:spcPts val="600"/>
                </a:spcAft>
                <a:defRPr/>
              </a:pPr>
              <a:t>11</a:t>
            </a:fld>
            <a:endParaRPr lang="en-US" altLang="en-US" kern="1200" dirty="0">
              <a:solidFill>
                <a:schemeClr val="tx1"/>
              </a:solidFill>
              <a:latin typeface="+mn-lt"/>
              <a:ea typeface="+mn-ea"/>
              <a:cs typeface="+mn-cs"/>
            </a:endParaRPr>
          </a:p>
        </p:txBody>
      </p:sp>
    </p:spTree>
    <p:extLst>
      <p:ext uri="{BB962C8B-B14F-4D97-AF65-F5344CB8AC3E}">
        <p14:creationId xmlns:p14="http://schemas.microsoft.com/office/powerpoint/2010/main" val="1064238180"/>
      </p:ext>
    </p:extLst>
  </p:cSld>
  <p:clrMapOvr>
    <a:overrideClrMapping bg1="dk1" tx1="lt1" bg2="dk2" tx2="lt2" accent1="accent1" accent2="accent2" accent3="accent3" accent4="accent4" accent5="accent5" accent6="accent6" hlink="hlink" folHlink="folHlink"/>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13643-F2C8-BC2F-DDDE-76418F38597B}"/>
              </a:ext>
            </a:extLst>
          </p:cNvPr>
          <p:cNvSpPr>
            <a:spLocks noGrp="1"/>
          </p:cNvSpPr>
          <p:nvPr>
            <p:ph type="title"/>
          </p:nvPr>
        </p:nvSpPr>
        <p:spPr/>
        <p:txBody>
          <a:bodyPr/>
          <a:lstStyle/>
          <a:p>
            <a:r>
              <a:rPr lang="en-US" dirty="0"/>
              <a:t>FACADE</a:t>
            </a:r>
          </a:p>
        </p:txBody>
      </p:sp>
      <p:sp>
        <p:nvSpPr>
          <p:cNvPr id="3" name="Date Placeholder 2">
            <a:extLst>
              <a:ext uri="{FF2B5EF4-FFF2-40B4-BE49-F238E27FC236}">
                <a16:creationId xmlns:a16="http://schemas.microsoft.com/office/drawing/2014/main" id="{BD4D0D8F-5A59-0E48-5D51-7ECAB29FD44A}"/>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2C5FE1AA-BFE1-8E3A-9F9F-354D4905DB17}"/>
              </a:ext>
            </a:extLst>
          </p:cNvPr>
          <p:cNvSpPr>
            <a:spLocks noGrp="1"/>
          </p:cNvSpPr>
          <p:nvPr>
            <p:ph type="sldNum" sz="quarter" idx="12"/>
          </p:nvPr>
        </p:nvSpPr>
        <p:spPr/>
        <p:txBody>
          <a:bodyPr/>
          <a:lstStyle/>
          <a:p>
            <a:pPr>
              <a:defRPr/>
            </a:pPr>
            <a:fld id="{F02FF4ED-2B23-4CC6-834A-FCFA22AF88CD}" type="slidenum">
              <a:rPr lang="en-US" altLang="en-US" smtClean="0"/>
              <a:pPr>
                <a:defRPr/>
              </a:pPr>
              <a:t>12</a:t>
            </a:fld>
            <a:endParaRPr lang="en-US" altLang="en-US"/>
          </a:p>
        </p:txBody>
      </p:sp>
      <p:sp>
        <p:nvSpPr>
          <p:cNvPr id="7" name="TextBox 6">
            <a:extLst>
              <a:ext uri="{FF2B5EF4-FFF2-40B4-BE49-F238E27FC236}">
                <a16:creationId xmlns:a16="http://schemas.microsoft.com/office/drawing/2014/main" id="{50719E42-BA04-AA35-8733-583F5212E31A}"/>
              </a:ext>
            </a:extLst>
          </p:cNvPr>
          <p:cNvSpPr txBox="1"/>
          <p:nvPr/>
        </p:nvSpPr>
        <p:spPr>
          <a:xfrm>
            <a:off x="990600" y="1981200"/>
            <a:ext cx="7468068" cy="3108543"/>
          </a:xfrm>
          <a:prstGeom prst="rect">
            <a:avLst/>
          </a:prstGeom>
          <a:noFill/>
        </p:spPr>
        <p:txBody>
          <a:bodyPr wrap="square">
            <a:spAutoFit/>
          </a:bodyPr>
          <a:lstStyle/>
          <a:p>
            <a:pPr marL="457200" indent="-457200">
              <a:buFont typeface="Arial" panose="020B0604020202020204" pitchFamily="34" charset="0"/>
              <a:buChar char="•"/>
            </a:pPr>
            <a:r>
              <a:rPr lang="en-US" altLang="en-US" sz="2800" dirty="0"/>
              <a:t>The class Facade is introduced as an interface to the whole subsystem.</a:t>
            </a:r>
          </a:p>
          <a:p>
            <a:pPr marL="457200" indent="-457200">
              <a:buFont typeface="Arial" panose="020B0604020202020204" pitchFamily="34" charset="0"/>
              <a:buChar char="•"/>
            </a:pPr>
            <a:r>
              <a:rPr lang="en-US" altLang="en-US" sz="2800" dirty="0"/>
              <a:t>Any client class needs a service from any of the subsystem classes will send the request to the facade class.</a:t>
            </a:r>
          </a:p>
          <a:p>
            <a:pPr marL="457200" indent="-457200">
              <a:buFont typeface="Arial" panose="020B0604020202020204" pitchFamily="34" charset="0"/>
              <a:buChar char="•"/>
            </a:pPr>
            <a:r>
              <a:rPr lang="en-US" altLang="en-US" sz="2800" dirty="0"/>
              <a:t>All the subsystem interfaces are combined in one class    </a:t>
            </a:r>
          </a:p>
        </p:txBody>
      </p:sp>
    </p:spTree>
    <p:extLst>
      <p:ext uri="{BB962C8B-B14F-4D97-AF65-F5344CB8AC3E}">
        <p14:creationId xmlns:p14="http://schemas.microsoft.com/office/powerpoint/2010/main" val="2770097874"/>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575F438-7681-2083-BEA1-4CF06CA1ECCF}"/>
              </a:ext>
            </a:extLst>
          </p:cNvPr>
          <p:cNvSpPr>
            <a:spLocks noGrp="1"/>
          </p:cNvSpPr>
          <p:nvPr>
            <p:ph type="title"/>
          </p:nvPr>
        </p:nvSpPr>
        <p:spPr/>
        <p:txBody>
          <a:bodyPr/>
          <a:lstStyle/>
          <a:p>
            <a:r>
              <a:rPr lang="en-US" dirty="0"/>
              <a:t>Real world analogy</a:t>
            </a:r>
          </a:p>
        </p:txBody>
      </p:sp>
      <p:sp>
        <p:nvSpPr>
          <p:cNvPr id="3" name="Date Placeholder 2">
            <a:extLst>
              <a:ext uri="{FF2B5EF4-FFF2-40B4-BE49-F238E27FC236}">
                <a16:creationId xmlns:a16="http://schemas.microsoft.com/office/drawing/2014/main" id="{0535B96A-814B-458A-772D-8AEB96EF54DB}"/>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93F44B16-2F5A-1386-4370-139E2ECAC6A4}"/>
              </a:ext>
            </a:extLst>
          </p:cNvPr>
          <p:cNvSpPr>
            <a:spLocks noGrp="1"/>
          </p:cNvSpPr>
          <p:nvPr>
            <p:ph type="sldNum" sz="quarter" idx="12"/>
          </p:nvPr>
        </p:nvSpPr>
        <p:spPr/>
        <p:txBody>
          <a:bodyPr/>
          <a:lstStyle/>
          <a:p>
            <a:pPr>
              <a:defRPr/>
            </a:pPr>
            <a:fld id="{F02FF4ED-2B23-4CC6-834A-FCFA22AF88CD}" type="slidenum">
              <a:rPr lang="en-US" altLang="en-US" smtClean="0"/>
              <a:pPr>
                <a:defRPr/>
              </a:pPr>
              <a:t>13</a:t>
            </a:fld>
            <a:endParaRPr lang="en-US" altLang="en-US"/>
          </a:p>
        </p:txBody>
      </p:sp>
      <p:sp>
        <p:nvSpPr>
          <p:cNvPr id="10" name="TextBox 9">
            <a:extLst>
              <a:ext uri="{FF2B5EF4-FFF2-40B4-BE49-F238E27FC236}">
                <a16:creationId xmlns:a16="http://schemas.microsoft.com/office/drawing/2014/main" id="{B46ED389-7E51-7964-F079-C6F995353150}"/>
              </a:ext>
            </a:extLst>
          </p:cNvPr>
          <p:cNvSpPr txBox="1"/>
          <p:nvPr/>
        </p:nvSpPr>
        <p:spPr>
          <a:xfrm>
            <a:off x="650917" y="3949200"/>
            <a:ext cx="8458200" cy="1938992"/>
          </a:xfrm>
          <a:prstGeom prst="rect">
            <a:avLst/>
          </a:prstGeom>
          <a:noFill/>
        </p:spPr>
        <p:txBody>
          <a:bodyPr wrap="square">
            <a:spAutoFit/>
          </a:bodyPr>
          <a:lstStyle/>
          <a:p>
            <a:pPr marL="285750" indent="-285750">
              <a:buFont typeface="Arial" panose="020B0604020202020204" pitchFamily="34" charset="0"/>
              <a:buChar char="•"/>
            </a:pPr>
            <a:r>
              <a:rPr lang="en-US" sz="2400" b="0" i="0" dirty="0">
                <a:solidFill>
                  <a:srgbClr val="444444"/>
                </a:solidFill>
                <a:effectLst/>
                <a:latin typeface="PT Sans" panose="020B0503020203020204" pitchFamily="34" charset="0"/>
              </a:rPr>
              <a:t>When you call a shop to place a phone order, an operator is your facade to all services and departments of the shop. The operator provides you with a simple voice interface to the ordering system, payment gateways, and various delivery services.</a:t>
            </a:r>
            <a:endParaRPr lang="en-US" dirty="0"/>
          </a:p>
        </p:txBody>
      </p:sp>
      <p:pic>
        <p:nvPicPr>
          <p:cNvPr id="5" name="Picture 4">
            <a:extLst>
              <a:ext uri="{FF2B5EF4-FFF2-40B4-BE49-F238E27FC236}">
                <a16:creationId xmlns:a16="http://schemas.microsoft.com/office/drawing/2014/main" id="{72BCB1E4-60DA-DE70-C92E-7951CCB21392}"/>
              </a:ext>
            </a:extLst>
          </p:cNvPr>
          <p:cNvPicPr>
            <a:picLocks noChangeAspect="1"/>
          </p:cNvPicPr>
          <p:nvPr/>
        </p:nvPicPr>
        <p:blipFill>
          <a:blip r:embed="rId2"/>
          <a:stretch>
            <a:fillRect/>
          </a:stretch>
        </p:blipFill>
        <p:spPr>
          <a:xfrm>
            <a:off x="1752600" y="1600200"/>
            <a:ext cx="5372100" cy="2095500"/>
          </a:xfrm>
          <a:prstGeom prst="rect">
            <a:avLst/>
          </a:prstGeom>
        </p:spPr>
      </p:pic>
    </p:spTree>
    <p:extLst>
      <p:ext uri="{BB962C8B-B14F-4D97-AF65-F5344CB8AC3E}">
        <p14:creationId xmlns:p14="http://schemas.microsoft.com/office/powerpoint/2010/main" val="2645466902"/>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575F438-7681-2083-BEA1-4CF06CA1ECCF}"/>
              </a:ext>
            </a:extLst>
          </p:cNvPr>
          <p:cNvSpPr>
            <a:spLocks noGrp="1"/>
          </p:cNvSpPr>
          <p:nvPr>
            <p:ph type="title"/>
          </p:nvPr>
        </p:nvSpPr>
        <p:spPr/>
        <p:txBody>
          <a:bodyPr/>
          <a:lstStyle/>
          <a:p>
            <a:r>
              <a:rPr lang="en-US" dirty="0" err="1"/>
              <a:t>eXAMPLES</a:t>
            </a:r>
            <a:endParaRPr lang="en-US" dirty="0"/>
          </a:p>
        </p:txBody>
      </p:sp>
      <p:sp>
        <p:nvSpPr>
          <p:cNvPr id="3" name="Date Placeholder 2">
            <a:extLst>
              <a:ext uri="{FF2B5EF4-FFF2-40B4-BE49-F238E27FC236}">
                <a16:creationId xmlns:a16="http://schemas.microsoft.com/office/drawing/2014/main" id="{0535B96A-814B-458A-772D-8AEB96EF54DB}"/>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93F44B16-2F5A-1386-4370-139E2ECAC6A4}"/>
              </a:ext>
            </a:extLst>
          </p:cNvPr>
          <p:cNvSpPr>
            <a:spLocks noGrp="1"/>
          </p:cNvSpPr>
          <p:nvPr>
            <p:ph type="sldNum" sz="quarter" idx="12"/>
          </p:nvPr>
        </p:nvSpPr>
        <p:spPr/>
        <p:txBody>
          <a:bodyPr/>
          <a:lstStyle/>
          <a:p>
            <a:pPr>
              <a:defRPr/>
            </a:pPr>
            <a:fld id="{F02FF4ED-2B23-4CC6-834A-FCFA22AF88CD}" type="slidenum">
              <a:rPr lang="en-US" altLang="en-US" smtClean="0"/>
              <a:pPr>
                <a:defRPr/>
              </a:pPr>
              <a:t>14</a:t>
            </a:fld>
            <a:endParaRPr lang="en-US" altLang="en-US"/>
          </a:p>
        </p:txBody>
      </p:sp>
      <p:pic>
        <p:nvPicPr>
          <p:cNvPr id="5" name="Picture 4">
            <a:extLst>
              <a:ext uri="{FF2B5EF4-FFF2-40B4-BE49-F238E27FC236}">
                <a16:creationId xmlns:a16="http://schemas.microsoft.com/office/drawing/2014/main" id="{B47D7489-092C-06CE-37E9-C195B3523D0D}"/>
              </a:ext>
            </a:extLst>
          </p:cNvPr>
          <p:cNvPicPr>
            <a:picLocks noChangeAspect="1"/>
          </p:cNvPicPr>
          <p:nvPr/>
        </p:nvPicPr>
        <p:blipFill>
          <a:blip r:embed="rId3"/>
          <a:stretch>
            <a:fillRect/>
          </a:stretch>
        </p:blipFill>
        <p:spPr>
          <a:xfrm>
            <a:off x="685332" y="1905000"/>
            <a:ext cx="7773338" cy="3603893"/>
          </a:xfrm>
          <a:prstGeom prst="rect">
            <a:avLst/>
          </a:prstGeom>
        </p:spPr>
      </p:pic>
    </p:spTree>
    <p:extLst>
      <p:ext uri="{BB962C8B-B14F-4D97-AF65-F5344CB8AC3E}">
        <p14:creationId xmlns:p14="http://schemas.microsoft.com/office/powerpoint/2010/main" val="342767763"/>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BADF1FF-0BBB-2075-27C9-A3A6F7D0EA77}"/>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55414343-F332-08CC-8953-CF71F4AD946F}"/>
              </a:ext>
            </a:extLst>
          </p:cNvPr>
          <p:cNvSpPr>
            <a:spLocks noGrp="1"/>
          </p:cNvSpPr>
          <p:nvPr>
            <p:ph type="sldNum" sz="quarter" idx="12"/>
          </p:nvPr>
        </p:nvSpPr>
        <p:spPr/>
        <p:txBody>
          <a:bodyPr/>
          <a:lstStyle/>
          <a:p>
            <a:pPr>
              <a:defRPr/>
            </a:pPr>
            <a:fld id="{F02FF4ED-2B23-4CC6-834A-FCFA22AF88CD}" type="slidenum">
              <a:rPr lang="en-US" altLang="en-US" smtClean="0"/>
              <a:pPr>
                <a:defRPr/>
              </a:pPr>
              <a:t>15</a:t>
            </a:fld>
            <a:endParaRPr lang="en-US" altLang="en-US"/>
          </a:p>
        </p:txBody>
      </p:sp>
      <p:pic>
        <p:nvPicPr>
          <p:cNvPr id="2" name="Picture 3" descr="~AUT0004">
            <a:extLst>
              <a:ext uri="{FF2B5EF4-FFF2-40B4-BE49-F238E27FC236}">
                <a16:creationId xmlns:a16="http://schemas.microsoft.com/office/drawing/2014/main" id="{8C51C677-835E-5846-09EB-AFDBE756A8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19100" y="935807"/>
            <a:ext cx="8305800" cy="4895850"/>
          </a:xfrm>
          <a:prstGeom prst="rect">
            <a:avLst/>
          </a:prstGeom>
          <a:noFill/>
        </p:spPr>
      </p:pic>
    </p:spTree>
    <p:extLst>
      <p:ext uri="{BB962C8B-B14F-4D97-AF65-F5344CB8AC3E}">
        <p14:creationId xmlns:p14="http://schemas.microsoft.com/office/powerpoint/2010/main" val="2987356805"/>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8BE9D-DD01-F073-B087-C4E9EECBB821}"/>
              </a:ext>
            </a:extLst>
          </p:cNvPr>
          <p:cNvSpPr>
            <a:spLocks noGrp="1"/>
          </p:cNvSpPr>
          <p:nvPr>
            <p:ph type="title"/>
          </p:nvPr>
        </p:nvSpPr>
        <p:spPr/>
        <p:txBody>
          <a:bodyPr/>
          <a:lstStyle/>
          <a:p>
            <a:r>
              <a:rPr lang="en-US" dirty="0"/>
              <a:t>STRUCTURE</a:t>
            </a:r>
          </a:p>
        </p:txBody>
      </p:sp>
      <p:sp>
        <p:nvSpPr>
          <p:cNvPr id="3" name="Date Placeholder 2">
            <a:extLst>
              <a:ext uri="{FF2B5EF4-FFF2-40B4-BE49-F238E27FC236}">
                <a16:creationId xmlns:a16="http://schemas.microsoft.com/office/drawing/2014/main" id="{8967C957-C2C7-67D9-B572-24C5A100E635}"/>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23CAA82F-64B0-A76D-794D-45C55391E935}"/>
              </a:ext>
            </a:extLst>
          </p:cNvPr>
          <p:cNvSpPr>
            <a:spLocks noGrp="1"/>
          </p:cNvSpPr>
          <p:nvPr>
            <p:ph type="sldNum" sz="quarter" idx="12"/>
          </p:nvPr>
        </p:nvSpPr>
        <p:spPr/>
        <p:txBody>
          <a:bodyPr/>
          <a:lstStyle/>
          <a:p>
            <a:pPr>
              <a:defRPr/>
            </a:pPr>
            <a:fld id="{F02FF4ED-2B23-4CC6-834A-FCFA22AF88CD}" type="slidenum">
              <a:rPr lang="en-US" altLang="en-US" smtClean="0"/>
              <a:pPr>
                <a:defRPr/>
              </a:pPr>
              <a:t>16</a:t>
            </a:fld>
            <a:endParaRPr lang="en-US" altLang="en-US"/>
          </a:p>
        </p:txBody>
      </p:sp>
      <p:pic>
        <p:nvPicPr>
          <p:cNvPr id="6" name="Picture 5">
            <a:extLst>
              <a:ext uri="{FF2B5EF4-FFF2-40B4-BE49-F238E27FC236}">
                <a16:creationId xmlns:a16="http://schemas.microsoft.com/office/drawing/2014/main" id="{9DD5A2DC-83CC-BE25-5DF0-A077A4374676}"/>
              </a:ext>
            </a:extLst>
          </p:cNvPr>
          <p:cNvPicPr>
            <a:picLocks noChangeAspect="1"/>
          </p:cNvPicPr>
          <p:nvPr/>
        </p:nvPicPr>
        <p:blipFill>
          <a:blip r:embed="rId2"/>
          <a:stretch>
            <a:fillRect/>
          </a:stretch>
        </p:blipFill>
        <p:spPr>
          <a:xfrm>
            <a:off x="1676400" y="2214695"/>
            <a:ext cx="5591175" cy="3619500"/>
          </a:xfrm>
          <a:prstGeom prst="rect">
            <a:avLst/>
          </a:prstGeom>
        </p:spPr>
      </p:pic>
    </p:spTree>
    <p:extLst>
      <p:ext uri="{BB962C8B-B14F-4D97-AF65-F5344CB8AC3E}">
        <p14:creationId xmlns:p14="http://schemas.microsoft.com/office/powerpoint/2010/main" val="3351033844"/>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18D7DD0-110F-43F3-A7E4-B51873CBF1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D2585039-CDA7-4B76-B013-776F970D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638" y="0"/>
            <a:ext cx="913036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D53D942-8031-42E8-88B4-E03A710E8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5FD07472-970F-49B5-8994-ADEAA3148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447800" cy="6858002"/>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82869BAE-8EC0-4D16-ACB8-F0CBFDD904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524" t="71774" r="2564"/>
          <a:stretch/>
        </p:blipFill>
        <p:spPr>
          <a:xfrm>
            <a:off x="13638" y="4822361"/>
            <a:ext cx="1433926" cy="2035640"/>
          </a:xfrm>
          <a:prstGeom prst="rect">
            <a:avLst/>
          </a:prstGeom>
        </p:spPr>
      </p:pic>
      <p:pic>
        <p:nvPicPr>
          <p:cNvPr id="23" name="Picture 22">
            <a:extLst>
              <a:ext uri="{FF2B5EF4-FFF2-40B4-BE49-F238E27FC236}">
                <a16:creationId xmlns:a16="http://schemas.microsoft.com/office/drawing/2014/main" id="{3524A7AE-FFF7-4F70-9AEA-01A5DFF77B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49896" t="75007" r="30510"/>
          <a:stretch/>
        </p:blipFill>
        <p:spPr>
          <a:xfrm>
            <a:off x="223391" y="5471958"/>
            <a:ext cx="667411" cy="638482"/>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
        <p:nvSpPr>
          <p:cNvPr id="6" name="TextBox 5">
            <a:extLst>
              <a:ext uri="{FF2B5EF4-FFF2-40B4-BE49-F238E27FC236}">
                <a16:creationId xmlns:a16="http://schemas.microsoft.com/office/drawing/2014/main" id="{AAF20709-A061-7178-6DC1-9AC2B792AC04}"/>
              </a:ext>
            </a:extLst>
          </p:cNvPr>
          <p:cNvSpPr txBox="1"/>
          <p:nvPr/>
        </p:nvSpPr>
        <p:spPr>
          <a:xfrm>
            <a:off x="2133364" y="1950440"/>
            <a:ext cx="6324835" cy="3840760"/>
          </a:xfrm>
          <a:prstGeom prst="rect">
            <a:avLst/>
          </a:prstGeom>
        </p:spPr>
        <p:txBody>
          <a:bodyPr vert="horz" lIns="91440" tIns="45720" rIns="91440" bIns="45720" rtlCol="0" anchor="ctr">
            <a:normAutofit/>
          </a:bodyPr>
          <a:lstStyle/>
          <a:p>
            <a:pPr marL="0" indent="0" algn="ctr">
              <a:buNone/>
            </a:pPr>
            <a:r>
              <a:rPr lang="en-US" sz="2000" b="1" i="0" dirty="0">
                <a:effectLst/>
                <a:latin typeface="PT Sans" panose="020B0503020203020204" pitchFamily="34" charset="0"/>
              </a:rPr>
              <a:t>Adapter</a:t>
            </a:r>
            <a:r>
              <a:rPr lang="en-US" sz="2000" b="0" i="0" dirty="0">
                <a:effectLst/>
                <a:latin typeface="PT Sans" panose="020B0503020203020204" pitchFamily="34" charset="0"/>
              </a:rPr>
              <a:t> is a structural design pattern that allows objects with incompatible interfaces to collaborate.</a:t>
            </a:r>
            <a:br>
              <a:rPr lang="en-US" sz="2000" dirty="0"/>
            </a:br>
            <a:endParaRPr lang="en-US" sz="2000" cap="all" dirty="0">
              <a:latin typeface="+mn-lt"/>
              <a:ea typeface="+mn-ea"/>
            </a:endParaRPr>
          </a:p>
        </p:txBody>
      </p:sp>
      <p:sp>
        <p:nvSpPr>
          <p:cNvPr id="2" name="Title 1">
            <a:extLst>
              <a:ext uri="{FF2B5EF4-FFF2-40B4-BE49-F238E27FC236}">
                <a16:creationId xmlns:a16="http://schemas.microsoft.com/office/drawing/2014/main" id="{1B75885E-60F4-1B2F-9361-ED0D26DCC4E1}"/>
              </a:ext>
            </a:extLst>
          </p:cNvPr>
          <p:cNvSpPr>
            <a:spLocks noGrp="1"/>
          </p:cNvSpPr>
          <p:nvPr>
            <p:ph type="title"/>
          </p:nvPr>
        </p:nvSpPr>
        <p:spPr>
          <a:xfrm>
            <a:off x="2133364" y="643467"/>
            <a:ext cx="6325304" cy="1306972"/>
          </a:xfrm>
        </p:spPr>
        <p:txBody>
          <a:bodyPr vert="horz" lIns="91440" tIns="45720" rIns="91440" bIns="45720" rtlCol="0" anchor="ctr">
            <a:normAutofit/>
          </a:bodyPr>
          <a:lstStyle/>
          <a:p>
            <a:r>
              <a:rPr lang="en-US" sz="3800" dirty="0" err="1"/>
              <a:t>adAPTER</a:t>
            </a:r>
            <a:endParaRPr lang="en-US" sz="3800" dirty="0"/>
          </a:p>
        </p:txBody>
      </p:sp>
      <p:sp>
        <p:nvSpPr>
          <p:cNvPr id="3" name="Date Placeholder 2">
            <a:extLst>
              <a:ext uri="{FF2B5EF4-FFF2-40B4-BE49-F238E27FC236}">
                <a16:creationId xmlns:a16="http://schemas.microsoft.com/office/drawing/2014/main" id="{789E2D99-5271-82D0-2779-86835F5BF0AE}"/>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April 2, 2024</a:t>
            </a:fld>
            <a:endParaRPr lang="en-US" altLang="en-US" dirty="0">
              <a:latin typeface="+mn-lt"/>
              <a:ea typeface="+mn-ea"/>
            </a:endParaRPr>
          </a:p>
        </p:txBody>
      </p:sp>
      <p:sp>
        <p:nvSpPr>
          <p:cNvPr id="4" name="Slide Number Placeholder 3">
            <a:extLst>
              <a:ext uri="{FF2B5EF4-FFF2-40B4-BE49-F238E27FC236}">
                <a16:creationId xmlns:a16="http://schemas.microsoft.com/office/drawing/2014/main" id="{514E7C27-42C3-864D-C8EF-C3710B406F49}"/>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kern="1200" dirty="0">
                <a:solidFill>
                  <a:schemeClr val="tx1"/>
                </a:solidFill>
                <a:latin typeface="+mn-lt"/>
                <a:ea typeface="+mn-ea"/>
                <a:cs typeface="+mn-cs"/>
              </a:rPr>
              <a:pPr defTabSz="457200" eaLnBrk="1" hangingPunct="1">
                <a:spcAft>
                  <a:spcPts val="600"/>
                </a:spcAft>
                <a:defRPr/>
              </a:pPr>
              <a:t>17</a:t>
            </a:fld>
            <a:endParaRPr lang="en-US" altLang="en-US" kern="1200" dirty="0">
              <a:solidFill>
                <a:schemeClr val="tx1"/>
              </a:solidFill>
              <a:latin typeface="+mn-lt"/>
              <a:ea typeface="+mn-ea"/>
              <a:cs typeface="+mn-cs"/>
            </a:endParaRPr>
          </a:p>
        </p:txBody>
      </p:sp>
    </p:spTree>
    <p:extLst>
      <p:ext uri="{BB962C8B-B14F-4D97-AF65-F5344CB8AC3E}">
        <p14:creationId xmlns:p14="http://schemas.microsoft.com/office/powerpoint/2010/main" val="1331885566"/>
      </p:ext>
    </p:extLst>
  </p:cSld>
  <p:clrMapOvr>
    <a:overrideClrMapping bg1="dk1" tx1="lt1" bg2="dk2" tx2="lt2" accent1="accent1" accent2="accent2" accent3="accent3" accent4="accent4" accent5="accent5" accent6="accent6" hlink="hlink" folHlink="folHlink"/>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D269E-138F-B3D3-5E6A-F03E81163635}"/>
              </a:ext>
            </a:extLst>
          </p:cNvPr>
          <p:cNvSpPr>
            <a:spLocks noGrp="1"/>
          </p:cNvSpPr>
          <p:nvPr>
            <p:ph type="title"/>
          </p:nvPr>
        </p:nvSpPr>
        <p:spPr/>
        <p:txBody>
          <a:bodyPr/>
          <a:lstStyle/>
          <a:p>
            <a:r>
              <a:rPr lang="en-US" dirty="0"/>
              <a:t>PROBLEM</a:t>
            </a:r>
          </a:p>
        </p:txBody>
      </p:sp>
      <p:sp>
        <p:nvSpPr>
          <p:cNvPr id="3" name="Date Placeholder 2">
            <a:extLst>
              <a:ext uri="{FF2B5EF4-FFF2-40B4-BE49-F238E27FC236}">
                <a16:creationId xmlns:a16="http://schemas.microsoft.com/office/drawing/2014/main" id="{D303FDF9-9F75-03F4-234A-575D186A2703}"/>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457B9884-0E25-5B99-9B11-94699F4A2F8D}"/>
              </a:ext>
            </a:extLst>
          </p:cNvPr>
          <p:cNvSpPr>
            <a:spLocks noGrp="1"/>
          </p:cNvSpPr>
          <p:nvPr>
            <p:ph type="sldNum" sz="quarter" idx="12"/>
          </p:nvPr>
        </p:nvSpPr>
        <p:spPr/>
        <p:txBody>
          <a:bodyPr/>
          <a:lstStyle/>
          <a:p>
            <a:pPr>
              <a:defRPr/>
            </a:pPr>
            <a:fld id="{F02FF4ED-2B23-4CC6-834A-FCFA22AF88CD}" type="slidenum">
              <a:rPr lang="en-US" altLang="en-US" smtClean="0"/>
              <a:pPr>
                <a:defRPr/>
              </a:pPr>
              <a:t>18</a:t>
            </a:fld>
            <a:endParaRPr lang="en-US" altLang="en-US"/>
          </a:p>
        </p:txBody>
      </p:sp>
      <p:sp>
        <p:nvSpPr>
          <p:cNvPr id="7" name="TextBox 6">
            <a:extLst>
              <a:ext uri="{FF2B5EF4-FFF2-40B4-BE49-F238E27FC236}">
                <a16:creationId xmlns:a16="http://schemas.microsoft.com/office/drawing/2014/main" id="{6DEAFFF5-3E81-A6B8-6ECF-1BD91DD9FCFF}"/>
              </a:ext>
            </a:extLst>
          </p:cNvPr>
          <p:cNvSpPr txBox="1"/>
          <p:nvPr/>
        </p:nvSpPr>
        <p:spPr>
          <a:xfrm>
            <a:off x="722201" y="1828800"/>
            <a:ext cx="8229600" cy="1754326"/>
          </a:xfrm>
          <a:prstGeom prst="rect">
            <a:avLst/>
          </a:prstGeom>
          <a:noFill/>
        </p:spPr>
        <p:txBody>
          <a:bodyPr wrap="square">
            <a:spAutoFit/>
          </a:bodyPr>
          <a:lstStyle/>
          <a:p>
            <a:pPr algn="l"/>
            <a:r>
              <a:rPr lang="en-US" b="0" i="0" dirty="0">
                <a:solidFill>
                  <a:srgbClr val="444444"/>
                </a:solidFill>
                <a:effectLst/>
                <a:latin typeface="PT Sans" panose="020B0503020203020204" pitchFamily="34" charset="0"/>
              </a:rPr>
              <a:t>Imagine that you’re creating a stock market monitoring app. The app downloads the stock data from multiple sources in XML format and then displays nice-looking charts and diagrams for the user.</a:t>
            </a:r>
          </a:p>
          <a:p>
            <a:pPr algn="l"/>
            <a:r>
              <a:rPr lang="en-US" b="0" i="0" dirty="0">
                <a:solidFill>
                  <a:srgbClr val="444444"/>
                </a:solidFill>
                <a:effectLst/>
                <a:latin typeface="PT Sans" panose="020B0503020203020204" pitchFamily="34" charset="0"/>
              </a:rPr>
              <a:t>At some point, you decide to improve the app by integrating a smart 3rd-party analytics library. But there’s a catch: the analytics library only works with data in JSON format.</a:t>
            </a:r>
          </a:p>
        </p:txBody>
      </p:sp>
      <p:pic>
        <p:nvPicPr>
          <p:cNvPr id="9" name="Picture 8">
            <a:extLst>
              <a:ext uri="{FF2B5EF4-FFF2-40B4-BE49-F238E27FC236}">
                <a16:creationId xmlns:a16="http://schemas.microsoft.com/office/drawing/2014/main" id="{99ADB32F-5EEB-B73C-4BDB-FE90D30D7492}"/>
              </a:ext>
            </a:extLst>
          </p:cNvPr>
          <p:cNvPicPr>
            <a:picLocks noChangeAspect="1"/>
          </p:cNvPicPr>
          <p:nvPr/>
        </p:nvPicPr>
        <p:blipFill>
          <a:blip r:embed="rId2"/>
          <a:stretch>
            <a:fillRect/>
          </a:stretch>
        </p:blipFill>
        <p:spPr>
          <a:xfrm>
            <a:off x="1320173" y="3680901"/>
            <a:ext cx="6353175" cy="2419350"/>
          </a:xfrm>
          <a:prstGeom prst="rect">
            <a:avLst/>
          </a:prstGeom>
        </p:spPr>
      </p:pic>
    </p:spTree>
    <p:extLst>
      <p:ext uri="{BB962C8B-B14F-4D97-AF65-F5344CB8AC3E}">
        <p14:creationId xmlns:p14="http://schemas.microsoft.com/office/powerpoint/2010/main" val="1752430212"/>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7DB7C8-BA35-15DE-BD7C-0F73A077E4E0}"/>
              </a:ext>
            </a:extLst>
          </p:cNvPr>
          <p:cNvSpPr>
            <a:spLocks noGrp="1"/>
          </p:cNvSpPr>
          <p:nvPr>
            <p:ph type="title"/>
          </p:nvPr>
        </p:nvSpPr>
        <p:spPr/>
        <p:txBody>
          <a:bodyPr/>
          <a:lstStyle/>
          <a:p>
            <a:r>
              <a:rPr lang="en-US" dirty="0"/>
              <a:t>SOLUTION</a:t>
            </a:r>
          </a:p>
        </p:txBody>
      </p:sp>
      <p:sp>
        <p:nvSpPr>
          <p:cNvPr id="3" name="Date Placeholder 2">
            <a:extLst>
              <a:ext uri="{FF2B5EF4-FFF2-40B4-BE49-F238E27FC236}">
                <a16:creationId xmlns:a16="http://schemas.microsoft.com/office/drawing/2014/main" id="{0C56A88A-F254-819D-82C2-3A0A1CC7C641}"/>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7A564864-35C5-B6EB-4FBF-C1EB21F45DB8}"/>
              </a:ext>
            </a:extLst>
          </p:cNvPr>
          <p:cNvSpPr>
            <a:spLocks noGrp="1"/>
          </p:cNvSpPr>
          <p:nvPr>
            <p:ph type="sldNum" sz="quarter" idx="12"/>
          </p:nvPr>
        </p:nvSpPr>
        <p:spPr/>
        <p:txBody>
          <a:bodyPr/>
          <a:lstStyle/>
          <a:p>
            <a:pPr>
              <a:defRPr/>
            </a:pPr>
            <a:fld id="{F02FF4ED-2B23-4CC6-834A-FCFA22AF88CD}" type="slidenum">
              <a:rPr lang="en-US" altLang="en-US" smtClean="0"/>
              <a:pPr>
                <a:defRPr/>
              </a:pPr>
              <a:t>19</a:t>
            </a:fld>
            <a:endParaRPr lang="en-US" altLang="en-US"/>
          </a:p>
        </p:txBody>
      </p:sp>
      <p:pic>
        <p:nvPicPr>
          <p:cNvPr id="5" name="Picture 4">
            <a:extLst>
              <a:ext uri="{FF2B5EF4-FFF2-40B4-BE49-F238E27FC236}">
                <a16:creationId xmlns:a16="http://schemas.microsoft.com/office/drawing/2014/main" id="{DF96924B-1234-2905-81E3-04AA339BEC25}"/>
              </a:ext>
            </a:extLst>
          </p:cNvPr>
          <p:cNvPicPr>
            <a:picLocks noChangeAspect="1"/>
          </p:cNvPicPr>
          <p:nvPr/>
        </p:nvPicPr>
        <p:blipFill>
          <a:blip r:embed="rId2"/>
          <a:stretch>
            <a:fillRect/>
          </a:stretch>
        </p:blipFill>
        <p:spPr>
          <a:xfrm>
            <a:off x="1495425" y="2514600"/>
            <a:ext cx="6153150" cy="3838575"/>
          </a:xfrm>
          <a:prstGeom prst="rect">
            <a:avLst/>
          </a:prstGeom>
        </p:spPr>
      </p:pic>
    </p:spTree>
    <p:extLst>
      <p:ext uri="{BB962C8B-B14F-4D97-AF65-F5344CB8AC3E}">
        <p14:creationId xmlns:p14="http://schemas.microsoft.com/office/powerpoint/2010/main" val="3376620988"/>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7DB7C8-BA35-15DE-BD7C-0F73A077E4E0}"/>
              </a:ext>
            </a:extLst>
          </p:cNvPr>
          <p:cNvSpPr>
            <a:spLocks noGrp="1"/>
          </p:cNvSpPr>
          <p:nvPr>
            <p:ph type="title"/>
          </p:nvPr>
        </p:nvSpPr>
        <p:spPr/>
        <p:txBody>
          <a:bodyPr/>
          <a:lstStyle/>
          <a:p>
            <a:r>
              <a:rPr lang="en-US" dirty="0" err="1"/>
              <a:t>eXAMPLE</a:t>
            </a:r>
            <a:endParaRPr lang="en-US" dirty="0"/>
          </a:p>
        </p:txBody>
      </p:sp>
      <p:sp>
        <p:nvSpPr>
          <p:cNvPr id="3" name="Date Placeholder 2">
            <a:extLst>
              <a:ext uri="{FF2B5EF4-FFF2-40B4-BE49-F238E27FC236}">
                <a16:creationId xmlns:a16="http://schemas.microsoft.com/office/drawing/2014/main" id="{0C56A88A-F254-819D-82C2-3A0A1CC7C641}"/>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7A564864-35C5-B6EB-4FBF-C1EB21F45DB8}"/>
              </a:ext>
            </a:extLst>
          </p:cNvPr>
          <p:cNvSpPr>
            <a:spLocks noGrp="1"/>
          </p:cNvSpPr>
          <p:nvPr>
            <p:ph type="sldNum" sz="quarter" idx="12"/>
          </p:nvPr>
        </p:nvSpPr>
        <p:spPr/>
        <p:txBody>
          <a:bodyPr/>
          <a:lstStyle/>
          <a:p>
            <a:pPr>
              <a:defRPr/>
            </a:pPr>
            <a:fld id="{F02FF4ED-2B23-4CC6-834A-FCFA22AF88CD}" type="slidenum">
              <a:rPr lang="en-US" altLang="en-US" smtClean="0"/>
              <a:pPr>
                <a:defRPr/>
              </a:pPr>
              <a:t>20</a:t>
            </a:fld>
            <a:endParaRPr lang="en-US" altLang="en-US"/>
          </a:p>
        </p:txBody>
      </p:sp>
      <p:sp>
        <p:nvSpPr>
          <p:cNvPr id="9" name="TextBox 8">
            <a:extLst>
              <a:ext uri="{FF2B5EF4-FFF2-40B4-BE49-F238E27FC236}">
                <a16:creationId xmlns:a16="http://schemas.microsoft.com/office/drawing/2014/main" id="{891F5F3D-C87D-8904-D9D4-28ECC392E4AA}"/>
              </a:ext>
            </a:extLst>
          </p:cNvPr>
          <p:cNvSpPr txBox="1"/>
          <p:nvPr/>
        </p:nvSpPr>
        <p:spPr>
          <a:xfrm>
            <a:off x="1371600" y="2294659"/>
            <a:ext cx="6705600" cy="1754326"/>
          </a:xfrm>
          <a:prstGeom prst="rect">
            <a:avLst/>
          </a:prstGeom>
          <a:noFill/>
        </p:spPr>
        <p:txBody>
          <a:bodyPr wrap="square">
            <a:spAutoFit/>
          </a:bodyPr>
          <a:lstStyle/>
          <a:p>
            <a:r>
              <a:rPr lang="en-US" b="0" i="0" dirty="0">
                <a:solidFill>
                  <a:srgbClr val="0D0D0D"/>
                </a:solidFill>
                <a:effectLst/>
                <a:latin typeface="Söhne"/>
              </a:rPr>
              <a:t>Imagine you have an application that interacts with a database using an older version of a library. However, due to performance or feature improvements, you decide to switch to a newer version of the library. The newer version of the library may have a different interface compared to the old one, making it incompatible with your existing codebase.</a:t>
            </a:r>
            <a:endParaRPr lang="en-US" dirty="0"/>
          </a:p>
        </p:txBody>
      </p:sp>
    </p:spTree>
    <p:extLst>
      <p:ext uri="{BB962C8B-B14F-4D97-AF65-F5344CB8AC3E}">
        <p14:creationId xmlns:p14="http://schemas.microsoft.com/office/powerpoint/2010/main" val="2819428311"/>
      </p:ext>
    </p:ext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D631A8F-A771-8693-B897-AD2CAACC321A}"/>
              </a:ext>
            </a:extLst>
          </p:cNvPr>
          <p:cNvSpPr>
            <a:spLocks noGrp="1"/>
          </p:cNvSpPr>
          <p:nvPr>
            <p:ph type="title"/>
          </p:nvPr>
        </p:nvSpPr>
        <p:spPr/>
        <p:txBody>
          <a:bodyPr/>
          <a:lstStyle/>
          <a:p>
            <a:r>
              <a:rPr lang="en-US" dirty="0"/>
              <a:t>STRUCTURE</a:t>
            </a:r>
          </a:p>
        </p:txBody>
      </p:sp>
      <p:sp>
        <p:nvSpPr>
          <p:cNvPr id="3" name="Date Placeholder 2">
            <a:extLst>
              <a:ext uri="{FF2B5EF4-FFF2-40B4-BE49-F238E27FC236}">
                <a16:creationId xmlns:a16="http://schemas.microsoft.com/office/drawing/2014/main" id="{FBADF1FF-0BBB-2075-27C9-A3A6F7D0EA77}"/>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dirty="0"/>
          </a:p>
        </p:txBody>
      </p:sp>
      <p:sp>
        <p:nvSpPr>
          <p:cNvPr id="4" name="Slide Number Placeholder 3">
            <a:extLst>
              <a:ext uri="{FF2B5EF4-FFF2-40B4-BE49-F238E27FC236}">
                <a16:creationId xmlns:a16="http://schemas.microsoft.com/office/drawing/2014/main" id="{55414343-F332-08CC-8953-CF71F4AD946F}"/>
              </a:ext>
            </a:extLst>
          </p:cNvPr>
          <p:cNvSpPr>
            <a:spLocks noGrp="1"/>
          </p:cNvSpPr>
          <p:nvPr>
            <p:ph type="sldNum" sz="quarter" idx="12"/>
          </p:nvPr>
        </p:nvSpPr>
        <p:spPr/>
        <p:txBody>
          <a:bodyPr/>
          <a:lstStyle/>
          <a:p>
            <a:pPr>
              <a:defRPr/>
            </a:pPr>
            <a:fld id="{F02FF4ED-2B23-4CC6-834A-FCFA22AF88CD}" type="slidenum">
              <a:rPr lang="en-US" altLang="en-US" smtClean="0"/>
              <a:pPr>
                <a:defRPr/>
              </a:pPr>
              <a:t>21</a:t>
            </a:fld>
            <a:endParaRPr lang="en-US" altLang="en-US"/>
          </a:p>
        </p:txBody>
      </p:sp>
      <p:pic>
        <p:nvPicPr>
          <p:cNvPr id="7" name="Picture 6">
            <a:extLst>
              <a:ext uri="{FF2B5EF4-FFF2-40B4-BE49-F238E27FC236}">
                <a16:creationId xmlns:a16="http://schemas.microsoft.com/office/drawing/2014/main" id="{B685E614-F8ED-F77B-89A6-0A0A842DAEA2}"/>
              </a:ext>
            </a:extLst>
          </p:cNvPr>
          <p:cNvPicPr>
            <a:picLocks noChangeAspect="1"/>
          </p:cNvPicPr>
          <p:nvPr/>
        </p:nvPicPr>
        <p:blipFill>
          <a:blip r:embed="rId2"/>
          <a:stretch>
            <a:fillRect/>
          </a:stretch>
        </p:blipFill>
        <p:spPr>
          <a:xfrm>
            <a:off x="1371600" y="2498868"/>
            <a:ext cx="6048375" cy="3105150"/>
          </a:xfrm>
          <a:prstGeom prst="rect">
            <a:avLst/>
          </a:prstGeom>
        </p:spPr>
      </p:pic>
    </p:spTree>
    <p:extLst>
      <p:ext uri="{BB962C8B-B14F-4D97-AF65-F5344CB8AC3E}">
        <p14:creationId xmlns:p14="http://schemas.microsoft.com/office/powerpoint/2010/main" val="2811940826"/>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6" name="Rectangle 15">
            <a:extLst>
              <a:ext uri="{FF2B5EF4-FFF2-40B4-BE49-F238E27FC236}">
                <a16:creationId xmlns:a16="http://schemas.microsoft.com/office/drawing/2014/main" id="{CEEB192A-8443-482C-AFF6-77DB793E2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High angle view of a bridge">
            <a:extLst>
              <a:ext uri="{FF2B5EF4-FFF2-40B4-BE49-F238E27FC236}">
                <a16:creationId xmlns:a16="http://schemas.microsoft.com/office/drawing/2014/main" id="{3112D29D-BE55-C4CB-1B4B-3F0EE1E86421}"/>
              </a:ext>
            </a:extLst>
          </p:cNvPr>
          <p:cNvPicPr>
            <a:picLocks noChangeAspect="1"/>
          </p:cNvPicPr>
          <p:nvPr/>
        </p:nvPicPr>
        <p:blipFill rotWithShape="1">
          <a:blip r:embed="rId4">
            <a:alphaModFix amt="25000"/>
          </a:blip>
          <a:srcRect l="3693" r="7351" b="1"/>
          <a:stretch/>
        </p:blipFill>
        <p:spPr>
          <a:xfrm>
            <a:off x="20" y="-3278"/>
            <a:ext cx="9143980" cy="6861278"/>
          </a:xfrm>
          <a:prstGeom prst="rect">
            <a:avLst/>
          </a:prstGeom>
        </p:spPr>
      </p:pic>
      <p:pic>
        <p:nvPicPr>
          <p:cNvPr id="18" name="Picture 17">
            <a:extLst>
              <a:ext uri="{FF2B5EF4-FFF2-40B4-BE49-F238E27FC236}">
                <a16:creationId xmlns:a16="http://schemas.microsoft.com/office/drawing/2014/main" id="{77CE03F7-0B3E-496D-9B90-C00E185FB3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a:extLst>
              <a:ext uri="{FF2B5EF4-FFF2-40B4-BE49-F238E27FC236}">
                <a16:creationId xmlns:a16="http://schemas.microsoft.com/office/drawing/2014/main" id="{C1100068-3527-5884-9717-F85DBAB40431}"/>
              </a:ext>
            </a:extLst>
          </p:cNvPr>
          <p:cNvSpPr>
            <a:spLocks noGrp="1"/>
          </p:cNvSpPr>
          <p:nvPr>
            <p:ph type="title"/>
          </p:nvPr>
        </p:nvSpPr>
        <p:spPr>
          <a:xfrm>
            <a:off x="685331" y="618517"/>
            <a:ext cx="7773338" cy="1596177"/>
          </a:xfrm>
        </p:spPr>
        <p:txBody>
          <a:bodyPr vert="horz" lIns="91440" tIns="45720" rIns="91440" bIns="45720" rtlCol="0" anchor="ctr">
            <a:normAutofit/>
          </a:bodyPr>
          <a:lstStyle/>
          <a:p>
            <a:r>
              <a:rPr lang="en-US" dirty="0"/>
              <a:t>Bridge pattern</a:t>
            </a:r>
          </a:p>
        </p:txBody>
      </p:sp>
      <p:sp>
        <p:nvSpPr>
          <p:cNvPr id="6" name="TextBox 5">
            <a:extLst>
              <a:ext uri="{FF2B5EF4-FFF2-40B4-BE49-F238E27FC236}">
                <a16:creationId xmlns:a16="http://schemas.microsoft.com/office/drawing/2014/main" id="{87AAF0A2-094A-F359-1580-C630CFBB5CCB}"/>
              </a:ext>
            </a:extLst>
          </p:cNvPr>
          <p:cNvSpPr txBox="1"/>
          <p:nvPr/>
        </p:nvSpPr>
        <p:spPr>
          <a:xfrm>
            <a:off x="685330" y="2367092"/>
            <a:ext cx="7772870" cy="3424107"/>
          </a:xfrm>
          <a:prstGeom prst="rect">
            <a:avLst/>
          </a:prstGeom>
        </p:spPr>
        <p:txBody>
          <a:bodyPr vert="horz" lIns="91440" tIns="45720" rIns="91440" bIns="45720" rtlCol="0">
            <a:normAutofit/>
          </a:bodyPr>
          <a:lstStyle/>
          <a:p>
            <a:pPr indent="-228600" eaLnBrk="1" hangingPunct="1">
              <a:lnSpc>
                <a:spcPct val="120000"/>
              </a:lnSpc>
              <a:spcAft>
                <a:spcPts val="600"/>
              </a:spcAft>
              <a:buClr>
                <a:schemeClr val="tx1"/>
              </a:buClr>
              <a:buFont typeface="Arial" panose="020B0604020202020204" pitchFamily="34" charset="0"/>
              <a:buChar char="•"/>
            </a:pPr>
            <a:r>
              <a:rPr lang="en-US" b="1" i="0" cap="all">
                <a:latin typeface="+mn-lt"/>
                <a:ea typeface="+mn-ea"/>
              </a:rPr>
              <a:t>Bridge</a:t>
            </a:r>
            <a:r>
              <a:rPr lang="en-US" b="0" i="0" cap="all">
                <a:latin typeface="+mn-lt"/>
                <a:ea typeface="+mn-ea"/>
              </a:rPr>
              <a:t> is a structural design pattern that lets you split a large class or a set of closely related classes into two separate hierarchies—abstraction and implementation—which can be developed independently of each other.</a:t>
            </a:r>
            <a:endParaRPr lang="en-US" cap="all">
              <a:latin typeface="+mn-lt"/>
              <a:ea typeface="+mn-ea"/>
            </a:endParaRPr>
          </a:p>
        </p:txBody>
      </p:sp>
      <p:sp>
        <p:nvSpPr>
          <p:cNvPr id="3" name="Date Placeholder 2">
            <a:extLst>
              <a:ext uri="{FF2B5EF4-FFF2-40B4-BE49-F238E27FC236}">
                <a16:creationId xmlns:a16="http://schemas.microsoft.com/office/drawing/2014/main" id="{C36C3955-D850-8347-7D4A-5C46C0939E2A}"/>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April 2, 2024</a:t>
            </a:fld>
            <a:endParaRPr lang="en-US" altLang="en-US">
              <a:latin typeface="+mn-lt"/>
              <a:ea typeface="+mn-ea"/>
            </a:endParaRPr>
          </a:p>
        </p:txBody>
      </p:sp>
      <p:sp>
        <p:nvSpPr>
          <p:cNvPr id="4" name="Slide Number Placeholder 3">
            <a:extLst>
              <a:ext uri="{FF2B5EF4-FFF2-40B4-BE49-F238E27FC236}">
                <a16:creationId xmlns:a16="http://schemas.microsoft.com/office/drawing/2014/main" id="{C613175B-4AD3-217A-E39D-75D3E29E5829}"/>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smtClean="0">
                <a:latin typeface="+mn-lt"/>
                <a:ea typeface="+mn-ea"/>
              </a:rPr>
              <a:pPr defTabSz="457200" eaLnBrk="1" hangingPunct="1">
                <a:spcAft>
                  <a:spcPts val="600"/>
                </a:spcAft>
                <a:defRPr/>
              </a:pPr>
              <a:t>22</a:t>
            </a:fld>
            <a:endParaRPr lang="en-US" altLang="en-US">
              <a:latin typeface="+mn-lt"/>
              <a:ea typeface="+mn-ea"/>
            </a:endParaRPr>
          </a:p>
        </p:txBody>
      </p:sp>
    </p:spTree>
    <p:extLst>
      <p:ext uri="{BB962C8B-B14F-4D97-AF65-F5344CB8AC3E}">
        <p14:creationId xmlns:p14="http://schemas.microsoft.com/office/powerpoint/2010/main" val="824504021"/>
      </p:ext>
    </p:extLst>
  </p:cSld>
  <p:clrMapOvr>
    <a:overrideClrMapping bg1="dk1" tx1="lt1" bg2="dk2" tx2="lt2" accent1="accent1" accent2="accent2" accent3="accent3" accent4="accent4" accent5="accent5" accent6="accent6" hlink="hlink" folHlink="folHlink"/>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FAAF06A-C434-D2E0-4CEC-2575D3D1D9BA}"/>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B0F132D4-E753-55E9-B408-1543F66063D0}"/>
              </a:ext>
            </a:extLst>
          </p:cNvPr>
          <p:cNvSpPr>
            <a:spLocks noGrp="1"/>
          </p:cNvSpPr>
          <p:nvPr>
            <p:ph type="sldNum" sz="quarter" idx="12"/>
          </p:nvPr>
        </p:nvSpPr>
        <p:spPr/>
        <p:txBody>
          <a:bodyPr/>
          <a:lstStyle/>
          <a:p>
            <a:pPr>
              <a:defRPr/>
            </a:pPr>
            <a:fld id="{F02FF4ED-2B23-4CC6-834A-FCFA22AF88CD}" type="slidenum">
              <a:rPr lang="en-US" altLang="en-US" smtClean="0"/>
              <a:pPr>
                <a:defRPr/>
              </a:pPr>
              <a:t>23</a:t>
            </a:fld>
            <a:endParaRPr lang="en-US" altLang="en-US"/>
          </a:p>
        </p:txBody>
      </p:sp>
      <p:sp>
        <p:nvSpPr>
          <p:cNvPr id="6" name="TextBox 5">
            <a:extLst>
              <a:ext uri="{FF2B5EF4-FFF2-40B4-BE49-F238E27FC236}">
                <a16:creationId xmlns:a16="http://schemas.microsoft.com/office/drawing/2014/main" id="{F7BB06FF-B73F-00BA-B80A-F0203B67279D}"/>
              </a:ext>
            </a:extLst>
          </p:cNvPr>
          <p:cNvSpPr txBox="1"/>
          <p:nvPr/>
        </p:nvSpPr>
        <p:spPr>
          <a:xfrm>
            <a:off x="647700" y="1447800"/>
            <a:ext cx="7848600" cy="4739759"/>
          </a:xfrm>
          <a:prstGeom prst="rect">
            <a:avLst/>
          </a:prstGeom>
          <a:noFill/>
        </p:spPr>
        <p:txBody>
          <a:bodyPr wrap="square">
            <a:spAutoFit/>
          </a:bodyPr>
          <a:lstStyle/>
          <a:p>
            <a:pPr algn="l"/>
            <a:r>
              <a:rPr lang="en-US" sz="3200" b="1" i="0" dirty="0">
                <a:solidFill>
                  <a:srgbClr val="0D0D0D"/>
                </a:solidFill>
                <a:effectLst/>
                <a:latin typeface="Söhne"/>
              </a:rPr>
              <a:t>Bridge Pattern:</a:t>
            </a:r>
            <a:endParaRPr lang="en-US" sz="3200" b="0" i="0" dirty="0">
              <a:solidFill>
                <a:srgbClr val="0D0D0D"/>
              </a:solidFill>
              <a:effectLst/>
              <a:latin typeface="Söhne"/>
            </a:endParaRPr>
          </a:p>
          <a:p>
            <a:pPr algn="l">
              <a:buFont typeface="Arial" panose="020B0604020202020204" pitchFamily="34" charset="0"/>
              <a:buChar char="•"/>
            </a:pPr>
            <a:r>
              <a:rPr lang="en-US" b="1" i="0" dirty="0">
                <a:solidFill>
                  <a:srgbClr val="0D0D0D"/>
                </a:solidFill>
                <a:effectLst/>
                <a:latin typeface="Söhne"/>
              </a:rPr>
              <a:t>Definition:</a:t>
            </a:r>
            <a:r>
              <a:rPr lang="en-US" b="0" i="0" dirty="0">
                <a:solidFill>
                  <a:srgbClr val="0D0D0D"/>
                </a:solidFill>
                <a:effectLst/>
                <a:latin typeface="Söhne"/>
              </a:rPr>
              <a:t> The Bridge Pattern decouples an abstraction from its implementation so that the two can vary independently.</a:t>
            </a:r>
          </a:p>
          <a:p>
            <a:pPr algn="l">
              <a:buFont typeface="Arial" panose="020B0604020202020204" pitchFamily="34" charset="0"/>
              <a:buChar char="•"/>
            </a:pPr>
            <a:endParaRPr lang="en-US" b="0" i="0" dirty="0">
              <a:solidFill>
                <a:srgbClr val="0D0D0D"/>
              </a:solidFill>
              <a:effectLst/>
              <a:latin typeface="Söhne"/>
            </a:endParaRPr>
          </a:p>
          <a:p>
            <a:pPr algn="l">
              <a:buFont typeface="Arial" panose="020B0604020202020204" pitchFamily="34" charset="0"/>
              <a:buChar char="•"/>
            </a:pPr>
            <a:r>
              <a:rPr lang="en-US" b="1" i="0" dirty="0">
                <a:solidFill>
                  <a:srgbClr val="0D0D0D"/>
                </a:solidFill>
                <a:effectLst/>
                <a:latin typeface="Söhne"/>
              </a:rPr>
              <a:t>Problem:</a:t>
            </a:r>
            <a:r>
              <a:rPr lang="en-US" b="0" i="0" dirty="0">
                <a:solidFill>
                  <a:srgbClr val="0D0D0D"/>
                </a:solidFill>
                <a:effectLst/>
                <a:latin typeface="Söhne"/>
              </a:rPr>
              <a:t> When changes in one class require corresponding changes in another class, leading to a proliferation of classes.</a:t>
            </a:r>
          </a:p>
          <a:p>
            <a:pPr algn="l">
              <a:buFont typeface="Arial" panose="020B0604020202020204" pitchFamily="34" charset="0"/>
              <a:buChar char="•"/>
            </a:pPr>
            <a:endParaRPr lang="en-US" b="0" i="0" dirty="0">
              <a:solidFill>
                <a:srgbClr val="0D0D0D"/>
              </a:solidFill>
              <a:effectLst/>
              <a:latin typeface="Söhne"/>
            </a:endParaRPr>
          </a:p>
          <a:p>
            <a:pPr algn="l">
              <a:buFont typeface="Arial" panose="020B0604020202020204" pitchFamily="34" charset="0"/>
              <a:buChar char="•"/>
            </a:pPr>
            <a:r>
              <a:rPr lang="en-US" b="1" i="0" dirty="0">
                <a:solidFill>
                  <a:srgbClr val="0D0D0D"/>
                </a:solidFill>
                <a:effectLst/>
                <a:latin typeface="Söhne"/>
              </a:rPr>
              <a:t>Solution:</a:t>
            </a:r>
            <a:r>
              <a:rPr lang="en-US" b="0" i="0" dirty="0">
                <a:solidFill>
                  <a:srgbClr val="0D0D0D"/>
                </a:solidFill>
                <a:effectLst/>
                <a:latin typeface="Söhne"/>
              </a:rPr>
              <a:t> Separate the abstraction (interface) from its implementation, allowing them to vary independently.</a:t>
            </a:r>
          </a:p>
          <a:p>
            <a:pPr algn="l">
              <a:buFont typeface="Arial" panose="020B0604020202020204" pitchFamily="34" charset="0"/>
              <a:buChar char="•"/>
            </a:pPr>
            <a:endParaRPr lang="en-US" b="0" i="0" dirty="0">
              <a:solidFill>
                <a:srgbClr val="0D0D0D"/>
              </a:solidFill>
              <a:effectLst/>
              <a:latin typeface="Söhne"/>
            </a:endParaRPr>
          </a:p>
          <a:p>
            <a:pPr algn="l">
              <a:buFont typeface="Arial" panose="020B0604020202020204" pitchFamily="34" charset="0"/>
              <a:buChar char="•"/>
            </a:pPr>
            <a:r>
              <a:rPr lang="en-US" b="1" i="0" dirty="0">
                <a:solidFill>
                  <a:srgbClr val="0D0D0D"/>
                </a:solidFill>
                <a:effectLst/>
                <a:latin typeface="Söhne"/>
              </a:rPr>
              <a:t>Scenario:</a:t>
            </a:r>
            <a:r>
              <a:rPr lang="en-US" b="0" i="0" dirty="0">
                <a:solidFill>
                  <a:srgbClr val="0D0D0D"/>
                </a:solidFill>
                <a:effectLst/>
                <a:latin typeface="Söhne"/>
              </a:rPr>
              <a:t> Implementing various shapes with different rendering methods in a drawing application.</a:t>
            </a:r>
          </a:p>
          <a:p>
            <a:pPr algn="l">
              <a:buFont typeface="Arial" panose="020B0604020202020204" pitchFamily="34" charset="0"/>
              <a:buChar char="•"/>
            </a:pPr>
            <a:endParaRPr lang="en-US" b="0" i="0" dirty="0">
              <a:solidFill>
                <a:srgbClr val="0D0D0D"/>
              </a:solidFill>
              <a:effectLst/>
              <a:latin typeface="Söhne"/>
            </a:endParaRPr>
          </a:p>
          <a:p>
            <a:pPr algn="l">
              <a:buFont typeface="Arial" panose="020B0604020202020204" pitchFamily="34" charset="0"/>
              <a:buChar char="•"/>
            </a:pPr>
            <a:r>
              <a:rPr lang="en-US" b="1" i="0" dirty="0">
                <a:solidFill>
                  <a:srgbClr val="0D0D0D"/>
                </a:solidFill>
                <a:effectLst/>
                <a:latin typeface="Söhne"/>
              </a:rPr>
              <a:t>Real-world Analogy:</a:t>
            </a:r>
            <a:r>
              <a:rPr lang="en-US" b="0" i="0" dirty="0">
                <a:solidFill>
                  <a:srgbClr val="0D0D0D"/>
                </a:solidFill>
                <a:effectLst/>
                <a:latin typeface="Söhne"/>
              </a:rPr>
              <a:t> Building construction, where the same design can be executed using different materials (concrete, steel, wood) depending on requirements.</a:t>
            </a:r>
          </a:p>
        </p:txBody>
      </p:sp>
    </p:spTree>
    <p:extLst>
      <p:ext uri="{BB962C8B-B14F-4D97-AF65-F5344CB8AC3E}">
        <p14:creationId xmlns:p14="http://schemas.microsoft.com/office/powerpoint/2010/main" val="3293996405"/>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FF43A06-FAEC-D33E-5C2B-1567495F1154}"/>
              </a:ext>
            </a:extLst>
          </p:cNvPr>
          <p:cNvSpPr>
            <a:spLocks noGrp="1"/>
          </p:cNvSpPr>
          <p:nvPr>
            <p:ph type="title"/>
          </p:nvPr>
        </p:nvSpPr>
        <p:spPr/>
        <p:txBody>
          <a:bodyPr/>
          <a:lstStyle/>
          <a:p>
            <a:r>
              <a:rPr lang="en-US" dirty="0"/>
              <a:t>Problem </a:t>
            </a:r>
          </a:p>
        </p:txBody>
      </p:sp>
      <p:sp>
        <p:nvSpPr>
          <p:cNvPr id="3" name="Date Placeholder 2">
            <a:extLst>
              <a:ext uri="{FF2B5EF4-FFF2-40B4-BE49-F238E27FC236}">
                <a16:creationId xmlns:a16="http://schemas.microsoft.com/office/drawing/2014/main" id="{BBEE814F-B26E-666A-9B61-D0772EB64533}"/>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2C353E0F-8214-98EA-9BE7-3131633A980E}"/>
              </a:ext>
            </a:extLst>
          </p:cNvPr>
          <p:cNvSpPr>
            <a:spLocks noGrp="1"/>
          </p:cNvSpPr>
          <p:nvPr>
            <p:ph type="sldNum" sz="quarter" idx="12"/>
          </p:nvPr>
        </p:nvSpPr>
        <p:spPr/>
        <p:txBody>
          <a:bodyPr/>
          <a:lstStyle/>
          <a:p>
            <a:pPr>
              <a:defRPr/>
            </a:pPr>
            <a:fld id="{F02FF4ED-2B23-4CC6-834A-FCFA22AF88CD}" type="slidenum">
              <a:rPr lang="en-US" altLang="en-US" smtClean="0"/>
              <a:pPr>
                <a:defRPr/>
              </a:pPr>
              <a:t>24</a:t>
            </a:fld>
            <a:endParaRPr lang="en-US" altLang="en-US"/>
          </a:p>
        </p:txBody>
      </p:sp>
      <p:pic>
        <p:nvPicPr>
          <p:cNvPr id="6" name="Picture 5">
            <a:extLst>
              <a:ext uri="{FF2B5EF4-FFF2-40B4-BE49-F238E27FC236}">
                <a16:creationId xmlns:a16="http://schemas.microsoft.com/office/drawing/2014/main" id="{F412742D-E6F4-0460-283A-6314A5C08617}"/>
              </a:ext>
            </a:extLst>
          </p:cNvPr>
          <p:cNvPicPr>
            <a:picLocks noChangeAspect="1"/>
          </p:cNvPicPr>
          <p:nvPr/>
        </p:nvPicPr>
        <p:blipFill>
          <a:blip r:embed="rId2"/>
          <a:stretch>
            <a:fillRect/>
          </a:stretch>
        </p:blipFill>
        <p:spPr>
          <a:xfrm>
            <a:off x="2512218" y="2349501"/>
            <a:ext cx="4119563" cy="3533775"/>
          </a:xfrm>
          <a:prstGeom prst="rect">
            <a:avLst/>
          </a:prstGeom>
        </p:spPr>
      </p:pic>
    </p:spTree>
    <p:extLst>
      <p:ext uri="{BB962C8B-B14F-4D97-AF65-F5344CB8AC3E}">
        <p14:creationId xmlns:p14="http://schemas.microsoft.com/office/powerpoint/2010/main" val="2256313940"/>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FF834-FAB2-A799-C408-D2B5501A57AE}"/>
              </a:ext>
            </a:extLst>
          </p:cNvPr>
          <p:cNvSpPr>
            <a:spLocks noGrp="1"/>
          </p:cNvSpPr>
          <p:nvPr>
            <p:ph type="title"/>
          </p:nvPr>
        </p:nvSpPr>
        <p:spPr/>
        <p:txBody>
          <a:bodyPr/>
          <a:lstStyle/>
          <a:p>
            <a:r>
              <a:rPr lang="en-US" dirty="0"/>
              <a:t>solution</a:t>
            </a:r>
          </a:p>
        </p:txBody>
      </p:sp>
      <p:sp>
        <p:nvSpPr>
          <p:cNvPr id="3" name="Date Placeholder 2">
            <a:extLst>
              <a:ext uri="{FF2B5EF4-FFF2-40B4-BE49-F238E27FC236}">
                <a16:creationId xmlns:a16="http://schemas.microsoft.com/office/drawing/2014/main" id="{50D0B2B5-CCC2-19B6-049C-F50AD459B6FA}"/>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A4C92F0B-8398-F48F-7852-FBB484B366CC}"/>
              </a:ext>
            </a:extLst>
          </p:cNvPr>
          <p:cNvSpPr>
            <a:spLocks noGrp="1"/>
          </p:cNvSpPr>
          <p:nvPr>
            <p:ph type="sldNum" sz="quarter" idx="12"/>
          </p:nvPr>
        </p:nvSpPr>
        <p:spPr/>
        <p:txBody>
          <a:bodyPr/>
          <a:lstStyle/>
          <a:p>
            <a:pPr>
              <a:defRPr/>
            </a:pPr>
            <a:fld id="{F02FF4ED-2B23-4CC6-834A-FCFA22AF88CD}" type="slidenum">
              <a:rPr lang="en-US" altLang="en-US" smtClean="0"/>
              <a:pPr>
                <a:defRPr/>
              </a:pPr>
              <a:t>25</a:t>
            </a:fld>
            <a:endParaRPr lang="en-US" altLang="en-US"/>
          </a:p>
        </p:txBody>
      </p:sp>
      <p:pic>
        <p:nvPicPr>
          <p:cNvPr id="6" name="Picture 5">
            <a:extLst>
              <a:ext uri="{FF2B5EF4-FFF2-40B4-BE49-F238E27FC236}">
                <a16:creationId xmlns:a16="http://schemas.microsoft.com/office/drawing/2014/main" id="{B943C1F6-D047-E8D2-03C8-751DC32C244B}"/>
              </a:ext>
            </a:extLst>
          </p:cNvPr>
          <p:cNvPicPr>
            <a:picLocks noChangeAspect="1"/>
          </p:cNvPicPr>
          <p:nvPr/>
        </p:nvPicPr>
        <p:blipFill>
          <a:blip r:embed="rId2"/>
          <a:stretch>
            <a:fillRect/>
          </a:stretch>
        </p:blipFill>
        <p:spPr>
          <a:xfrm>
            <a:off x="2405062" y="2357437"/>
            <a:ext cx="4333875" cy="2143125"/>
          </a:xfrm>
          <a:prstGeom prst="rect">
            <a:avLst/>
          </a:prstGeom>
        </p:spPr>
      </p:pic>
    </p:spTree>
    <p:extLst>
      <p:ext uri="{BB962C8B-B14F-4D97-AF65-F5344CB8AC3E}">
        <p14:creationId xmlns:p14="http://schemas.microsoft.com/office/powerpoint/2010/main" val="2018339309"/>
      </p:ext>
    </p:ext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18D7DD0-110F-43F3-A7E4-B51873CBF1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D2585039-CDA7-4B76-B013-776F970D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638" y="0"/>
            <a:ext cx="913036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D53D942-8031-42E8-88B4-E03A710E8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5FD07472-970F-49B5-8994-ADEAA3148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447800" cy="6858002"/>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82869BAE-8EC0-4D16-ACB8-F0CBFDD904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524" t="71774" r="2564"/>
          <a:stretch/>
        </p:blipFill>
        <p:spPr>
          <a:xfrm>
            <a:off x="13638" y="4822361"/>
            <a:ext cx="1433926" cy="2035640"/>
          </a:xfrm>
          <a:prstGeom prst="rect">
            <a:avLst/>
          </a:prstGeom>
        </p:spPr>
      </p:pic>
      <p:pic>
        <p:nvPicPr>
          <p:cNvPr id="23" name="Picture 22">
            <a:extLst>
              <a:ext uri="{FF2B5EF4-FFF2-40B4-BE49-F238E27FC236}">
                <a16:creationId xmlns:a16="http://schemas.microsoft.com/office/drawing/2014/main" id="{3524A7AE-FFF7-4F70-9AEA-01A5DFF77B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49896" t="75007" r="30510"/>
          <a:stretch/>
        </p:blipFill>
        <p:spPr>
          <a:xfrm>
            <a:off x="223391" y="5471958"/>
            <a:ext cx="667411" cy="638482"/>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
        <p:nvSpPr>
          <p:cNvPr id="6" name="TextBox 5">
            <a:extLst>
              <a:ext uri="{FF2B5EF4-FFF2-40B4-BE49-F238E27FC236}">
                <a16:creationId xmlns:a16="http://schemas.microsoft.com/office/drawing/2014/main" id="{ED9FC7A9-4F17-3556-4AC1-59D97CD2726D}"/>
              </a:ext>
            </a:extLst>
          </p:cNvPr>
          <p:cNvSpPr txBox="1"/>
          <p:nvPr/>
        </p:nvSpPr>
        <p:spPr>
          <a:xfrm>
            <a:off x="2133364" y="1950440"/>
            <a:ext cx="6324835" cy="3840760"/>
          </a:xfrm>
          <a:prstGeom prst="rect">
            <a:avLst/>
          </a:prstGeom>
        </p:spPr>
        <p:txBody>
          <a:bodyPr vert="horz" lIns="91440" tIns="45720" rIns="91440" bIns="45720" rtlCol="0" anchor="ctr">
            <a:normAutofit/>
          </a:bodyPr>
          <a:lstStyle/>
          <a:p>
            <a:pPr indent="-228600" eaLnBrk="1" hangingPunct="1">
              <a:lnSpc>
                <a:spcPct val="120000"/>
              </a:lnSpc>
              <a:spcAft>
                <a:spcPts val="600"/>
              </a:spcAft>
              <a:buClr>
                <a:schemeClr val="tx1"/>
              </a:buClr>
              <a:buFont typeface="Arial" panose="020B0604020202020204" pitchFamily="34" charset="0"/>
              <a:buChar char="•"/>
            </a:pPr>
            <a:r>
              <a:rPr lang="en-US" b="1" i="0" cap="all">
                <a:latin typeface="+mn-lt"/>
                <a:ea typeface="+mn-ea"/>
              </a:rPr>
              <a:t>Decorator</a:t>
            </a:r>
            <a:r>
              <a:rPr lang="en-US" b="0" i="0" cap="all">
                <a:latin typeface="+mn-lt"/>
                <a:ea typeface="+mn-ea"/>
              </a:rPr>
              <a:t> is a structural design pattern that lets you attach new behaviors to objects by placing these objects inside special wrapper objects that contain the behaviors.</a:t>
            </a:r>
            <a:endParaRPr lang="en-US" cap="all">
              <a:latin typeface="+mn-lt"/>
              <a:ea typeface="+mn-ea"/>
            </a:endParaRPr>
          </a:p>
        </p:txBody>
      </p:sp>
      <p:sp>
        <p:nvSpPr>
          <p:cNvPr id="2" name="Title 1">
            <a:extLst>
              <a:ext uri="{FF2B5EF4-FFF2-40B4-BE49-F238E27FC236}">
                <a16:creationId xmlns:a16="http://schemas.microsoft.com/office/drawing/2014/main" id="{B80A3806-00EB-0B60-D8F4-4B3D554E896F}"/>
              </a:ext>
            </a:extLst>
          </p:cNvPr>
          <p:cNvSpPr>
            <a:spLocks noGrp="1"/>
          </p:cNvSpPr>
          <p:nvPr>
            <p:ph type="title"/>
          </p:nvPr>
        </p:nvSpPr>
        <p:spPr>
          <a:xfrm>
            <a:off x="2133364" y="643467"/>
            <a:ext cx="6325304" cy="1306972"/>
          </a:xfrm>
        </p:spPr>
        <p:txBody>
          <a:bodyPr vert="horz" lIns="91440" tIns="45720" rIns="91440" bIns="45720" rtlCol="0" anchor="ctr">
            <a:normAutofit/>
          </a:bodyPr>
          <a:lstStyle/>
          <a:p>
            <a:r>
              <a:rPr lang="en-US" sz="3800" b="1" i="0"/>
              <a:t>Decorator</a:t>
            </a:r>
            <a:endParaRPr lang="en-US" sz="3800"/>
          </a:p>
        </p:txBody>
      </p:sp>
      <p:sp>
        <p:nvSpPr>
          <p:cNvPr id="3" name="Date Placeholder 2">
            <a:extLst>
              <a:ext uri="{FF2B5EF4-FFF2-40B4-BE49-F238E27FC236}">
                <a16:creationId xmlns:a16="http://schemas.microsoft.com/office/drawing/2014/main" id="{4A47AA37-EDB5-A63B-5A79-933B07996AE7}"/>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April 2, 2024</a:t>
            </a:fld>
            <a:endParaRPr lang="en-US" altLang="en-US">
              <a:latin typeface="+mn-lt"/>
              <a:ea typeface="+mn-ea"/>
            </a:endParaRPr>
          </a:p>
        </p:txBody>
      </p:sp>
      <p:sp>
        <p:nvSpPr>
          <p:cNvPr id="4" name="Slide Number Placeholder 3">
            <a:extLst>
              <a:ext uri="{FF2B5EF4-FFF2-40B4-BE49-F238E27FC236}">
                <a16:creationId xmlns:a16="http://schemas.microsoft.com/office/drawing/2014/main" id="{1DD3A9CF-7939-E1C6-8E1F-182F0EF7AF5F}"/>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kern="1200" dirty="0">
                <a:solidFill>
                  <a:schemeClr val="tx1"/>
                </a:solidFill>
                <a:latin typeface="+mn-lt"/>
                <a:ea typeface="+mn-ea"/>
                <a:cs typeface="+mn-cs"/>
              </a:rPr>
              <a:pPr defTabSz="457200" eaLnBrk="1" hangingPunct="1">
                <a:spcAft>
                  <a:spcPts val="600"/>
                </a:spcAft>
                <a:defRPr/>
              </a:pPr>
              <a:t>26</a:t>
            </a:fld>
            <a:endParaRPr lang="en-US" altLang="en-US" kern="1200" dirty="0">
              <a:solidFill>
                <a:schemeClr val="tx1"/>
              </a:solidFill>
              <a:latin typeface="+mn-lt"/>
              <a:ea typeface="+mn-ea"/>
              <a:cs typeface="+mn-cs"/>
            </a:endParaRPr>
          </a:p>
        </p:txBody>
      </p:sp>
    </p:spTree>
    <p:extLst>
      <p:ext uri="{BB962C8B-B14F-4D97-AF65-F5344CB8AC3E}">
        <p14:creationId xmlns:p14="http://schemas.microsoft.com/office/powerpoint/2010/main" val="4294650458"/>
      </p:ext>
    </p:extLst>
  </p:cSld>
  <p:clrMapOvr>
    <a:overrideClrMapping bg1="dk1" tx1="lt1" bg2="dk2" tx2="lt2" accent1="accent1" accent2="accent2" accent3="accent3" accent4="accent4" accent5="accent5" accent6="accent6" hlink="hlink" folHlink="folHlink"/>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703C5EA-C721-8437-86C5-8939169B88CA}"/>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1590BF9A-DFC4-DB20-DBD8-5165E13A13DC}"/>
              </a:ext>
            </a:extLst>
          </p:cNvPr>
          <p:cNvSpPr>
            <a:spLocks noGrp="1"/>
          </p:cNvSpPr>
          <p:nvPr>
            <p:ph type="sldNum" sz="quarter" idx="12"/>
          </p:nvPr>
        </p:nvSpPr>
        <p:spPr/>
        <p:txBody>
          <a:bodyPr/>
          <a:lstStyle/>
          <a:p>
            <a:pPr>
              <a:defRPr/>
            </a:pPr>
            <a:fld id="{F02FF4ED-2B23-4CC6-834A-FCFA22AF88CD}" type="slidenum">
              <a:rPr lang="en-US" altLang="en-US" smtClean="0"/>
              <a:pPr>
                <a:defRPr/>
              </a:pPr>
              <a:t>27</a:t>
            </a:fld>
            <a:endParaRPr lang="en-US" altLang="en-US"/>
          </a:p>
        </p:txBody>
      </p:sp>
      <p:sp>
        <p:nvSpPr>
          <p:cNvPr id="6" name="TextBox 5">
            <a:extLst>
              <a:ext uri="{FF2B5EF4-FFF2-40B4-BE49-F238E27FC236}">
                <a16:creationId xmlns:a16="http://schemas.microsoft.com/office/drawing/2014/main" id="{B842C591-FC6F-B93D-C182-E45C1E4380C3}"/>
              </a:ext>
            </a:extLst>
          </p:cNvPr>
          <p:cNvSpPr txBox="1"/>
          <p:nvPr/>
        </p:nvSpPr>
        <p:spPr>
          <a:xfrm>
            <a:off x="685800" y="1720840"/>
            <a:ext cx="8077200" cy="4832092"/>
          </a:xfrm>
          <a:prstGeom prst="rect">
            <a:avLst/>
          </a:prstGeom>
          <a:noFill/>
        </p:spPr>
        <p:txBody>
          <a:bodyPr wrap="square">
            <a:spAutoFit/>
          </a:bodyPr>
          <a:lstStyle/>
          <a:p>
            <a:pPr algn="l">
              <a:buFont typeface="Arial" panose="020B0604020202020204" pitchFamily="34" charset="0"/>
              <a:buChar char="•"/>
            </a:pPr>
            <a:r>
              <a:rPr lang="en-US" sz="2800" b="1" i="0" dirty="0">
                <a:solidFill>
                  <a:srgbClr val="0D0D0D"/>
                </a:solidFill>
                <a:effectLst/>
                <a:latin typeface="Söhne"/>
              </a:rPr>
              <a:t>Problem:</a:t>
            </a:r>
            <a:r>
              <a:rPr lang="en-US" sz="2800" b="0" i="0" dirty="0">
                <a:solidFill>
                  <a:srgbClr val="0D0D0D"/>
                </a:solidFill>
                <a:effectLst/>
                <a:latin typeface="Söhne"/>
              </a:rPr>
              <a:t> Needing to add behavior or state to individual objects without affecting other objects of the same class.</a:t>
            </a:r>
          </a:p>
          <a:p>
            <a:pPr algn="l">
              <a:buFont typeface="Arial" panose="020B0604020202020204" pitchFamily="34" charset="0"/>
              <a:buChar char="•"/>
            </a:pPr>
            <a:r>
              <a:rPr lang="en-US" sz="2800" b="1" i="0" dirty="0">
                <a:solidFill>
                  <a:srgbClr val="0D0D0D"/>
                </a:solidFill>
                <a:effectLst/>
                <a:latin typeface="Söhne"/>
              </a:rPr>
              <a:t>Solution:</a:t>
            </a:r>
            <a:r>
              <a:rPr lang="en-US" sz="2800" b="0" i="0" dirty="0">
                <a:solidFill>
                  <a:srgbClr val="0D0D0D"/>
                </a:solidFill>
                <a:effectLst/>
                <a:latin typeface="Söhne"/>
              </a:rPr>
              <a:t> Attach additional responsibilities to objects dynamically by wrapping them with decorator objects.</a:t>
            </a:r>
          </a:p>
          <a:p>
            <a:pPr algn="l">
              <a:buFont typeface="Arial" panose="020B0604020202020204" pitchFamily="34" charset="0"/>
              <a:buChar char="•"/>
            </a:pPr>
            <a:r>
              <a:rPr lang="en-US" sz="2800" b="1" i="0" dirty="0">
                <a:solidFill>
                  <a:srgbClr val="0D0D0D"/>
                </a:solidFill>
                <a:effectLst/>
                <a:latin typeface="Söhne"/>
              </a:rPr>
              <a:t>Scenario:</a:t>
            </a:r>
            <a:r>
              <a:rPr lang="en-US" sz="2800" b="0" i="0" dirty="0">
                <a:solidFill>
                  <a:srgbClr val="0D0D0D"/>
                </a:solidFill>
                <a:effectLst/>
                <a:latin typeface="Söhne"/>
              </a:rPr>
              <a:t> Adding borders, scroll bars, or other decorations to a GUI component.</a:t>
            </a:r>
          </a:p>
          <a:p>
            <a:pPr algn="l">
              <a:buFont typeface="Arial" panose="020B0604020202020204" pitchFamily="34" charset="0"/>
              <a:buChar char="•"/>
            </a:pPr>
            <a:r>
              <a:rPr lang="en-US" sz="2800" b="1" i="0" dirty="0">
                <a:solidFill>
                  <a:srgbClr val="0D0D0D"/>
                </a:solidFill>
                <a:effectLst/>
                <a:latin typeface="Söhne"/>
              </a:rPr>
              <a:t>Real-world Analogy:</a:t>
            </a:r>
            <a:r>
              <a:rPr lang="en-US" sz="2800" b="0" i="0" dirty="0">
                <a:solidFill>
                  <a:srgbClr val="0D0D0D"/>
                </a:solidFill>
                <a:effectLst/>
                <a:latin typeface="Söhne"/>
              </a:rPr>
              <a:t> Adding toppings to a pizza. You can start with a base pizza and then add different toppings (decorators) like cheese, pepperoni, or mushrooms.</a:t>
            </a:r>
          </a:p>
        </p:txBody>
      </p:sp>
    </p:spTree>
    <p:extLst>
      <p:ext uri="{BB962C8B-B14F-4D97-AF65-F5344CB8AC3E}">
        <p14:creationId xmlns:p14="http://schemas.microsoft.com/office/powerpoint/2010/main" val="3645662140"/>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2A7B2-6E0B-09FA-21D8-5ABC47C643B2}"/>
              </a:ext>
            </a:extLst>
          </p:cNvPr>
          <p:cNvSpPr>
            <a:spLocks noGrp="1"/>
          </p:cNvSpPr>
          <p:nvPr>
            <p:ph type="title"/>
          </p:nvPr>
        </p:nvSpPr>
        <p:spPr/>
        <p:txBody>
          <a:bodyPr/>
          <a:lstStyle/>
          <a:p>
            <a:r>
              <a:rPr lang="en-US" dirty="0"/>
              <a:t>Scenario</a:t>
            </a:r>
          </a:p>
        </p:txBody>
      </p:sp>
      <p:sp>
        <p:nvSpPr>
          <p:cNvPr id="3" name="Date Placeholder 2">
            <a:extLst>
              <a:ext uri="{FF2B5EF4-FFF2-40B4-BE49-F238E27FC236}">
                <a16:creationId xmlns:a16="http://schemas.microsoft.com/office/drawing/2014/main" id="{539736F1-F720-4E96-7058-03930A66BE3C}"/>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50CA1E14-7277-8377-0CA9-BA55D4E562BE}"/>
              </a:ext>
            </a:extLst>
          </p:cNvPr>
          <p:cNvSpPr>
            <a:spLocks noGrp="1"/>
          </p:cNvSpPr>
          <p:nvPr>
            <p:ph type="sldNum" sz="quarter" idx="12"/>
          </p:nvPr>
        </p:nvSpPr>
        <p:spPr/>
        <p:txBody>
          <a:bodyPr/>
          <a:lstStyle/>
          <a:p>
            <a:pPr>
              <a:defRPr/>
            </a:pPr>
            <a:fld id="{F02FF4ED-2B23-4CC6-834A-FCFA22AF88CD}" type="slidenum">
              <a:rPr lang="en-US" altLang="en-US" smtClean="0"/>
              <a:pPr>
                <a:defRPr/>
              </a:pPr>
              <a:t>28</a:t>
            </a:fld>
            <a:endParaRPr lang="en-US" altLang="en-US"/>
          </a:p>
        </p:txBody>
      </p:sp>
      <p:pic>
        <p:nvPicPr>
          <p:cNvPr id="6" name="Picture 5">
            <a:extLst>
              <a:ext uri="{FF2B5EF4-FFF2-40B4-BE49-F238E27FC236}">
                <a16:creationId xmlns:a16="http://schemas.microsoft.com/office/drawing/2014/main" id="{07EA2218-8338-EA3C-4C5C-ACD643194274}"/>
              </a:ext>
            </a:extLst>
          </p:cNvPr>
          <p:cNvPicPr>
            <a:picLocks noChangeAspect="1"/>
          </p:cNvPicPr>
          <p:nvPr/>
        </p:nvPicPr>
        <p:blipFill>
          <a:blip r:embed="rId2"/>
          <a:stretch>
            <a:fillRect/>
          </a:stretch>
        </p:blipFill>
        <p:spPr>
          <a:xfrm>
            <a:off x="1219200" y="2143180"/>
            <a:ext cx="6705600" cy="3190820"/>
          </a:xfrm>
          <a:prstGeom prst="rect">
            <a:avLst/>
          </a:prstGeom>
        </p:spPr>
      </p:pic>
    </p:spTree>
    <p:extLst>
      <p:ext uri="{BB962C8B-B14F-4D97-AF65-F5344CB8AC3E}">
        <p14:creationId xmlns:p14="http://schemas.microsoft.com/office/powerpoint/2010/main" val="472199882"/>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C31AA009-40AD-4098-8AE7-680CA35C6E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7826DDCA-6D09-4690-86AE-A65700C43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EF59AD-FB1E-4501-E8D7-BE01C0C94E2C}"/>
              </a:ext>
            </a:extLst>
          </p:cNvPr>
          <p:cNvSpPr>
            <a:spLocks noGrp="1"/>
          </p:cNvSpPr>
          <p:nvPr>
            <p:ph type="title"/>
          </p:nvPr>
        </p:nvSpPr>
        <p:spPr>
          <a:xfrm>
            <a:off x="723898" y="1346369"/>
            <a:ext cx="5168390" cy="2463629"/>
          </a:xfrm>
        </p:spPr>
        <p:txBody>
          <a:bodyPr vert="horz" lIns="91440" tIns="45720" rIns="91440" bIns="45720" rtlCol="0" anchor="b">
            <a:normAutofit/>
          </a:bodyPr>
          <a:lstStyle/>
          <a:p>
            <a:r>
              <a:rPr lang="en-US" sz="4800"/>
              <a:t>Composite</a:t>
            </a:r>
          </a:p>
        </p:txBody>
      </p:sp>
      <p:sp>
        <p:nvSpPr>
          <p:cNvPr id="6" name="TextBox 5">
            <a:extLst>
              <a:ext uri="{FF2B5EF4-FFF2-40B4-BE49-F238E27FC236}">
                <a16:creationId xmlns:a16="http://schemas.microsoft.com/office/drawing/2014/main" id="{44771C7A-B219-3150-BC48-5BF57DFF24B6}"/>
              </a:ext>
            </a:extLst>
          </p:cNvPr>
          <p:cNvSpPr txBox="1"/>
          <p:nvPr/>
        </p:nvSpPr>
        <p:spPr>
          <a:xfrm>
            <a:off x="723898" y="3886200"/>
            <a:ext cx="5168389" cy="1371599"/>
          </a:xfrm>
          <a:prstGeom prst="rect">
            <a:avLst/>
          </a:prstGeom>
        </p:spPr>
        <p:txBody>
          <a:bodyPr vert="horz" lIns="91440" tIns="45720" rIns="91440" bIns="45720" rtlCol="0">
            <a:normAutofit/>
          </a:bodyPr>
          <a:lstStyle/>
          <a:p>
            <a:pPr algn="ctr" eaLnBrk="1" hangingPunct="1">
              <a:lnSpc>
                <a:spcPct val="120000"/>
              </a:lnSpc>
              <a:spcBef>
                <a:spcPts val="1000"/>
              </a:spcBef>
              <a:buClr>
                <a:schemeClr val="tx1"/>
              </a:buClr>
            </a:pPr>
            <a:r>
              <a:rPr lang="en-US" sz="2200" b="0" i="0" cap="all">
                <a:latin typeface="+mn-lt"/>
                <a:ea typeface="+mn-ea"/>
              </a:rPr>
              <a:t>The Composite Pattern composes objects into tree structures to represent part-whole hierarchies.</a:t>
            </a:r>
          </a:p>
        </p:txBody>
      </p:sp>
      <p:sp>
        <p:nvSpPr>
          <p:cNvPr id="3" name="Date Placeholder 2">
            <a:extLst>
              <a:ext uri="{FF2B5EF4-FFF2-40B4-BE49-F238E27FC236}">
                <a16:creationId xmlns:a16="http://schemas.microsoft.com/office/drawing/2014/main" id="{C2BCC31E-7886-7127-0DB4-D1D4FDBE75CB}"/>
              </a:ext>
            </a:extLst>
          </p:cNvPr>
          <p:cNvSpPr>
            <a:spLocks noGrp="1"/>
          </p:cNvSpPr>
          <p:nvPr>
            <p:ph type="dt" sz="half" idx="10"/>
          </p:nvPr>
        </p:nvSpPr>
        <p:spPr>
          <a:xfrm>
            <a:off x="3675268" y="981244"/>
            <a:ext cx="2217018"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April 2, 2024</a:t>
            </a:fld>
            <a:endParaRPr lang="en-US" altLang="en-US">
              <a:latin typeface="+mn-lt"/>
              <a:ea typeface="+mn-ea"/>
            </a:endParaRPr>
          </a:p>
        </p:txBody>
      </p:sp>
      <p:sp>
        <p:nvSpPr>
          <p:cNvPr id="4" name="Slide Number Placeholder 3">
            <a:extLst>
              <a:ext uri="{FF2B5EF4-FFF2-40B4-BE49-F238E27FC236}">
                <a16:creationId xmlns:a16="http://schemas.microsoft.com/office/drawing/2014/main" id="{A0DA1DB2-BF05-ADC4-99B8-BA9605B24D97}"/>
              </a:ext>
            </a:extLst>
          </p:cNvPr>
          <p:cNvSpPr>
            <a:spLocks noGrp="1"/>
          </p:cNvSpPr>
          <p:nvPr>
            <p:ph type="sldNum" sz="quarter" idx="12"/>
          </p:nvPr>
        </p:nvSpPr>
        <p:spPr>
          <a:xfrm>
            <a:off x="5892287" y="981244"/>
            <a:ext cx="482599"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kern="1200" dirty="0">
                <a:solidFill>
                  <a:schemeClr val="tx1"/>
                </a:solidFill>
                <a:latin typeface="+mn-lt"/>
                <a:ea typeface="+mn-ea"/>
                <a:cs typeface="+mn-cs"/>
              </a:rPr>
              <a:pPr defTabSz="457200" eaLnBrk="1" hangingPunct="1">
                <a:spcAft>
                  <a:spcPts val="600"/>
                </a:spcAft>
                <a:defRPr/>
              </a:pPr>
              <a:t>29</a:t>
            </a:fld>
            <a:endParaRPr lang="en-US" altLang="en-US" kern="1200" dirty="0">
              <a:solidFill>
                <a:schemeClr val="tx1"/>
              </a:solidFill>
              <a:latin typeface="+mn-lt"/>
              <a:ea typeface="+mn-ea"/>
              <a:cs typeface="+mn-cs"/>
            </a:endParaRPr>
          </a:p>
        </p:txBody>
      </p:sp>
      <p:sp useBgFill="1">
        <p:nvSpPr>
          <p:cNvPr id="17" name="Rectangle 16">
            <a:extLst>
              <a:ext uri="{FF2B5EF4-FFF2-40B4-BE49-F238E27FC236}">
                <a16:creationId xmlns:a16="http://schemas.microsoft.com/office/drawing/2014/main" id="{48D94113-B99D-4827-8468-42C0869DD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8784" y="0"/>
            <a:ext cx="2045215" cy="6858000"/>
          </a:xfrm>
          <a:prstGeom prst="rect">
            <a:avLst/>
          </a:prstGeom>
          <a:ln>
            <a:noFill/>
          </a:ln>
          <a:effectLst>
            <a:outerShdw blurRad="88900" dist="254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D97E19A-F48B-4D56-A949-3A826CF00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8784" y="0"/>
            <a:ext cx="2045216" cy="68580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E5B1C489-3520-454E-BCE4-DE06A472FFF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15620" t="1120" r="54326" b="73832"/>
          <a:stretch/>
        </p:blipFill>
        <p:spPr>
          <a:xfrm>
            <a:off x="7098785" y="4417"/>
            <a:ext cx="1738843" cy="1086886"/>
          </a:xfrm>
          <a:prstGeom prst="rect">
            <a:avLst/>
          </a:prstGeom>
        </p:spPr>
      </p:pic>
      <p:pic>
        <p:nvPicPr>
          <p:cNvPr id="23" name="Picture 22">
            <a:extLst>
              <a:ext uri="{FF2B5EF4-FFF2-40B4-BE49-F238E27FC236}">
                <a16:creationId xmlns:a16="http://schemas.microsoft.com/office/drawing/2014/main" id="{29CDFDB7-75F8-4CF5-A2D6-59A1D86232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0213"/>
          <a:stretch/>
        </p:blipFill>
        <p:spPr>
          <a:xfrm>
            <a:off x="7459132" y="3287359"/>
            <a:ext cx="1684868" cy="2197653"/>
          </a:xfrm>
          <a:prstGeom prst="rect">
            <a:avLst/>
          </a:prstGeom>
        </p:spPr>
      </p:pic>
      <p:pic>
        <p:nvPicPr>
          <p:cNvPr id="25" name="Picture 24">
            <a:extLst>
              <a:ext uri="{FF2B5EF4-FFF2-40B4-BE49-F238E27FC236}">
                <a16:creationId xmlns:a16="http://schemas.microsoft.com/office/drawing/2014/main" id="{A1EE895C-73D3-4A38-BD82-6A056D2531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46466" t="75007" r="30510"/>
          <a:stretch/>
        </p:blipFill>
        <p:spPr>
          <a:xfrm>
            <a:off x="7911445" y="2550437"/>
            <a:ext cx="1232555" cy="1003467"/>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pic>
        <p:nvPicPr>
          <p:cNvPr id="27" name="Picture 26">
            <a:extLst>
              <a:ext uri="{FF2B5EF4-FFF2-40B4-BE49-F238E27FC236}">
                <a16:creationId xmlns:a16="http://schemas.microsoft.com/office/drawing/2014/main" id="{68FD3076-E852-4125-BBED-3FB31599F4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68940" t="81531" r="19879"/>
          <a:stretch/>
        </p:blipFill>
        <p:spPr>
          <a:xfrm>
            <a:off x="7098786" y="5597114"/>
            <a:ext cx="1017693" cy="1260885"/>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Tree>
    <p:extLst>
      <p:ext uri="{BB962C8B-B14F-4D97-AF65-F5344CB8AC3E}">
        <p14:creationId xmlns:p14="http://schemas.microsoft.com/office/powerpoint/2010/main" val="1758377843"/>
      </p:ext>
    </p:extLst>
  </p:cSld>
  <p:clrMapOvr>
    <a:overrideClrMapping bg1="dk1" tx1="lt1" bg2="dk2" tx2="lt2" accent1="accent1" accent2="accent2" accent3="accent3" accent4="accent4" accent5="accent5" accent6="accent6" hlink="hlink" folHlink="folHlink"/>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21822CC-7B00-C7F5-4157-96B699E7A00C}"/>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AC54CB86-118F-3266-35AD-41E951A7D42C}"/>
              </a:ext>
            </a:extLst>
          </p:cNvPr>
          <p:cNvSpPr>
            <a:spLocks noGrp="1"/>
          </p:cNvSpPr>
          <p:nvPr>
            <p:ph type="sldNum" sz="quarter" idx="12"/>
          </p:nvPr>
        </p:nvSpPr>
        <p:spPr/>
        <p:txBody>
          <a:bodyPr/>
          <a:lstStyle/>
          <a:p>
            <a:pPr>
              <a:defRPr/>
            </a:pPr>
            <a:fld id="{F02FF4ED-2B23-4CC6-834A-FCFA22AF88CD}" type="slidenum">
              <a:rPr lang="en-US" altLang="en-US" smtClean="0"/>
              <a:pPr>
                <a:defRPr/>
              </a:pPr>
              <a:t>30</a:t>
            </a:fld>
            <a:endParaRPr lang="en-US" altLang="en-US"/>
          </a:p>
        </p:txBody>
      </p:sp>
      <p:sp>
        <p:nvSpPr>
          <p:cNvPr id="8" name="TextBox 7">
            <a:extLst>
              <a:ext uri="{FF2B5EF4-FFF2-40B4-BE49-F238E27FC236}">
                <a16:creationId xmlns:a16="http://schemas.microsoft.com/office/drawing/2014/main" id="{8403FF40-0DAC-5041-BF49-0864AD872AA0}"/>
              </a:ext>
            </a:extLst>
          </p:cNvPr>
          <p:cNvSpPr txBox="1"/>
          <p:nvPr/>
        </p:nvSpPr>
        <p:spPr>
          <a:xfrm>
            <a:off x="381000" y="1305342"/>
            <a:ext cx="8763000" cy="3785652"/>
          </a:xfrm>
          <a:prstGeom prst="rect">
            <a:avLst/>
          </a:prstGeom>
          <a:noFill/>
        </p:spPr>
        <p:txBody>
          <a:bodyPr wrap="square">
            <a:spAutoFit/>
          </a:bodyPr>
          <a:lstStyle/>
          <a:p>
            <a:pPr algn="l"/>
            <a:r>
              <a:rPr lang="en-US" sz="2400" b="1" i="0" dirty="0">
                <a:solidFill>
                  <a:srgbClr val="0D0D0D"/>
                </a:solidFill>
                <a:effectLst/>
                <a:latin typeface="Söhne"/>
              </a:rPr>
              <a:t>Composite Pattern:</a:t>
            </a:r>
            <a:endParaRPr lang="en-US" sz="2400" b="0" i="0" dirty="0">
              <a:solidFill>
                <a:srgbClr val="0D0D0D"/>
              </a:solidFill>
              <a:effectLst/>
              <a:latin typeface="Söhne"/>
            </a:endParaRPr>
          </a:p>
          <a:p>
            <a:pPr algn="l"/>
            <a:r>
              <a:rPr lang="en-US" sz="2400" b="1" i="0" dirty="0">
                <a:solidFill>
                  <a:srgbClr val="0D0D0D"/>
                </a:solidFill>
                <a:effectLst/>
                <a:latin typeface="Söhne"/>
              </a:rPr>
              <a:t>Problem:</a:t>
            </a:r>
            <a:r>
              <a:rPr lang="en-US" sz="2400" b="0" i="0" dirty="0">
                <a:solidFill>
                  <a:srgbClr val="0D0D0D"/>
                </a:solidFill>
                <a:effectLst/>
                <a:latin typeface="Söhne"/>
              </a:rPr>
              <a:t> Needing to treat individual objects and compositions of objects uniformly.</a:t>
            </a:r>
          </a:p>
          <a:p>
            <a:pPr algn="l">
              <a:buFont typeface="Arial" panose="020B0604020202020204" pitchFamily="34" charset="0"/>
              <a:buChar char="•"/>
            </a:pPr>
            <a:r>
              <a:rPr lang="en-US" sz="2400" b="1" i="0" dirty="0">
                <a:solidFill>
                  <a:srgbClr val="0D0D0D"/>
                </a:solidFill>
                <a:effectLst/>
                <a:latin typeface="Söhne"/>
              </a:rPr>
              <a:t>Solution:</a:t>
            </a:r>
            <a:r>
              <a:rPr lang="en-US" sz="2400" b="0" i="0" dirty="0">
                <a:solidFill>
                  <a:srgbClr val="0D0D0D"/>
                </a:solidFill>
                <a:effectLst/>
                <a:latin typeface="Söhne"/>
              </a:rPr>
              <a:t> Compose objects into tree structures to represent part-whole hierarchies.</a:t>
            </a:r>
          </a:p>
          <a:p>
            <a:pPr algn="l">
              <a:buFont typeface="Arial" panose="020B0604020202020204" pitchFamily="34" charset="0"/>
              <a:buChar char="•"/>
            </a:pPr>
            <a:r>
              <a:rPr lang="en-US" sz="2400" b="1" i="0" dirty="0">
                <a:solidFill>
                  <a:srgbClr val="0D0D0D"/>
                </a:solidFill>
                <a:effectLst/>
                <a:latin typeface="Söhne"/>
              </a:rPr>
              <a:t>Scenario:</a:t>
            </a:r>
            <a:r>
              <a:rPr lang="en-US" sz="2400" b="0" i="0" dirty="0">
                <a:solidFill>
                  <a:srgbClr val="0D0D0D"/>
                </a:solidFill>
                <a:effectLst/>
                <a:latin typeface="Söhne"/>
              </a:rPr>
              <a:t> Representing a hierarchical structure of files and directories in a file system.</a:t>
            </a:r>
          </a:p>
          <a:p>
            <a:pPr algn="l">
              <a:buFont typeface="Arial" panose="020B0604020202020204" pitchFamily="34" charset="0"/>
              <a:buChar char="•"/>
            </a:pPr>
            <a:r>
              <a:rPr lang="en-US" sz="2400" b="1" i="0" dirty="0">
                <a:solidFill>
                  <a:srgbClr val="0D0D0D"/>
                </a:solidFill>
                <a:effectLst/>
                <a:latin typeface="Söhne"/>
              </a:rPr>
              <a:t>Real-world Analogy:</a:t>
            </a:r>
            <a:r>
              <a:rPr lang="en-US" sz="2400" b="0" i="0" dirty="0">
                <a:solidFill>
                  <a:srgbClr val="0D0D0D"/>
                </a:solidFill>
                <a:effectLst/>
                <a:latin typeface="Söhne"/>
              </a:rPr>
              <a:t> A company organizational structure, where departments contain employees and can also contain other departments.</a:t>
            </a:r>
          </a:p>
        </p:txBody>
      </p:sp>
    </p:spTree>
    <p:extLst>
      <p:ext uri="{BB962C8B-B14F-4D97-AF65-F5344CB8AC3E}">
        <p14:creationId xmlns:p14="http://schemas.microsoft.com/office/powerpoint/2010/main" val="3741183242"/>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335F2-DCBE-9A7B-FEB8-EAF0627C2937}"/>
              </a:ext>
            </a:extLst>
          </p:cNvPr>
          <p:cNvSpPr>
            <a:spLocks noGrp="1"/>
          </p:cNvSpPr>
          <p:nvPr>
            <p:ph type="title"/>
          </p:nvPr>
        </p:nvSpPr>
        <p:spPr/>
        <p:txBody>
          <a:bodyPr/>
          <a:lstStyle/>
          <a:p>
            <a:r>
              <a:rPr lang="en-US" dirty="0"/>
              <a:t>Example </a:t>
            </a:r>
          </a:p>
        </p:txBody>
      </p:sp>
      <p:sp>
        <p:nvSpPr>
          <p:cNvPr id="3" name="Date Placeholder 2">
            <a:extLst>
              <a:ext uri="{FF2B5EF4-FFF2-40B4-BE49-F238E27FC236}">
                <a16:creationId xmlns:a16="http://schemas.microsoft.com/office/drawing/2014/main" id="{CAED2E9F-3864-71FC-316A-7253C331736E}"/>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16EF3AA3-BA0F-5D0F-A3F3-B54FD4B34824}"/>
              </a:ext>
            </a:extLst>
          </p:cNvPr>
          <p:cNvSpPr>
            <a:spLocks noGrp="1"/>
          </p:cNvSpPr>
          <p:nvPr>
            <p:ph type="sldNum" sz="quarter" idx="12"/>
          </p:nvPr>
        </p:nvSpPr>
        <p:spPr/>
        <p:txBody>
          <a:bodyPr/>
          <a:lstStyle/>
          <a:p>
            <a:pPr>
              <a:defRPr/>
            </a:pPr>
            <a:fld id="{F02FF4ED-2B23-4CC6-834A-FCFA22AF88CD}" type="slidenum">
              <a:rPr lang="en-US" altLang="en-US" smtClean="0"/>
              <a:pPr>
                <a:defRPr/>
              </a:pPr>
              <a:t>31</a:t>
            </a:fld>
            <a:endParaRPr lang="en-US" altLang="en-US"/>
          </a:p>
        </p:txBody>
      </p:sp>
      <p:sp>
        <p:nvSpPr>
          <p:cNvPr id="10" name="TextBox 9">
            <a:extLst>
              <a:ext uri="{FF2B5EF4-FFF2-40B4-BE49-F238E27FC236}">
                <a16:creationId xmlns:a16="http://schemas.microsoft.com/office/drawing/2014/main" id="{0D77E537-6C50-F3D8-3850-5438D2BB7AB8}"/>
              </a:ext>
            </a:extLst>
          </p:cNvPr>
          <p:cNvSpPr txBox="1"/>
          <p:nvPr/>
        </p:nvSpPr>
        <p:spPr>
          <a:xfrm>
            <a:off x="304800" y="2136339"/>
            <a:ext cx="8458200" cy="2308324"/>
          </a:xfrm>
          <a:prstGeom prst="rect">
            <a:avLst/>
          </a:prstGeom>
          <a:noFill/>
        </p:spPr>
        <p:txBody>
          <a:bodyPr wrap="square">
            <a:spAutoFit/>
          </a:bodyPr>
          <a:lstStyle/>
          <a:p>
            <a:r>
              <a:rPr lang="en-US" sz="2400" b="0" i="0" dirty="0">
                <a:solidFill>
                  <a:srgbClr val="444444"/>
                </a:solidFill>
                <a:effectLst/>
                <a:latin typeface="+mn-lt"/>
              </a:rPr>
              <a:t>Armies of most countries are structured as hierarchies. An army consists of several divisions; a division is a set of brigades, and a brigade consists of platoons, which can be broken down into squads. Finally, a squad is a small group of real soldiers. Orders are given at the top of the hierarchy and passed down onto each level until every soldier knows what needs to be done.</a:t>
            </a:r>
            <a:endParaRPr lang="en-US" sz="2400" dirty="0">
              <a:latin typeface="+mn-lt"/>
            </a:endParaRPr>
          </a:p>
        </p:txBody>
      </p:sp>
    </p:spTree>
    <p:extLst>
      <p:ext uri="{BB962C8B-B14F-4D97-AF65-F5344CB8AC3E}">
        <p14:creationId xmlns:p14="http://schemas.microsoft.com/office/powerpoint/2010/main" val="1014097689"/>
      </p:ext>
    </p:ext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335F2-DCBE-9A7B-FEB8-EAF0627C2937}"/>
              </a:ext>
            </a:extLst>
          </p:cNvPr>
          <p:cNvSpPr>
            <a:spLocks noGrp="1"/>
          </p:cNvSpPr>
          <p:nvPr>
            <p:ph type="title"/>
          </p:nvPr>
        </p:nvSpPr>
        <p:spPr/>
        <p:txBody>
          <a:bodyPr/>
          <a:lstStyle/>
          <a:p>
            <a:r>
              <a:rPr lang="en-US" dirty="0"/>
              <a:t>Example </a:t>
            </a:r>
          </a:p>
        </p:txBody>
      </p:sp>
      <p:sp>
        <p:nvSpPr>
          <p:cNvPr id="3" name="Date Placeholder 2">
            <a:extLst>
              <a:ext uri="{FF2B5EF4-FFF2-40B4-BE49-F238E27FC236}">
                <a16:creationId xmlns:a16="http://schemas.microsoft.com/office/drawing/2014/main" id="{CAED2E9F-3864-71FC-316A-7253C331736E}"/>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16EF3AA3-BA0F-5D0F-A3F3-B54FD4B34824}"/>
              </a:ext>
            </a:extLst>
          </p:cNvPr>
          <p:cNvSpPr>
            <a:spLocks noGrp="1"/>
          </p:cNvSpPr>
          <p:nvPr>
            <p:ph type="sldNum" sz="quarter" idx="12"/>
          </p:nvPr>
        </p:nvSpPr>
        <p:spPr/>
        <p:txBody>
          <a:bodyPr/>
          <a:lstStyle/>
          <a:p>
            <a:pPr>
              <a:defRPr/>
            </a:pPr>
            <a:fld id="{F02FF4ED-2B23-4CC6-834A-FCFA22AF88CD}" type="slidenum">
              <a:rPr lang="en-US" altLang="en-US" smtClean="0"/>
              <a:pPr>
                <a:defRPr/>
              </a:pPr>
              <a:t>32</a:t>
            </a:fld>
            <a:endParaRPr lang="en-US" altLang="en-US"/>
          </a:p>
        </p:txBody>
      </p:sp>
      <p:pic>
        <p:nvPicPr>
          <p:cNvPr id="6" name="Picture 5">
            <a:extLst>
              <a:ext uri="{FF2B5EF4-FFF2-40B4-BE49-F238E27FC236}">
                <a16:creationId xmlns:a16="http://schemas.microsoft.com/office/drawing/2014/main" id="{C0F3F17F-F75A-DE4A-251C-F10DF611C831}"/>
              </a:ext>
            </a:extLst>
          </p:cNvPr>
          <p:cNvPicPr>
            <a:picLocks noChangeAspect="1"/>
          </p:cNvPicPr>
          <p:nvPr/>
        </p:nvPicPr>
        <p:blipFill>
          <a:blip r:embed="rId2"/>
          <a:stretch>
            <a:fillRect/>
          </a:stretch>
        </p:blipFill>
        <p:spPr>
          <a:xfrm>
            <a:off x="1371600" y="2057400"/>
            <a:ext cx="5922963" cy="3033713"/>
          </a:xfrm>
          <a:prstGeom prst="rect">
            <a:avLst/>
          </a:prstGeom>
        </p:spPr>
      </p:pic>
    </p:spTree>
    <p:extLst>
      <p:ext uri="{BB962C8B-B14F-4D97-AF65-F5344CB8AC3E}">
        <p14:creationId xmlns:p14="http://schemas.microsoft.com/office/powerpoint/2010/main" val="3552474587"/>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18D7DD0-110F-43F3-A7E4-B51873CBF1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5" name="Rectangle 14">
            <a:extLst>
              <a:ext uri="{FF2B5EF4-FFF2-40B4-BE49-F238E27FC236}">
                <a16:creationId xmlns:a16="http://schemas.microsoft.com/office/drawing/2014/main" id="{D2585039-CDA7-4B76-B013-776F970D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638" y="0"/>
            <a:ext cx="913036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D53D942-8031-42E8-88B4-E03A710E8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5FD07472-970F-49B5-8994-ADEAA3148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447800" cy="6858002"/>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82869BAE-8EC0-4D16-ACB8-F0CBFDD904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524" t="71774" r="2564"/>
          <a:stretch/>
        </p:blipFill>
        <p:spPr>
          <a:xfrm>
            <a:off x="13638" y="4822361"/>
            <a:ext cx="1433926" cy="2035640"/>
          </a:xfrm>
          <a:prstGeom prst="rect">
            <a:avLst/>
          </a:prstGeom>
        </p:spPr>
      </p:pic>
      <p:pic>
        <p:nvPicPr>
          <p:cNvPr id="23" name="Picture 22">
            <a:extLst>
              <a:ext uri="{FF2B5EF4-FFF2-40B4-BE49-F238E27FC236}">
                <a16:creationId xmlns:a16="http://schemas.microsoft.com/office/drawing/2014/main" id="{3524A7AE-FFF7-4F70-9AEA-01A5DFF77B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49896" t="75007" r="30510"/>
          <a:stretch/>
        </p:blipFill>
        <p:spPr>
          <a:xfrm>
            <a:off x="223391" y="5471958"/>
            <a:ext cx="667411" cy="638482"/>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
        <p:nvSpPr>
          <p:cNvPr id="6" name="TextBox 5">
            <a:extLst>
              <a:ext uri="{FF2B5EF4-FFF2-40B4-BE49-F238E27FC236}">
                <a16:creationId xmlns:a16="http://schemas.microsoft.com/office/drawing/2014/main" id="{AE55858B-AE46-B5B2-391C-44A933BB3208}"/>
              </a:ext>
            </a:extLst>
          </p:cNvPr>
          <p:cNvSpPr txBox="1"/>
          <p:nvPr/>
        </p:nvSpPr>
        <p:spPr>
          <a:xfrm>
            <a:off x="2133364" y="1950440"/>
            <a:ext cx="6324835" cy="3840760"/>
          </a:xfrm>
          <a:prstGeom prst="rect">
            <a:avLst/>
          </a:prstGeom>
        </p:spPr>
        <p:txBody>
          <a:bodyPr vert="horz" lIns="91440" tIns="45720" rIns="91440" bIns="45720" rtlCol="0" anchor="ctr">
            <a:normAutofit/>
          </a:bodyPr>
          <a:lstStyle/>
          <a:p>
            <a:pPr indent="-228600" eaLnBrk="1" hangingPunct="1">
              <a:lnSpc>
                <a:spcPct val="120000"/>
              </a:lnSpc>
              <a:spcAft>
                <a:spcPts val="600"/>
              </a:spcAft>
              <a:buClr>
                <a:schemeClr val="tx1"/>
              </a:buClr>
              <a:buFont typeface="Arial" panose="020B0604020202020204" pitchFamily="34" charset="0"/>
              <a:buChar char="•"/>
            </a:pPr>
            <a:r>
              <a:rPr lang="en-US" b="1" i="0" cap="all" dirty="0">
                <a:latin typeface="+mn-lt"/>
                <a:ea typeface="+mn-ea"/>
              </a:rPr>
              <a:t>Proxy</a:t>
            </a:r>
            <a:r>
              <a:rPr lang="en-US" b="0" i="0" cap="all" dirty="0">
                <a:latin typeface="+mn-lt"/>
                <a:ea typeface="+mn-ea"/>
              </a:rPr>
              <a:t> is a structural design pattern that lets you provide a substitute or placeholder for another object. A proxy controls access to the original object, allowing you to perform something either before or after the request gets through to the original object.</a:t>
            </a:r>
            <a:endParaRPr lang="en-US" cap="all" dirty="0">
              <a:latin typeface="+mn-lt"/>
              <a:ea typeface="+mn-ea"/>
            </a:endParaRPr>
          </a:p>
        </p:txBody>
      </p:sp>
      <p:sp>
        <p:nvSpPr>
          <p:cNvPr id="2" name="Title 1">
            <a:extLst>
              <a:ext uri="{FF2B5EF4-FFF2-40B4-BE49-F238E27FC236}">
                <a16:creationId xmlns:a16="http://schemas.microsoft.com/office/drawing/2014/main" id="{03BA478F-B37E-FB03-6E8F-643FAC7B95B3}"/>
              </a:ext>
            </a:extLst>
          </p:cNvPr>
          <p:cNvSpPr>
            <a:spLocks noGrp="1"/>
          </p:cNvSpPr>
          <p:nvPr>
            <p:ph type="title"/>
          </p:nvPr>
        </p:nvSpPr>
        <p:spPr>
          <a:xfrm>
            <a:off x="2133364" y="643467"/>
            <a:ext cx="6325304" cy="1306972"/>
          </a:xfrm>
        </p:spPr>
        <p:txBody>
          <a:bodyPr vert="horz" lIns="91440" tIns="45720" rIns="91440" bIns="45720" rtlCol="0" anchor="ctr">
            <a:normAutofit/>
          </a:bodyPr>
          <a:lstStyle/>
          <a:p>
            <a:r>
              <a:rPr lang="en-US" sz="3800" dirty="0"/>
              <a:t>Proxy</a:t>
            </a:r>
          </a:p>
        </p:txBody>
      </p:sp>
      <p:sp>
        <p:nvSpPr>
          <p:cNvPr id="3" name="Date Placeholder 2">
            <a:extLst>
              <a:ext uri="{FF2B5EF4-FFF2-40B4-BE49-F238E27FC236}">
                <a16:creationId xmlns:a16="http://schemas.microsoft.com/office/drawing/2014/main" id="{3E397495-C881-6D50-2C0D-199613F6946B}"/>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3A100575-81D0-4836-BDA5-88ECA2DF1A30}" type="datetime4">
              <a:rPr lang="en-US" altLang="en-US" smtClean="0">
                <a:latin typeface="+mn-lt"/>
                <a:ea typeface="+mn-ea"/>
              </a:rPr>
              <a:pPr defTabSz="457200" eaLnBrk="1" hangingPunct="1">
                <a:spcAft>
                  <a:spcPts val="600"/>
                </a:spcAft>
                <a:defRPr/>
              </a:pPr>
              <a:t>April 2, 2024</a:t>
            </a:fld>
            <a:endParaRPr lang="en-US" altLang="en-US">
              <a:latin typeface="+mn-lt"/>
              <a:ea typeface="+mn-ea"/>
            </a:endParaRPr>
          </a:p>
        </p:txBody>
      </p:sp>
      <p:sp>
        <p:nvSpPr>
          <p:cNvPr id="4" name="Slide Number Placeholder 3">
            <a:extLst>
              <a:ext uri="{FF2B5EF4-FFF2-40B4-BE49-F238E27FC236}">
                <a16:creationId xmlns:a16="http://schemas.microsoft.com/office/drawing/2014/main" id="{FEA725AA-42C5-B1E6-DF36-BECD8227E938}"/>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F02FF4ED-2B23-4CC6-834A-FCFA22AF88CD}" type="slidenum">
              <a:rPr lang="en-US" altLang="en-US" kern="1200" dirty="0">
                <a:solidFill>
                  <a:schemeClr val="tx1"/>
                </a:solidFill>
                <a:latin typeface="+mn-lt"/>
                <a:ea typeface="+mn-ea"/>
                <a:cs typeface="+mn-cs"/>
              </a:rPr>
              <a:pPr defTabSz="457200" eaLnBrk="1" hangingPunct="1">
                <a:spcAft>
                  <a:spcPts val="600"/>
                </a:spcAft>
                <a:defRPr/>
              </a:pPr>
              <a:t>33</a:t>
            </a:fld>
            <a:endParaRPr lang="en-US" altLang="en-US" kern="1200" dirty="0">
              <a:solidFill>
                <a:schemeClr val="tx1"/>
              </a:solidFill>
              <a:latin typeface="+mn-lt"/>
              <a:ea typeface="+mn-ea"/>
              <a:cs typeface="+mn-cs"/>
            </a:endParaRPr>
          </a:p>
        </p:txBody>
      </p:sp>
    </p:spTree>
    <p:extLst>
      <p:ext uri="{BB962C8B-B14F-4D97-AF65-F5344CB8AC3E}">
        <p14:creationId xmlns:p14="http://schemas.microsoft.com/office/powerpoint/2010/main" val="960174947"/>
      </p:ext>
    </p:extLst>
  </p:cSld>
  <p:clrMapOvr>
    <a:overrideClrMapping bg1="dk1" tx1="lt1" bg2="dk2" tx2="lt2" accent1="accent1" accent2="accent2" accent3="accent3" accent4="accent4" accent5="accent5" accent6="accent6" hlink="hlink" folHlink="folHlink"/>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01528AA-1D82-2061-1F8A-FA5B74A15F78}"/>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F16D63B4-A640-DAE4-9805-7F25C4295807}"/>
              </a:ext>
            </a:extLst>
          </p:cNvPr>
          <p:cNvSpPr>
            <a:spLocks noGrp="1"/>
          </p:cNvSpPr>
          <p:nvPr>
            <p:ph type="sldNum" sz="quarter" idx="12"/>
          </p:nvPr>
        </p:nvSpPr>
        <p:spPr/>
        <p:txBody>
          <a:bodyPr/>
          <a:lstStyle/>
          <a:p>
            <a:pPr>
              <a:defRPr/>
            </a:pPr>
            <a:fld id="{F02FF4ED-2B23-4CC6-834A-FCFA22AF88CD}" type="slidenum">
              <a:rPr lang="en-US" altLang="en-US" smtClean="0"/>
              <a:pPr>
                <a:defRPr/>
              </a:pPr>
              <a:t>34</a:t>
            </a:fld>
            <a:endParaRPr lang="en-US" altLang="en-US"/>
          </a:p>
        </p:txBody>
      </p:sp>
      <p:sp>
        <p:nvSpPr>
          <p:cNvPr id="6" name="TextBox 5">
            <a:extLst>
              <a:ext uri="{FF2B5EF4-FFF2-40B4-BE49-F238E27FC236}">
                <a16:creationId xmlns:a16="http://schemas.microsoft.com/office/drawing/2014/main" id="{B2F5B635-ED07-4E7F-FE90-CFC46BCA7907}"/>
              </a:ext>
            </a:extLst>
          </p:cNvPr>
          <p:cNvSpPr txBox="1"/>
          <p:nvPr/>
        </p:nvSpPr>
        <p:spPr>
          <a:xfrm>
            <a:off x="236444" y="1081962"/>
            <a:ext cx="8229600" cy="4985980"/>
          </a:xfrm>
          <a:prstGeom prst="rect">
            <a:avLst/>
          </a:prstGeom>
          <a:noFill/>
        </p:spPr>
        <p:txBody>
          <a:bodyPr wrap="square">
            <a:spAutoFit/>
          </a:bodyPr>
          <a:lstStyle/>
          <a:p>
            <a:pPr algn="l">
              <a:buFont typeface="Arial" panose="020B0604020202020204" pitchFamily="34" charset="0"/>
              <a:buChar char="•"/>
            </a:pPr>
            <a:r>
              <a:rPr lang="en-US" sz="2000" b="1" i="0" dirty="0">
                <a:solidFill>
                  <a:srgbClr val="0D0D0D"/>
                </a:solidFill>
                <a:effectLst/>
                <a:latin typeface="Söhne"/>
              </a:rPr>
              <a:t>Problem:</a:t>
            </a:r>
            <a:r>
              <a:rPr lang="en-US" sz="2000" b="0" i="0" dirty="0">
                <a:solidFill>
                  <a:srgbClr val="0D0D0D"/>
                </a:solidFill>
                <a:effectLst/>
                <a:latin typeface="Söhne"/>
              </a:rPr>
              <a:t> Needing to control access to an object due to security concerns, performance optimization, or managing the creation of expensive resources.</a:t>
            </a:r>
            <a:endParaRPr lang="en-US" sz="2000" dirty="0">
              <a:solidFill>
                <a:srgbClr val="0D0D0D"/>
              </a:solidFill>
              <a:latin typeface="Söhne"/>
            </a:endParaRPr>
          </a:p>
          <a:p>
            <a:pPr algn="l">
              <a:buFont typeface="Arial" panose="020B0604020202020204" pitchFamily="34" charset="0"/>
              <a:buChar char="•"/>
            </a:pPr>
            <a:endParaRPr lang="en-US" sz="2000" b="0" i="0" dirty="0">
              <a:solidFill>
                <a:srgbClr val="0D0D0D"/>
              </a:solidFill>
              <a:effectLst/>
              <a:latin typeface="Söhne"/>
            </a:endParaRPr>
          </a:p>
          <a:p>
            <a:pPr algn="l">
              <a:buFont typeface="Arial" panose="020B0604020202020204" pitchFamily="34" charset="0"/>
              <a:buChar char="•"/>
            </a:pPr>
            <a:r>
              <a:rPr lang="en-US" sz="2000" b="1" i="0" dirty="0">
                <a:solidFill>
                  <a:srgbClr val="0D0D0D"/>
                </a:solidFill>
                <a:effectLst/>
                <a:latin typeface="Söhne"/>
              </a:rPr>
              <a:t>Solution:</a:t>
            </a:r>
            <a:r>
              <a:rPr lang="en-US" sz="2000" b="0" i="0" dirty="0">
                <a:solidFill>
                  <a:srgbClr val="0D0D0D"/>
                </a:solidFill>
                <a:effectLst/>
                <a:latin typeface="Söhne"/>
              </a:rPr>
              <a:t> Create a proxy object that acts as an intermediary between the client and the real object. The proxy controls access to the real object and can perform additional tasks such as lazy initialization, caching, access control, or logging.</a:t>
            </a:r>
            <a:r>
              <a:rPr lang="en-US" sz="2000" b="1" i="0" dirty="0">
                <a:solidFill>
                  <a:srgbClr val="0D0D0D"/>
                </a:solidFill>
                <a:effectLst/>
                <a:latin typeface="Söhne"/>
              </a:rPr>
              <a:t> </a:t>
            </a:r>
            <a:endParaRPr lang="en-US" sz="2000" b="1" dirty="0">
              <a:solidFill>
                <a:srgbClr val="0D0D0D"/>
              </a:solidFill>
              <a:latin typeface="Söhne"/>
            </a:endParaRPr>
          </a:p>
          <a:p>
            <a:pPr algn="l">
              <a:buFont typeface="Arial" panose="020B0604020202020204" pitchFamily="34" charset="0"/>
              <a:buChar char="•"/>
            </a:pPr>
            <a:endParaRPr lang="en-US" sz="2000" b="1" i="0" dirty="0">
              <a:solidFill>
                <a:srgbClr val="0D0D0D"/>
              </a:solidFill>
              <a:effectLst/>
              <a:latin typeface="Söhne"/>
            </a:endParaRPr>
          </a:p>
          <a:p>
            <a:pPr algn="l">
              <a:buFont typeface="Arial" panose="020B0604020202020204" pitchFamily="34" charset="0"/>
              <a:buChar char="•"/>
            </a:pPr>
            <a:r>
              <a:rPr lang="en-US" sz="2000" b="1" i="0" dirty="0">
                <a:solidFill>
                  <a:srgbClr val="0D0D0D"/>
                </a:solidFill>
                <a:effectLst/>
                <a:latin typeface="Söhne"/>
              </a:rPr>
              <a:t>Scenario:</a:t>
            </a:r>
            <a:r>
              <a:rPr lang="en-US" sz="2000" b="0" i="0" dirty="0">
                <a:solidFill>
                  <a:srgbClr val="0D0D0D"/>
                </a:solidFill>
                <a:effectLst/>
                <a:latin typeface="Söhne"/>
              </a:rPr>
              <a:t> Consider a scenario where a large image needs to be loaded from disk into memory for display in a user interface. Loading the entire image into memory at once may consume a lot of resources and slow down the application. Instead, a Proxy Pattern can be used where a proxy image object is created to represent the actual image. When the image is requested by the user interface, the proxy loads only the portion of the image that is currently visible on the screen, improving performance and reducing memory usage.</a:t>
            </a:r>
          </a:p>
          <a:p>
            <a:pPr algn="l">
              <a:buFont typeface="Arial" panose="020B0604020202020204" pitchFamily="34" charset="0"/>
              <a:buChar char="•"/>
            </a:pPr>
            <a:endParaRPr lang="en-US" sz="2000" b="0" i="0" dirty="0">
              <a:solidFill>
                <a:srgbClr val="0D0D0D"/>
              </a:solidFill>
              <a:effectLst/>
              <a:latin typeface="Söhne"/>
            </a:endParaRPr>
          </a:p>
        </p:txBody>
      </p:sp>
    </p:spTree>
    <p:extLst>
      <p:ext uri="{BB962C8B-B14F-4D97-AF65-F5344CB8AC3E}">
        <p14:creationId xmlns:p14="http://schemas.microsoft.com/office/powerpoint/2010/main" val="2714932076"/>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01528AA-1D82-2061-1F8A-FA5B74A15F78}"/>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F16D63B4-A640-DAE4-9805-7F25C4295807}"/>
              </a:ext>
            </a:extLst>
          </p:cNvPr>
          <p:cNvSpPr>
            <a:spLocks noGrp="1"/>
          </p:cNvSpPr>
          <p:nvPr>
            <p:ph type="sldNum" sz="quarter" idx="12"/>
          </p:nvPr>
        </p:nvSpPr>
        <p:spPr/>
        <p:txBody>
          <a:bodyPr/>
          <a:lstStyle/>
          <a:p>
            <a:pPr>
              <a:defRPr/>
            </a:pPr>
            <a:fld id="{F02FF4ED-2B23-4CC6-834A-FCFA22AF88CD}" type="slidenum">
              <a:rPr lang="en-US" altLang="en-US" smtClean="0"/>
              <a:pPr>
                <a:defRPr/>
              </a:pPr>
              <a:t>35</a:t>
            </a:fld>
            <a:endParaRPr lang="en-US" altLang="en-US"/>
          </a:p>
        </p:txBody>
      </p:sp>
      <p:sp>
        <p:nvSpPr>
          <p:cNvPr id="6" name="TextBox 5">
            <a:extLst>
              <a:ext uri="{FF2B5EF4-FFF2-40B4-BE49-F238E27FC236}">
                <a16:creationId xmlns:a16="http://schemas.microsoft.com/office/drawing/2014/main" id="{B2F5B635-ED07-4E7F-FE90-CFC46BCA7907}"/>
              </a:ext>
            </a:extLst>
          </p:cNvPr>
          <p:cNvSpPr txBox="1"/>
          <p:nvPr/>
        </p:nvSpPr>
        <p:spPr>
          <a:xfrm>
            <a:off x="457200" y="1524000"/>
            <a:ext cx="8229600" cy="4708981"/>
          </a:xfrm>
          <a:prstGeom prst="rect">
            <a:avLst/>
          </a:prstGeom>
          <a:noFill/>
        </p:spPr>
        <p:txBody>
          <a:bodyPr wrap="square">
            <a:spAutoFit/>
          </a:bodyPr>
          <a:lstStyle/>
          <a:p>
            <a:pPr algn="l">
              <a:buFont typeface="Arial" panose="020B0604020202020204" pitchFamily="34" charset="0"/>
              <a:buChar char="•"/>
            </a:pPr>
            <a:r>
              <a:rPr lang="en-US" sz="2000" b="1" i="0" dirty="0">
                <a:solidFill>
                  <a:srgbClr val="0D0D0D"/>
                </a:solidFill>
                <a:effectLst/>
                <a:latin typeface="Söhne"/>
              </a:rPr>
              <a:t>Real-world Analogy:</a:t>
            </a:r>
            <a:r>
              <a:rPr lang="en-US" sz="2000" b="0" i="0" dirty="0">
                <a:solidFill>
                  <a:srgbClr val="0D0D0D"/>
                </a:solidFill>
                <a:effectLst/>
                <a:latin typeface="Söhne"/>
              </a:rPr>
              <a:t> </a:t>
            </a:r>
          </a:p>
          <a:p>
            <a:pPr algn="l">
              <a:buFont typeface="Arial" panose="020B0604020202020204" pitchFamily="34" charset="0"/>
              <a:buChar char="•"/>
            </a:pPr>
            <a:endParaRPr lang="en-US" sz="2000" dirty="0">
              <a:solidFill>
                <a:srgbClr val="0D0D0D"/>
              </a:solidFill>
              <a:latin typeface="Söhne"/>
            </a:endParaRPr>
          </a:p>
          <a:p>
            <a:pPr marL="342900" indent="-342900" algn="just">
              <a:buFont typeface="Arial" panose="020B0604020202020204" pitchFamily="34" charset="0"/>
              <a:buChar char="•"/>
            </a:pPr>
            <a:r>
              <a:rPr lang="en-US" sz="2000" b="0" i="0" dirty="0">
                <a:solidFill>
                  <a:srgbClr val="0D0D0D"/>
                </a:solidFill>
                <a:effectLst/>
                <a:latin typeface="Söhne"/>
              </a:rPr>
              <a:t>A security guard acting as a proxy for a building. The security guard controls access to the building, checks credentials of individuals trying to enter, and ensures that only authorized personnel are allowed inside. Similarly, a proxy object controls access to the real object and can perform additional tasks such as authentication and authorization before allowing the client to access the real object.</a:t>
            </a:r>
          </a:p>
          <a:p>
            <a:pPr marL="342900" indent="-342900" algn="just">
              <a:buFont typeface="Arial" panose="020B0604020202020204" pitchFamily="34" charset="0"/>
              <a:buChar char="•"/>
            </a:pPr>
            <a:endParaRPr lang="en-US" sz="2000" dirty="0">
              <a:solidFill>
                <a:srgbClr val="0D0D0D"/>
              </a:solidFill>
              <a:latin typeface="Söhne"/>
            </a:endParaRPr>
          </a:p>
          <a:p>
            <a:pPr marL="342900" indent="-342900" algn="just">
              <a:buFont typeface="Arial" panose="020B0604020202020204" pitchFamily="34" charset="0"/>
              <a:buChar char="•"/>
            </a:pPr>
            <a:r>
              <a:rPr lang="en-US" sz="2000" b="0" i="0" dirty="0">
                <a:solidFill>
                  <a:srgbClr val="0D0D0D"/>
                </a:solidFill>
                <a:effectLst/>
                <a:latin typeface="Söhne"/>
              </a:rPr>
              <a:t>Consider a scenario of accessing a network resource. Instead of directly accessing the resource, which might involve heavy network traffic or authentication, a proxy can be used. The proxy can cache previously accessed data, authenticate requests, or restrict access based on permissions.</a:t>
            </a:r>
          </a:p>
          <a:p>
            <a:pPr algn="l">
              <a:buFont typeface="Arial" panose="020B0604020202020204" pitchFamily="34" charset="0"/>
              <a:buChar char="•"/>
            </a:pPr>
            <a:endParaRPr lang="en-US" sz="2000" b="0" i="0" dirty="0">
              <a:solidFill>
                <a:srgbClr val="0D0D0D"/>
              </a:solidFill>
              <a:effectLst/>
              <a:latin typeface="Söhne"/>
            </a:endParaRPr>
          </a:p>
        </p:txBody>
      </p:sp>
    </p:spTree>
    <p:extLst>
      <p:ext uri="{BB962C8B-B14F-4D97-AF65-F5344CB8AC3E}">
        <p14:creationId xmlns:p14="http://schemas.microsoft.com/office/powerpoint/2010/main" val="997270010"/>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28285-46A3-3C09-0AB5-EA8654967F53}"/>
              </a:ext>
            </a:extLst>
          </p:cNvPr>
          <p:cNvSpPr>
            <a:spLocks noGrp="1"/>
          </p:cNvSpPr>
          <p:nvPr>
            <p:ph type="title"/>
          </p:nvPr>
        </p:nvSpPr>
        <p:spPr/>
        <p:txBody>
          <a:bodyPr/>
          <a:lstStyle/>
          <a:p>
            <a:r>
              <a:rPr lang="en-US" dirty="0"/>
              <a:t>Useful links</a:t>
            </a:r>
          </a:p>
        </p:txBody>
      </p:sp>
      <p:sp>
        <p:nvSpPr>
          <p:cNvPr id="3" name="Date Placeholder 2">
            <a:extLst>
              <a:ext uri="{FF2B5EF4-FFF2-40B4-BE49-F238E27FC236}">
                <a16:creationId xmlns:a16="http://schemas.microsoft.com/office/drawing/2014/main" id="{CBD2EC39-C2F3-BD3C-1166-962F9C8786D3}"/>
              </a:ext>
            </a:extLst>
          </p:cNvPr>
          <p:cNvSpPr>
            <a:spLocks noGrp="1"/>
          </p:cNvSpPr>
          <p:nvPr>
            <p:ph type="dt" sz="half" idx="10"/>
          </p:nvPr>
        </p:nvSpPr>
        <p:spPr/>
        <p:txBody>
          <a:bodyPr/>
          <a:lstStyle/>
          <a:p>
            <a:pPr>
              <a:defRPr/>
            </a:pPr>
            <a:fld id="{3A100575-81D0-4836-BDA5-88ECA2DF1A30}" type="datetime4">
              <a:rPr lang="en-US" altLang="en-US" smtClean="0"/>
              <a:t>April 2, 2024</a:t>
            </a:fld>
            <a:endParaRPr lang="en-US" altLang="en-US"/>
          </a:p>
        </p:txBody>
      </p:sp>
      <p:sp>
        <p:nvSpPr>
          <p:cNvPr id="4" name="Slide Number Placeholder 3">
            <a:extLst>
              <a:ext uri="{FF2B5EF4-FFF2-40B4-BE49-F238E27FC236}">
                <a16:creationId xmlns:a16="http://schemas.microsoft.com/office/drawing/2014/main" id="{4CC689A3-F0E2-6727-1677-2445718E8042}"/>
              </a:ext>
            </a:extLst>
          </p:cNvPr>
          <p:cNvSpPr>
            <a:spLocks noGrp="1"/>
          </p:cNvSpPr>
          <p:nvPr>
            <p:ph type="sldNum" sz="quarter" idx="12"/>
          </p:nvPr>
        </p:nvSpPr>
        <p:spPr/>
        <p:txBody>
          <a:bodyPr/>
          <a:lstStyle/>
          <a:p>
            <a:pPr>
              <a:defRPr/>
            </a:pPr>
            <a:fld id="{F02FF4ED-2B23-4CC6-834A-FCFA22AF88CD}" type="slidenum">
              <a:rPr lang="en-US" altLang="en-US" smtClean="0"/>
              <a:pPr>
                <a:defRPr/>
              </a:pPr>
              <a:t>36</a:t>
            </a:fld>
            <a:endParaRPr lang="en-US" altLang="en-US"/>
          </a:p>
        </p:txBody>
      </p:sp>
      <p:sp>
        <p:nvSpPr>
          <p:cNvPr id="6" name="TextBox 5">
            <a:extLst>
              <a:ext uri="{FF2B5EF4-FFF2-40B4-BE49-F238E27FC236}">
                <a16:creationId xmlns:a16="http://schemas.microsoft.com/office/drawing/2014/main" id="{0C2E0423-53C4-4617-7BC0-01F6A5E7BFAA}"/>
              </a:ext>
            </a:extLst>
          </p:cNvPr>
          <p:cNvSpPr txBox="1"/>
          <p:nvPr/>
        </p:nvSpPr>
        <p:spPr>
          <a:xfrm>
            <a:off x="533400" y="3105835"/>
            <a:ext cx="6324600" cy="923330"/>
          </a:xfrm>
          <a:prstGeom prst="rect">
            <a:avLst/>
          </a:prstGeom>
          <a:noFill/>
        </p:spPr>
        <p:txBody>
          <a:bodyPr wrap="square">
            <a:spAutoFit/>
          </a:bodyPr>
          <a:lstStyle/>
          <a:p>
            <a:r>
              <a:rPr lang="en-US" dirty="0">
                <a:hlinkClick r:id="rId2"/>
              </a:rPr>
              <a:t>https://refactoring.guru/design-patterns</a:t>
            </a:r>
            <a:endParaRPr lang="en-US" dirty="0"/>
          </a:p>
          <a:p>
            <a:r>
              <a:rPr lang="en-US" dirty="0">
                <a:hlinkClick r:id="rId3"/>
              </a:rPr>
              <a:t>https://sourcemaking.com/design_patterns</a:t>
            </a:r>
            <a:endParaRPr lang="en-US" dirty="0"/>
          </a:p>
          <a:p>
            <a:endParaRPr lang="en-US" dirty="0"/>
          </a:p>
        </p:txBody>
      </p:sp>
    </p:spTree>
    <p:extLst>
      <p:ext uri="{BB962C8B-B14F-4D97-AF65-F5344CB8AC3E}">
        <p14:creationId xmlns:p14="http://schemas.microsoft.com/office/powerpoint/2010/main" val="3924960854"/>
      </p:ext>
    </p:ext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graphicFrame>
        <p:nvGraphicFramePr>
          <p:cNvPr id="5" name="Content Placeholder 2">
            <a:extLst>
              <a:ext uri="{FF2B5EF4-FFF2-40B4-BE49-F238E27FC236}">
                <a16:creationId xmlns:a16="http://schemas.microsoft.com/office/drawing/2014/main" id="{5278F4BF-A879-0DA4-ED9F-B67AD249CD74}"/>
              </a:ext>
            </a:extLst>
          </p:cNvPr>
          <p:cNvGraphicFramePr>
            <a:graphicFrameLocks noGrp="1"/>
          </p:cNvGraphicFramePr>
          <p:nvPr>
            <p:ph idx="4294967295"/>
            <p:extLst>
              <p:ext uri="{D42A27DB-BD31-4B8C-83A1-F6EECF244321}">
                <p14:modId xmlns:p14="http://schemas.microsoft.com/office/powerpoint/2010/main" val="2582692244"/>
              </p:ext>
            </p:extLst>
          </p:nvPr>
        </p:nvGraphicFramePr>
        <p:xfrm>
          <a:off x="685800" y="2532475"/>
          <a:ext cx="7772400" cy="30290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79085215"/>
      </p:ext>
    </p:extLst>
  </p:cSld>
  <p:clrMapOvr>
    <a:masterClrMapping/>
  </p:clrMapOvr>
  <p:transition>
    <p:random/>
  </p:transition>
</p:sld>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iab97">
  <a:themeElements>
    <a:clrScheme name="">
      <a:dk1>
        <a:srgbClr val="000000"/>
      </a:dk1>
      <a:lt1>
        <a:srgbClr val="FFFFFF"/>
      </a:lt1>
      <a:dk2>
        <a:srgbClr val="000082"/>
      </a:dk2>
      <a:lt2>
        <a:srgbClr val="C0C0C0"/>
      </a:lt2>
      <a:accent1>
        <a:srgbClr val="D01608"/>
      </a:accent1>
      <a:accent2>
        <a:srgbClr val="000082"/>
      </a:accent2>
      <a:accent3>
        <a:srgbClr val="FFFFFF"/>
      </a:accent3>
      <a:accent4>
        <a:srgbClr val="000000"/>
      </a:accent4>
      <a:accent5>
        <a:srgbClr val="E4ABAA"/>
      </a:accent5>
      <a:accent6>
        <a:srgbClr val="000075"/>
      </a:accent6>
      <a:hlink>
        <a:srgbClr val="00C000"/>
      </a:hlink>
      <a:folHlink>
        <a:srgbClr val="800080"/>
      </a:folHlink>
    </a:clrScheme>
    <a:fontScheme name="iab97">
      <a:majorFont>
        <a:latin typeface="Book Antiqua"/>
        <a:ea typeface="新細明體"/>
        <a:cs typeface=""/>
      </a:majorFont>
      <a:minorFont>
        <a:latin typeface="Book Antiqu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iab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ab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ab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ab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ab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ab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ab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4436</TotalTime>
  <Words>1281</Words>
  <Application>Microsoft Office PowerPoint</Application>
  <PresentationFormat>On-screen Show (4:3)</PresentationFormat>
  <Paragraphs>151</Paragraphs>
  <Slides>37</Slides>
  <Notes>2</Notes>
  <HiddenSlides>0</HiddenSlides>
  <MMClips>0</MMClips>
  <ScaleCrop>false</ScaleCrop>
  <HeadingPairs>
    <vt:vector size="6" baseType="variant">
      <vt:variant>
        <vt:lpstr>Fonts Used</vt:lpstr>
      </vt:variant>
      <vt:variant>
        <vt:i4>10</vt:i4>
      </vt:variant>
      <vt:variant>
        <vt:lpstr>Theme</vt:lpstr>
      </vt:variant>
      <vt:variant>
        <vt:i4>6</vt:i4>
      </vt:variant>
      <vt:variant>
        <vt:lpstr>Slide Titles</vt:lpstr>
      </vt:variant>
      <vt:variant>
        <vt:i4>37</vt:i4>
      </vt:variant>
    </vt:vector>
  </HeadingPairs>
  <TitlesOfParts>
    <vt:vector size="53" baseType="lpstr">
      <vt:lpstr>Arial</vt:lpstr>
      <vt:lpstr>Book Antiqua</vt:lpstr>
      <vt:lpstr>Georgia</vt:lpstr>
      <vt:lpstr>PT Sans</vt:lpstr>
      <vt:lpstr>Rockwell</vt:lpstr>
      <vt:lpstr>Söhne</vt:lpstr>
      <vt:lpstr>Times New Roman</vt:lpstr>
      <vt:lpstr>Tw Cen MT</vt:lpstr>
      <vt:lpstr>Wingdings</vt:lpstr>
      <vt:lpstr>Wingdings 2</vt:lpstr>
      <vt:lpstr>Layers</vt:lpstr>
      <vt:lpstr>Advantage</vt:lpstr>
      <vt:lpstr>1_Layers</vt:lpstr>
      <vt:lpstr>iab97</vt:lpstr>
      <vt:lpstr>自訂設計</vt:lpstr>
      <vt:lpstr>Droplet</vt:lpstr>
      <vt:lpstr>Software Design and Arcitecture(SDA) Lecture 7</vt:lpstr>
      <vt:lpstr>Structural patterns </vt:lpstr>
      <vt:lpstr>What is design pattern</vt:lpstr>
      <vt:lpstr>DEFINITION</vt:lpstr>
      <vt:lpstr>Design pattern</vt:lpstr>
      <vt:lpstr>PowerPoint Presentation</vt:lpstr>
      <vt:lpstr>PowerPoint Presentation</vt:lpstr>
      <vt:lpstr>Classification of design patterns</vt:lpstr>
      <vt:lpstr>classification</vt:lpstr>
      <vt:lpstr>Structural pattern</vt:lpstr>
      <vt:lpstr>Facade</vt:lpstr>
      <vt:lpstr>FACADE</vt:lpstr>
      <vt:lpstr>Real world analogy</vt:lpstr>
      <vt:lpstr>eXAMPLES</vt:lpstr>
      <vt:lpstr>PowerPoint Presentation</vt:lpstr>
      <vt:lpstr>STRUCTURE</vt:lpstr>
      <vt:lpstr>adAPTER</vt:lpstr>
      <vt:lpstr>PROBLEM</vt:lpstr>
      <vt:lpstr>SOLUTION</vt:lpstr>
      <vt:lpstr>eXAMPLE</vt:lpstr>
      <vt:lpstr>STRUCTURE</vt:lpstr>
      <vt:lpstr>Bridge pattern</vt:lpstr>
      <vt:lpstr>PowerPoint Presentation</vt:lpstr>
      <vt:lpstr>Problem </vt:lpstr>
      <vt:lpstr>solution</vt:lpstr>
      <vt:lpstr>Decorator</vt:lpstr>
      <vt:lpstr>PowerPoint Presentation</vt:lpstr>
      <vt:lpstr>Scenario</vt:lpstr>
      <vt:lpstr>Composite</vt:lpstr>
      <vt:lpstr>PowerPoint Presentation</vt:lpstr>
      <vt:lpstr>Example </vt:lpstr>
      <vt:lpstr>Example </vt:lpstr>
      <vt:lpstr>Proxy</vt:lpstr>
      <vt:lpstr>PowerPoint Presentation</vt:lpstr>
      <vt:lpstr>PowerPoint Presentation</vt:lpstr>
      <vt:lpstr>Useful links</vt:lpstr>
      <vt:lpstr>PowerPoint Presentation</vt:lpstr>
    </vt:vector>
  </TitlesOfParts>
  <Manager/>
  <Company>Kasetsart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Architecture</dc:title>
  <dc:subject/>
  <dc:creator>Pradondet Nilagupta</dc:creator>
  <cp:keywords/>
  <dc:description/>
  <cp:lastModifiedBy>Ramsha Mashood BUKC</cp:lastModifiedBy>
  <cp:revision>151</cp:revision>
  <cp:lastPrinted>1601-01-01T00:00:00Z</cp:lastPrinted>
  <dcterms:created xsi:type="dcterms:W3CDTF">2007-10-31T16:45:31Z</dcterms:created>
  <dcterms:modified xsi:type="dcterms:W3CDTF">2024-04-02T06:40:54Z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TC102037551033</vt:lpwstr>
  </property>
</Properties>
</file>