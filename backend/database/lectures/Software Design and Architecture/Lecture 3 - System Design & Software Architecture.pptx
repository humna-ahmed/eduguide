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3.xml" ContentType="application/vnd.openxmlformats-officedocument.theme+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4.xml" ContentType="application/vnd.openxmlformats-officedocument.theme+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5.xml" ContentType="application/vnd.openxmlformats-officedocument.theme+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7" r:id="rId1"/>
    <p:sldMasterId id="2147483679" r:id="rId2"/>
    <p:sldMasterId id="2147483703" r:id="rId3"/>
    <p:sldMasterId id="2147483716" r:id="rId4"/>
    <p:sldMasterId id="2147483729" r:id="rId5"/>
    <p:sldMasterId id="2147484092" r:id="rId6"/>
  </p:sldMasterIdLst>
  <p:notesMasterIdLst>
    <p:notesMasterId r:id="rId39"/>
  </p:notesMasterIdLst>
  <p:sldIdLst>
    <p:sldId id="386" r:id="rId7"/>
    <p:sldId id="387" r:id="rId8"/>
    <p:sldId id="388" r:id="rId9"/>
    <p:sldId id="390" r:id="rId10"/>
    <p:sldId id="257" r:id="rId11"/>
    <p:sldId id="437" r:id="rId12"/>
    <p:sldId id="438" r:id="rId13"/>
    <p:sldId id="439" r:id="rId14"/>
    <p:sldId id="440" r:id="rId15"/>
    <p:sldId id="301" r:id="rId16"/>
    <p:sldId id="441" r:id="rId17"/>
    <p:sldId id="446" r:id="rId18"/>
    <p:sldId id="447" r:id="rId19"/>
    <p:sldId id="445" r:id="rId20"/>
    <p:sldId id="448" r:id="rId21"/>
    <p:sldId id="449" r:id="rId22"/>
    <p:sldId id="450" r:id="rId23"/>
    <p:sldId id="442" r:id="rId24"/>
    <p:sldId id="443" r:id="rId25"/>
    <p:sldId id="451" r:id="rId26"/>
    <p:sldId id="452" r:id="rId27"/>
    <p:sldId id="453" r:id="rId28"/>
    <p:sldId id="454" r:id="rId29"/>
    <p:sldId id="455" r:id="rId30"/>
    <p:sldId id="456" r:id="rId31"/>
    <p:sldId id="457" r:id="rId32"/>
    <p:sldId id="458" r:id="rId33"/>
    <p:sldId id="459" r:id="rId34"/>
    <p:sldId id="444" r:id="rId35"/>
    <p:sldId id="298" r:id="rId36"/>
    <p:sldId id="436" r:id="rId37"/>
    <p:sldId id="432" r:id="rId38"/>
  </p:sldIdLst>
  <p:sldSz cx="9144000" cy="6858000" type="screen4x3"/>
  <p:notesSz cx="7099300" cy="10234613"/>
  <p:defaultTextStyle>
    <a:defPPr>
      <a:defRPr lang="th-TH"/>
    </a:defPPr>
    <a:lvl1pPr algn="l" rtl="0" eaLnBrk="0" fontAlgn="base" hangingPunct="0">
      <a:spcBef>
        <a:spcPct val="0"/>
      </a:spcBef>
      <a:spcAft>
        <a:spcPct val="0"/>
      </a:spcAft>
      <a:defRPr kern="1200">
        <a:solidFill>
          <a:schemeClr val="tx1"/>
        </a:solidFill>
        <a:latin typeface="Arial" panose="020B0604020202020204" pitchFamily="34" charset="0"/>
        <a:ea typeface="Angsana New" panose="02020603050405020304" pitchFamily="18" charset="-34"/>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Angsana New" panose="02020603050405020304" pitchFamily="18" charset="-34"/>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Angsana New" panose="02020603050405020304" pitchFamily="18" charset="-34"/>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Angsana New" panose="02020603050405020304" pitchFamily="18" charset="-34"/>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Angsana New" panose="02020603050405020304" pitchFamily="18" charset="-34"/>
        <a:cs typeface="+mn-cs"/>
      </a:defRPr>
    </a:lvl5pPr>
    <a:lvl6pPr marL="2286000" algn="l" defTabSz="914400" rtl="0" eaLnBrk="1" latinLnBrk="0" hangingPunct="1">
      <a:defRPr kern="1200">
        <a:solidFill>
          <a:schemeClr val="tx1"/>
        </a:solidFill>
        <a:latin typeface="Arial" panose="020B0604020202020204" pitchFamily="34" charset="0"/>
        <a:ea typeface="Angsana New" panose="02020603050405020304" pitchFamily="18" charset="-34"/>
        <a:cs typeface="+mn-cs"/>
      </a:defRPr>
    </a:lvl6pPr>
    <a:lvl7pPr marL="2743200" algn="l" defTabSz="914400" rtl="0" eaLnBrk="1" latinLnBrk="0" hangingPunct="1">
      <a:defRPr kern="1200">
        <a:solidFill>
          <a:schemeClr val="tx1"/>
        </a:solidFill>
        <a:latin typeface="Arial" panose="020B0604020202020204" pitchFamily="34" charset="0"/>
        <a:ea typeface="Angsana New" panose="02020603050405020304" pitchFamily="18" charset="-34"/>
        <a:cs typeface="+mn-cs"/>
      </a:defRPr>
    </a:lvl7pPr>
    <a:lvl8pPr marL="3200400" algn="l" defTabSz="914400" rtl="0" eaLnBrk="1" latinLnBrk="0" hangingPunct="1">
      <a:defRPr kern="1200">
        <a:solidFill>
          <a:schemeClr val="tx1"/>
        </a:solidFill>
        <a:latin typeface="Arial" panose="020B0604020202020204" pitchFamily="34" charset="0"/>
        <a:ea typeface="Angsana New" panose="02020603050405020304" pitchFamily="18" charset="-34"/>
        <a:cs typeface="+mn-cs"/>
      </a:defRPr>
    </a:lvl8pPr>
    <a:lvl9pPr marL="3657600" algn="l" defTabSz="914400" rtl="0" eaLnBrk="1" latinLnBrk="0" hangingPunct="1">
      <a:defRPr kern="1200">
        <a:solidFill>
          <a:schemeClr val="tx1"/>
        </a:solidFill>
        <a:latin typeface="Arial" panose="020B0604020202020204" pitchFamily="34" charset="0"/>
        <a:ea typeface="Angsana New" panose="02020603050405020304" pitchFamily="18" charset="-34"/>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66FF"/>
    <a:srgbClr val="800080"/>
    <a:srgbClr val="339966"/>
    <a:srgbClr val="CC3300"/>
    <a:srgbClr val="4924A4"/>
    <a:srgbClr val="542ABC"/>
    <a:srgbClr val="8EC1D8"/>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68" autoAdjust="0"/>
    <p:restoredTop sz="94660"/>
  </p:normalViewPr>
  <p:slideViewPr>
    <p:cSldViewPr>
      <p:cViewPr varScale="1">
        <p:scale>
          <a:sx n="56" d="100"/>
          <a:sy n="56" d="100"/>
        </p:scale>
        <p:origin x="72" y="2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notesMaster" Target="notesMasters/notesMaster1.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theme" Target="theme/theme1.xml"/><Relationship Id="rId7" Type="http://schemas.openxmlformats.org/officeDocument/2006/relationships/slide" Target="slides/slide1.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tableStyles" Target="tableStyles.xml"/><Relationship Id="rId8" Type="http://schemas.openxmlformats.org/officeDocument/2006/relationships/slide" Target="slides/slide2.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70B8D56-41EE-470F-805C-3CDEF96BC074}"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B89797DB-334A-4899-B620-352C417A7213}">
      <dgm:prSet phldrT="[Text]"/>
      <dgm:spPr/>
      <dgm:t>
        <a:bodyPr/>
        <a:lstStyle/>
        <a:p>
          <a:pPr>
            <a:buClrTx/>
            <a:buSzTx/>
            <a:buFontTx/>
            <a:buAutoNum type="arabicPeriod"/>
          </a:pPr>
          <a:r>
            <a:rPr kumimoji="0" lang="en-US" altLang="en-US" b="0" i="0" u="none" strike="noStrike" cap="none" normalizeH="0" baseline="0">
              <a:ln>
                <a:noFill/>
              </a:ln>
              <a:solidFill>
                <a:srgbClr val="111111"/>
              </a:solidFill>
              <a:effectLst/>
              <a:latin typeface="Segoe UI" panose="020B0502040204020203" pitchFamily="34" charset="0"/>
              <a:cs typeface="Segoe UI" panose="020B0502040204020203" pitchFamily="34" charset="0"/>
            </a:rPr>
            <a:t>Unidirectional</a:t>
          </a:r>
          <a:endParaRPr lang="en-US" dirty="0"/>
        </a:p>
      </dgm:t>
    </dgm:pt>
    <dgm:pt modelId="{232B82E0-9AD9-46A0-B939-F4FD1CC64911}" type="parTrans" cxnId="{BA8A34A8-AD58-4AFC-A41A-40FA9C138091}">
      <dgm:prSet/>
      <dgm:spPr/>
      <dgm:t>
        <a:bodyPr/>
        <a:lstStyle/>
        <a:p>
          <a:endParaRPr lang="en-US"/>
        </a:p>
      </dgm:t>
    </dgm:pt>
    <dgm:pt modelId="{04D31666-DA41-4C79-9AAF-5526F58B94CE}" type="sibTrans" cxnId="{BA8A34A8-AD58-4AFC-A41A-40FA9C138091}">
      <dgm:prSet/>
      <dgm:spPr/>
      <dgm:t>
        <a:bodyPr/>
        <a:lstStyle/>
        <a:p>
          <a:endParaRPr lang="en-US"/>
        </a:p>
      </dgm:t>
    </dgm:pt>
    <dgm:pt modelId="{8D49A350-46A1-4630-A500-97E5F6A9A44F}">
      <dgm:prSet/>
      <dgm:spPr/>
      <dgm:t>
        <a:bodyPr/>
        <a:lstStyle/>
        <a:p>
          <a:r>
            <a:rPr kumimoji="0" lang="en-US" altLang="en-US" b="0" i="0" u="none" strike="noStrike" cap="none" normalizeH="0" baseline="0">
              <a:ln>
                <a:noFill/>
              </a:ln>
              <a:solidFill>
                <a:srgbClr val="111111"/>
              </a:solidFill>
              <a:effectLst/>
              <a:latin typeface="Segoe UI" panose="020B0502040204020203" pitchFamily="34" charset="0"/>
              <a:cs typeface="Segoe UI" panose="020B0502040204020203" pitchFamily="34" charset="0"/>
            </a:rPr>
            <a:t>Bidirectional</a:t>
          </a:r>
          <a:endParaRPr kumimoji="0" lang="en-US" altLang="en-US" b="0" i="0" u="none" strike="noStrike" cap="none" normalizeH="0" baseline="0" dirty="0">
            <a:ln>
              <a:noFill/>
            </a:ln>
            <a:solidFill>
              <a:srgbClr val="111111"/>
            </a:solidFill>
            <a:effectLst/>
            <a:latin typeface="Segoe UI" panose="020B0502040204020203" pitchFamily="34" charset="0"/>
            <a:cs typeface="Segoe UI" panose="020B0502040204020203" pitchFamily="34" charset="0"/>
          </a:endParaRPr>
        </a:p>
      </dgm:t>
    </dgm:pt>
    <dgm:pt modelId="{08697788-9E43-45B8-9ED6-7B49EDD0B526}" type="parTrans" cxnId="{26F34F03-3893-45B7-B8B9-2A1789EC1997}">
      <dgm:prSet/>
      <dgm:spPr/>
      <dgm:t>
        <a:bodyPr/>
        <a:lstStyle/>
        <a:p>
          <a:endParaRPr lang="en-US"/>
        </a:p>
      </dgm:t>
    </dgm:pt>
    <dgm:pt modelId="{CEAA5B4D-1192-499B-893D-C0746167C6B5}" type="sibTrans" cxnId="{26F34F03-3893-45B7-B8B9-2A1789EC1997}">
      <dgm:prSet/>
      <dgm:spPr/>
      <dgm:t>
        <a:bodyPr/>
        <a:lstStyle/>
        <a:p>
          <a:endParaRPr lang="en-US"/>
        </a:p>
      </dgm:t>
    </dgm:pt>
    <dgm:pt modelId="{A064689A-97AD-4586-8A81-8A7FCDAAFD3C}">
      <dgm:prSet/>
      <dgm:spPr/>
      <dgm:t>
        <a:bodyPr/>
        <a:lstStyle/>
        <a:p>
          <a:r>
            <a:rPr kumimoji="0" lang="en-US" altLang="en-US" b="0" i="0" u="none" strike="noStrike" cap="none" normalizeH="0" baseline="0">
              <a:ln>
                <a:noFill/>
              </a:ln>
              <a:solidFill>
                <a:srgbClr val="111111"/>
              </a:solidFill>
              <a:effectLst/>
              <a:latin typeface="Segoe UI" panose="020B0502040204020203" pitchFamily="34" charset="0"/>
              <a:cs typeface="Segoe UI" panose="020B0502040204020203" pitchFamily="34" charset="0"/>
            </a:rPr>
            <a:t>Aggregation</a:t>
          </a:r>
          <a:endParaRPr kumimoji="0" lang="en-US" altLang="en-US" b="0" i="0" u="none" strike="noStrike" cap="none" normalizeH="0" baseline="0" dirty="0">
            <a:ln>
              <a:noFill/>
            </a:ln>
            <a:solidFill>
              <a:srgbClr val="111111"/>
            </a:solidFill>
            <a:effectLst/>
            <a:latin typeface="Segoe UI" panose="020B0502040204020203" pitchFamily="34" charset="0"/>
            <a:cs typeface="Segoe UI" panose="020B0502040204020203" pitchFamily="34" charset="0"/>
          </a:endParaRPr>
        </a:p>
      </dgm:t>
    </dgm:pt>
    <dgm:pt modelId="{E919C05D-D742-48F3-AB8C-FE7892C173BA}" type="parTrans" cxnId="{8DF799AC-0190-44DA-A084-621BDF217862}">
      <dgm:prSet/>
      <dgm:spPr/>
      <dgm:t>
        <a:bodyPr/>
        <a:lstStyle/>
        <a:p>
          <a:endParaRPr lang="en-US"/>
        </a:p>
      </dgm:t>
    </dgm:pt>
    <dgm:pt modelId="{89842E84-F405-4937-AF7D-687E0C29378F}" type="sibTrans" cxnId="{8DF799AC-0190-44DA-A084-621BDF217862}">
      <dgm:prSet/>
      <dgm:spPr/>
      <dgm:t>
        <a:bodyPr/>
        <a:lstStyle/>
        <a:p>
          <a:endParaRPr lang="en-US"/>
        </a:p>
      </dgm:t>
    </dgm:pt>
    <dgm:pt modelId="{BC7BDD34-4EF5-46BC-8DE4-D09F1A2B83BE}">
      <dgm:prSet/>
      <dgm:spPr/>
      <dgm:t>
        <a:bodyPr/>
        <a:lstStyle/>
        <a:p>
          <a:r>
            <a:rPr kumimoji="0" lang="en-US" altLang="en-US" b="0" i="0" u="none" strike="noStrike" cap="none" normalizeH="0" baseline="0">
              <a:ln>
                <a:noFill/>
              </a:ln>
              <a:solidFill>
                <a:srgbClr val="111111"/>
              </a:solidFill>
              <a:effectLst/>
              <a:latin typeface="Segoe UI" panose="020B0502040204020203" pitchFamily="34" charset="0"/>
              <a:cs typeface="Segoe UI" panose="020B0502040204020203" pitchFamily="34" charset="0"/>
            </a:rPr>
            <a:t>Composition</a:t>
          </a:r>
          <a:endParaRPr kumimoji="0" lang="en-US" altLang="en-US" b="0" i="0" u="none" strike="noStrike" cap="none" normalizeH="0" baseline="0" dirty="0">
            <a:ln>
              <a:noFill/>
            </a:ln>
            <a:solidFill>
              <a:srgbClr val="111111"/>
            </a:solidFill>
            <a:effectLst/>
            <a:latin typeface="Segoe UI" panose="020B0502040204020203" pitchFamily="34" charset="0"/>
            <a:cs typeface="Segoe UI" panose="020B0502040204020203" pitchFamily="34" charset="0"/>
          </a:endParaRPr>
        </a:p>
      </dgm:t>
    </dgm:pt>
    <dgm:pt modelId="{DF9C30DA-C3F2-4CB1-9654-1C1376D86500}" type="parTrans" cxnId="{C43CA0A0-980B-4569-87E7-3F7CE9973D39}">
      <dgm:prSet/>
      <dgm:spPr/>
      <dgm:t>
        <a:bodyPr/>
        <a:lstStyle/>
        <a:p>
          <a:endParaRPr lang="en-US"/>
        </a:p>
      </dgm:t>
    </dgm:pt>
    <dgm:pt modelId="{D7171F00-93EC-437A-9A95-8E4CE685076E}" type="sibTrans" cxnId="{C43CA0A0-980B-4569-87E7-3F7CE9973D39}">
      <dgm:prSet/>
      <dgm:spPr/>
      <dgm:t>
        <a:bodyPr/>
        <a:lstStyle/>
        <a:p>
          <a:endParaRPr lang="en-US"/>
        </a:p>
      </dgm:t>
    </dgm:pt>
    <dgm:pt modelId="{7EF980D0-9E3E-4D8F-9209-D207D2C592FD}" type="pres">
      <dgm:prSet presAssocID="{870B8D56-41EE-470F-805C-3CDEF96BC074}" presName="diagram" presStyleCnt="0">
        <dgm:presLayoutVars>
          <dgm:dir/>
          <dgm:resizeHandles val="exact"/>
        </dgm:presLayoutVars>
      </dgm:prSet>
      <dgm:spPr/>
    </dgm:pt>
    <dgm:pt modelId="{B7BDAABE-5807-4F9B-AF9A-B3DDEC1FC9E6}" type="pres">
      <dgm:prSet presAssocID="{B89797DB-334A-4899-B620-352C417A7213}" presName="node" presStyleLbl="node1" presStyleIdx="0" presStyleCnt="4">
        <dgm:presLayoutVars>
          <dgm:bulletEnabled val="1"/>
        </dgm:presLayoutVars>
      </dgm:prSet>
      <dgm:spPr/>
    </dgm:pt>
    <dgm:pt modelId="{B6892BBB-261A-4D61-8855-1100E1ABABDC}" type="pres">
      <dgm:prSet presAssocID="{04D31666-DA41-4C79-9AAF-5526F58B94CE}" presName="sibTrans" presStyleCnt="0"/>
      <dgm:spPr/>
    </dgm:pt>
    <dgm:pt modelId="{9A337A9E-8F44-4DD1-AEFA-A137DED9BD93}" type="pres">
      <dgm:prSet presAssocID="{8D49A350-46A1-4630-A500-97E5F6A9A44F}" presName="node" presStyleLbl="node1" presStyleIdx="1" presStyleCnt="4">
        <dgm:presLayoutVars>
          <dgm:bulletEnabled val="1"/>
        </dgm:presLayoutVars>
      </dgm:prSet>
      <dgm:spPr/>
    </dgm:pt>
    <dgm:pt modelId="{34E18480-7B13-4604-A544-B70F5B172665}" type="pres">
      <dgm:prSet presAssocID="{CEAA5B4D-1192-499B-893D-C0746167C6B5}" presName="sibTrans" presStyleCnt="0"/>
      <dgm:spPr/>
    </dgm:pt>
    <dgm:pt modelId="{5F97D613-5A6F-4F3C-94E7-AE7449242BFA}" type="pres">
      <dgm:prSet presAssocID="{A064689A-97AD-4586-8A81-8A7FCDAAFD3C}" presName="node" presStyleLbl="node1" presStyleIdx="2" presStyleCnt="4">
        <dgm:presLayoutVars>
          <dgm:bulletEnabled val="1"/>
        </dgm:presLayoutVars>
      </dgm:prSet>
      <dgm:spPr/>
    </dgm:pt>
    <dgm:pt modelId="{15EAB5DD-A0AD-4656-870E-18BD024344F5}" type="pres">
      <dgm:prSet presAssocID="{89842E84-F405-4937-AF7D-687E0C29378F}" presName="sibTrans" presStyleCnt="0"/>
      <dgm:spPr/>
    </dgm:pt>
    <dgm:pt modelId="{FE4ACC55-7A4C-4AA8-A25E-57D7EFE2E964}" type="pres">
      <dgm:prSet presAssocID="{BC7BDD34-4EF5-46BC-8DE4-D09F1A2B83BE}" presName="node" presStyleLbl="node1" presStyleIdx="3" presStyleCnt="4">
        <dgm:presLayoutVars>
          <dgm:bulletEnabled val="1"/>
        </dgm:presLayoutVars>
      </dgm:prSet>
      <dgm:spPr/>
    </dgm:pt>
  </dgm:ptLst>
  <dgm:cxnLst>
    <dgm:cxn modelId="{26F34F03-3893-45B7-B8B9-2A1789EC1997}" srcId="{870B8D56-41EE-470F-805C-3CDEF96BC074}" destId="{8D49A350-46A1-4630-A500-97E5F6A9A44F}" srcOrd="1" destOrd="0" parTransId="{08697788-9E43-45B8-9ED6-7B49EDD0B526}" sibTransId="{CEAA5B4D-1192-499B-893D-C0746167C6B5}"/>
    <dgm:cxn modelId="{1F3A0669-4756-42D1-8766-4BAE97B17D34}" type="presOf" srcId="{870B8D56-41EE-470F-805C-3CDEF96BC074}" destId="{7EF980D0-9E3E-4D8F-9209-D207D2C592FD}" srcOrd="0" destOrd="0" presId="urn:microsoft.com/office/officeart/2005/8/layout/default"/>
    <dgm:cxn modelId="{B4E1FB4D-BB86-48A4-8A4B-4415B7926267}" type="presOf" srcId="{8D49A350-46A1-4630-A500-97E5F6A9A44F}" destId="{9A337A9E-8F44-4DD1-AEFA-A137DED9BD93}" srcOrd="0" destOrd="0" presId="urn:microsoft.com/office/officeart/2005/8/layout/default"/>
    <dgm:cxn modelId="{9473DE59-0ABA-4B80-B446-B4587A2A480D}" type="presOf" srcId="{BC7BDD34-4EF5-46BC-8DE4-D09F1A2B83BE}" destId="{FE4ACC55-7A4C-4AA8-A25E-57D7EFE2E964}" srcOrd="0" destOrd="0" presId="urn:microsoft.com/office/officeart/2005/8/layout/default"/>
    <dgm:cxn modelId="{EFF2D384-E86D-4E6D-8257-D5F0C1950BDE}" type="presOf" srcId="{A064689A-97AD-4586-8A81-8A7FCDAAFD3C}" destId="{5F97D613-5A6F-4F3C-94E7-AE7449242BFA}" srcOrd="0" destOrd="0" presId="urn:microsoft.com/office/officeart/2005/8/layout/default"/>
    <dgm:cxn modelId="{C43CA0A0-980B-4569-87E7-3F7CE9973D39}" srcId="{870B8D56-41EE-470F-805C-3CDEF96BC074}" destId="{BC7BDD34-4EF5-46BC-8DE4-D09F1A2B83BE}" srcOrd="3" destOrd="0" parTransId="{DF9C30DA-C3F2-4CB1-9654-1C1376D86500}" sibTransId="{D7171F00-93EC-437A-9A95-8E4CE685076E}"/>
    <dgm:cxn modelId="{BA8A34A8-AD58-4AFC-A41A-40FA9C138091}" srcId="{870B8D56-41EE-470F-805C-3CDEF96BC074}" destId="{B89797DB-334A-4899-B620-352C417A7213}" srcOrd="0" destOrd="0" parTransId="{232B82E0-9AD9-46A0-B939-F4FD1CC64911}" sibTransId="{04D31666-DA41-4C79-9AAF-5526F58B94CE}"/>
    <dgm:cxn modelId="{8DF799AC-0190-44DA-A084-621BDF217862}" srcId="{870B8D56-41EE-470F-805C-3CDEF96BC074}" destId="{A064689A-97AD-4586-8A81-8A7FCDAAFD3C}" srcOrd="2" destOrd="0" parTransId="{E919C05D-D742-48F3-AB8C-FE7892C173BA}" sibTransId="{89842E84-F405-4937-AF7D-687E0C29378F}"/>
    <dgm:cxn modelId="{2C9BF9F9-2A6E-4770-B398-102B7F8DA6F0}" type="presOf" srcId="{B89797DB-334A-4899-B620-352C417A7213}" destId="{B7BDAABE-5807-4F9B-AF9A-B3DDEC1FC9E6}" srcOrd="0" destOrd="0" presId="urn:microsoft.com/office/officeart/2005/8/layout/default"/>
    <dgm:cxn modelId="{2544362F-94CE-495D-AA18-CD972FB3E1C2}" type="presParOf" srcId="{7EF980D0-9E3E-4D8F-9209-D207D2C592FD}" destId="{B7BDAABE-5807-4F9B-AF9A-B3DDEC1FC9E6}" srcOrd="0" destOrd="0" presId="urn:microsoft.com/office/officeart/2005/8/layout/default"/>
    <dgm:cxn modelId="{1B6D6ACD-8CC9-43F0-BBF9-9A8964E551B0}" type="presParOf" srcId="{7EF980D0-9E3E-4D8F-9209-D207D2C592FD}" destId="{B6892BBB-261A-4D61-8855-1100E1ABABDC}" srcOrd="1" destOrd="0" presId="urn:microsoft.com/office/officeart/2005/8/layout/default"/>
    <dgm:cxn modelId="{576AA7F7-0A5F-4DB9-BD7B-731A3445FC2E}" type="presParOf" srcId="{7EF980D0-9E3E-4D8F-9209-D207D2C592FD}" destId="{9A337A9E-8F44-4DD1-AEFA-A137DED9BD93}" srcOrd="2" destOrd="0" presId="urn:microsoft.com/office/officeart/2005/8/layout/default"/>
    <dgm:cxn modelId="{F49C1359-6C2B-4492-9A77-A011CE76833C}" type="presParOf" srcId="{7EF980D0-9E3E-4D8F-9209-D207D2C592FD}" destId="{34E18480-7B13-4604-A544-B70F5B172665}" srcOrd="3" destOrd="0" presId="urn:microsoft.com/office/officeart/2005/8/layout/default"/>
    <dgm:cxn modelId="{D958E69D-0C69-4D54-B4DE-BCE9D9CAD7B0}" type="presParOf" srcId="{7EF980D0-9E3E-4D8F-9209-D207D2C592FD}" destId="{5F97D613-5A6F-4F3C-94E7-AE7449242BFA}" srcOrd="4" destOrd="0" presId="urn:microsoft.com/office/officeart/2005/8/layout/default"/>
    <dgm:cxn modelId="{4B6985F2-6677-4684-AF5E-3D62C2FE3421}" type="presParOf" srcId="{7EF980D0-9E3E-4D8F-9209-D207D2C592FD}" destId="{15EAB5DD-A0AD-4656-870E-18BD024344F5}" srcOrd="5" destOrd="0" presId="urn:microsoft.com/office/officeart/2005/8/layout/default"/>
    <dgm:cxn modelId="{37B36FAC-795C-48A5-A824-5503A05C43DC}" type="presParOf" srcId="{7EF980D0-9E3E-4D8F-9209-D207D2C592FD}" destId="{FE4ACC55-7A4C-4AA8-A25E-57D7EFE2E964}" srcOrd="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BDAABE-5807-4F9B-AF9A-B3DDEC1FC9E6}">
      <dsp:nvSpPr>
        <dsp:cNvPr id="0" name=""/>
        <dsp:cNvSpPr/>
      </dsp:nvSpPr>
      <dsp:spPr>
        <a:xfrm>
          <a:off x="20076" y="1542"/>
          <a:ext cx="2557164" cy="1534298"/>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ClrTx/>
            <a:buSzTx/>
            <a:buFontTx/>
            <a:buNone/>
          </a:pPr>
          <a:r>
            <a:rPr kumimoji="0" lang="en-US" altLang="en-US" sz="2900" b="0" i="0" u="none" strike="noStrike" kern="1200" cap="none" normalizeH="0" baseline="0">
              <a:ln>
                <a:noFill/>
              </a:ln>
              <a:solidFill>
                <a:srgbClr val="111111"/>
              </a:solidFill>
              <a:effectLst/>
              <a:latin typeface="Segoe UI" panose="020B0502040204020203" pitchFamily="34" charset="0"/>
              <a:cs typeface="Segoe UI" panose="020B0502040204020203" pitchFamily="34" charset="0"/>
            </a:rPr>
            <a:t>Unidirectional</a:t>
          </a:r>
          <a:endParaRPr lang="en-US" sz="2900" kern="1200" dirty="0"/>
        </a:p>
      </dsp:txBody>
      <dsp:txXfrm>
        <a:off x="20076" y="1542"/>
        <a:ext cx="2557164" cy="1534298"/>
      </dsp:txXfrm>
    </dsp:sp>
    <dsp:sp modelId="{9A337A9E-8F44-4DD1-AEFA-A137DED9BD93}">
      <dsp:nvSpPr>
        <dsp:cNvPr id="0" name=""/>
        <dsp:cNvSpPr/>
      </dsp:nvSpPr>
      <dsp:spPr>
        <a:xfrm>
          <a:off x="2832958" y="1542"/>
          <a:ext cx="2557164" cy="1534298"/>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kumimoji="0" lang="en-US" altLang="en-US" sz="2900" b="0" i="0" u="none" strike="noStrike" kern="1200" cap="none" normalizeH="0" baseline="0">
              <a:ln>
                <a:noFill/>
              </a:ln>
              <a:solidFill>
                <a:srgbClr val="111111"/>
              </a:solidFill>
              <a:effectLst/>
              <a:latin typeface="Segoe UI" panose="020B0502040204020203" pitchFamily="34" charset="0"/>
              <a:cs typeface="Segoe UI" panose="020B0502040204020203" pitchFamily="34" charset="0"/>
            </a:rPr>
            <a:t>Bidirectional</a:t>
          </a:r>
          <a:endParaRPr kumimoji="0" lang="en-US" altLang="en-US" sz="2900" b="0" i="0" u="none" strike="noStrike" kern="1200" cap="none" normalizeH="0" baseline="0" dirty="0">
            <a:ln>
              <a:noFill/>
            </a:ln>
            <a:solidFill>
              <a:srgbClr val="111111"/>
            </a:solidFill>
            <a:effectLst/>
            <a:latin typeface="Segoe UI" panose="020B0502040204020203" pitchFamily="34" charset="0"/>
            <a:cs typeface="Segoe UI" panose="020B0502040204020203" pitchFamily="34" charset="0"/>
          </a:endParaRPr>
        </a:p>
      </dsp:txBody>
      <dsp:txXfrm>
        <a:off x="2832958" y="1542"/>
        <a:ext cx="2557164" cy="1534298"/>
      </dsp:txXfrm>
    </dsp:sp>
    <dsp:sp modelId="{5F97D613-5A6F-4F3C-94E7-AE7449242BFA}">
      <dsp:nvSpPr>
        <dsp:cNvPr id="0" name=""/>
        <dsp:cNvSpPr/>
      </dsp:nvSpPr>
      <dsp:spPr>
        <a:xfrm>
          <a:off x="20076" y="1791558"/>
          <a:ext cx="2557164" cy="1534298"/>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kumimoji="0" lang="en-US" altLang="en-US" sz="2900" b="0" i="0" u="none" strike="noStrike" kern="1200" cap="none" normalizeH="0" baseline="0">
              <a:ln>
                <a:noFill/>
              </a:ln>
              <a:solidFill>
                <a:srgbClr val="111111"/>
              </a:solidFill>
              <a:effectLst/>
              <a:latin typeface="Segoe UI" panose="020B0502040204020203" pitchFamily="34" charset="0"/>
              <a:cs typeface="Segoe UI" panose="020B0502040204020203" pitchFamily="34" charset="0"/>
            </a:rPr>
            <a:t>Aggregation</a:t>
          </a:r>
          <a:endParaRPr kumimoji="0" lang="en-US" altLang="en-US" sz="2900" b="0" i="0" u="none" strike="noStrike" kern="1200" cap="none" normalizeH="0" baseline="0" dirty="0">
            <a:ln>
              <a:noFill/>
            </a:ln>
            <a:solidFill>
              <a:srgbClr val="111111"/>
            </a:solidFill>
            <a:effectLst/>
            <a:latin typeface="Segoe UI" panose="020B0502040204020203" pitchFamily="34" charset="0"/>
            <a:cs typeface="Segoe UI" panose="020B0502040204020203" pitchFamily="34" charset="0"/>
          </a:endParaRPr>
        </a:p>
      </dsp:txBody>
      <dsp:txXfrm>
        <a:off x="20076" y="1791558"/>
        <a:ext cx="2557164" cy="1534298"/>
      </dsp:txXfrm>
    </dsp:sp>
    <dsp:sp modelId="{FE4ACC55-7A4C-4AA8-A25E-57D7EFE2E964}">
      <dsp:nvSpPr>
        <dsp:cNvPr id="0" name=""/>
        <dsp:cNvSpPr/>
      </dsp:nvSpPr>
      <dsp:spPr>
        <a:xfrm>
          <a:off x="2832958" y="1791558"/>
          <a:ext cx="2557164" cy="1534298"/>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kumimoji="0" lang="en-US" altLang="en-US" sz="2900" b="0" i="0" u="none" strike="noStrike" kern="1200" cap="none" normalizeH="0" baseline="0">
              <a:ln>
                <a:noFill/>
              </a:ln>
              <a:solidFill>
                <a:srgbClr val="111111"/>
              </a:solidFill>
              <a:effectLst/>
              <a:latin typeface="Segoe UI" panose="020B0502040204020203" pitchFamily="34" charset="0"/>
              <a:cs typeface="Segoe UI" panose="020B0502040204020203" pitchFamily="34" charset="0"/>
            </a:rPr>
            <a:t>Composition</a:t>
          </a:r>
          <a:endParaRPr kumimoji="0" lang="en-US" altLang="en-US" sz="2900" b="0" i="0" u="none" strike="noStrike" kern="1200" cap="none" normalizeH="0" baseline="0" dirty="0">
            <a:ln>
              <a:noFill/>
            </a:ln>
            <a:solidFill>
              <a:srgbClr val="111111"/>
            </a:solidFill>
            <a:effectLst/>
            <a:latin typeface="Segoe UI" panose="020B0502040204020203" pitchFamily="34" charset="0"/>
            <a:cs typeface="Segoe UI" panose="020B0502040204020203" pitchFamily="34" charset="0"/>
          </a:endParaRPr>
        </a:p>
      </dsp:txBody>
      <dsp:txXfrm>
        <a:off x="2832958" y="1791558"/>
        <a:ext cx="2557164" cy="1534298"/>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1858" name="Rectangle 2">
            <a:extLst>
              <a:ext uri="{FF2B5EF4-FFF2-40B4-BE49-F238E27FC236}">
                <a16:creationId xmlns:a16="http://schemas.microsoft.com/office/drawing/2014/main" id="{0A90D812-285E-45BA-991F-3B053307A42D}"/>
              </a:ext>
            </a:extLst>
          </p:cNvPr>
          <p:cNvSpPr>
            <a:spLocks noGrp="1" noChangeArrowheads="1"/>
          </p:cNvSpPr>
          <p:nvPr>
            <p:ph type="hdr" sz="quarter"/>
          </p:nvPr>
        </p:nvSpPr>
        <p:spPr bwMode="auto">
          <a:xfrm>
            <a:off x="0"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lvl1pPr defTabSz="990600" eaLnBrk="1" hangingPunct="1">
              <a:defRPr sz="1300">
                <a:ea typeface="Angsana New" panose="02020603050405020304" pitchFamily="18" charset="-34"/>
                <a:cs typeface="Angsana New" panose="02020603050405020304" pitchFamily="18" charset="-34"/>
              </a:defRPr>
            </a:lvl1pPr>
          </a:lstStyle>
          <a:p>
            <a:pPr>
              <a:defRPr/>
            </a:pPr>
            <a:endParaRPr lang="th-TH" altLang="en-US"/>
          </a:p>
        </p:txBody>
      </p:sp>
      <p:sp>
        <p:nvSpPr>
          <p:cNvPr id="121859" name="Rectangle 3">
            <a:extLst>
              <a:ext uri="{FF2B5EF4-FFF2-40B4-BE49-F238E27FC236}">
                <a16:creationId xmlns:a16="http://schemas.microsoft.com/office/drawing/2014/main" id="{0F67A946-3E2C-4C51-977C-26A29244F098}"/>
              </a:ext>
            </a:extLst>
          </p:cNvPr>
          <p:cNvSpPr>
            <a:spLocks noGrp="1" noChangeArrowheads="1"/>
          </p:cNvSpPr>
          <p:nvPr>
            <p:ph type="dt" idx="1"/>
          </p:nvPr>
        </p:nvSpPr>
        <p:spPr bwMode="auto">
          <a:xfrm>
            <a:off x="4021138"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lvl1pPr algn="r" defTabSz="990600" eaLnBrk="1" hangingPunct="1">
              <a:defRPr sz="1300">
                <a:ea typeface="Angsana New" panose="02020603050405020304" pitchFamily="18" charset="-34"/>
                <a:cs typeface="Angsana New" panose="02020603050405020304" pitchFamily="18" charset="-34"/>
              </a:defRPr>
            </a:lvl1pPr>
          </a:lstStyle>
          <a:p>
            <a:pPr>
              <a:defRPr/>
            </a:pPr>
            <a:endParaRPr lang="th-TH" altLang="en-US"/>
          </a:p>
        </p:txBody>
      </p:sp>
      <p:sp>
        <p:nvSpPr>
          <p:cNvPr id="44036" name="Rectangle 4">
            <a:extLst>
              <a:ext uri="{FF2B5EF4-FFF2-40B4-BE49-F238E27FC236}">
                <a16:creationId xmlns:a16="http://schemas.microsoft.com/office/drawing/2014/main" id="{15225186-8A11-432F-AA98-2D5E5BDD3642}"/>
              </a:ext>
            </a:extLst>
          </p:cNvPr>
          <p:cNvSpPr>
            <a:spLocks noGrp="1" noRot="1" noChangeAspect="1" noChangeArrowheads="1" noTextEdit="1"/>
          </p:cNvSpPr>
          <p:nvPr>
            <p:ph type="sldImg" idx="2"/>
          </p:nvPr>
        </p:nvSpPr>
        <p:spPr bwMode="auto">
          <a:xfrm>
            <a:off x="990600" y="768350"/>
            <a:ext cx="5118100" cy="3836988"/>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21861" name="Rectangle 5">
            <a:extLst>
              <a:ext uri="{FF2B5EF4-FFF2-40B4-BE49-F238E27FC236}">
                <a16:creationId xmlns:a16="http://schemas.microsoft.com/office/drawing/2014/main" id="{9BC1CC21-6C5F-4763-87E7-383E478E4E08}"/>
              </a:ext>
            </a:extLst>
          </p:cNvPr>
          <p:cNvSpPr>
            <a:spLocks noGrp="1" noChangeArrowheads="1"/>
          </p:cNvSpPr>
          <p:nvPr>
            <p:ph type="body" sz="quarter" idx="3"/>
          </p:nvPr>
        </p:nvSpPr>
        <p:spPr bwMode="auto">
          <a:xfrm>
            <a:off x="709613" y="4860925"/>
            <a:ext cx="5680075" cy="4605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p>
            <a:pPr lvl="0"/>
            <a:r>
              <a:rPr lang="th-TH" altLang="en-US" noProof="0"/>
              <a:t>Click to edit Master text styles</a:t>
            </a:r>
          </a:p>
          <a:p>
            <a:pPr lvl="1"/>
            <a:r>
              <a:rPr lang="th-TH" altLang="en-US" noProof="0"/>
              <a:t>Second level</a:t>
            </a:r>
          </a:p>
          <a:p>
            <a:pPr lvl="2"/>
            <a:r>
              <a:rPr lang="th-TH" altLang="en-US" noProof="0"/>
              <a:t>Third level</a:t>
            </a:r>
          </a:p>
          <a:p>
            <a:pPr lvl="3"/>
            <a:r>
              <a:rPr lang="th-TH" altLang="en-US" noProof="0"/>
              <a:t>Fourth level</a:t>
            </a:r>
          </a:p>
          <a:p>
            <a:pPr lvl="4"/>
            <a:r>
              <a:rPr lang="th-TH" altLang="en-US" noProof="0"/>
              <a:t>Fifth level</a:t>
            </a:r>
          </a:p>
        </p:txBody>
      </p:sp>
      <p:sp>
        <p:nvSpPr>
          <p:cNvPr id="121862" name="Rectangle 6">
            <a:extLst>
              <a:ext uri="{FF2B5EF4-FFF2-40B4-BE49-F238E27FC236}">
                <a16:creationId xmlns:a16="http://schemas.microsoft.com/office/drawing/2014/main" id="{64EBE8B3-3F9B-456F-B901-2F004D5B654A}"/>
              </a:ext>
            </a:extLst>
          </p:cNvPr>
          <p:cNvSpPr>
            <a:spLocks noGrp="1" noChangeArrowheads="1"/>
          </p:cNvSpPr>
          <p:nvPr>
            <p:ph type="ftr" sz="quarter" idx="4"/>
          </p:nvPr>
        </p:nvSpPr>
        <p:spPr bwMode="auto">
          <a:xfrm>
            <a:off x="0"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prstTxWarp prst="textNoShape">
              <a:avLst/>
            </a:prstTxWarp>
          </a:bodyPr>
          <a:lstStyle>
            <a:lvl1pPr defTabSz="990600" eaLnBrk="1" hangingPunct="1">
              <a:defRPr sz="1300">
                <a:ea typeface="Angsana New" panose="02020603050405020304" pitchFamily="18" charset="-34"/>
                <a:cs typeface="Angsana New" panose="02020603050405020304" pitchFamily="18" charset="-34"/>
              </a:defRPr>
            </a:lvl1pPr>
          </a:lstStyle>
          <a:p>
            <a:pPr>
              <a:defRPr/>
            </a:pPr>
            <a:endParaRPr lang="th-TH" altLang="en-US"/>
          </a:p>
        </p:txBody>
      </p:sp>
      <p:sp>
        <p:nvSpPr>
          <p:cNvPr id="121863" name="Rectangle 7">
            <a:extLst>
              <a:ext uri="{FF2B5EF4-FFF2-40B4-BE49-F238E27FC236}">
                <a16:creationId xmlns:a16="http://schemas.microsoft.com/office/drawing/2014/main" id="{3D2FC271-3D65-4025-B92F-C7BB2C360095}"/>
              </a:ext>
            </a:extLst>
          </p:cNvPr>
          <p:cNvSpPr>
            <a:spLocks noGrp="1" noChangeArrowheads="1"/>
          </p:cNvSpPr>
          <p:nvPr>
            <p:ph type="sldNum" sz="quarter" idx="5"/>
          </p:nvPr>
        </p:nvSpPr>
        <p:spPr bwMode="auto">
          <a:xfrm>
            <a:off x="4021138"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prstTxWarp prst="textNoShape">
              <a:avLst/>
            </a:prstTxWarp>
          </a:bodyPr>
          <a:lstStyle>
            <a:lvl1pPr algn="r" defTabSz="990600" eaLnBrk="1" hangingPunct="1">
              <a:defRPr sz="1300">
                <a:ea typeface="Angsana New" panose="02020603050405020304" pitchFamily="18" charset="-34"/>
                <a:cs typeface="Angsana New" panose="02020603050405020304" pitchFamily="18" charset="-34"/>
              </a:defRPr>
            </a:lvl1pPr>
          </a:lstStyle>
          <a:p>
            <a:pPr>
              <a:defRPr/>
            </a:pPr>
            <a:fld id="{C07C3744-6EC3-4E79-A53A-5EE949019065}" type="slidenum">
              <a:rPr lang="en-US" altLang="en-US"/>
              <a:pPr>
                <a:defRPr/>
              </a:pPr>
              <a:t>‹#›</a:t>
            </a:fld>
            <a:endParaRPr lang="th-TH"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a:extLst>
              <a:ext uri="{FF2B5EF4-FFF2-40B4-BE49-F238E27FC236}">
                <a16:creationId xmlns:a16="http://schemas.microsoft.com/office/drawing/2014/main" id="{E927BB22-7120-44A8-9731-A2D2E90B1390}"/>
              </a:ext>
            </a:extLst>
          </p:cNvPr>
          <p:cNvSpPr>
            <a:spLocks noGrp="1" noRot="1" noChangeAspect="1" noChangeArrowheads="1" noTextEdit="1"/>
          </p:cNvSpPr>
          <p:nvPr>
            <p:ph type="sldImg"/>
          </p:nvPr>
        </p:nvSpPr>
        <p:spPr>
          <a:xfrm>
            <a:off x="1150938" y="692150"/>
            <a:ext cx="4556125" cy="3416300"/>
          </a:xfrm>
          <a:ln/>
        </p:spPr>
      </p:sp>
      <p:sp>
        <p:nvSpPr>
          <p:cNvPr id="46083" name="Notes Placeholder 2">
            <a:extLst>
              <a:ext uri="{FF2B5EF4-FFF2-40B4-BE49-F238E27FC236}">
                <a16:creationId xmlns:a16="http://schemas.microsoft.com/office/drawing/2014/main" id="{B1D4B81E-0CC1-4B34-931C-D8E6CA34197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46084" name="Footer Placeholder 3">
            <a:extLst>
              <a:ext uri="{FF2B5EF4-FFF2-40B4-BE49-F238E27FC236}">
                <a16:creationId xmlns:a16="http://schemas.microsoft.com/office/drawing/2014/main" id="{484F9F28-10A3-46CF-9C5F-2B4FA1BD8BE1}"/>
              </a:ext>
            </a:extLst>
          </p:cNvPr>
          <p:cNvSpPr>
            <a:spLocks noGrp="1"/>
          </p:cNvSpPr>
          <p:nvPr>
            <p:ph type="ftr" sz="quarter" idx="4"/>
          </p:nvPr>
        </p:nvSpPr>
        <p:spPr>
          <a:xfrm>
            <a:off x="0" y="8686800"/>
            <a:ext cx="2971800" cy="457200"/>
          </a:xfrm>
          <a:noFill/>
        </p:spPr>
        <p:txBody>
          <a:bodyPr/>
          <a:lstStyle>
            <a:lvl1pPr defTabSz="990600">
              <a:defRPr>
                <a:solidFill>
                  <a:schemeClr val="tx1"/>
                </a:solidFill>
                <a:latin typeface="Arial" panose="020B0604020202020204" pitchFamily="34" charset="0"/>
                <a:ea typeface="Angsana New" panose="02020603050405020304" pitchFamily="18" charset="-34"/>
              </a:defRPr>
            </a:lvl1pPr>
            <a:lvl2pPr marL="742950" indent="-285750" defTabSz="990600">
              <a:defRPr>
                <a:solidFill>
                  <a:schemeClr val="tx1"/>
                </a:solidFill>
                <a:latin typeface="Arial" panose="020B0604020202020204" pitchFamily="34" charset="0"/>
                <a:ea typeface="Angsana New" panose="02020603050405020304" pitchFamily="18" charset="-34"/>
              </a:defRPr>
            </a:lvl2pPr>
            <a:lvl3pPr marL="1143000" indent="-228600" defTabSz="990600">
              <a:defRPr>
                <a:solidFill>
                  <a:schemeClr val="tx1"/>
                </a:solidFill>
                <a:latin typeface="Arial" panose="020B0604020202020204" pitchFamily="34" charset="0"/>
                <a:ea typeface="Angsana New" panose="02020603050405020304" pitchFamily="18" charset="-34"/>
              </a:defRPr>
            </a:lvl3pPr>
            <a:lvl4pPr marL="1600200" indent="-228600" defTabSz="990600">
              <a:defRPr>
                <a:solidFill>
                  <a:schemeClr val="tx1"/>
                </a:solidFill>
                <a:latin typeface="Arial" panose="020B0604020202020204" pitchFamily="34" charset="0"/>
                <a:ea typeface="Angsana New" panose="02020603050405020304" pitchFamily="18" charset="-34"/>
              </a:defRPr>
            </a:lvl4pPr>
            <a:lvl5pPr marL="2057400" indent="-228600" defTabSz="990600">
              <a:defRPr>
                <a:solidFill>
                  <a:schemeClr val="tx1"/>
                </a:solidFill>
                <a:latin typeface="Arial" panose="020B0604020202020204" pitchFamily="34" charset="0"/>
                <a:ea typeface="Angsana New" panose="02020603050405020304" pitchFamily="18" charset="-34"/>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9pPr>
          </a:lstStyle>
          <a:p>
            <a:r>
              <a:rPr lang="en-US" altLang="en-US"/>
              <a:t>© 2016 Pearson Education, Inc., Hoboken, NJ. All rights reserved.</a:t>
            </a:r>
          </a:p>
        </p:txBody>
      </p:sp>
      <p:sp>
        <p:nvSpPr>
          <p:cNvPr id="46085" name="Slide Number Placeholder 4">
            <a:extLst>
              <a:ext uri="{FF2B5EF4-FFF2-40B4-BE49-F238E27FC236}">
                <a16:creationId xmlns:a16="http://schemas.microsoft.com/office/drawing/2014/main" id="{32185DEE-BFE2-45E2-8220-BC578E7C10C4}"/>
              </a:ext>
            </a:extLst>
          </p:cNvPr>
          <p:cNvSpPr>
            <a:spLocks noGrp="1" noChangeArrowheads="1"/>
          </p:cNvSpPr>
          <p:nvPr>
            <p:ph type="sldNum" sz="quarter" idx="5"/>
          </p:nvPr>
        </p:nvSpPr>
        <p:spPr>
          <a:xfrm>
            <a:off x="3886200" y="8686800"/>
            <a:ext cx="29718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9638">
              <a:defRPr>
                <a:solidFill>
                  <a:schemeClr val="tx1"/>
                </a:solidFill>
                <a:latin typeface="Arial" panose="020B0604020202020204" pitchFamily="34" charset="0"/>
                <a:ea typeface="Angsana New" panose="02020603050405020304" pitchFamily="18" charset="-34"/>
              </a:defRPr>
            </a:lvl1pPr>
            <a:lvl2pPr marL="742950" indent="-285750" defTabSz="909638">
              <a:defRPr>
                <a:solidFill>
                  <a:schemeClr val="tx1"/>
                </a:solidFill>
                <a:latin typeface="Arial" panose="020B0604020202020204" pitchFamily="34" charset="0"/>
                <a:ea typeface="Angsana New" panose="02020603050405020304" pitchFamily="18" charset="-34"/>
              </a:defRPr>
            </a:lvl2pPr>
            <a:lvl3pPr marL="1143000" indent="-228600" defTabSz="909638">
              <a:defRPr>
                <a:solidFill>
                  <a:schemeClr val="tx1"/>
                </a:solidFill>
                <a:latin typeface="Arial" panose="020B0604020202020204" pitchFamily="34" charset="0"/>
                <a:ea typeface="Angsana New" panose="02020603050405020304" pitchFamily="18" charset="-34"/>
              </a:defRPr>
            </a:lvl3pPr>
            <a:lvl4pPr marL="1600200" indent="-228600" defTabSz="909638">
              <a:defRPr>
                <a:solidFill>
                  <a:schemeClr val="tx1"/>
                </a:solidFill>
                <a:latin typeface="Arial" panose="020B0604020202020204" pitchFamily="34" charset="0"/>
                <a:ea typeface="Angsana New" panose="02020603050405020304" pitchFamily="18" charset="-34"/>
              </a:defRPr>
            </a:lvl4pPr>
            <a:lvl5pPr marL="2057400" indent="-228600" defTabSz="909638">
              <a:defRPr>
                <a:solidFill>
                  <a:schemeClr val="tx1"/>
                </a:solidFill>
                <a:latin typeface="Arial" panose="020B0604020202020204" pitchFamily="34" charset="0"/>
                <a:ea typeface="Angsana New" panose="02020603050405020304" pitchFamily="18" charset="-34"/>
              </a:defRPr>
            </a:lvl5pPr>
            <a:lvl6pPr marL="2514600" indent="-228600" defTabSz="909638"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6pPr>
            <a:lvl7pPr marL="2971800" indent="-228600" defTabSz="909638"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7pPr>
            <a:lvl8pPr marL="3429000" indent="-228600" defTabSz="909638"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8pPr>
            <a:lvl9pPr marL="3886200" indent="-228600" defTabSz="909638"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9pPr>
          </a:lstStyle>
          <a:p>
            <a:fld id="{404B7AD8-E783-48AE-9303-16B5B68B1C49}" type="slidenum">
              <a:rPr lang="en-US" altLang="en-US" sz="1000" i="1" smtClean="0">
                <a:latin typeface="Times New Roman" panose="02020603050405020304" pitchFamily="18" charset="0"/>
                <a:ea typeface="新細明體" panose="02020500000000000000" pitchFamily="18" charset="-120"/>
              </a:rPr>
              <a:pPr/>
              <a:t>1</a:t>
            </a:fld>
            <a:endParaRPr lang="en-US" altLang="en-US" sz="1000" i="1">
              <a:latin typeface="Times New Roman" panose="02020603050405020304" pitchFamily="18" charset="0"/>
              <a:ea typeface="新細明體" panose="02020500000000000000" pitchFamily="18" charset="-12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CA7BF0AF-4BD3-456F-876E-731944C7CF1E}"/>
              </a:ext>
            </a:extLst>
          </p:cNvPr>
          <p:cNvGrpSpPr>
            <a:grpSpLocks/>
          </p:cNvGrpSpPr>
          <p:nvPr/>
        </p:nvGrpSpPr>
        <p:grpSpPr bwMode="auto">
          <a:xfrm>
            <a:off x="0" y="0"/>
            <a:ext cx="8763000" cy="5943600"/>
            <a:chOff x="0" y="0"/>
            <a:chExt cx="5520" cy="3744"/>
          </a:xfrm>
        </p:grpSpPr>
        <p:sp>
          <p:nvSpPr>
            <p:cNvPr id="5" name="Rectangle 3">
              <a:extLst>
                <a:ext uri="{FF2B5EF4-FFF2-40B4-BE49-F238E27FC236}">
                  <a16:creationId xmlns:a16="http://schemas.microsoft.com/office/drawing/2014/main" id="{66A0F1AE-2137-46E3-93A2-7105D8B0B170}"/>
                </a:ext>
              </a:extLst>
            </p:cNvPr>
            <p:cNvSpPr>
              <a:spLocks noChangeArrowheads="1"/>
            </p:cNvSpPr>
            <p:nvPr/>
          </p:nvSpPr>
          <p:spPr bwMode="auto">
            <a:xfrm>
              <a:off x="0" y="0"/>
              <a:ext cx="1104" cy="3072"/>
            </a:xfrm>
            <a:prstGeom prst="rect">
              <a:avLst/>
            </a:prstGeom>
            <a:solidFill>
              <a:schemeClr val="accent1"/>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Angsana New" panose="02020603050405020304" pitchFamily="18" charset="-34"/>
                </a:defRPr>
              </a:lvl1pPr>
              <a:lvl2pPr marL="742950" indent="-285750">
                <a:defRPr>
                  <a:solidFill>
                    <a:schemeClr val="tx1"/>
                  </a:solidFill>
                  <a:latin typeface="Arial" panose="020B0604020202020204" pitchFamily="34" charset="0"/>
                  <a:ea typeface="Angsana New" panose="02020603050405020304" pitchFamily="18" charset="-34"/>
                </a:defRPr>
              </a:lvl2pPr>
              <a:lvl3pPr marL="1143000" indent="-228600">
                <a:defRPr>
                  <a:solidFill>
                    <a:schemeClr val="tx1"/>
                  </a:solidFill>
                  <a:latin typeface="Arial" panose="020B0604020202020204" pitchFamily="34" charset="0"/>
                  <a:ea typeface="Angsana New" panose="02020603050405020304" pitchFamily="18" charset="-34"/>
                </a:defRPr>
              </a:lvl3pPr>
              <a:lvl4pPr marL="1600200" indent="-228600">
                <a:defRPr>
                  <a:solidFill>
                    <a:schemeClr val="tx1"/>
                  </a:solidFill>
                  <a:latin typeface="Arial" panose="020B0604020202020204" pitchFamily="34" charset="0"/>
                  <a:ea typeface="Angsana New" panose="02020603050405020304" pitchFamily="18" charset="-34"/>
                </a:defRPr>
              </a:lvl4pPr>
              <a:lvl5pPr marL="2057400" indent="-228600">
                <a:defRPr>
                  <a:solidFill>
                    <a:schemeClr val="tx1"/>
                  </a:solidFill>
                  <a:latin typeface="Arial" panose="020B0604020202020204" pitchFamily="34" charset="0"/>
                  <a:ea typeface="Angsana New" panose="02020603050405020304" pitchFamily="18" charset="-34"/>
                </a:defRPr>
              </a:lvl5pPr>
              <a:lvl6pPr marL="25146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6pPr>
              <a:lvl7pPr marL="29718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7pPr>
              <a:lvl8pPr marL="34290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8pPr>
              <a:lvl9pPr marL="38862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9pPr>
            </a:lstStyle>
            <a:p>
              <a:pPr algn="ctr" eaLnBrk="1" hangingPunct="1">
                <a:defRPr/>
              </a:pPr>
              <a:endParaRPr lang="en-US" altLang="en-US" sz="2400">
                <a:latin typeface="Times New Roman" panose="02020603050405020304" pitchFamily="18" charset="0"/>
              </a:endParaRPr>
            </a:p>
          </p:txBody>
        </p:sp>
        <p:grpSp>
          <p:nvGrpSpPr>
            <p:cNvPr id="6" name="Group 4">
              <a:extLst>
                <a:ext uri="{FF2B5EF4-FFF2-40B4-BE49-F238E27FC236}">
                  <a16:creationId xmlns:a16="http://schemas.microsoft.com/office/drawing/2014/main" id="{2926F480-999F-4E5A-A679-2CC66462FF7A}"/>
                </a:ext>
              </a:extLst>
            </p:cNvPr>
            <p:cNvGrpSpPr>
              <a:grpSpLocks/>
            </p:cNvGrpSpPr>
            <p:nvPr userDrawn="1"/>
          </p:nvGrpSpPr>
          <p:grpSpPr bwMode="auto">
            <a:xfrm>
              <a:off x="0" y="2208"/>
              <a:ext cx="5520" cy="1536"/>
              <a:chOff x="0" y="2208"/>
              <a:chExt cx="5520" cy="1536"/>
            </a:xfrm>
          </p:grpSpPr>
          <p:sp>
            <p:nvSpPr>
              <p:cNvPr id="10" name="Rectangle 5">
                <a:extLst>
                  <a:ext uri="{FF2B5EF4-FFF2-40B4-BE49-F238E27FC236}">
                    <a16:creationId xmlns:a16="http://schemas.microsoft.com/office/drawing/2014/main" id="{787588DD-AA41-4277-9C17-B221A4E03C4C}"/>
                  </a:ext>
                </a:extLst>
              </p:cNvPr>
              <p:cNvSpPr>
                <a:spLocks noChangeArrowheads="1"/>
              </p:cNvSpPr>
              <p:nvPr/>
            </p:nvSpPr>
            <p:spPr bwMode="ltGray">
              <a:xfrm>
                <a:off x="624" y="2208"/>
                <a:ext cx="4896" cy="1536"/>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Angsana New" panose="02020603050405020304" pitchFamily="18" charset="-34"/>
                  </a:defRPr>
                </a:lvl1pPr>
                <a:lvl2pPr marL="742950" indent="-285750">
                  <a:defRPr>
                    <a:solidFill>
                      <a:schemeClr val="tx1"/>
                    </a:solidFill>
                    <a:latin typeface="Arial" panose="020B0604020202020204" pitchFamily="34" charset="0"/>
                    <a:ea typeface="Angsana New" panose="02020603050405020304" pitchFamily="18" charset="-34"/>
                  </a:defRPr>
                </a:lvl2pPr>
                <a:lvl3pPr marL="1143000" indent="-228600">
                  <a:defRPr>
                    <a:solidFill>
                      <a:schemeClr val="tx1"/>
                    </a:solidFill>
                    <a:latin typeface="Arial" panose="020B0604020202020204" pitchFamily="34" charset="0"/>
                    <a:ea typeface="Angsana New" panose="02020603050405020304" pitchFamily="18" charset="-34"/>
                  </a:defRPr>
                </a:lvl3pPr>
                <a:lvl4pPr marL="1600200" indent="-228600">
                  <a:defRPr>
                    <a:solidFill>
                      <a:schemeClr val="tx1"/>
                    </a:solidFill>
                    <a:latin typeface="Arial" panose="020B0604020202020204" pitchFamily="34" charset="0"/>
                    <a:ea typeface="Angsana New" panose="02020603050405020304" pitchFamily="18" charset="-34"/>
                  </a:defRPr>
                </a:lvl4pPr>
                <a:lvl5pPr marL="2057400" indent="-228600">
                  <a:defRPr>
                    <a:solidFill>
                      <a:schemeClr val="tx1"/>
                    </a:solidFill>
                    <a:latin typeface="Arial" panose="020B0604020202020204" pitchFamily="34" charset="0"/>
                    <a:ea typeface="Angsana New" panose="02020603050405020304" pitchFamily="18" charset="-34"/>
                  </a:defRPr>
                </a:lvl5pPr>
                <a:lvl6pPr marL="25146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6pPr>
                <a:lvl7pPr marL="29718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7pPr>
                <a:lvl8pPr marL="34290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8pPr>
                <a:lvl9pPr marL="38862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9pPr>
              </a:lstStyle>
              <a:p>
                <a:pPr algn="ctr" eaLnBrk="1" hangingPunct="1">
                  <a:defRPr/>
                </a:pPr>
                <a:endParaRPr lang="en-US" altLang="en-US" sz="2400">
                  <a:latin typeface="Times New Roman" panose="02020603050405020304" pitchFamily="18" charset="0"/>
                </a:endParaRPr>
              </a:p>
            </p:txBody>
          </p:sp>
          <p:sp>
            <p:nvSpPr>
              <p:cNvPr id="11" name="Rectangle 6">
                <a:extLst>
                  <a:ext uri="{FF2B5EF4-FFF2-40B4-BE49-F238E27FC236}">
                    <a16:creationId xmlns:a16="http://schemas.microsoft.com/office/drawing/2014/main" id="{DF66D16C-F975-445F-861F-4D4E68151433}"/>
                  </a:ext>
                </a:extLst>
              </p:cNvPr>
              <p:cNvSpPr>
                <a:spLocks noChangeArrowheads="1"/>
              </p:cNvSpPr>
              <p:nvPr/>
            </p:nvSpPr>
            <p:spPr bwMode="white">
              <a:xfrm>
                <a:off x="654" y="2352"/>
                <a:ext cx="4818" cy="134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Angsana New" panose="02020603050405020304" pitchFamily="18" charset="-34"/>
                  </a:defRPr>
                </a:lvl1pPr>
                <a:lvl2pPr marL="742950" indent="-285750">
                  <a:defRPr>
                    <a:solidFill>
                      <a:schemeClr val="tx1"/>
                    </a:solidFill>
                    <a:latin typeface="Arial" panose="020B0604020202020204" pitchFamily="34" charset="0"/>
                    <a:ea typeface="Angsana New" panose="02020603050405020304" pitchFamily="18" charset="-34"/>
                  </a:defRPr>
                </a:lvl2pPr>
                <a:lvl3pPr marL="1143000" indent="-228600">
                  <a:defRPr>
                    <a:solidFill>
                      <a:schemeClr val="tx1"/>
                    </a:solidFill>
                    <a:latin typeface="Arial" panose="020B0604020202020204" pitchFamily="34" charset="0"/>
                    <a:ea typeface="Angsana New" panose="02020603050405020304" pitchFamily="18" charset="-34"/>
                  </a:defRPr>
                </a:lvl3pPr>
                <a:lvl4pPr marL="1600200" indent="-228600">
                  <a:defRPr>
                    <a:solidFill>
                      <a:schemeClr val="tx1"/>
                    </a:solidFill>
                    <a:latin typeface="Arial" panose="020B0604020202020204" pitchFamily="34" charset="0"/>
                    <a:ea typeface="Angsana New" panose="02020603050405020304" pitchFamily="18" charset="-34"/>
                  </a:defRPr>
                </a:lvl4pPr>
                <a:lvl5pPr marL="2057400" indent="-228600">
                  <a:defRPr>
                    <a:solidFill>
                      <a:schemeClr val="tx1"/>
                    </a:solidFill>
                    <a:latin typeface="Arial" panose="020B0604020202020204" pitchFamily="34" charset="0"/>
                    <a:ea typeface="Angsana New" panose="02020603050405020304" pitchFamily="18" charset="-34"/>
                  </a:defRPr>
                </a:lvl5pPr>
                <a:lvl6pPr marL="25146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6pPr>
                <a:lvl7pPr marL="29718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7pPr>
                <a:lvl8pPr marL="34290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8pPr>
                <a:lvl9pPr marL="38862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9pPr>
              </a:lstStyle>
              <a:p>
                <a:pPr algn="ctr" eaLnBrk="1" hangingPunct="1">
                  <a:defRPr/>
                </a:pPr>
                <a:endParaRPr lang="en-US" altLang="en-US" sz="2400">
                  <a:latin typeface="Times New Roman" panose="02020603050405020304" pitchFamily="18" charset="0"/>
                </a:endParaRPr>
              </a:p>
            </p:txBody>
          </p:sp>
          <p:sp>
            <p:nvSpPr>
              <p:cNvPr id="12" name="Line 7">
                <a:extLst>
                  <a:ext uri="{FF2B5EF4-FFF2-40B4-BE49-F238E27FC236}">
                    <a16:creationId xmlns:a16="http://schemas.microsoft.com/office/drawing/2014/main" id="{6E705887-AB71-4B76-B1F4-8D7F77EAE8CC}"/>
                  </a:ext>
                </a:extLst>
              </p:cNvPr>
              <p:cNvSpPr>
                <a:spLocks noChangeShapeType="1"/>
              </p:cNvSpPr>
              <p:nvPr/>
            </p:nvSpPr>
            <p:spPr bwMode="auto">
              <a:xfrm>
                <a:off x="0" y="3072"/>
                <a:ext cx="624" cy="0"/>
              </a:xfrm>
              <a:prstGeom prst="line">
                <a:avLst/>
              </a:prstGeom>
              <a:noFill/>
              <a:ln w="508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7" name="Group 8">
              <a:extLst>
                <a:ext uri="{FF2B5EF4-FFF2-40B4-BE49-F238E27FC236}">
                  <a16:creationId xmlns:a16="http://schemas.microsoft.com/office/drawing/2014/main" id="{BB03B609-8F28-44A4-AC11-5F5379FF134A}"/>
                </a:ext>
              </a:extLst>
            </p:cNvPr>
            <p:cNvGrpSpPr>
              <a:grpSpLocks/>
            </p:cNvGrpSpPr>
            <p:nvPr userDrawn="1"/>
          </p:nvGrpSpPr>
          <p:grpSpPr bwMode="auto">
            <a:xfrm>
              <a:off x="400" y="336"/>
              <a:ext cx="5088" cy="192"/>
              <a:chOff x="400" y="336"/>
              <a:chExt cx="5088" cy="192"/>
            </a:xfrm>
          </p:grpSpPr>
          <p:sp>
            <p:nvSpPr>
              <p:cNvPr id="8" name="Rectangle 9">
                <a:extLst>
                  <a:ext uri="{FF2B5EF4-FFF2-40B4-BE49-F238E27FC236}">
                    <a16:creationId xmlns:a16="http://schemas.microsoft.com/office/drawing/2014/main" id="{C3C17E7D-EFC9-4005-8EDE-8E4466AE8642}"/>
                  </a:ext>
                </a:extLst>
              </p:cNvPr>
              <p:cNvSpPr>
                <a:spLocks noChangeArrowheads="1"/>
              </p:cNvSpPr>
              <p:nvPr/>
            </p:nvSpPr>
            <p:spPr bwMode="auto">
              <a:xfrm>
                <a:off x="3952" y="336"/>
                <a:ext cx="1536" cy="19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Angsana New" panose="02020603050405020304" pitchFamily="18" charset="-34"/>
                  </a:defRPr>
                </a:lvl1pPr>
                <a:lvl2pPr marL="742950" indent="-285750">
                  <a:defRPr>
                    <a:solidFill>
                      <a:schemeClr val="tx1"/>
                    </a:solidFill>
                    <a:latin typeface="Arial" panose="020B0604020202020204" pitchFamily="34" charset="0"/>
                    <a:ea typeface="Angsana New" panose="02020603050405020304" pitchFamily="18" charset="-34"/>
                  </a:defRPr>
                </a:lvl2pPr>
                <a:lvl3pPr marL="1143000" indent="-228600">
                  <a:defRPr>
                    <a:solidFill>
                      <a:schemeClr val="tx1"/>
                    </a:solidFill>
                    <a:latin typeface="Arial" panose="020B0604020202020204" pitchFamily="34" charset="0"/>
                    <a:ea typeface="Angsana New" panose="02020603050405020304" pitchFamily="18" charset="-34"/>
                  </a:defRPr>
                </a:lvl3pPr>
                <a:lvl4pPr marL="1600200" indent="-228600">
                  <a:defRPr>
                    <a:solidFill>
                      <a:schemeClr val="tx1"/>
                    </a:solidFill>
                    <a:latin typeface="Arial" panose="020B0604020202020204" pitchFamily="34" charset="0"/>
                    <a:ea typeface="Angsana New" panose="02020603050405020304" pitchFamily="18" charset="-34"/>
                  </a:defRPr>
                </a:lvl4pPr>
                <a:lvl5pPr marL="2057400" indent="-228600">
                  <a:defRPr>
                    <a:solidFill>
                      <a:schemeClr val="tx1"/>
                    </a:solidFill>
                    <a:latin typeface="Arial" panose="020B0604020202020204" pitchFamily="34" charset="0"/>
                    <a:ea typeface="Angsana New" panose="02020603050405020304" pitchFamily="18" charset="-34"/>
                  </a:defRPr>
                </a:lvl5pPr>
                <a:lvl6pPr marL="25146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6pPr>
                <a:lvl7pPr marL="29718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7pPr>
                <a:lvl8pPr marL="34290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8pPr>
                <a:lvl9pPr marL="38862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9pPr>
              </a:lstStyle>
              <a:p>
                <a:pPr algn="ctr" eaLnBrk="1" hangingPunct="1">
                  <a:defRPr/>
                </a:pPr>
                <a:endParaRPr lang="en-US" altLang="en-US" sz="2400">
                  <a:latin typeface="Times New Roman" panose="02020603050405020304" pitchFamily="18" charset="0"/>
                </a:endParaRPr>
              </a:p>
            </p:txBody>
          </p:sp>
          <p:sp>
            <p:nvSpPr>
              <p:cNvPr id="9" name="Line 10">
                <a:extLst>
                  <a:ext uri="{FF2B5EF4-FFF2-40B4-BE49-F238E27FC236}">
                    <a16:creationId xmlns:a16="http://schemas.microsoft.com/office/drawing/2014/main" id="{792123B1-DDFD-4680-AB10-CFA32939CBCF}"/>
                  </a:ext>
                </a:extLst>
              </p:cNvPr>
              <p:cNvSpPr>
                <a:spLocks noChangeShapeType="1"/>
              </p:cNvSpPr>
              <p:nvPr/>
            </p:nvSpPr>
            <p:spPr bwMode="auto">
              <a:xfrm>
                <a:off x="400" y="432"/>
                <a:ext cx="5088" cy="0"/>
              </a:xfrm>
              <a:prstGeom prst="line">
                <a:avLst/>
              </a:prstGeom>
              <a:noFill/>
              <a:ln w="444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pic>
        <p:nvPicPr>
          <p:cNvPr id="13" name="Picture 16" descr="emu_300x300_72dpi_black">
            <a:extLst>
              <a:ext uri="{FF2B5EF4-FFF2-40B4-BE49-F238E27FC236}">
                <a16:creationId xmlns:a16="http://schemas.microsoft.com/office/drawing/2014/main" id="{A6F507B9-BBC3-4F9E-B5B3-1F84BF9FAC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313" y="115888"/>
            <a:ext cx="574675"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8027" name="Rectangle 11"/>
          <p:cNvSpPr>
            <a:spLocks noGrp="1" noChangeArrowheads="1"/>
          </p:cNvSpPr>
          <p:nvPr>
            <p:ph type="ctrTitle"/>
          </p:nvPr>
        </p:nvSpPr>
        <p:spPr>
          <a:xfrm>
            <a:off x="2057400" y="1143000"/>
            <a:ext cx="6629400" cy="2209800"/>
          </a:xfrm>
        </p:spPr>
        <p:txBody>
          <a:bodyPr/>
          <a:lstStyle>
            <a:lvl1pPr>
              <a:defRPr sz="4800"/>
            </a:lvl1pPr>
          </a:lstStyle>
          <a:p>
            <a:pPr lvl="0"/>
            <a:r>
              <a:rPr lang="en-US" altLang="en-US" noProof="0"/>
              <a:t>Click to edit Master title style</a:t>
            </a:r>
          </a:p>
        </p:txBody>
      </p:sp>
      <p:sp>
        <p:nvSpPr>
          <p:cNvPr id="598028" name="Rectangle 12"/>
          <p:cNvSpPr>
            <a:spLocks noGrp="1" noChangeArrowheads="1"/>
          </p:cNvSpPr>
          <p:nvPr>
            <p:ph type="subTitle" idx="1"/>
          </p:nvPr>
        </p:nvSpPr>
        <p:spPr>
          <a:xfrm>
            <a:off x="1371600" y="3962400"/>
            <a:ext cx="6858000" cy="1600200"/>
          </a:xfrm>
        </p:spPr>
        <p:txBody>
          <a:bodyPr anchor="ctr"/>
          <a:lstStyle>
            <a:lvl1pPr marL="0" indent="0" algn="ctr">
              <a:buFont typeface="Wingdings" panose="05000000000000000000" pitchFamily="2" charset="2"/>
              <a:buNone/>
              <a:defRPr/>
            </a:lvl1pPr>
          </a:lstStyle>
          <a:p>
            <a:pPr lvl="0"/>
            <a:r>
              <a:rPr lang="en-US" altLang="en-US" noProof="0"/>
              <a:t>Click to edit Master subtitle style</a:t>
            </a:r>
          </a:p>
        </p:txBody>
      </p:sp>
      <p:sp>
        <p:nvSpPr>
          <p:cNvPr id="14" name="Date Placeholder 13">
            <a:extLst>
              <a:ext uri="{FF2B5EF4-FFF2-40B4-BE49-F238E27FC236}">
                <a16:creationId xmlns:a16="http://schemas.microsoft.com/office/drawing/2014/main" id="{0F1BC169-C2A2-45B5-A374-71F2EBA035EC}"/>
              </a:ext>
            </a:extLst>
          </p:cNvPr>
          <p:cNvSpPr>
            <a:spLocks noGrp="1" noChangeArrowheads="1"/>
          </p:cNvSpPr>
          <p:nvPr>
            <p:ph type="dt" sz="half" idx="10"/>
          </p:nvPr>
        </p:nvSpPr>
        <p:spPr>
          <a:xfrm>
            <a:off x="912813" y="6251575"/>
            <a:ext cx="1905000" cy="457200"/>
          </a:xfrm>
        </p:spPr>
        <p:txBody>
          <a:bodyPr/>
          <a:lstStyle>
            <a:lvl1pPr>
              <a:defRPr/>
            </a:lvl1pPr>
          </a:lstStyle>
          <a:p>
            <a:pPr>
              <a:defRPr/>
            </a:pPr>
            <a:fld id="{5BC5A4B5-26F4-4CC4-A8C9-7256B7BDEED5}" type="datetime4">
              <a:rPr lang="en-US" altLang="en-US" smtClean="0"/>
              <a:t>March 5, 2024</a:t>
            </a:fld>
            <a:endParaRPr lang="en-US" altLang="en-US"/>
          </a:p>
        </p:txBody>
      </p:sp>
      <p:sp>
        <p:nvSpPr>
          <p:cNvPr id="15" name="Footer Placeholder 14">
            <a:extLst>
              <a:ext uri="{FF2B5EF4-FFF2-40B4-BE49-F238E27FC236}">
                <a16:creationId xmlns:a16="http://schemas.microsoft.com/office/drawing/2014/main" id="{2790513F-446A-47CC-8086-B585B729A85A}"/>
              </a:ext>
            </a:extLst>
          </p:cNvPr>
          <p:cNvSpPr>
            <a:spLocks noGrp="1" noChangeArrowheads="1"/>
          </p:cNvSpPr>
          <p:nvPr>
            <p:ph type="ftr" sz="quarter" idx="11"/>
          </p:nvPr>
        </p:nvSpPr>
        <p:spPr>
          <a:xfrm>
            <a:off x="3354388" y="6248400"/>
            <a:ext cx="2895600" cy="457200"/>
          </a:xfrm>
        </p:spPr>
        <p:txBody>
          <a:bodyPr/>
          <a:lstStyle>
            <a:lvl1pPr>
              <a:defRPr/>
            </a:lvl1pPr>
          </a:lstStyle>
          <a:p>
            <a:pPr>
              <a:defRPr/>
            </a:pPr>
            <a:endParaRPr lang="en-US" altLang="en-US"/>
          </a:p>
        </p:txBody>
      </p:sp>
      <p:sp>
        <p:nvSpPr>
          <p:cNvPr id="16" name="Slide Number Placeholder 15">
            <a:extLst>
              <a:ext uri="{FF2B5EF4-FFF2-40B4-BE49-F238E27FC236}">
                <a16:creationId xmlns:a16="http://schemas.microsoft.com/office/drawing/2014/main" id="{44DC9E00-0C42-4E33-9791-DB74392E7DDC}"/>
              </a:ext>
            </a:extLst>
          </p:cNvPr>
          <p:cNvSpPr>
            <a:spLocks noGrp="1" noChangeArrowheads="1"/>
          </p:cNvSpPr>
          <p:nvPr>
            <p:ph type="sldNum" sz="quarter" idx="12"/>
          </p:nvPr>
        </p:nvSpPr>
        <p:spPr>
          <a:xfrm>
            <a:off x="6781800" y="6248400"/>
            <a:ext cx="1905000" cy="457200"/>
          </a:xfrm>
        </p:spPr>
        <p:txBody>
          <a:bodyPr/>
          <a:lstStyle>
            <a:lvl1pPr>
              <a:defRPr/>
            </a:lvl1pPr>
          </a:lstStyle>
          <a:p>
            <a:pPr>
              <a:defRPr/>
            </a:pPr>
            <a:fld id="{FCA2A49A-F948-456B-8433-624613035A24}" type="slidenum">
              <a:rPr lang="en-US" altLang="en-US"/>
              <a:pPr>
                <a:defRPr/>
              </a:pPr>
              <a:t>‹#›</a:t>
            </a:fld>
            <a:endParaRPr lang="en-US" altLang="en-US"/>
          </a:p>
        </p:txBody>
      </p:sp>
    </p:spTree>
    <p:extLst>
      <p:ext uri="{BB962C8B-B14F-4D97-AF65-F5344CB8AC3E}">
        <p14:creationId xmlns:p14="http://schemas.microsoft.com/office/powerpoint/2010/main" val="4081891055"/>
      </p:ext>
    </p:extLst>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a:extLst>
              <a:ext uri="{FF2B5EF4-FFF2-40B4-BE49-F238E27FC236}">
                <a16:creationId xmlns:a16="http://schemas.microsoft.com/office/drawing/2014/main" id="{CF9C34EE-72F3-48EA-B932-2A64C2038FE7}"/>
              </a:ext>
            </a:extLst>
          </p:cNvPr>
          <p:cNvSpPr>
            <a:spLocks noGrp="1" noChangeArrowheads="1"/>
          </p:cNvSpPr>
          <p:nvPr>
            <p:ph type="dt" sz="half" idx="10"/>
          </p:nvPr>
        </p:nvSpPr>
        <p:spPr>
          <a:ln/>
        </p:spPr>
        <p:txBody>
          <a:bodyPr/>
          <a:lstStyle>
            <a:lvl1pPr>
              <a:defRPr/>
            </a:lvl1pPr>
          </a:lstStyle>
          <a:p>
            <a:pPr>
              <a:defRPr/>
            </a:pPr>
            <a:fld id="{9827BBBE-186A-4024-8E62-590462448208}" type="datetime4">
              <a:rPr lang="en-US" altLang="en-US" smtClean="0"/>
              <a:t>March 5, 2024</a:t>
            </a:fld>
            <a:endParaRPr lang="en-US" altLang="en-US"/>
          </a:p>
        </p:txBody>
      </p:sp>
      <p:sp>
        <p:nvSpPr>
          <p:cNvPr id="5" name="Rectangle 10">
            <a:extLst>
              <a:ext uri="{FF2B5EF4-FFF2-40B4-BE49-F238E27FC236}">
                <a16:creationId xmlns:a16="http://schemas.microsoft.com/office/drawing/2014/main" id="{C590B3F9-588F-420A-B941-CFF2AA2EA9F4}"/>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11">
            <a:extLst>
              <a:ext uri="{FF2B5EF4-FFF2-40B4-BE49-F238E27FC236}">
                <a16:creationId xmlns:a16="http://schemas.microsoft.com/office/drawing/2014/main" id="{B8035C69-28AB-4877-8601-E8807E4BE94F}"/>
              </a:ext>
            </a:extLst>
          </p:cNvPr>
          <p:cNvSpPr>
            <a:spLocks noGrp="1" noChangeArrowheads="1"/>
          </p:cNvSpPr>
          <p:nvPr>
            <p:ph type="sldNum" sz="quarter" idx="12"/>
          </p:nvPr>
        </p:nvSpPr>
        <p:spPr>
          <a:ln/>
        </p:spPr>
        <p:txBody>
          <a:bodyPr/>
          <a:lstStyle>
            <a:lvl1pPr>
              <a:defRPr/>
            </a:lvl1pPr>
          </a:lstStyle>
          <a:p>
            <a:pPr>
              <a:defRPr/>
            </a:pPr>
            <a:fld id="{50DA9C81-8C0B-420A-8765-3A9516626B09}" type="slidenum">
              <a:rPr lang="en-US" altLang="en-US"/>
              <a:pPr>
                <a:defRPr/>
              </a:pPr>
              <a:t>‹#›</a:t>
            </a:fld>
            <a:endParaRPr lang="en-US" altLang="en-US"/>
          </a:p>
        </p:txBody>
      </p:sp>
    </p:spTree>
    <p:extLst>
      <p:ext uri="{BB962C8B-B14F-4D97-AF65-F5344CB8AC3E}">
        <p14:creationId xmlns:p14="http://schemas.microsoft.com/office/powerpoint/2010/main" val="3406192934"/>
      </p:ext>
    </p:extLst>
  </p:cSld>
  <p:clrMapOvr>
    <a:masterClrMapping/>
  </p:clrMapOvr>
  <p:transition>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sp>
        <p:nvSpPr>
          <p:cNvPr id="4" name="Rectangle 9">
            <a:extLst>
              <a:ext uri="{FF2B5EF4-FFF2-40B4-BE49-F238E27FC236}">
                <a16:creationId xmlns:a16="http://schemas.microsoft.com/office/drawing/2014/main" id="{C4234A2A-5D0C-44C8-887E-D10DDFC7AA53}"/>
              </a:ext>
            </a:extLst>
          </p:cNvPr>
          <p:cNvSpPr>
            <a:spLocks noGrp="1" noChangeArrowheads="1"/>
          </p:cNvSpPr>
          <p:nvPr>
            <p:ph type="dt" sz="half" idx="10"/>
          </p:nvPr>
        </p:nvSpPr>
        <p:spPr>
          <a:ln/>
        </p:spPr>
        <p:txBody>
          <a:bodyPr/>
          <a:lstStyle>
            <a:lvl1pPr>
              <a:defRPr/>
            </a:lvl1pPr>
          </a:lstStyle>
          <a:p>
            <a:pPr>
              <a:defRPr/>
            </a:pPr>
            <a:fld id="{68994EEA-CDE1-4CF0-B97E-F046BC99017A}" type="datetime4">
              <a:rPr lang="en-US" altLang="en-US" smtClean="0"/>
              <a:t>March 5, 2024</a:t>
            </a:fld>
            <a:endParaRPr lang="en-US" altLang="en-US"/>
          </a:p>
        </p:txBody>
      </p:sp>
      <p:sp>
        <p:nvSpPr>
          <p:cNvPr id="5" name="Rectangle 10">
            <a:extLst>
              <a:ext uri="{FF2B5EF4-FFF2-40B4-BE49-F238E27FC236}">
                <a16:creationId xmlns:a16="http://schemas.microsoft.com/office/drawing/2014/main" id="{04E8673F-D3A8-4270-A880-5464CB01F963}"/>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11">
            <a:extLst>
              <a:ext uri="{FF2B5EF4-FFF2-40B4-BE49-F238E27FC236}">
                <a16:creationId xmlns:a16="http://schemas.microsoft.com/office/drawing/2014/main" id="{EB1F1F1B-8663-4447-B9F0-E50D78F34EFB}"/>
              </a:ext>
            </a:extLst>
          </p:cNvPr>
          <p:cNvSpPr>
            <a:spLocks noGrp="1" noChangeArrowheads="1"/>
          </p:cNvSpPr>
          <p:nvPr>
            <p:ph type="sldNum" sz="quarter" idx="12"/>
          </p:nvPr>
        </p:nvSpPr>
        <p:spPr>
          <a:ln/>
        </p:spPr>
        <p:txBody>
          <a:bodyPr/>
          <a:lstStyle>
            <a:lvl1pPr>
              <a:defRPr/>
            </a:lvl1pPr>
          </a:lstStyle>
          <a:p>
            <a:pPr>
              <a:defRPr/>
            </a:pPr>
            <a:fld id="{99E7F0A4-9658-43EF-876F-1B09C1E0A41F}" type="slidenum">
              <a:rPr lang="en-US" altLang="en-US"/>
              <a:pPr>
                <a:defRPr/>
              </a:pPr>
              <a:t>‹#›</a:t>
            </a:fld>
            <a:endParaRPr lang="en-US" altLang="en-US"/>
          </a:p>
        </p:txBody>
      </p:sp>
    </p:spTree>
    <p:extLst>
      <p:ext uri="{BB962C8B-B14F-4D97-AF65-F5344CB8AC3E}">
        <p14:creationId xmlns:p14="http://schemas.microsoft.com/office/powerpoint/2010/main" val="2982120886"/>
      </p:ext>
    </p:extLst>
  </p:cSld>
  <p:clrMapOvr>
    <a:masterClrMapping/>
  </p:clrMapOvr>
  <p:transition>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066800"/>
            <a:ext cx="3962400" cy="5181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00600" y="1066800"/>
            <a:ext cx="3962400" cy="5181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9">
            <a:extLst>
              <a:ext uri="{FF2B5EF4-FFF2-40B4-BE49-F238E27FC236}">
                <a16:creationId xmlns:a16="http://schemas.microsoft.com/office/drawing/2014/main" id="{BEDEDA5F-0A5D-4CA4-A1C5-E0BBCA7D32B1}"/>
              </a:ext>
            </a:extLst>
          </p:cNvPr>
          <p:cNvSpPr>
            <a:spLocks noGrp="1" noChangeArrowheads="1"/>
          </p:cNvSpPr>
          <p:nvPr>
            <p:ph type="dt" sz="half" idx="10"/>
          </p:nvPr>
        </p:nvSpPr>
        <p:spPr>
          <a:ln/>
        </p:spPr>
        <p:txBody>
          <a:bodyPr/>
          <a:lstStyle>
            <a:lvl1pPr>
              <a:defRPr/>
            </a:lvl1pPr>
          </a:lstStyle>
          <a:p>
            <a:pPr>
              <a:defRPr/>
            </a:pPr>
            <a:fld id="{AE36E2F7-403A-4BD1-97B2-954E718C0676}" type="datetime4">
              <a:rPr lang="en-US" altLang="en-US" smtClean="0"/>
              <a:t>March 5, 2024</a:t>
            </a:fld>
            <a:endParaRPr lang="en-US" altLang="en-US"/>
          </a:p>
        </p:txBody>
      </p:sp>
      <p:sp>
        <p:nvSpPr>
          <p:cNvPr id="6" name="Rectangle 10">
            <a:extLst>
              <a:ext uri="{FF2B5EF4-FFF2-40B4-BE49-F238E27FC236}">
                <a16:creationId xmlns:a16="http://schemas.microsoft.com/office/drawing/2014/main" id="{4C2AD675-B79B-4C82-8BB7-A5BB8E849A2A}"/>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11">
            <a:extLst>
              <a:ext uri="{FF2B5EF4-FFF2-40B4-BE49-F238E27FC236}">
                <a16:creationId xmlns:a16="http://schemas.microsoft.com/office/drawing/2014/main" id="{FA6E5F42-4825-4052-A411-7C9668ACCC14}"/>
              </a:ext>
            </a:extLst>
          </p:cNvPr>
          <p:cNvSpPr>
            <a:spLocks noGrp="1" noChangeArrowheads="1"/>
          </p:cNvSpPr>
          <p:nvPr>
            <p:ph type="sldNum" sz="quarter" idx="12"/>
          </p:nvPr>
        </p:nvSpPr>
        <p:spPr>
          <a:ln/>
        </p:spPr>
        <p:txBody>
          <a:bodyPr/>
          <a:lstStyle>
            <a:lvl1pPr>
              <a:defRPr/>
            </a:lvl1pPr>
          </a:lstStyle>
          <a:p>
            <a:pPr>
              <a:defRPr/>
            </a:pPr>
            <a:fld id="{2A030BC2-7CF3-4AF3-91D9-2A59AC404433}" type="slidenum">
              <a:rPr lang="en-US" altLang="en-US"/>
              <a:pPr>
                <a:defRPr/>
              </a:pPr>
              <a:t>‹#›</a:t>
            </a:fld>
            <a:endParaRPr lang="en-US" altLang="en-US"/>
          </a:p>
        </p:txBody>
      </p:sp>
    </p:spTree>
    <p:extLst>
      <p:ext uri="{BB962C8B-B14F-4D97-AF65-F5344CB8AC3E}">
        <p14:creationId xmlns:p14="http://schemas.microsoft.com/office/powerpoint/2010/main" val="762873303"/>
      </p:ext>
    </p:extLst>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9">
            <a:extLst>
              <a:ext uri="{FF2B5EF4-FFF2-40B4-BE49-F238E27FC236}">
                <a16:creationId xmlns:a16="http://schemas.microsoft.com/office/drawing/2014/main" id="{B4B9A3CC-A69C-4380-B243-FF56F5877D4A}"/>
              </a:ext>
            </a:extLst>
          </p:cNvPr>
          <p:cNvSpPr>
            <a:spLocks noGrp="1" noChangeArrowheads="1"/>
          </p:cNvSpPr>
          <p:nvPr>
            <p:ph type="dt" sz="half" idx="10"/>
          </p:nvPr>
        </p:nvSpPr>
        <p:spPr>
          <a:ln/>
        </p:spPr>
        <p:txBody>
          <a:bodyPr/>
          <a:lstStyle>
            <a:lvl1pPr>
              <a:defRPr/>
            </a:lvl1pPr>
          </a:lstStyle>
          <a:p>
            <a:pPr>
              <a:defRPr/>
            </a:pPr>
            <a:fld id="{53C47519-7D6C-4277-A527-EC8BF8B7D20D}" type="datetime4">
              <a:rPr lang="en-US" altLang="en-US" smtClean="0"/>
              <a:t>March 5, 2024</a:t>
            </a:fld>
            <a:endParaRPr lang="en-US" altLang="en-US"/>
          </a:p>
        </p:txBody>
      </p:sp>
      <p:sp>
        <p:nvSpPr>
          <p:cNvPr id="8" name="Rectangle 10">
            <a:extLst>
              <a:ext uri="{FF2B5EF4-FFF2-40B4-BE49-F238E27FC236}">
                <a16:creationId xmlns:a16="http://schemas.microsoft.com/office/drawing/2014/main" id="{4BB100D0-7C52-4FE4-BB69-6A02DD958353}"/>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9" name="Rectangle 11">
            <a:extLst>
              <a:ext uri="{FF2B5EF4-FFF2-40B4-BE49-F238E27FC236}">
                <a16:creationId xmlns:a16="http://schemas.microsoft.com/office/drawing/2014/main" id="{8BE3667C-9E53-4554-BDEC-26A785705C60}"/>
              </a:ext>
            </a:extLst>
          </p:cNvPr>
          <p:cNvSpPr>
            <a:spLocks noGrp="1" noChangeArrowheads="1"/>
          </p:cNvSpPr>
          <p:nvPr>
            <p:ph type="sldNum" sz="quarter" idx="12"/>
          </p:nvPr>
        </p:nvSpPr>
        <p:spPr>
          <a:ln/>
        </p:spPr>
        <p:txBody>
          <a:bodyPr/>
          <a:lstStyle>
            <a:lvl1pPr>
              <a:defRPr/>
            </a:lvl1pPr>
          </a:lstStyle>
          <a:p>
            <a:pPr>
              <a:defRPr/>
            </a:pPr>
            <a:fld id="{4E8385E0-B45E-4570-A3AA-0856022418D9}" type="slidenum">
              <a:rPr lang="en-US" altLang="en-US"/>
              <a:pPr>
                <a:defRPr/>
              </a:pPr>
              <a:t>‹#›</a:t>
            </a:fld>
            <a:endParaRPr lang="en-US" altLang="en-US"/>
          </a:p>
        </p:txBody>
      </p:sp>
    </p:spTree>
    <p:extLst>
      <p:ext uri="{BB962C8B-B14F-4D97-AF65-F5344CB8AC3E}">
        <p14:creationId xmlns:p14="http://schemas.microsoft.com/office/powerpoint/2010/main" val="3859124618"/>
      </p:ext>
    </p:extLst>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9">
            <a:extLst>
              <a:ext uri="{FF2B5EF4-FFF2-40B4-BE49-F238E27FC236}">
                <a16:creationId xmlns:a16="http://schemas.microsoft.com/office/drawing/2014/main" id="{75C9C638-878C-4E40-8D06-96E4C1B412DE}"/>
              </a:ext>
            </a:extLst>
          </p:cNvPr>
          <p:cNvSpPr>
            <a:spLocks noGrp="1" noChangeArrowheads="1"/>
          </p:cNvSpPr>
          <p:nvPr>
            <p:ph type="dt" sz="half" idx="10"/>
          </p:nvPr>
        </p:nvSpPr>
        <p:spPr>
          <a:ln/>
        </p:spPr>
        <p:txBody>
          <a:bodyPr/>
          <a:lstStyle>
            <a:lvl1pPr>
              <a:defRPr/>
            </a:lvl1pPr>
          </a:lstStyle>
          <a:p>
            <a:pPr>
              <a:defRPr/>
            </a:pPr>
            <a:fld id="{5DCB4BA1-EF4A-46E7-A043-BEC20C08A882}" type="datetime4">
              <a:rPr lang="en-US" altLang="en-US" smtClean="0"/>
              <a:t>March 5, 2024</a:t>
            </a:fld>
            <a:endParaRPr lang="en-US" altLang="en-US"/>
          </a:p>
        </p:txBody>
      </p:sp>
      <p:sp>
        <p:nvSpPr>
          <p:cNvPr id="4" name="Rectangle 10">
            <a:extLst>
              <a:ext uri="{FF2B5EF4-FFF2-40B4-BE49-F238E27FC236}">
                <a16:creationId xmlns:a16="http://schemas.microsoft.com/office/drawing/2014/main" id="{3310315F-DE20-461D-BB40-598604683D4F}"/>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5" name="Rectangle 11">
            <a:extLst>
              <a:ext uri="{FF2B5EF4-FFF2-40B4-BE49-F238E27FC236}">
                <a16:creationId xmlns:a16="http://schemas.microsoft.com/office/drawing/2014/main" id="{45B671E4-A185-4AAA-BFEE-B5DA72854E32}"/>
              </a:ext>
            </a:extLst>
          </p:cNvPr>
          <p:cNvSpPr>
            <a:spLocks noGrp="1" noChangeArrowheads="1"/>
          </p:cNvSpPr>
          <p:nvPr>
            <p:ph type="sldNum" sz="quarter" idx="12"/>
          </p:nvPr>
        </p:nvSpPr>
        <p:spPr>
          <a:ln/>
        </p:spPr>
        <p:txBody>
          <a:bodyPr/>
          <a:lstStyle>
            <a:lvl1pPr>
              <a:defRPr/>
            </a:lvl1pPr>
          </a:lstStyle>
          <a:p>
            <a:pPr>
              <a:defRPr/>
            </a:pPr>
            <a:fld id="{A92DC3B9-A196-4109-8661-49D33AF61530}" type="slidenum">
              <a:rPr lang="en-US" altLang="en-US"/>
              <a:pPr>
                <a:defRPr/>
              </a:pPr>
              <a:t>‹#›</a:t>
            </a:fld>
            <a:endParaRPr lang="en-US" altLang="en-US"/>
          </a:p>
        </p:txBody>
      </p:sp>
    </p:spTree>
    <p:extLst>
      <p:ext uri="{BB962C8B-B14F-4D97-AF65-F5344CB8AC3E}">
        <p14:creationId xmlns:p14="http://schemas.microsoft.com/office/powerpoint/2010/main" val="45112132"/>
      </p:ext>
    </p:extLst>
  </p:cSld>
  <p:clrMapOvr>
    <a:masterClrMapping/>
  </p:clrMapOvr>
  <p:transition>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5C476D0D-B5BB-40B1-97F5-041B0BB00038}"/>
              </a:ext>
            </a:extLst>
          </p:cNvPr>
          <p:cNvSpPr>
            <a:spLocks noGrp="1" noChangeArrowheads="1"/>
          </p:cNvSpPr>
          <p:nvPr>
            <p:ph type="dt" sz="half" idx="10"/>
          </p:nvPr>
        </p:nvSpPr>
        <p:spPr>
          <a:ln/>
        </p:spPr>
        <p:txBody>
          <a:bodyPr/>
          <a:lstStyle>
            <a:lvl1pPr>
              <a:defRPr/>
            </a:lvl1pPr>
          </a:lstStyle>
          <a:p>
            <a:pPr>
              <a:defRPr/>
            </a:pPr>
            <a:fld id="{331896EC-27A3-4DEC-9EAE-1715D1EE9CB2}" type="datetime4">
              <a:rPr lang="en-US" altLang="en-US" smtClean="0"/>
              <a:t>March 5, 2024</a:t>
            </a:fld>
            <a:endParaRPr lang="en-US" altLang="en-US"/>
          </a:p>
        </p:txBody>
      </p:sp>
      <p:sp>
        <p:nvSpPr>
          <p:cNvPr id="3" name="Rectangle 10">
            <a:extLst>
              <a:ext uri="{FF2B5EF4-FFF2-40B4-BE49-F238E27FC236}">
                <a16:creationId xmlns:a16="http://schemas.microsoft.com/office/drawing/2014/main" id="{584D7CD9-03DE-48D5-8B6F-A09B7D332F85}"/>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4" name="Rectangle 11">
            <a:extLst>
              <a:ext uri="{FF2B5EF4-FFF2-40B4-BE49-F238E27FC236}">
                <a16:creationId xmlns:a16="http://schemas.microsoft.com/office/drawing/2014/main" id="{4B50E0DF-BFAF-460E-AA43-87A734A1C027}"/>
              </a:ext>
            </a:extLst>
          </p:cNvPr>
          <p:cNvSpPr>
            <a:spLocks noGrp="1" noChangeArrowheads="1"/>
          </p:cNvSpPr>
          <p:nvPr>
            <p:ph type="sldNum" sz="quarter" idx="12"/>
          </p:nvPr>
        </p:nvSpPr>
        <p:spPr>
          <a:ln/>
        </p:spPr>
        <p:txBody>
          <a:bodyPr/>
          <a:lstStyle>
            <a:lvl1pPr>
              <a:defRPr/>
            </a:lvl1pPr>
          </a:lstStyle>
          <a:p>
            <a:pPr>
              <a:defRPr/>
            </a:pPr>
            <a:fld id="{EB21815A-02CE-4946-BC74-B18050342953}" type="slidenum">
              <a:rPr lang="en-US" altLang="en-US"/>
              <a:pPr>
                <a:defRPr/>
              </a:pPr>
              <a:t>‹#›</a:t>
            </a:fld>
            <a:endParaRPr lang="en-US" altLang="en-US"/>
          </a:p>
        </p:txBody>
      </p:sp>
    </p:spTree>
    <p:extLst>
      <p:ext uri="{BB962C8B-B14F-4D97-AF65-F5344CB8AC3E}">
        <p14:creationId xmlns:p14="http://schemas.microsoft.com/office/powerpoint/2010/main" val="4045836488"/>
      </p:ext>
    </p:extLst>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Rectangle 9">
            <a:extLst>
              <a:ext uri="{FF2B5EF4-FFF2-40B4-BE49-F238E27FC236}">
                <a16:creationId xmlns:a16="http://schemas.microsoft.com/office/drawing/2014/main" id="{9765C9AE-0CF0-4AA4-A848-0E2835A2EE33}"/>
              </a:ext>
            </a:extLst>
          </p:cNvPr>
          <p:cNvSpPr>
            <a:spLocks noGrp="1" noChangeArrowheads="1"/>
          </p:cNvSpPr>
          <p:nvPr>
            <p:ph type="dt" sz="half" idx="10"/>
          </p:nvPr>
        </p:nvSpPr>
        <p:spPr>
          <a:ln/>
        </p:spPr>
        <p:txBody>
          <a:bodyPr/>
          <a:lstStyle>
            <a:lvl1pPr>
              <a:defRPr/>
            </a:lvl1pPr>
          </a:lstStyle>
          <a:p>
            <a:pPr>
              <a:defRPr/>
            </a:pPr>
            <a:fld id="{6F01F57A-160C-4DBD-8129-F74AC5E4C8FF}" type="datetime4">
              <a:rPr lang="en-US" altLang="en-US" smtClean="0"/>
              <a:t>March 5, 2024</a:t>
            </a:fld>
            <a:endParaRPr lang="en-US" altLang="en-US"/>
          </a:p>
        </p:txBody>
      </p:sp>
      <p:sp>
        <p:nvSpPr>
          <p:cNvPr id="6" name="Rectangle 10">
            <a:extLst>
              <a:ext uri="{FF2B5EF4-FFF2-40B4-BE49-F238E27FC236}">
                <a16:creationId xmlns:a16="http://schemas.microsoft.com/office/drawing/2014/main" id="{FC78EA8E-2184-4C93-A632-2F9F0776E0C3}"/>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11">
            <a:extLst>
              <a:ext uri="{FF2B5EF4-FFF2-40B4-BE49-F238E27FC236}">
                <a16:creationId xmlns:a16="http://schemas.microsoft.com/office/drawing/2014/main" id="{1C0FE5F5-94B2-4263-8EC5-9430AB9C03D8}"/>
              </a:ext>
            </a:extLst>
          </p:cNvPr>
          <p:cNvSpPr>
            <a:spLocks noGrp="1" noChangeArrowheads="1"/>
          </p:cNvSpPr>
          <p:nvPr>
            <p:ph type="sldNum" sz="quarter" idx="12"/>
          </p:nvPr>
        </p:nvSpPr>
        <p:spPr>
          <a:ln/>
        </p:spPr>
        <p:txBody>
          <a:bodyPr/>
          <a:lstStyle>
            <a:lvl1pPr>
              <a:defRPr/>
            </a:lvl1pPr>
          </a:lstStyle>
          <a:p>
            <a:pPr>
              <a:defRPr/>
            </a:pPr>
            <a:fld id="{0DE921B3-5AA3-40B2-BD1E-81A7FD4E636B}" type="slidenum">
              <a:rPr lang="en-US" altLang="en-US"/>
              <a:pPr>
                <a:defRPr/>
              </a:pPr>
              <a:t>‹#›</a:t>
            </a:fld>
            <a:endParaRPr lang="en-US" altLang="en-US"/>
          </a:p>
        </p:txBody>
      </p:sp>
    </p:spTree>
    <p:extLst>
      <p:ext uri="{BB962C8B-B14F-4D97-AF65-F5344CB8AC3E}">
        <p14:creationId xmlns:p14="http://schemas.microsoft.com/office/powerpoint/2010/main" val="4154247001"/>
      </p:ext>
    </p:extLst>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Rectangle 9">
            <a:extLst>
              <a:ext uri="{FF2B5EF4-FFF2-40B4-BE49-F238E27FC236}">
                <a16:creationId xmlns:a16="http://schemas.microsoft.com/office/drawing/2014/main" id="{0E467AB0-774D-43D9-8198-193CB588BACB}"/>
              </a:ext>
            </a:extLst>
          </p:cNvPr>
          <p:cNvSpPr>
            <a:spLocks noGrp="1" noChangeArrowheads="1"/>
          </p:cNvSpPr>
          <p:nvPr>
            <p:ph type="dt" sz="half" idx="10"/>
          </p:nvPr>
        </p:nvSpPr>
        <p:spPr>
          <a:ln/>
        </p:spPr>
        <p:txBody>
          <a:bodyPr/>
          <a:lstStyle>
            <a:lvl1pPr>
              <a:defRPr/>
            </a:lvl1pPr>
          </a:lstStyle>
          <a:p>
            <a:pPr>
              <a:defRPr/>
            </a:pPr>
            <a:fld id="{AAB558D7-F0E0-4297-ADF6-FEC8ACB68C6B}" type="datetime4">
              <a:rPr lang="en-US" altLang="en-US" smtClean="0"/>
              <a:t>March 5, 2024</a:t>
            </a:fld>
            <a:endParaRPr lang="en-US" altLang="en-US"/>
          </a:p>
        </p:txBody>
      </p:sp>
      <p:sp>
        <p:nvSpPr>
          <p:cNvPr id="6" name="Rectangle 10">
            <a:extLst>
              <a:ext uri="{FF2B5EF4-FFF2-40B4-BE49-F238E27FC236}">
                <a16:creationId xmlns:a16="http://schemas.microsoft.com/office/drawing/2014/main" id="{7B808355-42A5-4D0E-8518-E0F4FD43197E}"/>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11">
            <a:extLst>
              <a:ext uri="{FF2B5EF4-FFF2-40B4-BE49-F238E27FC236}">
                <a16:creationId xmlns:a16="http://schemas.microsoft.com/office/drawing/2014/main" id="{3BAF7EF2-E2DF-47AB-891C-D84081527129}"/>
              </a:ext>
            </a:extLst>
          </p:cNvPr>
          <p:cNvSpPr>
            <a:spLocks noGrp="1" noChangeArrowheads="1"/>
          </p:cNvSpPr>
          <p:nvPr>
            <p:ph type="sldNum" sz="quarter" idx="12"/>
          </p:nvPr>
        </p:nvSpPr>
        <p:spPr>
          <a:ln/>
        </p:spPr>
        <p:txBody>
          <a:bodyPr/>
          <a:lstStyle>
            <a:lvl1pPr>
              <a:defRPr/>
            </a:lvl1pPr>
          </a:lstStyle>
          <a:p>
            <a:pPr>
              <a:defRPr/>
            </a:pPr>
            <a:fld id="{CCB248BD-9539-4CAF-93DC-A2CA13CA5E98}" type="slidenum">
              <a:rPr lang="en-US" altLang="en-US"/>
              <a:pPr>
                <a:defRPr/>
              </a:pPr>
              <a:t>‹#›</a:t>
            </a:fld>
            <a:endParaRPr lang="en-US" altLang="en-US"/>
          </a:p>
        </p:txBody>
      </p:sp>
    </p:spTree>
    <p:extLst>
      <p:ext uri="{BB962C8B-B14F-4D97-AF65-F5344CB8AC3E}">
        <p14:creationId xmlns:p14="http://schemas.microsoft.com/office/powerpoint/2010/main" val="1270631338"/>
      </p:ext>
    </p:extLst>
  </p:cSld>
  <p:clrMapOvr>
    <a:masterClrMapping/>
  </p:clrMapOvr>
  <p:transition>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a:extLst>
              <a:ext uri="{FF2B5EF4-FFF2-40B4-BE49-F238E27FC236}">
                <a16:creationId xmlns:a16="http://schemas.microsoft.com/office/drawing/2014/main" id="{4DFEB8B6-9CBD-44BF-A7E4-D3D886E91852}"/>
              </a:ext>
            </a:extLst>
          </p:cNvPr>
          <p:cNvSpPr>
            <a:spLocks noGrp="1" noChangeArrowheads="1"/>
          </p:cNvSpPr>
          <p:nvPr>
            <p:ph type="dt" sz="half" idx="10"/>
          </p:nvPr>
        </p:nvSpPr>
        <p:spPr>
          <a:ln/>
        </p:spPr>
        <p:txBody>
          <a:bodyPr/>
          <a:lstStyle>
            <a:lvl1pPr>
              <a:defRPr/>
            </a:lvl1pPr>
          </a:lstStyle>
          <a:p>
            <a:pPr>
              <a:defRPr/>
            </a:pPr>
            <a:fld id="{2EE4C2D4-AED4-49A9-9EFA-2DD204261EE7}" type="datetime4">
              <a:rPr lang="en-US" altLang="en-US" smtClean="0"/>
              <a:t>March 5, 2024</a:t>
            </a:fld>
            <a:endParaRPr lang="en-US" altLang="en-US"/>
          </a:p>
        </p:txBody>
      </p:sp>
      <p:sp>
        <p:nvSpPr>
          <p:cNvPr id="5" name="Rectangle 10">
            <a:extLst>
              <a:ext uri="{FF2B5EF4-FFF2-40B4-BE49-F238E27FC236}">
                <a16:creationId xmlns:a16="http://schemas.microsoft.com/office/drawing/2014/main" id="{E0908BF4-CB10-49D2-9638-F9AF6998E68F}"/>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11">
            <a:extLst>
              <a:ext uri="{FF2B5EF4-FFF2-40B4-BE49-F238E27FC236}">
                <a16:creationId xmlns:a16="http://schemas.microsoft.com/office/drawing/2014/main" id="{D8A2F6A0-8795-460A-8A6C-6A0D79743EA3}"/>
              </a:ext>
            </a:extLst>
          </p:cNvPr>
          <p:cNvSpPr>
            <a:spLocks noGrp="1" noChangeArrowheads="1"/>
          </p:cNvSpPr>
          <p:nvPr>
            <p:ph type="sldNum" sz="quarter" idx="12"/>
          </p:nvPr>
        </p:nvSpPr>
        <p:spPr>
          <a:ln/>
        </p:spPr>
        <p:txBody>
          <a:bodyPr/>
          <a:lstStyle>
            <a:lvl1pPr>
              <a:defRPr/>
            </a:lvl1pPr>
          </a:lstStyle>
          <a:p>
            <a:pPr>
              <a:defRPr/>
            </a:pPr>
            <a:fld id="{DE73F2B1-D81C-4169-96DE-C2961E383EAB}" type="slidenum">
              <a:rPr lang="en-US" altLang="en-US"/>
              <a:pPr>
                <a:defRPr/>
              </a:pPr>
              <a:t>‹#›</a:t>
            </a:fld>
            <a:endParaRPr lang="en-US" altLang="en-US"/>
          </a:p>
        </p:txBody>
      </p:sp>
    </p:spTree>
    <p:extLst>
      <p:ext uri="{BB962C8B-B14F-4D97-AF65-F5344CB8AC3E}">
        <p14:creationId xmlns:p14="http://schemas.microsoft.com/office/powerpoint/2010/main" val="3553602119"/>
      </p:ext>
    </p:extLst>
  </p:cSld>
  <p:clrMapOvr>
    <a:masterClrMapping/>
  </p:clrMapOvr>
  <p:transition>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3700" y="152400"/>
            <a:ext cx="2019300" cy="6096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152400"/>
            <a:ext cx="5905500" cy="60960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a:extLst>
              <a:ext uri="{FF2B5EF4-FFF2-40B4-BE49-F238E27FC236}">
                <a16:creationId xmlns:a16="http://schemas.microsoft.com/office/drawing/2014/main" id="{1DBC7B38-5070-4237-8553-69481B5B89E3}"/>
              </a:ext>
            </a:extLst>
          </p:cNvPr>
          <p:cNvSpPr>
            <a:spLocks noGrp="1" noChangeArrowheads="1"/>
          </p:cNvSpPr>
          <p:nvPr>
            <p:ph type="dt" sz="half" idx="10"/>
          </p:nvPr>
        </p:nvSpPr>
        <p:spPr>
          <a:ln/>
        </p:spPr>
        <p:txBody>
          <a:bodyPr/>
          <a:lstStyle>
            <a:lvl1pPr>
              <a:defRPr/>
            </a:lvl1pPr>
          </a:lstStyle>
          <a:p>
            <a:pPr>
              <a:defRPr/>
            </a:pPr>
            <a:fld id="{845C5BC7-25FB-48F9-9ECD-E148693D6F39}" type="datetime4">
              <a:rPr lang="en-US" altLang="en-US" smtClean="0"/>
              <a:t>March 5, 2024</a:t>
            </a:fld>
            <a:endParaRPr lang="en-US" altLang="en-US"/>
          </a:p>
        </p:txBody>
      </p:sp>
      <p:sp>
        <p:nvSpPr>
          <p:cNvPr id="5" name="Rectangle 10">
            <a:extLst>
              <a:ext uri="{FF2B5EF4-FFF2-40B4-BE49-F238E27FC236}">
                <a16:creationId xmlns:a16="http://schemas.microsoft.com/office/drawing/2014/main" id="{48EF8B06-6A73-463B-8148-0D54FBA1B4F1}"/>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11">
            <a:extLst>
              <a:ext uri="{FF2B5EF4-FFF2-40B4-BE49-F238E27FC236}">
                <a16:creationId xmlns:a16="http://schemas.microsoft.com/office/drawing/2014/main" id="{4E710C1B-376F-4EEA-81E0-1E3990D393E9}"/>
              </a:ext>
            </a:extLst>
          </p:cNvPr>
          <p:cNvSpPr>
            <a:spLocks noGrp="1" noChangeArrowheads="1"/>
          </p:cNvSpPr>
          <p:nvPr>
            <p:ph type="sldNum" sz="quarter" idx="12"/>
          </p:nvPr>
        </p:nvSpPr>
        <p:spPr>
          <a:ln/>
        </p:spPr>
        <p:txBody>
          <a:bodyPr/>
          <a:lstStyle>
            <a:lvl1pPr>
              <a:defRPr/>
            </a:lvl1pPr>
          </a:lstStyle>
          <a:p>
            <a:pPr>
              <a:defRPr/>
            </a:pPr>
            <a:fld id="{CE560F63-EACA-4932-AF9B-D14368E73A48}" type="slidenum">
              <a:rPr lang="en-US" altLang="en-US"/>
              <a:pPr>
                <a:defRPr/>
              </a:pPr>
              <a:t>‹#›</a:t>
            </a:fld>
            <a:endParaRPr lang="en-US" altLang="en-US"/>
          </a:p>
        </p:txBody>
      </p:sp>
    </p:spTree>
    <p:extLst>
      <p:ext uri="{BB962C8B-B14F-4D97-AF65-F5344CB8AC3E}">
        <p14:creationId xmlns:p14="http://schemas.microsoft.com/office/powerpoint/2010/main" val="3187015778"/>
      </p:ext>
    </p:extLst>
  </p:cSld>
  <p:clrMapOvr>
    <a:masterClrMapping/>
  </p:clrMapOvr>
  <p:transition>
    <p:rand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D6549AE-72E3-47BE-AD73-E71A3EA949A1}"/>
              </a:ext>
            </a:extLst>
          </p:cNvPr>
          <p:cNvSpPr/>
          <p:nvPr/>
        </p:nvSpPr>
        <p:spPr>
          <a:xfrm>
            <a:off x="282575" y="228600"/>
            <a:ext cx="4235450" cy="41878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5" name="Rectangle 4">
            <a:extLst>
              <a:ext uri="{FF2B5EF4-FFF2-40B4-BE49-F238E27FC236}">
                <a16:creationId xmlns:a16="http://schemas.microsoft.com/office/drawing/2014/main" id="{39EC22C5-F716-4404-9C88-99D11E2E0C45}"/>
              </a:ext>
            </a:extLst>
          </p:cNvPr>
          <p:cNvSpPr/>
          <p:nvPr/>
        </p:nvSpPr>
        <p:spPr>
          <a:xfrm>
            <a:off x="6802438" y="228600"/>
            <a:ext cx="2057400" cy="203835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6" name="Rectangle 5">
            <a:extLst>
              <a:ext uri="{FF2B5EF4-FFF2-40B4-BE49-F238E27FC236}">
                <a16:creationId xmlns:a16="http://schemas.microsoft.com/office/drawing/2014/main" id="{8F9F2FC3-1FDA-44A6-9B5F-C8C03570B5AB}"/>
              </a:ext>
            </a:extLst>
          </p:cNvPr>
          <p:cNvSpPr/>
          <p:nvPr/>
        </p:nvSpPr>
        <p:spPr>
          <a:xfrm>
            <a:off x="4624388" y="2378075"/>
            <a:ext cx="2057400" cy="203835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7" name="TextBox 6">
            <a:extLst>
              <a:ext uri="{FF2B5EF4-FFF2-40B4-BE49-F238E27FC236}">
                <a16:creationId xmlns:a16="http://schemas.microsoft.com/office/drawing/2014/main" id="{3A8AF5D0-F3E1-4ABD-8A1F-F331D59F0408}"/>
              </a:ext>
            </a:extLst>
          </p:cNvPr>
          <p:cNvSpPr txBox="1">
            <a:spLocks noChangeArrowheads="1"/>
          </p:cNvSpPr>
          <p:nvPr/>
        </p:nvSpPr>
        <p:spPr bwMode="auto">
          <a:xfrm>
            <a:off x="425450" y="174625"/>
            <a:ext cx="41275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5400" b="1">
                <a:solidFill>
                  <a:srgbClr val="B870B8"/>
                </a:solidFill>
                <a:cs typeface="Arial" panose="020B0604020202020204" pitchFamily="34" charset="0"/>
              </a:rPr>
              <a:t>+</a:t>
            </a:r>
          </a:p>
        </p:txBody>
      </p:sp>
      <p:sp>
        <p:nvSpPr>
          <p:cNvPr id="8" name="Rectangle 7">
            <a:extLst>
              <a:ext uri="{FF2B5EF4-FFF2-40B4-BE49-F238E27FC236}">
                <a16:creationId xmlns:a16="http://schemas.microsoft.com/office/drawing/2014/main" id="{60510EAD-8477-4A4C-8F7B-CAE19A6CB78E}"/>
              </a:ext>
            </a:extLst>
          </p:cNvPr>
          <p:cNvSpPr/>
          <p:nvPr/>
        </p:nvSpPr>
        <p:spPr>
          <a:xfrm>
            <a:off x="4624388" y="228600"/>
            <a:ext cx="2057400" cy="203835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9" name="Rectangle 8">
            <a:extLst>
              <a:ext uri="{FF2B5EF4-FFF2-40B4-BE49-F238E27FC236}">
                <a16:creationId xmlns:a16="http://schemas.microsoft.com/office/drawing/2014/main" id="{6E6F5103-6E1E-41E2-A621-C0B09AD9ACB2}"/>
              </a:ext>
            </a:extLst>
          </p:cNvPr>
          <p:cNvSpPr/>
          <p:nvPr/>
        </p:nvSpPr>
        <p:spPr>
          <a:xfrm>
            <a:off x="6802438" y="2378075"/>
            <a:ext cx="2057400" cy="20383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2" name="Title 1"/>
          <p:cNvSpPr>
            <a:spLocks noGrp="1"/>
          </p:cNvSpPr>
          <p:nvPr>
            <p:ph type="ctrTitle"/>
          </p:nvPr>
        </p:nvSpPr>
        <p:spPr>
          <a:xfrm>
            <a:off x="4800600" y="4624668"/>
            <a:ext cx="4038600" cy="933450"/>
          </a:xfrm>
        </p:spPr>
        <p:txBody>
          <a:bodyPr>
            <a:normAutofit/>
          </a:bodyPr>
          <a:lstStyle>
            <a:lvl1pPr>
              <a:defRPr sz="2800"/>
            </a:lvl1pPr>
          </a:lstStyle>
          <a:p>
            <a:r>
              <a:rPr lang="en-US"/>
              <a:t>Click to edit Master title style</a:t>
            </a:r>
            <a:endParaRPr/>
          </a:p>
        </p:txBody>
      </p:sp>
      <p:sp>
        <p:nvSpPr>
          <p:cNvPr id="3" name="Subtitle 2"/>
          <p:cNvSpPr>
            <a:spLocks noGrp="1"/>
          </p:cNvSpPr>
          <p:nvPr>
            <p:ph type="subTitle" idx="1"/>
          </p:nvPr>
        </p:nvSpPr>
        <p:spPr>
          <a:xfrm>
            <a:off x="4800600" y="5562599"/>
            <a:ext cx="40386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10" name="Date Placeholder 3">
            <a:extLst>
              <a:ext uri="{FF2B5EF4-FFF2-40B4-BE49-F238E27FC236}">
                <a16:creationId xmlns:a16="http://schemas.microsoft.com/office/drawing/2014/main" id="{206B4422-FDBB-451A-80A3-E1AF08DE1A22}"/>
              </a:ext>
            </a:extLst>
          </p:cNvPr>
          <p:cNvSpPr>
            <a:spLocks noGrp="1"/>
          </p:cNvSpPr>
          <p:nvPr>
            <p:ph type="dt" sz="half" idx="10"/>
          </p:nvPr>
        </p:nvSpPr>
        <p:spPr>
          <a:xfrm>
            <a:off x="4800600" y="6426200"/>
            <a:ext cx="1231900" cy="365125"/>
          </a:xfrm>
        </p:spPr>
        <p:txBody>
          <a:bodyPr/>
          <a:lstStyle>
            <a:lvl1pPr algn="l">
              <a:defRPr/>
            </a:lvl1pPr>
          </a:lstStyle>
          <a:p>
            <a:pPr>
              <a:defRPr/>
            </a:pPr>
            <a:fld id="{51752509-2F43-4E42-9C46-F67640C7B1B0}" type="datetime4">
              <a:rPr lang="en-US" altLang="en-US" smtClean="0"/>
              <a:t>March 5, 2024</a:t>
            </a:fld>
            <a:endParaRPr lang="en-US" altLang="en-US"/>
          </a:p>
        </p:txBody>
      </p:sp>
      <p:sp>
        <p:nvSpPr>
          <p:cNvPr id="11" name="Footer Placeholder 4">
            <a:extLst>
              <a:ext uri="{FF2B5EF4-FFF2-40B4-BE49-F238E27FC236}">
                <a16:creationId xmlns:a16="http://schemas.microsoft.com/office/drawing/2014/main" id="{F2442541-6637-473A-8646-7A5B17DAAB20}"/>
              </a:ext>
            </a:extLst>
          </p:cNvPr>
          <p:cNvSpPr>
            <a:spLocks noGrp="1"/>
          </p:cNvSpPr>
          <p:nvPr>
            <p:ph type="ftr" sz="quarter" idx="11"/>
          </p:nvPr>
        </p:nvSpPr>
        <p:spPr>
          <a:xfrm>
            <a:off x="6311900" y="6426200"/>
            <a:ext cx="2616200" cy="365125"/>
          </a:xfrm>
        </p:spPr>
        <p:txBody>
          <a:bodyPr/>
          <a:lstStyle>
            <a:lvl1pPr algn="r">
              <a:defRPr/>
            </a:lvl1pPr>
          </a:lstStyle>
          <a:p>
            <a:pPr>
              <a:defRPr/>
            </a:pPr>
            <a:endParaRPr lang="en-US" altLang="en-US"/>
          </a:p>
        </p:txBody>
      </p:sp>
    </p:spTree>
    <p:extLst>
      <p:ext uri="{BB962C8B-B14F-4D97-AF65-F5344CB8AC3E}">
        <p14:creationId xmlns:p14="http://schemas.microsoft.com/office/powerpoint/2010/main" val="3095534497"/>
      </p:ext>
    </p:extLst>
  </p:cSld>
  <p:clrMapOvr>
    <a:masterClrMapping/>
  </p:clrMapOvr>
  <p:transition>
    <p:rand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Title and Content">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5A05DE3-C201-4B11-9666-0C6166F80377}"/>
              </a:ext>
            </a:extLst>
          </p:cNvPr>
          <p:cNvSpPr txBox="1">
            <a:spLocks noChangeArrowheads="1"/>
          </p:cNvSpPr>
          <p:nvPr/>
        </p:nvSpPr>
        <p:spPr bwMode="auto">
          <a:xfrm>
            <a:off x="223838" y="228600"/>
            <a:ext cx="26035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3600" b="1">
                <a:solidFill>
                  <a:srgbClr val="B870B8"/>
                </a:solidFill>
                <a:cs typeface="Arial" panose="020B0604020202020204" pitchFamily="34" charset="0"/>
              </a:rPr>
              <a:t>+</a:t>
            </a:r>
          </a:p>
        </p:txBody>
      </p:sp>
      <p:sp>
        <p:nvSpPr>
          <p:cNvPr id="2" name="Title 1"/>
          <p:cNvSpPr>
            <a:spLocks noGrp="1"/>
          </p:cNvSpPr>
          <p:nvPr>
            <p:ph type="title"/>
          </p:nvPr>
        </p:nvSpPr>
        <p:spPr/>
        <p:txBody>
          <a:bodyPr/>
          <a:lstStyle>
            <a:lvl1pPr>
              <a:defRPr>
                <a:solidFill>
                  <a:srgbClr val="FF0000"/>
                </a:solidFill>
              </a:defRPr>
            </a:lvl1pPr>
          </a:lstStyle>
          <a:p>
            <a:r>
              <a:rPr lang="en-US"/>
              <a:t>Click to edit Master title style</a:t>
            </a:r>
            <a:endParaRPr dirty="0"/>
          </a:p>
        </p:txBody>
      </p:sp>
      <p:sp>
        <p:nvSpPr>
          <p:cNvPr id="3" name="Content Placeholder 2"/>
          <p:cNvSpPr>
            <a:spLocks noGrp="1"/>
          </p:cNvSpPr>
          <p:nvPr>
            <p:ph idx="1"/>
          </p:nvPr>
        </p:nvSpPr>
        <p:spPr/>
        <p:txBody>
          <a:bodyPr/>
          <a:lstStyle>
            <a:lvl1pPr>
              <a:defRPr>
                <a:solidFill>
                  <a:srgbClr val="0070C0"/>
                </a:solidFill>
              </a:defRPr>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3">
            <a:extLst>
              <a:ext uri="{FF2B5EF4-FFF2-40B4-BE49-F238E27FC236}">
                <a16:creationId xmlns:a16="http://schemas.microsoft.com/office/drawing/2014/main" id="{84101D24-BFA7-4899-9B74-B8A3EFA117AF}"/>
              </a:ext>
            </a:extLst>
          </p:cNvPr>
          <p:cNvSpPr>
            <a:spLocks noGrp="1"/>
          </p:cNvSpPr>
          <p:nvPr>
            <p:ph type="dt" sz="half" idx="10"/>
          </p:nvPr>
        </p:nvSpPr>
        <p:spPr/>
        <p:txBody>
          <a:bodyPr/>
          <a:lstStyle>
            <a:lvl1pPr>
              <a:defRPr/>
            </a:lvl1pPr>
          </a:lstStyle>
          <a:p>
            <a:pPr>
              <a:defRPr/>
            </a:pPr>
            <a:fld id="{13F99C14-10D9-4321-B3FF-0E9B3870EC11}" type="datetime4">
              <a:rPr lang="en-US" altLang="en-US" smtClean="0"/>
              <a:t>March 5, 2024</a:t>
            </a:fld>
            <a:endParaRPr lang="en-US" altLang="en-US"/>
          </a:p>
        </p:txBody>
      </p:sp>
      <p:sp>
        <p:nvSpPr>
          <p:cNvPr id="6" name="Footer Placeholder 4">
            <a:extLst>
              <a:ext uri="{FF2B5EF4-FFF2-40B4-BE49-F238E27FC236}">
                <a16:creationId xmlns:a16="http://schemas.microsoft.com/office/drawing/2014/main" id="{6E967D6C-DA6F-4253-9972-3ACF725B5CB4}"/>
              </a:ext>
            </a:extLst>
          </p:cNvPr>
          <p:cNvSpPr>
            <a:spLocks noGrp="1"/>
          </p:cNvSpPr>
          <p:nvPr>
            <p:ph type="ftr" sz="quarter" idx="11"/>
          </p:nvPr>
        </p:nvSpPr>
        <p:spPr/>
        <p:txBody>
          <a:bodyPr/>
          <a:lstStyle>
            <a:lvl1pPr>
              <a:defRPr/>
            </a:lvl1pPr>
          </a:lstStyle>
          <a:p>
            <a:pPr>
              <a:defRPr/>
            </a:pPr>
            <a:endParaRPr lang="en-US" altLang="en-US"/>
          </a:p>
        </p:txBody>
      </p:sp>
      <p:sp>
        <p:nvSpPr>
          <p:cNvPr id="7" name="Slide Number Placeholder 5">
            <a:extLst>
              <a:ext uri="{FF2B5EF4-FFF2-40B4-BE49-F238E27FC236}">
                <a16:creationId xmlns:a16="http://schemas.microsoft.com/office/drawing/2014/main" id="{3A360E86-5EA3-4476-88D3-5048B6BF470E}"/>
              </a:ext>
            </a:extLst>
          </p:cNvPr>
          <p:cNvSpPr>
            <a:spLocks noGrp="1"/>
          </p:cNvSpPr>
          <p:nvPr>
            <p:ph type="sldNum" sz="quarter" idx="12"/>
          </p:nvPr>
        </p:nvSpPr>
        <p:spPr/>
        <p:txBody>
          <a:bodyPr/>
          <a:lstStyle>
            <a:lvl1pPr>
              <a:defRPr/>
            </a:lvl1pPr>
          </a:lstStyle>
          <a:p>
            <a:pPr>
              <a:defRPr/>
            </a:pPr>
            <a:fld id="{5997FF75-9E45-4F6E-9E89-BE68C2AA7735}" type="slidenum">
              <a:rPr lang="en-US" altLang="en-US"/>
              <a:pPr>
                <a:defRPr/>
              </a:pPr>
              <a:t>‹#›</a:t>
            </a:fld>
            <a:endParaRPr lang="en-US" altLang="en-US"/>
          </a:p>
        </p:txBody>
      </p:sp>
    </p:spTree>
    <p:extLst>
      <p:ext uri="{BB962C8B-B14F-4D97-AF65-F5344CB8AC3E}">
        <p14:creationId xmlns:p14="http://schemas.microsoft.com/office/powerpoint/2010/main" val="3026629825"/>
      </p:ext>
    </p:extLst>
  </p:cSld>
  <p:clrMapOvr>
    <a:masterClrMapping/>
  </p:clrMapOvr>
  <p:transition>
    <p:random/>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Title and Content, Al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9CC2ECC-E059-4618-997A-65107B4AD2CF}"/>
              </a:ext>
            </a:extLst>
          </p:cNvPr>
          <p:cNvSpPr/>
          <p:nvPr/>
        </p:nvSpPr>
        <p:spPr>
          <a:xfrm>
            <a:off x="8166100" y="282575"/>
            <a:ext cx="685800" cy="1600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6" name="TextBox 5">
            <a:extLst>
              <a:ext uri="{FF2B5EF4-FFF2-40B4-BE49-F238E27FC236}">
                <a16:creationId xmlns:a16="http://schemas.microsoft.com/office/drawing/2014/main" id="{C96F8D73-B495-4145-B486-D69B73FDAB72}"/>
              </a:ext>
            </a:extLst>
          </p:cNvPr>
          <p:cNvSpPr txBox="1">
            <a:spLocks noChangeArrowheads="1"/>
          </p:cNvSpPr>
          <p:nvPr/>
        </p:nvSpPr>
        <p:spPr bwMode="auto">
          <a:xfrm>
            <a:off x="223838" y="228600"/>
            <a:ext cx="26035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3600" b="1">
                <a:solidFill>
                  <a:srgbClr val="B870B8"/>
                </a:solidFill>
                <a:cs typeface="Arial" panose="020B0604020202020204" pitchFamily="34" charset="0"/>
              </a:rPr>
              <a:t>+</a:t>
            </a:r>
          </a:p>
        </p:txBody>
      </p:sp>
      <p:sp>
        <p:nvSpPr>
          <p:cNvPr id="2" name="Title 1"/>
          <p:cNvSpPr>
            <a:spLocks noGrp="1"/>
          </p:cNvSpPr>
          <p:nvPr>
            <p:ph type="title"/>
          </p:nvPr>
        </p:nvSpPr>
        <p:spPr>
          <a:xfrm>
            <a:off x="498474" y="134471"/>
            <a:ext cx="7556313" cy="995082"/>
          </a:xfrm>
        </p:spPr>
        <p:txBody>
          <a:bodyPr anchor="b"/>
          <a:lstStyle>
            <a:lvl1pPr>
              <a:defRPr>
                <a:solidFill>
                  <a:srgbClr val="FF0000"/>
                </a:solidFill>
              </a:defRPr>
            </a:lvl1pPr>
          </a:lstStyle>
          <a:p>
            <a:r>
              <a:rPr lang="en-US"/>
              <a:t>Click to edit Master title style</a:t>
            </a:r>
            <a:endParaRPr dirty="0"/>
          </a:p>
        </p:txBody>
      </p:sp>
      <p:sp>
        <p:nvSpPr>
          <p:cNvPr id="3" name="Content Placeholder 2"/>
          <p:cNvSpPr>
            <a:spLocks noGrp="1"/>
          </p:cNvSpPr>
          <p:nvPr>
            <p:ph idx="1"/>
          </p:nvPr>
        </p:nvSpPr>
        <p:spPr/>
        <p:txBody>
          <a:bodyPr/>
          <a:lstStyle>
            <a:lvl1pPr>
              <a:defRPr>
                <a:solidFill>
                  <a:srgbClr val="0070C0"/>
                </a:solidFill>
              </a:defRPr>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0" name="Text Placeholder 3"/>
          <p:cNvSpPr>
            <a:spLocks noGrp="1"/>
          </p:cNvSpPr>
          <p:nvPr>
            <p:ph type="body" sz="half" idx="2"/>
          </p:nvPr>
        </p:nvSpPr>
        <p:spPr>
          <a:xfrm>
            <a:off x="498518" y="1129553"/>
            <a:ext cx="7558960" cy="774700"/>
          </a:xfrm>
        </p:spPr>
        <p:txBody>
          <a:bodyPr rtlCol="0">
            <a:noAutofit/>
          </a:bodyPr>
          <a:lstStyle>
            <a:lvl1pPr marL="0" indent="0">
              <a:buNone/>
              <a:defRPr kumimoji="0" sz="2400" b="0" i="0" u="none" strike="noStrike" kern="1200" cap="none" spc="0" normalizeH="0" baseline="0">
                <a:ln>
                  <a:noFill/>
                </a:ln>
                <a:solidFill>
                  <a:schemeClr val="accent3"/>
                </a:solidFill>
                <a:effectLst/>
                <a:uLnTx/>
                <a:uFillTx/>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7" name="Date Placeholder 3">
            <a:extLst>
              <a:ext uri="{FF2B5EF4-FFF2-40B4-BE49-F238E27FC236}">
                <a16:creationId xmlns:a16="http://schemas.microsoft.com/office/drawing/2014/main" id="{65019766-081A-47D0-BAEA-0C15F0721F57}"/>
              </a:ext>
            </a:extLst>
          </p:cNvPr>
          <p:cNvSpPr>
            <a:spLocks noGrp="1"/>
          </p:cNvSpPr>
          <p:nvPr>
            <p:ph type="dt" sz="half" idx="10"/>
          </p:nvPr>
        </p:nvSpPr>
        <p:spPr/>
        <p:txBody>
          <a:bodyPr/>
          <a:lstStyle>
            <a:lvl1pPr>
              <a:defRPr/>
            </a:lvl1pPr>
          </a:lstStyle>
          <a:p>
            <a:pPr>
              <a:defRPr/>
            </a:pPr>
            <a:fld id="{42F4B6AC-63EB-4180-A36B-8AD10E9CDD5C}" type="datetime4">
              <a:rPr lang="en-US" altLang="en-US" smtClean="0"/>
              <a:t>March 5, 2024</a:t>
            </a:fld>
            <a:endParaRPr lang="en-US" altLang="en-US"/>
          </a:p>
        </p:txBody>
      </p:sp>
      <p:sp>
        <p:nvSpPr>
          <p:cNvPr id="8" name="Footer Placeholder 4">
            <a:extLst>
              <a:ext uri="{FF2B5EF4-FFF2-40B4-BE49-F238E27FC236}">
                <a16:creationId xmlns:a16="http://schemas.microsoft.com/office/drawing/2014/main" id="{7423F56D-9BA3-4A25-B9BA-424A70868E6D}"/>
              </a:ext>
            </a:extLst>
          </p:cNvPr>
          <p:cNvSpPr>
            <a:spLocks noGrp="1"/>
          </p:cNvSpPr>
          <p:nvPr>
            <p:ph type="ftr" sz="quarter" idx="11"/>
          </p:nvPr>
        </p:nvSpPr>
        <p:spPr/>
        <p:txBody>
          <a:bodyPr/>
          <a:lstStyle>
            <a:lvl1pPr>
              <a:defRPr/>
            </a:lvl1pPr>
          </a:lstStyle>
          <a:p>
            <a:pPr>
              <a:defRPr/>
            </a:pPr>
            <a:endParaRPr lang="en-US" altLang="en-US"/>
          </a:p>
        </p:txBody>
      </p:sp>
      <p:sp>
        <p:nvSpPr>
          <p:cNvPr id="9" name="Slide Number Placeholder 5">
            <a:extLst>
              <a:ext uri="{FF2B5EF4-FFF2-40B4-BE49-F238E27FC236}">
                <a16:creationId xmlns:a16="http://schemas.microsoft.com/office/drawing/2014/main" id="{5488EADA-FED8-4753-AAF3-AC9BBB764650}"/>
              </a:ext>
            </a:extLst>
          </p:cNvPr>
          <p:cNvSpPr>
            <a:spLocks noGrp="1"/>
          </p:cNvSpPr>
          <p:nvPr>
            <p:ph type="sldNum" sz="quarter" idx="12"/>
          </p:nvPr>
        </p:nvSpPr>
        <p:spPr/>
        <p:txBody>
          <a:bodyPr/>
          <a:lstStyle>
            <a:lvl1pPr>
              <a:defRPr/>
            </a:lvl1pPr>
          </a:lstStyle>
          <a:p>
            <a:pPr>
              <a:defRPr/>
            </a:pPr>
            <a:fld id="{F9DC72B3-6AE1-4353-8D4C-88EC00346497}" type="slidenum">
              <a:rPr lang="en-US" altLang="en-US"/>
              <a:pPr>
                <a:defRPr/>
              </a:pPr>
              <a:t>‹#›</a:t>
            </a:fld>
            <a:endParaRPr lang="en-US" altLang="en-US"/>
          </a:p>
        </p:txBody>
      </p:sp>
    </p:spTree>
    <p:extLst>
      <p:ext uri="{BB962C8B-B14F-4D97-AF65-F5344CB8AC3E}">
        <p14:creationId xmlns:p14="http://schemas.microsoft.com/office/powerpoint/2010/main" val="18716590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Title Slide with 2 Picture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A5716B2-1D51-4842-A52B-1B7BE135F4E1}"/>
              </a:ext>
            </a:extLst>
          </p:cNvPr>
          <p:cNvSpPr/>
          <p:nvPr/>
        </p:nvSpPr>
        <p:spPr>
          <a:xfrm>
            <a:off x="282575" y="228600"/>
            <a:ext cx="4235450" cy="41878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8" name="Rectangle 7">
            <a:extLst>
              <a:ext uri="{FF2B5EF4-FFF2-40B4-BE49-F238E27FC236}">
                <a16:creationId xmlns:a16="http://schemas.microsoft.com/office/drawing/2014/main" id="{B6F670D2-C111-4D1B-B50D-F3432ABD194E}"/>
              </a:ext>
            </a:extLst>
          </p:cNvPr>
          <p:cNvSpPr/>
          <p:nvPr/>
        </p:nvSpPr>
        <p:spPr>
          <a:xfrm>
            <a:off x="6802438" y="228600"/>
            <a:ext cx="2057400" cy="203835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9" name="Rectangle 8">
            <a:extLst>
              <a:ext uri="{FF2B5EF4-FFF2-40B4-BE49-F238E27FC236}">
                <a16:creationId xmlns:a16="http://schemas.microsoft.com/office/drawing/2014/main" id="{E1D2165C-0B75-4EB3-A9E4-0F14A4B84006}"/>
              </a:ext>
            </a:extLst>
          </p:cNvPr>
          <p:cNvSpPr/>
          <p:nvPr/>
        </p:nvSpPr>
        <p:spPr>
          <a:xfrm>
            <a:off x="4624388" y="2378075"/>
            <a:ext cx="2057400" cy="203835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10" name="TextBox 9">
            <a:extLst>
              <a:ext uri="{FF2B5EF4-FFF2-40B4-BE49-F238E27FC236}">
                <a16:creationId xmlns:a16="http://schemas.microsoft.com/office/drawing/2014/main" id="{BE03CB60-55F5-44EE-92D5-52256DA7E5F3}"/>
              </a:ext>
            </a:extLst>
          </p:cNvPr>
          <p:cNvSpPr txBox="1">
            <a:spLocks noChangeArrowheads="1"/>
          </p:cNvSpPr>
          <p:nvPr/>
        </p:nvSpPr>
        <p:spPr bwMode="auto">
          <a:xfrm>
            <a:off x="425450" y="174625"/>
            <a:ext cx="41275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5400" b="1">
                <a:solidFill>
                  <a:srgbClr val="B870B8"/>
                </a:solidFill>
                <a:cs typeface="Arial" panose="020B0604020202020204" pitchFamily="34" charset="0"/>
              </a:rPr>
              <a:t>+</a:t>
            </a:r>
          </a:p>
        </p:txBody>
      </p:sp>
      <p:sp>
        <p:nvSpPr>
          <p:cNvPr id="2" name="Title 1"/>
          <p:cNvSpPr>
            <a:spLocks noGrp="1"/>
          </p:cNvSpPr>
          <p:nvPr>
            <p:ph type="ctrTitle"/>
          </p:nvPr>
        </p:nvSpPr>
        <p:spPr>
          <a:xfrm>
            <a:off x="4800600" y="4624668"/>
            <a:ext cx="4038600" cy="933450"/>
          </a:xfrm>
        </p:spPr>
        <p:txBody>
          <a:bodyPr>
            <a:normAutofit/>
          </a:bodyPr>
          <a:lstStyle>
            <a:lvl1pPr>
              <a:defRPr sz="2800"/>
            </a:lvl1pPr>
          </a:lstStyle>
          <a:p>
            <a:r>
              <a:rPr lang="en-US"/>
              <a:t>Click to edit Master title style</a:t>
            </a:r>
            <a:endParaRPr/>
          </a:p>
        </p:txBody>
      </p:sp>
      <p:sp>
        <p:nvSpPr>
          <p:cNvPr id="3" name="Subtitle 2"/>
          <p:cNvSpPr>
            <a:spLocks noGrp="1"/>
          </p:cNvSpPr>
          <p:nvPr>
            <p:ph type="subTitle" idx="1"/>
          </p:nvPr>
        </p:nvSpPr>
        <p:spPr>
          <a:xfrm>
            <a:off x="4800600" y="5562599"/>
            <a:ext cx="40386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13" name="Picture Placeholder 12"/>
          <p:cNvSpPr>
            <a:spLocks noGrp="1"/>
          </p:cNvSpPr>
          <p:nvPr>
            <p:ph type="pic" sz="quarter" idx="12"/>
          </p:nvPr>
        </p:nvSpPr>
        <p:spPr>
          <a:xfrm>
            <a:off x="4624388" y="228600"/>
            <a:ext cx="2057400" cy="2039112"/>
          </a:xfrm>
        </p:spPr>
        <p:txBody>
          <a:bodyPr rtlCol="0">
            <a:normAutofit/>
          </a:bodyPr>
          <a:lstStyle>
            <a:lvl1pPr>
              <a:buNone/>
              <a:defRPr/>
            </a:lvl1pPr>
          </a:lstStyle>
          <a:p>
            <a:pPr lvl="0"/>
            <a:r>
              <a:rPr lang="en-US" noProof="0"/>
              <a:t>Click icon to add picture</a:t>
            </a:r>
            <a:endParaRPr noProof="0" dirty="0"/>
          </a:p>
        </p:txBody>
      </p:sp>
      <p:sp>
        <p:nvSpPr>
          <p:cNvPr id="14" name="Picture Placeholder 12"/>
          <p:cNvSpPr>
            <a:spLocks noGrp="1"/>
          </p:cNvSpPr>
          <p:nvPr>
            <p:ph type="pic" sz="quarter" idx="13"/>
          </p:nvPr>
        </p:nvSpPr>
        <p:spPr>
          <a:xfrm>
            <a:off x="6802438" y="2377440"/>
            <a:ext cx="2057400" cy="2039112"/>
          </a:xfrm>
        </p:spPr>
        <p:txBody>
          <a:bodyPr rtlCol="0">
            <a:normAutofit/>
          </a:bodyPr>
          <a:lstStyle>
            <a:lvl1pPr>
              <a:buNone/>
              <a:defRPr/>
            </a:lvl1pPr>
          </a:lstStyle>
          <a:p>
            <a:pPr lvl="0"/>
            <a:r>
              <a:rPr lang="en-US" noProof="0"/>
              <a:t>Click icon to add picture</a:t>
            </a:r>
            <a:endParaRPr noProof="0" dirty="0"/>
          </a:p>
        </p:txBody>
      </p:sp>
      <p:sp>
        <p:nvSpPr>
          <p:cNvPr id="16" name="Text Placeholder 3"/>
          <p:cNvSpPr>
            <a:spLocks noGrp="1"/>
          </p:cNvSpPr>
          <p:nvPr>
            <p:ph type="body" sz="half" idx="2"/>
          </p:nvPr>
        </p:nvSpPr>
        <p:spPr>
          <a:xfrm>
            <a:off x="857250" y="1779494"/>
            <a:ext cx="3086100" cy="3089666"/>
          </a:xfrm>
        </p:spPr>
        <p:txBody>
          <a:bodyPr lIns="45720" rIns="45720">
            <a:noAutofit/>
          </a:bodyPr>
          <a:lstStyle>
            <a:lvl1pPr marL="0" indent="0" algn="ctr">
              <a:buNone/>
              <a:defRPr sz="4600">
                <a:solidFill>
                  <a:srgbClr val="FF0000"/>
                </a:solidFill>
              </a:defRPr>
            </a:lvl1pPr>
            <a:lvl2pPr>
              <a:defRPr sz="1200"/>
            </a:lvl2pPr>
            <a:lvl3pPr>
              <a:defRPr sz="1000"/>
            </a:lvl3pPr>
            <a:lvl4pPr>
              <a:defRPr sz="900"/>
            </a:lvl4pPr>
            <a:lvl5pPr>
              <a:defRPr sz="900"/>
            </a:lvl5pPr>
          </a:lstStyle>
          <a:p>
            <a:pPr lvl="0"/>
            <a:r>
              <a:rPr lang="en-US"/>
              <a:t>Edit Master text styles</a:t>
            </a:r>
          </a:p>
        </p:txBody>
      </p:sp>
      <p:sp>
        <p:nvSpPr>
          <p:cNvPr id="11" name="Date Placeholder 3">
            <a:extLst>
              <a:ext uri="{FF2B5EF4-FFF2-40B4-BE49-F238E27FC236}">
                <a16:creationId xmlns:a16="http://schemas.microsoft.com/office/drawing/2014/main" id="{2844C491-3D0C-48E4-BD99-E1F9E0A64DC8}"/>
              </a:ext>
            </a:extLst>
          </p:cNvPr>
          <p:cNvSpPr>
            <a:spLocks noGrp="1"/>
          </p:cNvSpPr>
          <p:nvPr>
            <p:ph type="dt" sz="half" idx="14"/>
          </p:nvPr>
        </p:nvSpPr>
        <p:spPr>
          <a:xfrm>
            <a:off x="4800600" y="6426200"/>
            <a:ext cx="1231900" cy="365125"/>
          </a:xfrm>
        </p:spPr>
        <p:txBody>
          <a:bodyPr/>
          <a:lstStyle>
            <a:lvl1pPr algn="l">
              <a:defRPr/>
            </a:lvl1pPr>
          </a:lstStyle>
          <a:p>
            <a:pPr>
              <a:defRPr/>
            </a:pPr>
            <a:fld id="{5947DAE1-A49F-4D70-A911-88A3EB474968}" type="datetime4">
              <a:rPr lang="en-US" altLang="en-US" smtClean="0"/>
              <a:t>March 5, 2024</a:t>
            </a:fld>
            <a:endParaRPr lang="en-US" altLang="en-US"/>
          </a:p>
        </p:txBody>
      </p:sp>
      <p:sp>
        <p:nvSpPr>
          <p:cNvPr id="12" name="Footer Placeholder 4">
            <a:extLst>
              <a:ext uri="{FF2B5EF4-FFF2-40B4-BE49-F238E27FC236}">
                <a16:creationId xmlns:a16="http://schemas.microsoft.com/office/drawing/2014/main" id="{C7A89449-B2CD-4D8E-96E7-C3D05CA65A71}"/>
              </a:ext>
            </a:extLst>
          </p:cNvPr>
          <p:cNvSpPr>
            <a:spLocks noGrp="1"/>
          </p:cNvSpPr>
          <p:nvPr>
            <p:ph type="ftr" sz="quarter" idx="15"/>
          </p:nvPr>
        </p:nvSpPr>
        <p:spPr>
          <a:xfrm>
            <a:off x="6311900" y="6426200"/>
            <a:ext cx="2616200" cy="365125"/>
          </a:xfrm>
        </p:spPr>
        <p:txBody>
          <a:bodyPr/>
          <a:lstStyle>
            <a:lvl1pPr algn="r">
              <a:defRPr/>
            </a:lvl1pPr>
          </a:lstStyle>
          <a:p>
            <a:pPr>
              <a:defRPr/>
            </a:pPr>
            <a:endParaRPr lang="en-US" altLang="en-US"/>
          </a:p>
        </p:txBody>
      </p:sp>
    </p:spTree>
    <p:extLst>
      <p:ext uri="{BB962C8B-B14F-4D97-AF65-F5344CB8AC3E}">
        <p14:creationId xmlns:p14="http://schemas.microsoft.com/office/powerpoint/2010/main" val="19001412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911DE96-FAFC-4CF6-98C3-243C9D9B03D7}"/>
              </a:ext>
            </a:extLst>
          </p:cNvPr>
          <p:cNvSpPr/>
          <p:nvPr/>
        </p:nvSpPr>
        <p:spPr>
          <a:xfrm>
            <a:off x="658813" y="211138"/>
            <a:ext cx="8201025" cy="634523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2" name="Title 1"/>
          <p:cNvSpPr>
            <a:spLocks noGrp="1"/>
          </p:cNvSpPr>
          <p:nvPr>
            <p:ph type="title"/>
          </p:nvPr>
        </p:nvSpPr>
        <p:spPr>
          <a:xfrm>
            <a:off x="661903" y="3133725"/>
            <a:ext cx="7313240" cy="1362075"/>
          </a:xfrm>
        </p:spPr>
        <p:txBody>
          <a:bodyPr anchor="b">
            <a:normAutofit/>
          </a:bodyPr>
          <a:lstStyle>
            <a:lvl1pPr algn="l">
              <a:defRPr sz="3200" b="0" cap="none" baseline="0">
                <a:solidFill>
                  <a:srgbClr val="FF0000"/>
                </a:solidFill>
              </a:defRPr>
            </a:lvl1pPr>
          </a:lstStyle>
          <a:p>
            <a:r>
              <a:rPr lang="en-US"/>
              <a:t>Click to edit Master title style</a:t>
            </a:r>
            <a:endParaRPr dirty="0"/>
          </a:p>
        </p:txBody>
      </p:sp>
      <p:sp>
        <p:nvSpPr>
          <p:cNvPr id="3" name="Text Placeholder 2"/>
          <p:cNvSpPr>
            <a:spLocks noGrp="1"/>
          </p:cNvSpPr>
          <p:nvPr>
            <p:ph type="body" idx="1"/>
          </p:nvPr>
        </p:nvSpPr>
        <p:spPr>
          <a:xfrm>
            <a:off x="658906" y="4725144"/>
            <a:ext cx="7265894" cy="1270843"/>
          </a:xfrm>
        </p:spPr>
        <p:txBody>
          <a:bodyPr>
            <a:normAutofit/>
          </a:bodyPr>
          <a:lstStyle>
            <a:lvl1pPr marL="0" indent="0">
              <a:spcBef>
                <a:spcPts val="300"/>
              </a:spcBef>
              <a:buNone/>
              <a:defRPr sz="1400" cap="none" baseline="0">
                <a:solidFill>
                  <a:srgbClr val="0070C0"/>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5" name="Date Placeholder 3">
            <a:extLst>
              <a:ext uri="{FF2B5EF4-FFF2-40B4-BE49-F238E27FC236}">
                <a16:creationId xmlns:a16="http://schemas.microsoft.com/office/drawing/2014/main" id="{CE00B8D7-84F4-46D1-83F3-DB8DA019BD9F}"/>
              </a:ext>
            </a:extLst>
          </p:cNvPr>
          <p:cNvSpPr>
            <a:spLocks noGrp="1"/>
          </p:cNvSpPr>
          <p:nvPr>
            <p:ph type="dt" sz="half" idx="10"/>
          </p:nvPr>
        </p:nvSpPr>
        <p:spPr>
          <a:xfrm>
            <a:off x="658813" y="6248400"/>
            <a:ext cx="1474787" cy="365125"/>
          </a:xfrm>
        </p:spPr>
        <p:txBody>
          <a:bodyPr/>
          <a:lstStyle>
            <a:lvl1pPr algn="l">
              <a:defRPr>
                <a:solidFill>
                  <a:schemeClr val="bg1"/>
                </a:solidFill>
              </a:defRPr>
            </a:lvl1pPr>
          </a:lstStyle>
          <a:p>
            <a:pPr>
              <a:defRPr/>
            </a:pPr>
            <a:fld id="{BCD013CE-67C9-4988-A823-7D0EB71D023D}" type="datetime4">
              <a:rPr lang="en-US" altLang="en-US" smtClean="0"/>
              <a:t>March 5, 2024</a:t>
            </a:fld>
            <a:endParaRPr lang="en-US" altLang="en-US"/>
          </a:p>
        </p:txBody>
      </p:sp>
      <p:sp>
        <p:nvSpPr>
          <p:cNvPr id="6" name="Footer Placeholder 4">
            <a:extLst>
              <a:ext uri="{FF2B5EF4-FFF2-40B4-BE49-F238E27FC236}">
                <a16:creationId xmlns:a16="http://schemas.microsoft.com/office/drawing/2014/main" id="{F5407CD7-AE9E-410F-8F94-A4A372B8F1AC}"/>
              </a:ext>
            </a:extLst>
          </p:cNvPr>
          <p:cNvSpPr>
            <a:spLocks noGrp="1"/>
          </p:cNvSpPr>
          <p:nvPr>
            <p:ph type="ftr" sz="quarter" idx="11"/>
          </p:nvPr>
        </p:nvSpPr>
        <p:spPr>
          <a:xfrm>
            <a:off x="2286000" y="6248400"/>
            <a:ext cx="5638800" cy="365125"/>
          </a:xfrm>
        </p:spPr>
        <p:txBody>
          <a:bodyPr/>
          <a:lstStyle>
            <a:lvl1pPr>
              <a:defRPr>
                <a:solidFill>
                  <a:schemeClr val="bg1"/>
                </a:solidFill>
              </a:defRPr>
            </a:lvl1pPr>
          </a:lstStyle>
          <a:p>
            <a:pPr>
              <a:defRPr/>
            </a:pPr>
            <a:endParaRPr lang="en-US" altLang="en-US"/>
          </a:p>
        </p:txBody>
      </p:sp>
      <p:sp>
        <p:nvSpPr>
          <p:cNvPr id="7" name="Slide Number Placeholder 5">
            <a:extLst>
              <a:ext uri="{FF2B5EF4-FFF2-40B4-BE49-F238E27FC236}">
                <a16:creationId xmlns:a16="http://schemas.microsoft.com/office/drawing/2014/main" id="{9606D7A1-CF24-46FC-A3CA-970975891FAB}"/>
              </a:ext>
            </a:extLst>
          </p:cNvPr>
          <p:cNvSpPr>
            <a:spLocks noGrp="1"/>
          </p:cNvSpPr>
          <p:nvPr>
            <p:ph type="sldNum" sz="quarter" idx="12"/>
          </p:nvPr>
        </p:nvSpPr>
        <p:spPr>
          <a:xfrm>
            <a:off x="8305800" y="6248400"/>
            <a:ext cx="554038" cy="365125"/>
          </a:xfrm>
        </p:spPr>
        <p:txBody>
          <a:bodyPr/>
          <a:lstStyle>
            <a:lvl1pPr>
              <a:defRPr/>
            </a:lvl1pPr>
          </a:lstStyle>
          <a:p>
            <a:pPr>
              <a:defRPr/>
            </a:pPr>
            <a:fld id="{04D8FD4F-45E7-4072-8800-E1C10689F0F2}" type="slidenum">
              <a:rPr lang="en-US" altLang="en-US"/>
              <a:pPr>
                <a:defRPr/>
              </a:pPr>
              <a:t>‹#›</a:t>
            </a:fld>
            <a:endParaRPr lang="en-US" altLang="en-US"/>
          </a:p>
        </p:txBody>
      </p:sp>
    </p:spTree>
    <p:extLst>
      <p:ext uri="{BB962C8B-B14F-4D97-AF65-F5344CB8AC3E}">
        <p14:creationId xmlns:p14="http://schemas.microsoft.com/office/powerpoint/2010/main" val="1771318624"/>
      </p:ext>
    </p:extLst>
  </p:cSld>
  <p:clrMapOvr>
    <a:masterClrMapping/>
  </p:clrMapOvr>
  <p:transition>
    <p:random/>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Two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D9E9D7C-56A6-4B82-9A3D-FD28902E34D6}"/>
              </a:ext>
            </a:extLst>
          </p:cNvPr>
          <p:cNvSpPr/>
          <p:nvPr/>
        </p:nvSpPr>
        <p:spPr>
          <a:xfrm>
            <a:off x="8210550" y="282575"/>
            <a:ext cx="641350" cy="1600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6" name="Rectangle 5">
            <a:extLst>
              <a:ext uri="{FF2B5EF4-FFF2-40B4-BE49-F238E27FC236}">
                <a16:creationId xmlns:a16="http://schemas.microsoft.com/office/drawing/2014/main" id="{99B451A8-D956-4804-BB56-30E8F32ADC46}"/>
              </a:ext>
            </a:extLst>
          </p:cNvPr>
          <p:cNvSpPr/>
          <p:nvPr/>
        </p:nvSpPr>
        <p:spPr>
          <a:xfrm>
            <a:off x="8067675" y="282575"/>
            <a:ext cx="92075" cy="1600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7" name="TextBox 6">
            <a:extLst>
              <a:ext uri="{FF2B5EF4-FFF2-40B4-BE49-F238E27FC236}">
                <a16:creationId xmlns:a16="http://schemas.microsoft.com/office/drawing/2014/main" id="{21727635-677E-4A10-B4D7-6A52FF43DEC0}"/>
              </a:ext>
            </a:extLst>
          </p:cNvPr>
          <p:cNvSpPr txBox="1">
            <a:spLocks noChangeArrowheads="1"/>
          </p:cNvSpPr>
          <p:nvPr/>
        </p:nvSpPr>
        <p:spPr bwMode="auto">
          <a:xfrm>
            <a:off x="223838" y="228600"/>
            <a:ext cx="26035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3600" b="1">
                <a:solidFill>
                  <a:srgbClr val="B870B8"/>
                </a:solidFill>
                <a:cs typeface="Arial" panose="020B0604020202020204" pitchFamily="34" charset="0"/>
              </a:rPr>
              <a:t>+</a:t>
            </a:r>
          </a:p>
        </p:txBody>
      </p:sp>
      <p:sp>
        <p:nvSpPr>
          <p:cNvPr id="2" name="Title 1"/>
          <p:cNvSpPr>
            <a:spLocks noGrp="1"/>
          </p:cNvSpPr>
          <p:nvPr>
            <p:ph type="title"/>
          </p:nvPr>
        </p:nvSpPr>
        <p:spPr/>
        <p:txBody>
          <a:bodyPr/>
          <a:lstStyle>
            <a:lvl1pPr>
              <a:defRPr>
                <a:solidFill>
                  <a:srgbClr val="FF0000"/>
                </a:solidFill>
              </a:defRPr>
            </a:lvl1pPr>
          </a:lstStyle>
          <a:p>
            <a:r>
              <a:rPr lang="en-US"/>
              <a:t>Click to edit Master title style</a:t>
            </a:r>
            <a:endParaRPr dirty="0"/>
          </a:p>
        </p:txBody>
      </p:sp>
      <p:sp>
        <p:nvSpPr>
          <p:cNvPr id="3" name="Content Placeholder 2"/>
          <p:cNvSpPr>
            <a:spLocks noGrp="1"/>
          </p:cNvSpPr>
          <p:nvPr>
            <p:ph sz="half" idx="1"/>
          </p:nvPr>
        </p:nvSpPr>
        <p:spPr>
          <a:xfrm>
            <a:off x="498518" y="1985963"/>
            <a:ext cx="3657600" cy="4140200"/>
          </a:xfrm>
        </p:spPr>
        <p:txBody>
          <a:bodyPr>
            <a:normAutofit/>
          </a:bodyPr>
          <a:lstStyle>
            <a:lvl1pPr>
              <a:defRPr sz="1800">
                <a:solidFill>
                  <a:srgbClr val="0070C0"/>
                </a:solidFill>
              </a:defRPr>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4399878" y="1985963"/>
            <a:ext cx="3657600" cy="4140200"/>
          </a:xfrm>
        </p:spPr>
        <p:txBody>
          <a:bodyPr>
            <a:normAutofit/>
          </a:bodyPr>
          <a:lstStyle>
            <a:lvl1pPr>
              <a:defRPr sz="1800">
                <a:solidFill>
                  <a:srgbClr val="0070C0"/>
                </a:solidFill>
              </a:defRPr>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8" name="Date Placeholder 4">
            <a:extLst>
              <a:ext uri="{FF2B5EF4-FFF2-40B4-BE49-F238E27FC236}">
                <a16:creationId xmlns:a16="http://schemas.microsoft.com/office/drawing/2014/main" id="{425FEDAF-E190-476B-8D80-2FDBE98012B4}"/>
              </a:ext>
            </a:extLst>
          </p:cNvPr>
          <p:cNvSpPr>
            <a:spLocks noGrp="1"/>
          </p:cNvSpPr>
          <p:nvPr>
            <p:ph type="dt" sz="half" idx="10"/>
          </p:nvPr>
        </p:nvSpPr>
        <p:spPr/>
        <p:txBody>
          <a:bodyPr/>
          <a:lstStyle>
            <a:lvl1pPr>
              <a:defRPr/>
            </a:lvl1pPr>
          </a:lstStyle>
          <a:p>
            <a:pPr>
              <a:defRPr/>
            </a:pPr>
            <a:fld id="{8BBC6A0A-016D-4814-87E7-5BE84E79FE1C}" type="datetime4">
              <a:rPr lang="en-US" altLang="en-US" smtClean="0"/>
              <a:t>March 5, 2024</a:t>
            </a:fld>
            <a:endParaRPr lang="en-US" altLang="en-US"/>
          </a:p>
        </p:txBody>
      </p:sp>
      <p:sp>
        <p:nvSpPr>
          <p:cNvPr id="9" name="Footer Placeholder 5">
            <a:extLst>
              <a:ext uri="{FF2B5EF4-FFF2-40B4-BE49-F238E27FC236}">
                <a16:creationId xmlns:a16="http://schemas.microsoft.com/office/drawing/2014/main" id="{40575C56-64B6-4D3B-B150-E0F913949005}"/>
              </a:ext>
            </a:extLst>
          </p:cNvPr>
          <p:cNvSpPr>
            <a:spLocks noGrp="1"/>
          </p:cNvSpPr>
          <p:nvPr>
            <p:ph type="ftr" sz="quarter" idx="11"/>
          </p:nvPr>
        </p:nvSpPr>
        <p:spPr/>
        <p:txBody>
          <a:bodyPr/>
          <a:lstStyle>
            <a:lvl1pPr>
              <a:defRPr/>
            </a:lvl1pPr>
          </a:lstStyle>
          <a:p>
            <a:pPr>
              <a:defRPr/>
            </a:pPr>
            <a:endParaRPr lang="en-US" altLang="en-US"/>
          </a:p>
        </p:txBody>
      </p:sp>
      <p:sp>
        <p:nvSpPr>
          <p:cNvPr id="10" name="Slide Number Placeholder 6">
            <a:extLst>
              <a:ext uri="{FF2B5EF4-FFF2-40B4-BE49-F238E27FC236}">
                <a16:creationId xmlns:a16="http://schemas.microsoft.com/office/drawing/2014/main" id="{9651D746-2E4D-4F42-8E33-B5C7C189907E}"/>
              </a:ext>
            </a:extLst>
          </p:cNvPr>
          <p:cNvSpPr>
            <a:spLocks noGrp="1"/>
          </p:cNvSpPr>
          <p:nvPr>
            <p:ph type="sldNum" sz="quarter" idx="12"/>
          </p:nvPr>
        </p:nvSpPr>
        <p:spPr/>
        <p:txBody>
          <a:bodyPr/>
          <a:lstStyle>
            <a:lvl1pPr>
              <a:defRPr/>
            </a:lvl1pPr>
          </a:lstStyle>
          <a:p>
            <a:pPr>
              <a:defRPr/>
            </a:pPr>
            <a:fld id="{32C62F03-27E2-4C96-967C-2B7425AF4137}" type="slidenum">
              <a:rPr lang="en-US" altLang="en-US"/>
              <a:pPr>
                <a:defRPr/>
              </a:pPr>
              <a:t>‹#›</a:t>
            </a:fld>
            <a:endParaRPr lang="en-US" altLang="en-US"/>
          </a:p>
        </p:txBody>
      </p:sp>
    </p:spTree>
    <p:extLst>
      <p:ext uri="{BB962C8B-B14F-4D97-AF65-F5344CB8AC3E}">
        <p14:creationId xmlns:p14="http://schemas.microsoft.com/office/powerpoint/2010/main" val="2109593391"/>
      </p:ext>
    </p:extLst>
  </p:cSld>
  <p:clrMapOvr>
    <a:masterClrMapping/>
  </p:clrMapOvr>
  <p:transition>
    <p:random/>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mparison">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57B07C5-F853-4FE7-ADE4-312152A861F7}"/>
              </a:ext>
            </a:extLst>
          </p:cNvPr>
          <p:cNvSpPr/>
          <p:nvPr/>
        </p:nvSpPr>
        <p:spPr>
          <a:xfrm>
            <a:off x="8166100" y="282575"/>
            <a:ext cx="685800" cy="1600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8" name="TextBox 7">
            <a:extLst>
              <a:ext uri="{FF2B5EF4-FFF2-40B4-BE49-F238E27FC236}">
                <a16:creationId xmlns:a16="http://schemas.microsoft.com/office/drawing/2014/main" id="{DDC0CEFD-742B-4BDB-AB85-DD99C8FFB610}"/>
              </a:ext>
            </a:extLst>
          </p:cNvPr>
          <p:cNvSpPr txBox="1">
            <a:spLocks noChangeArrowheads="1"/>
          </p:cNvSpPr>
          <p:nvPr/>
        </p:nvSpPr>
        <p:spPr bwMode="auto">
          <a:xfrm>
            <a:off x="223838" y="228600"/>
            <a:ext cx="26035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3600" b="1">
                <a:solidFill>
                  <a:srgbClr val="B870B8"/>
                </a:solidFill>
                <a:cs typeface="Arial" panose="020B0604020202020204" pitchFamily="34" charset="0"/>
              </a:rPr>
              <a:t>+</a:t>
            </a:r>
          </a:p>
        </p:txBody>
      </p:sp>
      <p:sp>
        <p:nvSpPr>
          <p:cNvPr id="2" name="Title 1"/>
          <p:cNvSpPr>
            <a:spLocks noGrp="1"/>
          </p:cNvSpPr>
          <p:nvPr>
            <p:ph type="title"/>
          </p:nvPr>
        </p:nvSpPr>
        <p:spPr/>
        <p:txBody>
          <a:bodyPr/>
          <a:lstStyle>
            <a:lvl1pPr>
              <a:defRPr>
                <a:solidFill>
                  <a:srgbClr val="FF0000"/>
                </a:solidFill>
              </a:defRPr>
            </a:lvl1pPr>
          </a:lstStyle>
          <a:p>
            <a:r>
              <a:rPr lang="en-US"/>
              <a:t>Click to edit Master title style</a:t>
            </a:r>
            <a:endParaRPr dirty="0"/>
          </a:p>
        </p:txBody>
      </p:sp>
      <p:sp>
        <p:nvSpPr>
          <p:cNvPr id="4" name="Content Placeholder 3"/>
          <p:cNvSpPr>
            <a:spLocks noGrp="1"/>
          </p:cNvSpPr>
          <p:nvPr>
            <p:ph sz="half" idx="2"/>
          </p:nvPr>
        </p:nvSpPr>
        <p:spPr>
          <a:xfrm>
            <a:off x="497541" y="2447365"/>
            <a:ext cx="36576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Content Placeholder 5"/>
          <p:cNvSpPr>
            <a:spLocks noGrp="1"/>
          </p:cNvSpPr>
          <p:nvPr>
            <p:ph sz="quarter" idx="4"/>
          </p:nvPr>
        </p:nvSpPr>
        <p:spPr>
          <a:xfrm>
            <a:off x="4399878" y="2447365"/>
            <a:ext cx="36576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3" name="Text Placeholder 2"/>
          <p:cNvSpPr>
            <a:spLocks noGrp="1"/>
          </p:cNvSpPr>
          <p:nvPr>
            <p:ph type="body" idx="1"/>
          </p:nvPr>
        </p:nvSpPr>
        <p:spPr>
          <a:xfrm>
            <a:off x="497541" y="2070847"/>
            <a:ext cx="3657600" cy="322729"/>
          </a:xfrm>
          <a:prstGeom prst="rect">
            <a:avLst/>
          </a:prstGeom>
          <a:solidFill>
            <a:schemeClr val="accent3"/>
          </a:solidFill>
        </p:spPr>
        <p:txBody>
          <a:bodyPr tIns="0" bIns="0" anchor="ctr">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5" name="Text Placeholder 4"/>
          <p:cNvSpPr>
            <a:spLocks noGrp="1"/>
          </p:cNvSpPr>
          <p:nvPr>
            <p:ph type="body" sz="quarter" idx="3"/>
          </p:nvPr>
        </p:nvSpPr>
        <p:spPr>
          <a:xfrm>
            <a:off x="4399878" y="2070847"/>
            <a:ext cx="3657600" cy="322729"/>
          </a:xfrm>
          <a:prstGeom prst="rect">
            <a:avLst/>
          </a:prstGeom>
          <a:solidFill>
            <a:schemeClr val="accent3">
              <a:lumMod val="60000"/>
              <a:lumOff val="40000"/>
            </a:schemeClr>
          </a:solidFill>
        </p:spPr>
        <p:txBody>
          <a:bodyPr tIns="0" bIns="0" anchor="ctr">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9" name="Date Placeholder 6">
            <a:extLst>
              <a:ext uri="{FF2B5EF4-FFF2-40B4-BE49-F238E27FC236}">
                <a16:creationId xmlns:a16="http://schemas.microsoft.com/office/drawing/2014/main" id="{71386DFB-7C38-465D-B19A-F9BC200863BD}"/>
              </a:ext>
            </a:extLst>
          </p:cNvPr>
          <p:cNvSpPr>
            <a:spLocks noGrp="1"/>
          </p:cNvSpPr>
          <p:nvPr>
            <p:ph type="dt" sz="half" idx="10"/>
          </p:nvPr>
        </p:nvSpPr>
        <p:spPr/>
        <p:txBody>
          <a:bodyPr/>
          <a:lstStyle>
            <a:lvl1pPr>
              <a:defRPr/>
            </a:lvl1pPr>
          </a:lstStyle>
          <a:p>
            <a:pPr>
              <a:defRPr/>
            </a:pPr>
            <a:fld id="{A6840219-0E5D-43E8-BC46-7B446F82A6CC}" type="datetime4">
              <a:rPr lang="en-US" altLang="en-US" smtClean="0"/>
              <a:t>March 5, 2024</a:t>
            </a:fld>
            <a:endParaRPr lang="en-US" altLang="en-US"/>
          </a:p>
        </p:txBody>
      </p:sp>
      <p:sp>
        <p:nvSpPr>
          <p:cNvPr id="10" name="Footer Placeholder 7">
            <a:extLst>
              <a:ext uri="{FF2B5EF4-FFF2-40B4-BE49-F238E27FC236}">
                <a16:creationId xmlns:a16="http://schemas.microsoft.com/office/drawing/2014/main" id="{AFB72559-48AF-4D8B-BCDA-85DFE5A30C08}"/>
              </a:ext>
            </a:extLst>
          </p:cNvPr>
          <p:cNvSpPr>
            <a:spLocks noGrp="1"/>
          </p:cNvSpPr>
          <p:nvPr>
            <p:ph type="ftr" sz="quarter" idx="11"/>
          </p:nvPr>
        </p:nvSpPr>
        <p:spPr/>
        <p:txBody>
          <a:bodyPr/>
          <a:lstStyle>
            <a:lvl1pPr>
              <a:defRPr/>
            </a:lvl1pPr>
          </a:lstStyle>
          <a:p>
            <a:pPr>
              <a:defRPr/>
            </a:pPr>
            <a:endParaRPr lang="en-US" altLang="en-US"/>
          </a:p>
        </p:txBody>
      </p:sp>
      <p:sp>
        <p:nvSpPr>
          <p:cNvPr id="11" name="Slide Number Placeholder 8">
            <a:extLst>
              <a:ext uri="{FF2B5EF4-FFF2-40B4-BE49-F238E27FC236}">
                <a16:creationId xmlns:a16="http://schemas.microsoft.com/office/drawing/2014/main" id="{C46A864C-2A70-42AC-91B7-3B12616E7B00}"/>
              </a:ext>
            </a:extLst>
          </p:cNvPr>
          <p:cNvSpPr>
            <a:spLocks noGrp="1"/>
          </p:cNvSpPr>
          <p:nvPr>
            <p:ph type="sldNum" sz="quarter" idx="12"/>
          </p:nvPr>
        </p:nvSpPr>
        <p:spPr/>
        <p:txBody>
          <a:bodyPr/>
          <a:lstStyle>
            <a:lvl1pPr>
              <a:defRPr/>
            </a:lvl1pPr>
          </a:lstStyle>
          <a:p>
            <a:pPr>
              <a:defRPr/>
            </a:pPr>
            <a:fld id="{5CC1C16B-91CF-4A52-B7DA-A9E2A0689885}" type="slidenum">
              <a:rPr lang="en-US" altLang="en-US"/>
              <a:pPr>
                <a:defRPr/>
              </a:pPr>
              <a:t>‹#›</a:t>
            </a:fld>
            <a:endParaRPr lang="en-US" altLang="en-US"/>
          </a:p>
        </p:txBody>
      </p:sp>
    </p:spTree>
    <p:extLst>
      <p:ext uri="{BB962C8B-B14F-4D97-AF65-F5344CB8AC3E}">
        <p14:creationId xmlns:p14="http://schemas.microsoft.com/office/powerpoint/2010/main" val="2024414672"/>
      </p:ext>
    </p:extLst>
  </p:cSld>
  <p:clrMapOvr>
    <a:masterClrMapping/>
  </p:clrMapOvr>
  <p:transition>
    <p:random/>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2 Content, Top and Bottom">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2040DC1-CC49-4062-B731-108D0938F7B1}"/>
              </a:ext>
            </a:extLst>
          </p:cNvPr>
          <p:cNvSpPr txBox="1">
            <a:spLocks noChangeArrowheads="1"/>
          </p:cNvSpPr>
          <p:nvPr/>
        </p:nvSpPr>
        <p:spPr bwMode="auto">
          <a:xfrm>
            <a:off x="223838" y="228600"/>
            <a:ext cx="26035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3600" b="1">
                <a:solidFill>
                  <a:srgbClr val="B870B8"/>
                </a:solidFill>
                <a:cs typeface="Arial" panose="020B0604020202020204" pitchFamily="34" charset="0"/>
              </a:rPr>
              <a:t>+</a:t>
            </a:r>
          </a:p>
        </p:txBody>
      </p:sp>
      <p:sp>
        <p:nvSpPr>
          <p:cNvPr id="6" name="Rectangle 5">
            <a:extLst>
              <a:ext uri="{FF2B5EF4-FFF2-40B4-BE49-F238E27FC236}">
                <a16:creationId xmlns:a16="http://schemas.microsoft.com/office/drawing/2014/main" id="{F76B2E1C-83DC-48FB-87B4-6C04ED0E78E1}"/>
              </a:ext>
            </a:extLst>
          </p:cNvPr>
          <p:cNvSpPr/>
          <p:nvPr/>
        </p:nvSpPr>
        <p:spPr>
          <a:xfrm>
            <a:off x="8166100" y="282575"/>
            <a:ext cx="685800" cy="1600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2" name="Title 1"/>
          <p:cNvSpPr>
            <a:spLocks noGrp="1"/>
          </p:cNvSpPr>
          <p:nvPr>
            <p:ph type="title"/>
          </p:nvPr>
        </p:nvSpPr>
        <p:spPr/>
        <p:txBody>
          <a:bodyPr/>
          <a:lstStyle>
            <a:lvl1pPr>
              <a:defRPr>
                <a:solidFill>
                  <a:srgbClr val="FF0000"/>
                </a:solidFill>
              </a:defRPr>
            </a:lvl1pPr>
          </a:lstStyle>
          <a:p>
            <a:r>
              <a:rPr lang="en-US"/>
              <a:t>Click to edit Master title style</a:t>
            </a:r>
            <a:endParaRPr dirty="0"/>
          </a:p>
        </p:txBody>
      </p:sp>
      <p:sp>
        <p:nvSpPr>
          <p:cNvPr id="3" name="Content Placeholder 2"/>
          <p:cNvSpPr>
            <a:spLocks noGrp="1"/>
          </p:cNvSpPr>
          <p:nvPr>
            <p:ph sz="half" idx="1"/>
          </p:nvPr>
        </p:nvSpPr>
        <p:spPr>
          <a:xfrm>
            <a:off x="498517" y="1985963"/>
            <a:ext cx="7569157"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3" name="Content Placeholder 2"/>
          <p:cNvSpPr>
            <a:spLocks noGrp="1"/>
          </p:cNvSpPr>
          <p:nvPr>
            <p:ph sz="half" idx="14"/>
          </p:nvPr>
        </p:nvSpPr>
        <p:spPr>
          <a:xfrm>
            <a:off x="498517" y="4164965"/>
            <a:ext cx="7569157"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4">
            <a:extLst>
              <a:ext uri="{FF2B5EF4-FFF2-40B4-BE49-F238E27FC236}">
                <a16:creationId xmlns:a16="http://schemas.microsoft.com/office/drawing/2014/main" id="{40692EE1-AA7B-43BD-AC16-CED9312B3818}"/>
              </a:ext>
            </a:extLst>
          </p:cNvPr>
          <p:cNvSpPr>
            <a:spLocks noGrp="1"/>
          </p:cNvSpPr>
          <p:nvPr>
            <p:ph type="dt" sz="half" idx="15"/>
          </p:nvPr>
        </p:nvSpPr>
        <p:spPr/>
        <p:txBody>
          <a:bodyPr/>
          <a:lstStyle>
            <a:lvl1pPr>
              <a:defRPr/>
            </a:lvl1pPr>
          </a:lstStyle>
          <a:p>
            <a:pPr>
              <a:defRPr/>
            </a:pPr>
            <a:fld id="{367BF1C9-1025-4FC5-95F3-643E4B2392A1}" type="datetime4">
              <a:rPr lang="en-US" altLang="en-US" smtClean="0"/>
              <a:t>March 5, 2024</a:t>
            </a:fld>
            <a:endParaRPr lang="en-US" altLang="en-US"/>
          </a:p>
        </p:txBody>
      </p:sp>
      <p:sp>
        <p:nvSpPr>
          <p:cNvPr id="8" name="Footer Placeholder 5">
            <a:extLst>
              <a:ext uri="{FF2B5EF4-FFF2-40B4-BE49-F238E27FC236}">
                <a16:creationId xmlns:a16="http://schemas.microsoft.com/office/drawing/2014/main" id="{AEB1AA61-3E07-4BA7-BD71-ED9C67738005}"/>
              </a:ext>
            </a:extLst>
          </p:cNvPr>
          <p:cNvSpPr>
            <a:spLocks noGrp="1"/>
          </p:cNvSpPr>
          <p:nvPr>
            <p:ph type="ftr" sz="quarter" idx="16"/>
          </p:nvPr>
        </p:nvSpPr>
        <p:spPr/>
        <p:txBody>
          <a:bodyPr/>
          <a:lstStyle>
            <a:lvl1pPr>
              <a:defRPr/>
            </a:lvl1pPr>
          </a:lstStyle>
          <a:p>
            <a:pPr>
              <a:defRPr/>
            </a:pPr>
            <a:endParaRPr lang="en-US" altLang="en-US"/>
          </a:p>
        </p:txBody>
      </p:sp>
      <p:sp>
        <p:nvSpPr>
          <p:cNvPr id="9" name="Slide Number Placeholder 6">
            <a:extLst>
              <a:ext uri="{FF2B5EF4-FFF2-40B4-BE49-F238E27FC236}">
                <a16:creationId xmlns:a16="http://schemas.microsoft.com/office/drawing/2014/main" id="{A485EDA6-A543-44FE-A126-0BC3B380D774}"/>
              </a:ext>
            </a:extLst>
          </p:cNvPr>
          <p:cNvSpPr>
            <a:spLocks noGrp="1"/>
          </p:cNvSpPr>
          <p:nvPr>
            <p:ph type="sldNum" sz="quarter" idx="17"/>
          </p:nvPr>
        </p:nvSpPr>
        <p:spPr/>
        <p:txBody>
          <a:bodyPr/>
          <a:lstStyle>
            <a:lvl1pPr>
              <a:defRPr/>
            </a:lvl1pPr>
          </a:lstStyle>
          <a:p>
            <a:pPr>
              <a:defRPr/>
            </a:pPr>
            <a:fld id="{B55F4DCD-43D8-4193-A279-26DED609CF35}" type="slidenum">
              <a:rPr lang="en-US" altLang="en-US"/>
              <a:pPr>
                <a:defRPr/>
              </a:pPr>
              <a:t>‹#›</a:t>
            </a:fld>
            <a:endParaRPr lang="en-US" altLang="en-US"/>
          </a:p>
        </p:txBody>
      </p:sp>
    </p:spTree>
    <p:extLst>
      <p:ext uri="{BB962C8B-B14F-4D97-AF65-F5344CB8AC3E}">
        <p14:creationId xmlns:p14="http://schemas.microsoft.com/office/powerpoint/2010/main" val="411924319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3 Conten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36A625E-3694-4DB5-98E8-2D8D318A7935}"/>
              </a:ext>
            </a:extLst>
          </p:cNvPr>
          <p:cNvSpPr/>
          <p:nvPr/>
        </p:nvSpPr>
        <p:spPr>
          <a:xfrm>
            <a:off x="8166100" y="282575"/>
            <a:ext cx="685800" cy="1600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7" name="TextBox 6">
            <a:extLst>
              <a:ext uri="{FF2B5EF4-FFF2-40B4-BE49-F238E27FC236}">
                <a16:creationId xmlns:a16="http://schemas.microsoft.com/office/drawing/2014/main" id="{FA87372B-B1EB-4EEE-BA49-610CBBE37C2A}"/>
              </a:ext>
            </a:extLst>
          </p:cNvPr>
          <p:cNvSpPr txBox="1">
            <a:spLocks noChangeArrowheads="1"/>
          </p:cNvSpPr>
          <p:nvPr/>
        </p:nvSpPr>
        <p:spPr bwMode="auto">
          <a:xfrm>
            <a:off x="223838" y="228600"/>
            <a:ext cx="26035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3600" b="1">
                <a:solidFill>
                  <a:srgbClr val="B870B8"/>
                </a:solidFill>
                <a:cs typeface="Arial" panose="020B0604020202020204" pitchFamily="34" charset="0"/>
              </a:rPr>
              <a:t>+</a:t>
            </a: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410075" y="1985963"/>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1" name="Content Placeholder 2"/>
          <p:cNvSpPr>
            <a:spLocks noGrp="1"/>
          </p:cNvSpPr>
          <p:nvPr>
            <p:ph sz="half" idx="15"/>
          </p:nvPr>
        </p:nvSpPr>
        <p:spPr>
          <a:xfrm>
            <a:off x="49851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3" name="Content Placeholder 2"/>
          <p:cNvSpPr>
            <a:spLocks noGrp="1"/>
          </p:cNvSpPr>
          <p:nvPr>
            <p:ph sz="half" idx="16"/>
          </p:nvPr>
        </p:nvSpPr>
        <p:spPr>
          <a:xfrm>
            <a:off x="4410075" y="4169664"/>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Date Placeholder 4">
            <a:extLst>
              <a:ext uri="{FF2B5EF4-FFF2-40B4-BE49-F238E27FC236}">
                <a16:creationId xmlns:a16="http://schemas.microsoft.com/office/drawing/2014/main" id="{A442E16E-8AE9-49E1-B987-A2C09660BFBA}"/>
              </a:ext>
            </a:extLst>
          </p:cNvPr>
          <p:cNvSpPr>
            <a:spLocks noGrp="1"/>
          </p:cNvSpPr>
          <p:nvPr>
            <p:ph type="dt" sz="half" idx="17"/>
          </p:nvPr>
        </p:nvSpPr>
        <p:spPr/>
        <p:txBody>
          <a:bodyPr/>
          <a:lstStyle>
            <a:lvl1pPr>
              <a:defRPr/>
            </a:lvl1pPr>
          </a:lstStyle>
          <a:p>
            <a:pPr>
              <a:defRPr/>
            </a:pPr>
            <a:fld id="{89BDB295-AA0E-4913-8F70-E7AE12812FB4}" type="datetime4">
              <a:rPr lang="en-US" altLang="en-US" smtClean="0"/>
              <a:t>March 5, 2024</a:t>
            </a:fld>
            <a:endParaRPr lang="en-US" altLang="en-US"/>
          </a:p>
        </p:txBody>
      </p:sp>
      <p:sp>
        <p:nvSpPr>
          <p:cNvPr id="9" name="Footer Placeholder 5">
            <a:extLst>
              <a:ext uri="{FF2B5EF4-FFF2-40B4-BE49-F238E27FC236}">
                <a16:creationId xmlns:a16="http://schemas.microsoft.com/office/drawing/2014/main" id="{EFF88378-3EBD-4A53-AAEB-BA3788A9F54D}"/>
              </a:ext>
            </a:extLst>
          </p:cNvPr>
          <p:cNvSpPr>
            <a:spLocks noGrp="1"/>
          </p:cNvSpPr>
          <p:nvPr>
            <p:ph type="ftr" sz="quarter" idx="18"/>
          </p:nvPr>
        </p:nvSpPr>
        <p:spPr/>
        <p:txBody>
          <a:bodyPr/>
          <a:lstStyle>
            <a:lvl1pPr>
              <a:defRPr/>
            </a:lvl1pPr>
          </a:lstStyle>
          <a:p>
            <a:pPr>
              <a:defRPr/>
            </a:pPr>
            <a:endParaRPr lang="en-US" altLang="en-US"/>
          </a:p>
        </p:txBody>
      </p:sp>
      <p:sp>
        <p:nvSpPr>
          <p:cNvPr id="10" name="Slide Number Placeholder 6">
            <a:extLst>
              <a:ext uri="{FF2B5EF4-FFF2-40B4-BE49-F238E27FC236}">
                <a16:creationId xmlns:a16="http://schemas.microsoft.com/office/drawing/2014/main" id="{0A6F8EB9-B8BD-478C-B0C5-CEB182208DD8}"/>
              </a:ext>
            </a:extLst>
          </p:cNvPr>
          <p:cNvSpPr>
            <a:spLocks noGrp="1"/>
          </p:cNvSpPr>
          <p:nvPr>
            <p:ph type="sldNum" sz="quarter" idx="19"/>
          </p:nvPr>
        </p:nvSpPr>
        <p:spPr/>
        <p:txBody>
          <a:bodyPr/>
          <a:lstStyle>
            <a:lvl1pPr>
              <a:defRPr/>
            </a:lvl1pPr>
          </a:lstStyle>
          <a:p>
            <a:pPr>
              <a:defRPr/>
            </a:pPr>
            <a:fld id="{F1E81321-7CA3-455E-B242-7CD20CFE3562}" type="slidenum">
              <a:rPr lang="en-US" altLang="en-US"/>
              <a:pPr>
                <a:defRPr/>
              </a:pPr>
              <a:t>‹#›</a:t>
            </a:fld>
            <a:endParaRPr lang="en-US" altLang="en-US"/>
          </a:p>
        </p:txBody>
      </p:sp>
    </p:spTree>
    <p:extLst>
      <p:ext uri="{BB962C8B-B14F-4D97-AF65-F5344CB8AC3E}">
        <p14:creationId xmlns:p14="http://schemas.microsoft.com/office/powerpoint/2010/main" val="253316420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4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1347075-7758-4CEC-9F96-6FCEEB078727}"/>
              </a:ext>
            </a:extLst>
          </p:cNvPr>
          <p:cNvSpPr/>
          <p:nvPr/>
        </p:nvSpPr>
        <p:spPr>
          <a:xfrm>
            <a:off x="8166100" y="282575"/>
            <a:ext cx="685800" cy="1600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8" name="TextBox 7">
            <a:extLst>
              <a:ext uri="{FF2B5EF4-FFF2-40B4-BE49-F238E27FC236}">
                <a16:creationId xmlns:a16="http://schemas.microsoft.com/office/drawing/2014/main" id="{7352A13F-FE25-4561-A63F-562F49A24EC0}"/>
              </a:ext>
            </a:extLst>
          </p:cNvPr>
          <p:cNvSpPr txBox="1">
            <a:spLocks noChangeArrowheads="1"/>
          </p:cNvSpPr>
          <p:nvPr/>
        </p:nvSpPr>
        <p:spPr bwMode="auto">
          <a:xfrm>
            <a:off x="223838" y="228600"/>
            <a:ext cx="26035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3600" b="1">
                <a:solidFill>
                  <a:srgbClr val="B870B8"/>
                </a:solidFill>
                <a:cs typeface="Arial" panose="020B0604020202020204" pitchFamily="34" charset="0"/>
              </a:rPr>
              <a:t>+</a:t>
            </a:r>
          </a:p>
        </p:txBody>
      </p:sp>
      <p:sp>
        <p:nvSpPr>
          <p:cNvPr id="2" name="Title 1"/>
          <p:cNvSpPr>
            <a:spLocks noGrp="1"/>
          </p:cNvSpPr>
          <p:nvPr>
            <p:ph type="title"/>
          </p:nvPr>
        </p:nvSpPr>
        <p:spPr/>
        <p:txBody>
          <a:bodyPr/>
          <a:lstStyle/>
          <a:p>
            <a:r>
              <a:rPr lang="en-US"/>
              <a:t>Click to edit Master title style</a:t>
            </a:r>
            <a:endParaRPr/>
          </a:p>
        </p:txBody>
      </p:sp>
      <p:sp>
        <p:nvSpPr>
          <p:cNvPr id="12" name="Content Placeholder 2"/>
          <p:cNvSpPr>
            <a:spLocks noGrp="1"/>
          </p:cNvSpPr>
          <p:nvPr>
            <p:ph sz="half" idx="17"/>
          </p:nvPr>
        </p:nvSpPr>
        <p:spPr>
          <a:xfrm>
            <a:off x="502920" y="1985963"/>
            <a:ext cx="3657413"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4" name="Content Placeholder 2"/>
          <p:cNvSpPr>
            <a:spLocks noGrp="1"/>
          </p:cNvSpPr>
          <p:nvPr>
            <p:ph sz="half" idx="18"/>
          </p:nvPr>
        </p:nvSpPr>
        <p:spPr>
          <a:xfrm>
            <a:off x="502920" y="4164965"/>
            <a:ext cx="3657413"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5" name="Content Placeholder 2"/>
          <p:cNvSpPr>
            <a:spLocks noGrp="1"/>
          </p:cNvSpPr>
          <p:nvPr>
            <p:ph sz="half" idx="1"/>
          </p:nvPr>
        </p:nvSpPr>
        <p:spPr>
          <a:xfrm>
            <a:off x="4410075" y="1985963"/>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6" name="Content Placeholder 2"/>
          <p:cNvSpPr>
            <a:spLocks noGrp="1"/>
          </p:cNvSpPr>
          <p:nvPr>
            <p:ph sz="half" idx="16"/>
          </p:nvPr>
        </p:nvSpPr>
        <p:spPr>
          <a:xfrm>
            <a:off x="4410075" y="4169664"/>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9" name="Date Placeholder 4">
            <a:extLst>
              <a:ext uri="{FF2B5EF4-FFF2-40B4-BE49-F238E27FC236}">
                <a16:creationId xmlns:a16="http://schemas.microsoft.com/office/drawing/2014/main" id="{8CA10872-C456-40D3-AEDF-ECC579776C64}"/>
              </a:ext>
            </a:extLst>
          </p:cNvPr>
          <p:cNvSpPr>
            <a:spLocks noGrp="1"/>
          </p:cNvSpPr>
          <p:nvPr>
            <p:ph type="dt" sz="half" idx="19"/>
          </p:nvPr>
        </p:nvSpPr>
        <p:spPr/>
        <p:txBody>
          <a:bodyPr/>
          <a:lstStyle>
            <a:lvl1pPr>
              <a:defRPr/>
            </a:lvl1pPr>
          </a:lstStyle>
          <a:p>
            <a:pPr>
              <a:defRPr/>
            </a:pPr>
            <a:fld id="{1D6746FD-7CE6-4784-B555-E150A698D221}" type="datetime4">
              <a:rPr lang="en-US" altLang="en-US" smtClean="0"/>
              <a:t>March 5, 2024</a:t>
            </a:fld>
            <a:endParaRPr lang="en-US" altLang="en-US"/>
          </a:p>
        </p:txBody>
      </p:sp>
      <p:sp>
        <p:nvSpPr>
          <p:cNvPr id="10" name="Footer Placeholder 5">
            <a:extLst>
              <a:ext uri="{FF2B5EF4-FFF2-40B4-BE49-F238E27FC236}">
                <a16:creationId xmlns:a16="http://schemas.microsoft.com/office/drawing/2014/main" id="{FB6C643F-279E-4508-88CB-5D027FFA15FC}"/>
              </a:ext>
            </a:extLst>
          </p:cNvPr>
          <p:cNvSpPr>
            <a:spLocks noGrp="1"/>
          </p:cNvSpPr>
          <p:nvPr>
            <p:ph type="ftr" sz="quarter" idx="20"/>
          </p:nvPr>
        </p:nvSpPr>
        <p:spPr/>
        <p:txBody>
          <a:bodyPr/>
          <a:lstStyle>
            <a:lvl1pPr>
              <a:defRPr/>
            </a:lvl1pPr>
          </a:lstStyle>
          <a:p>
            <a:pPr>
              <a:defRPr/>
            </a:pPr>
            <a:endParaRPr lang="en-US" altLang="en-US"/>
          </a:p>
        </p:txBody>
      </p:sp>
      <p:sp>
        <p:nvSpPr>
          <p:cNvPr id="11" name="Slide Number Placeholder 6">
            <a:extLst>
              <a:ext uri="{FF2B5EF4-FFF2-40B4-BE49-F238E27FC236}">
                <a16:creationId xmlns:a16="http://schemas.microsoft.com/office/drawing/2014/main" id="{C7FE2F1D-C54D-49CF-AA62-F961BBB73A03}"/>
              </a:ext>
            </a:extLst>
          </p:cNvPr>
          <p:cNvSpPr>
            <a:spLocks noGrp="1"/>
          </p:cNvSpPr>
          <p:nvPr>
            <p:ph type="sldNum" sz="quarter" idx="21"/>
          </p:nvPr>
        </p:nvSpPr>
        <p:spPr/>
        <p:txBody>
          <a:bodyPr/>
          <a:lstStyle>
            <a:lvl1pPr>
              <a:defRPr/>
            </a:lvl1pPr>
          </a:lstStyle>
          <a:p>
            <a:pPr>
              <a:defRPr/>
            </a:pPr>
            <a:fld id="{BD5F9E64-AC8D-4934-A522-F84ADA989424}" type="slidenum">
              <a:rPr lang="en-US" altLang="en-US"/>
              <a:pPr>
                <a:defRPr/>
              </a:pPr>
              <a:t>‹#›</a:t>
            </a:fld>
            <a:endParaRPr lang="en-US" altLang="en-US"/>
          </a:p>
        </p:txBody>
      </p:sp>
    </p:spTree>
    <p:extLst>
      <p:ext uri="{BB962C8B-B14F-4D97-AF65-F5344CB8AC3E}">
        <p14:creationId xmlns:p14="http://schemas.microsoft.com/office/powerpoint/2010/main" val="387659558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Title Onl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93EEB36-E5FF-4FAC-BCEC-EEE3993A2257}"/>
              </a:ext>
            </a:extLst>
          </p:cNvPr>
          <p:cNvSpPr/>
          <p:nvPr/>
        </p:nvSpPr>
        <p:spPr>
          <a:xfrm>
            <a:off x="8166100" y="282575"/>
            <a:ext cx="685800" cy="1600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4" name="TextBox 3">
            <a:extLst>
              <a:ext uri="{FF2B5EF4-FFF2-40B4-BE49-F238E27FC236}">
                <a16:creationId xmlns:a16="http://schemas.microsoft.com/office/drawing/2014/main" id="{45A7B1F7-B66E-4360-933D-20F9FE30A2EA}"/>
              </a:ext>
            </a:extLst>
          </p:cNvPr>
          <p:cNvSpPr txBox="1">
            <a:spLocks noChangeArrowheads="1"/>
          </p:cNvSpPr>
          <p:nvPr/>
        </p:nvSpPr>
        <p:spPr bwMode="auto">
          <a:xfrm>
            <a:off x="223838" y="228600"/>
            <a:ext cx="26035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3600" b="1">
                <a:solidFill>
                  <a:srgbClr val="B870B8"/>
                </a:solidFill>
                <a:cs typeface="Arial" panose="020B0604020202020204" pitchFamily="34" charset="0"/>
              </a:rPr>
              <a:t>+</a:t>
            </a:r>
          </a:p>
        </p:txBody>
      </p:sp>
      <p:sp>
        <p:nvSpPr>
          <p:cNvPr id="2" name="Title 1"/>
          <p:cNvSpPr>
            <a:spLocks noGrp="1"/>
          </p:cNvSpPr>
          <p:nvPr>
            <p:ph type="title"/>
          </p:nvPr>
        </p:nvSpPr>
        <p:spPr/>
        <p:txBody>
          <a:bodyPr/>
          <a:lstStyle/>
          <a:p>
            <a:r>
              <a:rPr lang="en-US"/>
              <a:t>Click to edit Master title style</a:t>
            </a:r>
            <a:endParaRPr/>
          </a:p>
        </p:txBody>
      </p:sp>
      <p:sp>
        <p:nvSpPr>
          <p:cNvPr id="5" name="Date Placeholder 2">
            <a:extLst>
              <a:ext uri="{FF2B5EF4-FFF2-40B4-BE49-F238E27FC236}">
                <a16:creationId xmlns:a16="http://schemas.microsoft.com/office/drawing/2014/main" id="{A60D05BF-08A0-4D82-87B7-25B380F494B0}"/>
              </a:ext>
            </a:extLst>
          </p:cNvPr>
          <p:cNvSpPr>
            <a:spLocks noGrp="1"/>
          </p:cNvSpPr>
          <p:nvPr>
            <p:ph type="dt" sz="half" idx="10"/>
          </p:nvPr>
        </p:nvSpPr>
        <p:spPr/>
        <p:txBody>
          <a:bodyPr/>
          <a:lstStyle>
            <a:lvl1pPr>
              <a:defRPr/>
            </a:lvl1pPr>
          </a:lstStyle>
          <a:p>
            <a:pPr>
              <a:defRPr/>
            </a:pPr>
            <a:fld id="{3A100575-81D0-4836-BDA5-88ECA2DF1A30}" type="datetime4">
              <a:rPr lang="en-US" altLang="en-US" smtClean="0"/>
              <a:t>March 5, 2024</a:t>
            </a:fld>
            <a:endParaRPr lang="en-US" altLang="en-US"/>
          </a:p>
        </p:txBody>
      </p:sp>
      <p:sp>
        <p:nvSpPr>
          <p:cNvPr id="6" name="Footer Placeholder 3">
            <a:extLst>
              <a:ext uri="{FF2B5EF4-FFF2-40B4-BE49-F238E27FC236}">
                <a16:creationId xmlns:a16="http://schemas.microsoft.com/office/drawing/2014/main" id="{70CBB09B-E9D1-4963-9352-60DD2D041409}"/>
              </a:ext>
            </a:extLst>
          </p:cNvPr>
          <p:cNvSpPr>
            <a:spLocks noGrp="1"/>
          </p:cNvSpPr>
          <p:nvPr>
            <p:ph type="ftr" sz="quarter" idx="11"/>
          </p:nvPr>
        </p:nvSpPr>
        <p:spPr/>
        <p:txBody>
          <a:bodyPr/>
          <a:lstStyle>
            <a:lvl1pPr>
              <a:defRPr/>
            </a:lvl1pPr>
          </a:lstStyle>
          <a:p>
            <a:pPr>
              <a:defRPr/>
            </a:pPr>
            <a:endParaRPr lang="en-US" altLang="en-US"/>
          </a:p>
        </p:txBody>
      </p:sp>
      <p:sp>
        <p:nvSpPr>
          <p:cNvPr id="7" name="Slide Number Placeholder 4">
            <a:extLst>
              <a:ext uri="{FF2B5EF4-FFF2-40B4-BE49-F238E27FC236}">
                <a16:creationId xmlns:a16="http://schemas.microsoft.com/office/drawing/2014/main" id="{AAAE83DB-9197-4A51-B3DF-1B22AAB29DD7}"/>
              </a:ext>
            </a:extLst>
          </p:cNvPr>
          <p:cNvSpPr>
            <a:spLocks noGrp="1"/>
          </p:cNvSpPr>
          <p:nvPr>
            <p:ph type="sldNum" sz="quarter" idx="12"/>
          </p:nvPr>
        </p:nvSpPr>
        <p:spPr/>
        <p:txBody>
          <a:bodyPr/>
          <a:lstStyle>
            <a:lvl1pPr>
              <a:defRPr/>
            </a:lvl1pPr>
          </a:lstStyle>
          <a:p>
            <a:pPr>
              <a:defRPr/>
            </a:pPr>
            <a:fld id="{F02FF4ED-2B23-4CC6-834A-FCFA22AF88CD}" type="slidenum">
              <a:rPr lang="en-US" altLang="en-US"/>
              <a:pPr>
                <a:defRPr/>
              </a:pPr>
              <a:t>‹#›</a:t>
            </a:fld>
            <a:endParaRPr lang="en-US" altLang="en-US"/>
          </a:p>
        </p:txBody>
      </p:sp>
    </p:spTree>
    <p:extLst>
      <p:ext uri="{BB962C8B-B14F-4D97-AF65-F5344CB8AC3E}">
        <p14:creationId xmlns:p14="http://schemas.microsoft.com/office/powerpoint/2010/main" val="4037457812"/>
      </p:ext>
    </p:extLst>
  </p:cSld>
  <p:clrMapOvr>
    <a:masterClrMapping/>
  </p:clrMapOvr>
  <p:transition>
    <p:random/>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A297824-E7C6-4F94-94AE-2F0773C2EC4D}"/>
              </a:ext>
            </a:extLst>
          </p:cNvPr>
          <p:cNvSpPr/>
          <p:nvPr/>
        </p:nvSpPr>
        <p:spPr>
          <a:xfrm>
            <a:off x="8166100" y="282575"/>
            <a:ext cx="685800" cy="3016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3" name="Date Placeholder 1">
            <a:extLst>
              <a:ext uri="{FF2B5EF4-FFF2-40B4-BE49-F238E27FC236}">
                <a16:creationId xmlns:a16="http://schemas.microsoft.com/office/drawing/2014/main" id="{BF1A20FE-9E92-4C73-9A74-8F0A2A08F047}"/>
              </a:ext>
            </a:extLst>
          </p:cNvPr>
          <p:cNvSpPr>
            <a:spLocks noGrp="1"/>
          </p:cNvSpPr>
          <p:nvPr>
            <p:ph type="dt" sz="half" idx="10"/>
          </p:nvPr>
        </p:nvSpPr>
        <p:spPr/>
        <p:txBody>
          <a:bodyPr/>
          <a:lstStyle>
            <a:lvl1pPr>
              <a:defRPr/>
            </a:lvl1pPr>
          </a:lstStyle>
          <a:p>
            <a:pPr>
              <a:defRPr/>
            </a:pPr>
            <a:fld id="{8FC35119-4326-4B12-8C41-028122D81B5B}" type="datetime4">
              <a:rPr lang="en-US" altLang="en-US" smtClean="0"/>
              <a:t>March 5, 2024</a:t>
            </a:fld>
            <a:endParaRPr lang="en-US" altLang="en-US"/>
          </a:p>
        </p:txBody>
      </p:sp>
      <p:sp>
        <p:nvSpPr>
          <p:cNvPr id="4" name="Footer Placeholder 2">
            <a:extLst>
              <a:ext uri="{FF2B5EF4-FFF2-40B4-BE49-F238E27FC236}">
                <a16:creationId xmlns:a16="http://schemas.microsoft.com/office/drawing/2014/main" id="{BC591D13-7F35-46DA-90AE-1E6C0A5693DA}"/>
              </a:ext>
            </a:extLst>
          </p:cNvPr>
          <p:cNvSpPr>
            <a:spLocks noGrp="1"/>
          </p:cNvSpPr>
          <p:nvPr>
            <p:ph type="ftr" sz="quarter" idx="11"/>
          </p:nvPr>
        </p:nvSpPr>
        <p:spPr/>
        <p:txBody>
          <a:bodyPr/>
          <a:lstStyle>
            <a:lvl1pPr>
              <a:defRPr/>
            </a:lvl1pPr>
          </a:lstStyle>
          <a:p>
            <a:pPr>
              <a:defRPr/>
            </a:pPr>
            <a:endParaRPr lang="en-US" altLang="en-US"/>
          </a:p>
        </p:txBody>
      </p:sp>
      <p:sp>
        <p:nvSpPr>
          <p:cNvPr id="5" name="Slide Number Placeholder 3">
            <a:extLst>
              <a:ext uri="{FF2B5EF4-FFF2-40B4-BE49-F238E27FC236}">
                <a16:creationId xmlns:a16="http://schemas.microsoft.com/office/drawing/2014/main" id="{AF78DFFF-F6E0-474D-BCE0-10BBC4065D09}"/>
              </a:ext>
            </a:extLst>
          </p:cNvPr>
          <p:cNvSpPr>
            <a:spLocks noGrp="1"/>
          </p:cNvSpPr>
          <p:nvPr>
            <p:ph type="sldNum" sz="quarter" idx="12"/>
          </p:nvPr>
        </p:nvSpPr>
        <p:spPr/>
        <p:txBody>
          <a:bodyPr/>
          <a:lstStyle>
            <a:lvl1pPr>
              <a:defRPr/>
            </a:lvl1pPr>
          </a:lstStyle>
          <a:p>
            <a:pPr>
              <a:defRPr/>
            </a:pPr>
            <a:fld id="{CC516D0E-CD58-4E49-9F6D-689564ED6CA6}" type="slidenum">
              <a:rPr lang="en-US" altLang="en-US"/>
              <a:pPr>
                <a:defRPr/>
              </a:pPr>
              <a:t>‹#›</a:t>
            </a:fld>
            <a:endParaRPr lang="en-US" altLang="en-US"/>
          </a:p>
        </p:txBody>
      </p:sp>
    </p:spTree>
    <p:extLst>
      <p:ext uri="{BB962C8B-B14F-4D97-AF65-F5344CB8AC3E}">
        <p14:creationId xmlns:p14="http://schemas.microsoft.com/office/powerpoint/2010/main" val="2728158440"/>
      </p:ext>
    </p:extLst>
  </p:cSld>
  <p:clrMapOvr>
    <a:masterClrMapping/>
  </p:clrMapOvr>
  <p:transition>
    <p:random/>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81A3E6C-E078-4B52-8583-2B5D165EB6EC}"/>
              </a:ext>
            </a:extLst>
          </p:cNvPr>
          <p:cNvSpPr/>
          <p:nvPr/>
        </p:nvSpPr>
        <p:spPr>
          <a:xfrm>
            <a:off x="282575" y="228600"/>
            <a:ext cx="3451225" cy="63452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6" name="TextBox 5">
            <a:extLst>
              <a:ext uri="{FF2B5EF4-FFF2-40B4-BE49-F238E27FC236}">
                <a16:creationId xmlns:a16="http://schemas.microsoft.com/office/drawing/2014/main" id="{DA61FBA7-0B22-48B0-89DE-EE8F5CC10736}"/>
              </a:ext>
            </a:extLst>
          </p:cNvPr>
          <p:cNvSpPr txBox="1">
            <a:spLocks noChangeArrowheads="1"/>
          </p:cNvSpPr>
          <p:nvPr/>
        </p:nvSpPr>
        <p:spPr bwMode="auto">
          <a:xfrm>
            <a:off x="425450" y="174625"/>
            <a:ext cx="41275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5400" b="1">
                <a:solidFill>
                  <a:srgbClr val="B870B8"/>
                </a:solidFill>
                <a:cs typeface="Arial" panose="020B0604020202020204" pitchFamily="34" charset="0"/>
              </a:rPr>
              <a:t>+</a:t>
            </a:r>
          </a:p>
        </p:txBody>
      </p:sp>
      <p:sp>
        <p:nvSpPr>
          <p:cNvPr id="2" name="Title 1"/>
          <p:cNvSpPr>
            <a:spLocks noGrp="1"/>
          </p:cNvSpPr>
          <p:nvPr>
            <p:ph type="title"/>
          </p:nvPr>
        </p:nvSpPr>
        <p:spPr>
          <a:xfrm>
            <a:off x="380555" y="2571750"/>
            <a:ext cx="3255264" cy="1162050"/>
          </a:xfrm>
        </p:spPr>
        <p:txBody>
          <a:bodyPr anchor="b">
            <a:normAutofit/>
          </a:bodyPr>
          <a:lstStyle>
            <a:lvl1pPr algn="l">
              <a:defRPr sz="2600" b="0">
                <a:solidFill>
                  <a:srgbClr val="FF0000"/>
                </a:solidFill>
              </a:defRPr>
            </a:lvl1pPr>
          </a:lstStyle>
          <a:p>
            <a:r>
              <a:rPr lang="en-US"/>
              <a:t>Click to edit Master title style</a:t>
            </a:r>
            <a:endParaRPr dirty="0"/>
          </a:p>
        </p:txBody>
      </p:sp>
      <p:sp>
        <p:nvSpPr>
          <p:cNvPr id="3" name="Content Placeholder 2"/>
          <p:cNvSpPr>
            <a:spLocks noGrp="1"/>
          </p:cNvSpPr>
          <p:nvPr>
            <p:ph idx="1"/>
          </p:nvPr>
        </p:nvSpPr>
        <p:spPr>
          <a:xfrm>
            <a:off x="4168775" y="273050"/>
            <a:ext cx="4597399" cy="5853113"/>
          </a:xfrm>
        </p:spPr>
        <p:txBody>
          <a:bodyPr>
            <a:normAutofit/>
          </a:bodyPr>
          <a:lstStyle>
            <a:lvl1pPr>
              <a:defRPr sz="1800">
                <a:solidFill>
                  <a:srgbClr val="0070C0"/>
                </a:solidFill>
              </a:defRPr>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Text Placeholder 3"/>
          <p:cNvSpPr>
            <a:spLocks noGrp="1"/>
          </p:cNvSpPr>
          <p:nvPr>
            <p:ph type="body" sz="half" idx="2"/>
          </p:nvPr>
        </p:nvSpPr>
        <p:spPr>
          <a:xfrm>
            <a:off x="381093" y="3733800"/>
            <a:ext cx="3255264" cy="2392363"/>
          </a:xfrm>
        </p:spPr>
        <p:txBody>
          <a:bodyPr/>
          <a:lstStyle>
            <a:lvl1pPr marL="0" indent="0">
              <a:buNone/>
              <a:defRPr sz="1400">
                <a:solidFill>
                  <a:srgbClr val="0070C0"/>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7" name="Date Placeholder 4">
            <a:extLst>
              <a:ext uri="{FF2B5EF4-FFF2-40B4-BE49-F238E27FC236}">
                <a16:creationId xmlns:a16="http://schemas.microsoft.com/office/drawing/2014/main" id="{C8CDD739-01DD-46AE-92AD-B19AA301B917}"/>
              </a:ext>
            </a:extLst>
          </p:cNvPr>
          <p:cNvSpPr>
            <a:spLocks noGrp="1"/>
          </p:cNvSpPr>
          <p:nvPr>
            <p:ph type="dt" sz="half" idx="10"/>
          </p:nvPr>
        </p:nvSpPr>
        <p:spPr>
          <a:xfrm>
            <a:off x="7391400" y="6423025"/>
            <a:ext cx="1536700" cy="365125"/>
          </a:xfrm>
        </p:spPr>
        <p:txBody>
          <a:bodyPr/>
          <a:lstStyle>
            <a:lvl1pPr>
              <a:defRPr/>
            </a:lvl1pPr>
          </a:lstStyle>
          <a:p>
            <a:pPr>
              <a:defRPr/>
            </a:pPr>
            <a:fld id="{82402E1E-AC80-476C-BD21-E5D946B2FBAA}" type="datetime4">
              <a:rPr lang="en-US" altLang="en-US" smtClean="0"/>
              <a:t>March 5, 2024</a:t>
            </a:fld>
            <a:endParaRPr lang="en-US" altLang="en-US"/>
          </a:p>
        </p:txBody>
      </p:sp>
      <p:sp>
        <p:nvSpPr>
          <p:cNvPr id="8" name="Footer Placeholder 5">
            <a:extLst>
              <a:ext uri="{FF2B5EF4-FFF2-40B4-BE49-F238E27FC236}">
                <a16:creationId xmlns:a16="http://schemas.microsoft.com/office/drawing/2014/main" id="{2559E1EB-BD5D-43C2-93DB-7E5B72874347}"/>
              </a:ext>
            </a:extLst>
          </p:cNvPr>
          <p:cNvSpPr>
            <a:spLocks noGrp="1"/>
          </p:cNvSpPr>
          <p:nvPr>
            <p:ph type="ftr" sz="quarter" idx="11"/>
          </p:nvPr>
        </p:nvSpPr>
        <p:spPr>
          <a:xfrm>
            <a:off x="3859213" y="6423025"/>
            <a:ext cx="3316287" cy="365125"/>
          </a:xfrm>
        </p:spPr>
        <p:txBody>
          <a:bodyPr/>
          <a:lstStyle>
            <a:lvl1pPr>
              <a:defRPr/>
            </a:lvl1pPr>
          </a:lstStyle>
          <a:p>
            <a:pPr>
              <a:defRPr/>
            </a:pPr>
            <a:endParaRPr lang="en-US" altLang="en-US"/>
          </a:p>
        </p:txBody>
      </p:sp>
    </p:spTree>
    <p:extLst>
      <p:ext uri="{BB962C8B-B14F-4D97-AF65-F5344CB8AC3E}">
        <p14:creationId xmlns:p14="http://schemas.microsoft.com/office/powerpoint/2010/main" val="3306687756"/>
      </p:ext>
    </p:extLst>
  </p:cSld>
  <p:clrMapOvr>
    <a:masterClrMapping/>
  </p:clrMapOvr>
  <p:transition>
    <p:random/>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13DB472-439E-4BDE-918A-FD6BA213D95A}"/>
              </a:ext>
            </a:extLst>
          </p:cNvPr>
          <p:cNvSpPr/>
          <p:nvPr/>
        </p:nvSpPr>
        <p:spPr>
          <a:xfrm>
            <a:off x="8166100" y="282575"/>
            <a:ext cx="685800" cy="3016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6" name="TextBox 5">
            <a:extLst>
              <a:ext uri="{FF2B5EF4-FFF2-40B4-BE49-F238E27FC236}">
                <a16:creationId xmlns:a16="http://schemas.microsoft.com/office/drawing/2014/main" id="{B9BC5FB0-3DC3-4E99-B205-5BF43F431326}"/>
              </a:ext>
            </a:extLst>
          </p:cNvPr>
          <p:cNvSpPr txBox="1">
            <a:spLocks noChangeArrowheads="1"/>
          </p:cNvSpPr>
          <p:nvPr/>
        </p:nvSpPr>
        <p:spPr bwMode="auto">
          <a:xfrm>
            <a:off x="3989388" y="3370263"/>
            <a:ext cx="2206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2400" b="1">
                <a:solidFill>
                  <a:srgbClr val="B870B8"/>
                </a:solidFill>
                <a:cs typeface="Arial" panose="020B0604020202020204" pitchFamily="34" charset="0"/>
              </a:rPr>
              <a:t>+ </a:t>
            </a:r>
          </a:p>
        </p:txBody>
      </p:sp>
      <p:sp>
        <p:nvSpPr>
          <p:cNvPr id="2" name="Title 1"/>
          <p:cNvSpPr>
            <a:spLocks noGrp="1"/>
          </p:cNvSpPr>
          <p:nvPr>
            <p:ph type="title"/>
          </p:nvPr>
        </p:nvSpPr>
        <p:spPr>
          <a:xfrm>
            <a:off x="4169404" y="3124200"/>
            <a:ext cx="3898272" cy="871538"/>
          </a:xfrm>
        </p:spPr>
        <p:txBody>
          <a:bodyPr anchor="b">
            <a:normAutofit/>
          </a:bodyPr>
          <a:lstStyle>
            <a:lvl1pPr algn="l">
              <a:defRPr sz="2600" b="0">
                <a:solidFill>
                  <a:srgbClr val="FF0000"/>
                </a:solidFill>
              </a:defRPr>
            </a:lvl1pPr>
          </a:lstStyle>
          <a:p>
            <a:r>
              <a:rPr lang="en-US"/>
              <a:t>Click to edit Master title style</a:t>
            </a:r>
            <a:endParaRPr dirty="0"/>
          </a:p>
        </p:txBody>
      </p:sp>
      <p:sp>
        <p:nvSpPr>
          <p:cNvPr id="3" name="Picture Placeholder 2"/>
          <p:cNvSpPr>
            <a:spLocks noGrp="1"/>
          </p:cNvSpPr>
          <p:nvPr>
            <p:ph type="pic" idx="1"/>
          </p:nvPr>
        </p:nvSpPr>
        <p:spPr>
          <a:xfrm>
            <a:off x="277906" y="228600"/>
            <a:ext cx="3460658" cy="6345238"/>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noProof="0" dirty="0"/>
          </a:p>
        </p:txBody>
      </p:sp>
      <p:sp>
        <p:nvSpPr>
          <p:cNvPr id="4" name="Text Placeholder 3"/>
          <p:cNvSpPr>
            <a:spLocks noGrp="1"/>
          </p:cNvSpPr>
          <p:nvPr>
            <p:ph type="body" sz="half" idx="2"/>
          </p:nvPr>
        </p:nvSpPr>
        <p:spPr>
          <a:xfrm>
            <a:off x="4169404" y="3995737"/>
            <a:ext cx="3898272" cy="214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7" name="Date Placeholder 4">
            <a:extLst>
              <a:ext uri="{FF2B5EF4-FFF2-40B4-BE49-F238E27FC236}">
                <a16:creationId xmlns:a16="http://schemas.microsoft.com/office/drawing/2014/main" id="{AF046526-C347-4BD5-B33A-3B7626D4B85F}"/>
              </a:ext>
            </a:extLst>
          </p:cNvPr>
          <p:cNvSpPr>
            <a:spLocks noGrp="1"/>
          </p:cNvSpPr>
          <p:nvPr>
            <p:ph type="dt" sz="half" idx="10"/>
          </p:nvPr>
        </p:nvSpPr>
        <p:spPr>
          <a:xfrm>
            <a:off x="7391400" y="6423025"/>
            <a:ext cx="1536700" cy="365125"/>
          </a:xfrm>
        </p:spPr>
        <p:txBody>
          <a:bodyPr/>
          <a:lstStyle>
            <a:lvl1pPr>
              <a:defRPr/>
            </a:lvl1pPr>
          </a:lstStyle>
          <a:p>
            <a:pPr>
              <a:defRPr/>
            </a:pPr>
            <a:fld id="{00F7BFBB-6B8B-4E2E-8F5B-F5D4B0E631F4}" type="datetime4">
              <a:rPr lang="en-US" altLang="en-US" smtClean="0"/>
              <a:t>March 5, 2024</a:t>
            </a:fld>
            <a:endParaRPr lang="en-US" altLang="en-US"/>
          </a:p>
        </p:txBody>
      </p:sp>
      <p:sp>
        <p:nvSpPr>
          <p:cNvPr id="8" name="Footer Placeholder 5">
            <a:extLst>
              <a:ext uri="{FF2B5EF4-FFF2-40B4-BE49-F238E27FC236}">
                <a16:creationId xmlns:a16="http://schemas.microsoft.com/office/drawing/2014/main" id="{CA9B5365-00CB-4803-A243-CFE63D1EF124}"/>
              </a:ext>
            </a:extLst>
          </p:cNvPr>
          <p:cNvSpPr>
            <a:spLocks noGrp="1"/>
          </p:cNvSpPr>
          <p:nvPr>
            <p:ph type="ftr" sz="quarter" idx="11"/>
          </p:nvPr>
        </p:nvSpPr>
        <p:spPr>
          <a:xfrm>
            <a:off x="4191000" y="6423025"/>
            <a:ext cx="3005138" cy="365125"/>
          </a:xfrm>
        </p:spPr>
        <p:txBody>
          <a:bodyPr/>
          <a:lstStyle>
            <a:lvl1pPr>
              <a:defRPr/>
            </a:lvl1pPr>
          </a:lstStyle>
          <a:p>
            <a:pPr>
              <a:defRPr/>
            </a:pPr>
            <a:endParaRPr lang="en-US" altLang="en-US"/>
          </a:p>
        </p:txBody>
      </p:sp>
      <p:sp>
        <p:nvSpPr>
          <p:cNvPr id="9" name="Slide Number Placeholder 6">
            <a:extLst>
              <a:ext uri="{FF2B5EF4-FFF2-40B4-BE49-F238E27FC236}">
                <a16:creationId xmlns:a16="http://schemas.microsoft.com/office/drawing/2014/main" id="{E08FA02A-7C84-41D3-B339-E1CEC85DED7A}"/>
              </a:ext>
            </a:extLst>
          </p:cNvPr>
          <p:cNvSpPr>
            <a:spLocks noGrp="1"/>
          </p:cNvSpPr>
          <p:nvPr>
            <p:ph type="sldNum" sz="quarter" idx="12"/>
          </p:nvPr>
        </p:nvSpPr>
        <p:spPr/>
        <p:txBody>
          <a:bodyPr/>
          <a:lstStyle>
            <a:lvl1pPr>
              <a:defRPr/>
            </a:lvl1pPr>
          </a:lstStyle>
          <a:p>
            <a:pPr>
              <a:defRPr/>
            </a:pPr>
            <a:fld id="{F4C4F20B-DFB7-47E0-99A5-E35BEB509EFA}" type="slidenum">
              <a:rPr lang="en-US" altLang="en-US"/>
              <a:pPr>
                <a:defRPr/>
              </a:pPr>
              <a:t>‹#›</a:t>
            </a:fld>
            <a:endParaRPr lang="en-US" altLang="en-US"/>
          </a:p>
        </p:txBody>
      </p:sp>
    </p:spTree>
    <p:extLst>
      <p:ext uri="{BB962C8B-B14F-4D97-AF65-F5344CB8AC3E}">
        <p14:creationId xmlns:p14="http://schemas.microsoft.com/office/powerpoint/2010/main" val="2255815162"/>
      </p:ext>
    </p:extLst>
  </p:cSld>
  <p:clrMapOvr>
    <a:masterClrMapping/>
  </p:clrMapOvr>
  <p:transition>
    <p:random/>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picTx" preserve="1">
  <p:cSld name="Picture above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B01909A-2195-4FAB-8839-F9F6FE648B8D}"/>
              </a:ext>
            </a:extLst>
          </p:cNvPr>
          <p:cNvSpPr/>
          <p:nvPr/>
        </p:nvSpPr>
        <p:spPr>
          <a:xfrm>
            <a:off x="6802438" y="228600"/>
            <a:ext cx="2057400" cy="203835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6" name="Rectangle 5">
            <a:extLst>
              <a:ext uri="{FF2B5EF4-FFF2-40B4-BE49-F238E27FC236}">
                <a16:creationId xmlns:a16="http://schemas.microsoft.com/office/drawing/2014/main" id="{F059CE46-129E-4ECD-8EC1-7FBFCCF3D09D}"/>
              </a:ext>
            </a:extLst>
          </p:cNvPr>
          <p:cNvSpPr/>
          <p:nvPr/>
        </p:nvSpPr>
        <p:spPr>
          <a:xfrm>
            <a:off x="6802438" y="2378075"/>
            <a:ext cx="2057400" cy="20383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7" name="TextBox 6">
            <a:extLst>
              <a:ext uri="{FF2B5EF4-FFF2-40B4-BE49-F238E27FC236}">
                <a16:creationId xmlns:a16="http://schemas.microsoft.com/office/drawing/2014/main" id="{C86D4F6F-D994-4A50-98C6-DE2D135B18C0}"/>
              </a:ext>
            </a:extLst>
          </p:cNvPr>
          <p:cNvSpPr txBox="1">
            <a:spLocks noChangeArrowheads="1"/>
          </p:cNvSpPr>
          <p:nvPr/>
        </p:nvSpPr>
        <p:spPr bwMode="auto">
          <a:xfrm>
            <a:off x="327025" y="4632325"/>
            <a:ext cx="2206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2400" b="1">
                <a:solidFill>
                  <a:srgbClr val="B870B8"/>
                </a:solidFill>
                <a:cs typeface="Arial" panose="020B0604020202020204" pitchFamily="34" charset="0"/>
              </a:rPr>
              <a:t>+ </a:t>
            </a:r>
          </a:p>
        </p:txBody>
      </p:sp>
      <p:sp>
        <p:nvSpPr>
          <p:cNvPr id="2" name="Title 1"/>
          <p:cNvSpPr>
            <a:spLocks noGrp="1"/>
          </p:cNvSpPr>
          <p:nvPr>
            <p:ph type="title"/>
          </p:nvPr>
        </p:nvSpPr>
        <p:spPr>
          <a:xfrm>
            <a:off x="506505" y="4424082"/>
            <a:ext cx="6191157" cy="833718"/>
          </a:xfrm>
        </p:spPr>
        <p:txBody>
          <a:bodyPr anchor="b">
            <a:normAutofit/>
          </a:bodyPr>
          <a:lstStyle>
            <a:lvl1pPr algn="l">
              <a:defRPr sz="2600" b="0"/>
            </a:lvl1pPr>
          </a:lstStyle>
          <a:p>
            <a:r>
              <a:rPr lang="en-US"/>
              <a:t>Click to edit Master title style</a:t>
            </a:r>
            <a:endParaRPr/>
          </a:p>
        </p:txBody>
      </p:sp>
      <p:sp>
        <p:nvSpPr>
          <p:cNvPr id="3" name="Picture Placeholder 2"/>
          <p:cNvSpPr>
            <a:spLocks noGrp="1"/>
          </p:cNvSpPr>
          <p:nvPr>
            <p:ph type="pic" idx="1"/>
          </p:nvPr>
        </p:nvSpPr>
        <p:spPr>
          <a:xfrm>
            <a:off x="277905" y="228600"/>
            <a:ext cx="6378389" cy="4187952"/>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noProof="0" dirty="0"/>
          </a:p>
        </p:txBody>
      </p:sp>
      <p:sp>
        <p:nvSpPr>
          <p:cNvPr id="4" name="Text Placeholder 3"/>
          <p:cNvSpPr>
            <a:spLocks noGrp="1"/>
          </p:cNvSpPr>
          <p:nvPr>
            <p:ph type="body" sz="half" idx="2"/>
          </p:nvPr>
        </p:nvSpPr>
        <p:spPr>
          <a:xfrm>
            <a:off x="506505" y="5257799"/>
            <a:ext cx="6191157" cy="885825"/>
          </a:xfrm>
        </p:spPr>
        <p:txBody>
          <a:bodyPr/>
          <a:lstStyle>
            <a:lvl1pPr marL="0" indent="0">
              <a:spcBef>
                <a:spcPts val="3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8" name="Date Placeholder 4">
            <a:extLst>
              <a:ext uri="{FF2B5EF4-FFF2-40B4-BE49-F238E27FC236}">
                <a16:creationId xmlns:a16="http://schemas.microsoft.com/office/drawing/2014/main" id="{754C0E74-42E2-446C-94D7-A3B55F60E993}"/>
              </a:ext>
            </a:extLst>
          </p:cNvPr>
          <p:cNvSpPr>
            <a:spLocks noGrp="1"/>
          </p:cNvSpPr>
          <p:nvPr>
            <p:ph type="dt" sz="half" idx="10"/>
          </p:nvPr>
        </p:nvSpPr>
        <p:spPr/>
        <p:txBody>
          <a:bodyPr/>
          <a:lstStyle>
            <a:lvl1pPr>
              <a:defRPr/>
            </a:lvl1pPr>
          </a:lstStyle>
          <a:p>
            <a:pPr>
              <a:defRPr/>
            </a:pPr>
            <a:fld id="{7F45BE75-3A8E-4EEA-B612-B336FA73E380}" type="datetime4">
              <a:rPr lang="en-US" altLang="en-US" smtClean="0"/>
              <a:t>March 5, 2024</a:t>
            </a:fld>
            <a:endParaRPr lang="en-US" altLang="en-US"/>
          </a:p>
        </p:txBody>
      </p:sp>
      <p:sp>
        <p:nvSpPr>
          <p:cNvPr id="9" name="Footer Placeholder 5">
            <a:extLst>
              <a:ext uri="{FF2B5EF4-FFF2-40B4-BE49-F238E27FC236}">
                <a16:creationId xmlns:a16="http://schemas.microsoft.com/office/drawing/2014/main" id="{3B8F4D42-B8D9-4103-ABD1-B75FECA7620C}"/>
              </a:ext>
            </a:extLst>
          </p:cNvPr>
          <p:cNvSpPr>
            <a:spLocks noGrp="1"/>
          </p:cNvSpPr>
          <p:nvPr>
            <p:ph type="ftr" sz="quarter" idx="11"/>
          </p:nvPr>
        </p:nvSpPr>
        <p:spPr/>
        <p:txBody>
          <a:bodyPr/>
          <a:lstStyle>
            <a:lvl1pPr>
              <a:defRPr/>
            </a:lvl1pPr>
          </a:lstStyle>
          <a:p>
            <a:pPr>
              <a:defRPr/>
            </a:pPr>
            <a:endParaRPr lang="en-US" altLang="en-US"/>
          </a:p>
        </p:txBody>
      </p:sp>
      <p:sp>
        <p:nvSpPr>
          <p:cNvPr id="10" name="Slide Number Placeholder 6">
            <a:extLst>
              <a:ext uri="{FF2B5EF4-FFF2-40B4-BE49-F238E27FC236}">
                <a16:creationId xmlns:a16="http://schemas.microsoft.com/office/drawing/2014/main" id="{9FC1F58C-874F-4AD4-A32D-B6BA2E11340C}"/>
              </a:ext>
            </a:extLst>
          </p:cNvPr>
          <p:cNvSpPr>
            <a:spLocks noGrp="1"/>
          </p:cNvSpPr>
          <p:nvPr>
            <p:ph type="sldNum" sz="quarter" idx="12"/>
          </p:nvPr>
        </p:nvSpPr>
        <p:spPr/>
        <p:txBody>
          <a:bodyPr/>
          <a:lstStyle>
            <a:lvl1pPr>
              <a:defRPr/>
            </a:lvl1pPr>
          </a:lstStyle>
          <a:p>
            <a:pPr>
              <a:defRPr/>
            </a:pPr>
            <a:fld id="{3F4A88E9-55FA-4583-A2AF-654D4791C2C9}" type="slidenum">
              <a:rPr lang="en-US" altLang="en-US"/>
              <a:pPr>
                <a:defRPr/>
              </a:pPr>
              <a:t>‹#›</a:t>
            </a:fld>
            <a:endParaRPr lang="en-US" altLang="en-US"/>
          </a:p>
        </p:txBody>
      </p:sp>
    </p:spTree>
    <p:extLst>
      <p:ext uri="{BB962C8B-B14F-4D97-AF65-F5344CB8AC3E}">
        <p14:creationId xmlns:p14="http://schemas.microsoft.com/office/powerpoint/2010/main" val="343624612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2 Pictures with Captio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E4B8522-9E4F-489D-86CD-B4B7DAA29998}"/>
              </a:ext>
            </a:extLst>
          </p:cNvPr>
          <p:cNvSpPr/>
          <p:nvPr/>
        </p:nvSpPr>
        <p:spPr>
          <a:xfrm>
            <a:off x="282575" y="228600"/>
            <a:ext cx="6386513" cy="63452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7" name="TextBox 6">
            <a:extLst>
              <a:ext uri="{FF2B5EF4-FFF2-40B4-BE49-F238E27FC236}">
                <a16:creationId xmlns:a16="http://schemas.microsoft.com/office/drawing/2014/main" id="{06D96BD4-27ED-4DD1-8791-F3D093AD227B}"/>
              </a:ext>
            </a:extLst>
          </p:cNvPr>
          <p:cNvSpPr txBox="1">
            <a:spLocks noChangeArrowheads="1"/>
          </p:cNvSpPr>
          <p:nvPr/>
        </p:nvSpPr>
        <p:spPr bwMode="auto">
          <a:xfrm>
            <a:off x="425450" y="174625"/>
            <a:ext cx="41275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5400" b="1">
                <a:solidFill>
                  <a:srgbClr val="B870B8"/>
                </a:solidFill>
                <a:cs typeface="Arial" panose="020B0604020202020204" pitchFamily="34" charset="0"/>
              </a:rPr>
              <a:t>+</a:t>
            </a:r>
          </a:p>
        </p:txBody>
      </p:sp>
      <p:sp>
        <p:nvSpPr>
          <p:cNvPr id="8" name="Rectangle 7">
            <a:extLst>
              <a:ext uri="{FF2B5EF4-FFF2-40B4-BE49-F238E27FC236}">
                <a16:creationId xmlns:a16="http://schemas.microsoft.com/office/drawing/2014/main" id="{8394B6BF-E2C1-4B6F-9ECA-93E1777E3521}"/>
              </a:ext>
            </a:extLst>
          </p:cNvPr>
          <p:cNvSpPr/>
          <p:nvPr/>
        </p:nvSpPr>
        <p:spPr>
          <a:xfrm>
            <a:off x="6802438" y="228600"/>
            <a:ext cx="2057400" cy="203835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2" name="Title 1"/>
          <p:cNvSpPr>
            <a:spLocks noGrp="1"/>
          </p:cNvSpPr>
          <p:nvPr>
            <p:ph type="title"/>
          </p:nvPr>
        </p:nvSpPr>
        <p:spPr>
          <a:xfrm>
            <a:off x="380554" y="2571750"/>
            <a:ext cx="6181611" cy="1162050"/>
          </a:xfrm>
        </p:spPr>
        <p:txBody>
          <a:bodyPr anchor="b">
            <a:normAutofit/>
          </a:bodyPr>
          <a:lstStyle>
            <a:lvl1pPr algn="l">
              <a:defRPr sz="2600" b="0">
                <a:solidFill>
                  <a:srgbClr val="FF0000"/>
                </a:solidFill>
              </a:defRPr>
            </a:lvl1pPr>
          </a:lstStyle>
          <a:p>
            <a:r>
              <a:rPr lang="en-US"/>
              <a:t>Click to edit Master title style</a:t>
            </a:r>
            <a:endParaRPr dirty="0"/>
          </a:p>
        </p:txBody>
      </p:sp>
      <p:sp>
        <p:nvSpPr>
          <p:cNvPr id="4" name="Text Placeholder 3"/>
          <p:cNvSpPr>
            <a:spLocks noGrp="1"/>
          </p:cNvSpPr>
          <p:nvPr>
            <p:ph type="body" sz="half" idx="2"/>
          </p:nvPr>
        </p:nvSpPr>
        <p:spPr>
          <a:xfrm>
            <a:off x="381094" y="3733800"/>
            <a:ext cx="6179566" cy="2392363"/>
          </a:xfrm>
        </p:spPr>
        <p:txBody>
          <a:bodyPr/>
          <a:lstStyle>
            <a:lvl1pPr marL="0" indent="0">
              <a:buNone/>
              <a:defRPr sz="1400">
                <a:solidFill>
                  <a:srgbClr val="0070C0"/>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2" name="Picture Placeholder 12"/>
          <p:cNvSpPr>
            <a:spLocks noGrp="1"/>
          </p:cNvSpPr>
          <p:nvPr>
            <p:ph type="pic" sz="quarter" idx="13"/>
          </p:nvPr>
        </p:nvSpPr>
        <p:spPr>
          <a:xfrm>
            <a:off x="6802438" y="2374940"/>
            <a:ext cx="2057400" cy="2039112"/>
          </a:xfrm>
        </p:spPr>
        <p:txBody>
          <a:bodyPr rtlCol="0">
            <a:normAutofit/>
          </a:bodyPr>
          <a:lstStyle>
            <a:lvl1pPr>
              <a:buNone/>
              <a:defRPr/>
            </a:lvl1pPr>
          </a:lstStyle>
          <a:p>
            <a:pPr lvl="0"/>
            <a:r>
              <a:rPr lang="en-US" noProof="0"/>
              <a:t>Click icon to add picture</a:t>
            </a:r>
            <a:endParaRPr noProof="0" dirty="0"/>
          </a:p>
        </p:txBody>
      </p:sp>
      <p:sp>
        <p:nvSpPr>
          <p:cNvPr id="13" name="Picture Placeholder 12"/>
          <p:cNvSpPr>
            <a:spLocks noGrp="1"/>
          </p:cNvSpPr>
          <p:nvPr>
            <p:ph type="pic" sz="quarter" idx="14"/>
          </p:nvPr>
        </p:nvSpPr>
        <p:spPr>
          <a:xfrm>
            <a:off x="6802438" y="4535424"/>
            <a:ext cx="2057400" cy="2039112"/>
          </a:xfrm>
        </p:spPr>
        <p:txBody>
          <a:bodyPr rtlCol="0">
            <a:normAutofit/>
          </a:bodyPr>
          <a:lstStyle>
            <a:lvl1pPr>
              <a:buNone/>
              <a:defRPr/>
            </a:lvl1pPr>
          </a:lstStyle>
          <a:p>
            <a:pPr lvl="0"/>
            <a:r>
              <a:rPr lang="en-US" noProof="0"/>
              <a:t>Click icon to add picture</a:t>
            </a:r>
            <a:endParaRPr noProof="0" dirty="0"/>
          </a:p>
        </p:txBody>
      </p:sp>
      <p:sp>
        <p:nvSpPr>
          <p:cNvPr id="9" name="Date Placeholder 4">
            <a:extLst>
              <a:ext uri="{FF2B5EF4-FFF2-40B4-BE49-F238E27FC236}">
                <a16:creationId xmlns:a16="http://schemas.microsoft.com/office/drawing/2014/main" id="{C761474E-2C03-4840-8A15-994BF879D3D2}"/>
              </a:ext>
            </a:extLst>
          </p:cNvPr>
          <p:cNvSpPr>
            <a:spLocks noGrp="1"/>
          </p:cNvSpPr>
          <p:nvPr>
            <p:ph type="dt" sz="half" idx="15"/>
          </p:nvPr>
        </p:nvSpPr>
        <p:spPr>
          <a:xfrm>
            <a:off x="5211763" y="6235700"/>
            <a:ext cx="1349375" cy="365125"/>
          </a:xfrm>
        </p:spPr>
        <p:txBody>
          <a:bodyPr/>
          <a:lstStyle>
            <a:lvl1pPr>
              <a:defRPr>
                <a:solidFill>
                  <a:schemeClr val="bg1"/>
                </a:solidFill>
              </a:defRPr>
            </a:lvl1pPr>
          </a:lstStyle>
          <a:p>
            <a:pPr>
              <a:defRPr/>
            </a:pPr>
            <a:fld id="{20232980-E453-4CBF-A307-45048147E9FA}" type="datetime4">
              <a:rPr lang="en-US" altLang="en-US" smtClean="0"/>
              <a:t>March 5, 2024</a:t>
            </a:fld>
            <a:endParaRPr lang="en-US" altLang="en-US"/>
          </a:p>
        </p:txBody>
      </p:sp>
      <p:sp>
        <p:nvSpPr>
          <p:cNvPr id="10" name="Footer Placeholder 5">
            <a:extLst>
              <a:ext uri="{FF2B5EF4-FFF2-40B4-BE49-F238E27FC236}">
                <a16:creationId xmlns:a16="http://schemas.microsoft.com/office/drawing/2014/main" id="{7C2799EC-B7A7-4AEB-AA05-ED8A41C7D4AE}"/>
              </a:ext>
            </a:extLst>
          </p:cNvPr>
          <p:cNvSpPr>
            <a:spLocks noGrp="1"/>
          </p:cNvSpPr>
          <p:nvPr>
            <p:ph type="ftr" sz="quarter" idx="16"/>
          </p:nvPr>
        </p:nvSpPr>
        <p:spPr>
          <a:xfrm>
            <a:off x="381000" y="6235700"/>
            <a:ext cx="4648200" cy="365125"/>
          </a:xfrm>
        </p:spPr>
        <p:txBody>
          <a:bodyPr/>
          <a:lstStyle>
            <a:lvl1pPr>
              <a:defRPr>
                <a:solidFill>
                  <a:schemeClr val="bg1"/>
                </a:solidFill>
              </a:defRPr>
            </a:lvl1pPr>
          </a:lstStyle>
          <a:p>
            <a:pPr>
              <a:defRPr/>
            </a:pPr>
            <a:endParaRPr lang="en-US" altLang="en-US"/>
          </a:p>
        </p:txBody>
      </p:sp>
      <p:sp>
        <p:nvSpPr>
          <p:cNvPr id="11" name="Slide Number Placeholder 6">
            <a:extLst>
              <a:ext uri="{FF2B5EF4-FFF2-40B4-BE49-F238E27FC236}">
                <a16:creationId xmlns:a16="http://schemas.microsoft.com/office/drawing/2014/main" id="{158E981D-B48B-4C8C-9DD0-1E81EA85DC5F}"/>
              </a:ext>
            </a:extLst>
          </p:cNvPr>
          <p:cNvSpPr>
            <a:spLocks noGrp="1"/>
          </p:cNvSpPr>
          <p:nvPr>
            <p:ph type="sldNum" sz="quarter" idx="17"/>
          </p:nvPr>
        </p:nvSpPr>
        <p:spPr/>
        <p:txBody>
          <a:bodyPr/>
          <a:lstStyle>
            <a:lvl1pPr>
              <a:defRPr/>
            </a:lvl1pPr>
          </a:lstStyle>
          <a:p>
            <a:pPr>
              <a:defRPr/>
            </a:pPr>
            <a:fld id="{C20F1E02-4764-4B68-9C6E-34342FE9361F}" type="slidenum">
              <a:rPr lang="en-US" altLang="en-US"/>
              <a:pPr>
                <a:defRPr/>
              </a:pPr>
              <a:t>‹#›</a:t>
            </a:fld>
            <a:endParaRPr lang="en-US" altLang="en-US"/>
          </a:p>
        </p:txBody>
      </p:sp>
    </p:spTree>
    <p:extLst>
      <p:ext uri="{BB962C8B-B14F-4D97-AF65-F5344CB8AC3E}">
        <p14:creationId xmlns:p14="http://schemas.microsoft.com/office/powerpoint/2010/main" val="182530089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3 Pictures with Caption">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684C6A6-C390-4CE9-9551-280F5894D784}"/>
              </a:ext>
            </a:extLst>
          </p:cNvPr>
          <p:cNvSpPr/>
          <p:nvPr/>
        </p:nvSpPr>
        <p:spPr>
          <a:xfrm>
            <a:off x="282575" y="228600"/>
            <a:ext cx="4235450" cy="63452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8" name="TextBox 7">
            <a:extLst>
              <a:ext uri="{FF2B5EF4-FFF2-40B4-BE49-F238E27FC236}">
                <a16:creationId xmlns:a16="http://schemas.microsoft.com/office/drawing/2014/main" id="{A51F7596-DDE6-4CD4-865C-FEF3B660E3C7}"/>
              </a:ext>
            </a:extLst>
          </p:cNvPr>
          <p:cNvSpPr txBox="1">
            <a:spLocks noChangeArrowheads="1"/>
          </p:cNvSpPr>
          <p:nvPr/>
        </p:nvSpPr>
        <p:spPr bwMode="auto">
          <a:xfrm>
            <a:off x="425450" y="174625"/>
            <a:ext cx="41275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5400" b="1">
                <a:solidFill>
                  <a:srgbClr val="B870B8"/>
                </a:solidFill>
                <a:cs typeface="Arial" panose="020B0604020202020204" pitchFamily="34" charset="0"/>
              </a:rPr>
              <a:t>+</a:t>
            </a:r>
          </a:p>
        </p:txBody>
      </p:sp>
      <p:sp>
        <p:nvSpPr>
          <p:cNvPr id="9" name="Rectangle 8">
            <a:extLst>
              <a:ext uri="{FF2B5EF4-FFF2-40B4-BE49-F238E27FC236}">
                <a16:creationId xmlns:a16="http://schemas.microsoft.com/office/drawing/2014/main" id="{8EC2F2B8-01CF-45D9-851B-C292454438D2}"/>
              </a:ext>
            </a:extLst>
          </p:cNvPr>
          <p:cNvSpPr/>
          <p:nvPr/>
        </p:nvSpPr>
        <p:spPr>
          <a:xfrm>
            <a:off x="6802438" y="228600"/>
            <a:ext cx="2057400" cy="203835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10" name="Rectangle 9">
            <a:extLst>
              <a:ext uri="{FF2B5EF4-FFF2-40B4-BE49-F238E27FC236}">
                <a16:creationId xmlns:a16="http://schemas.microsoft.com/office/drawing/2014/main" id="{187172EA-58AA-450E-8BAD-A116BCA1D3EA}"/>
              </a:ext>
            </a:extLst>
          </p:cNvPr>
          <p:cNvSpPr/>
          <p:nvPr/>
        </p:nvSpPr>
        <p:spPr>
          <a:xfrm>
            <a:off x="4624388" y="4535488"/>
            <a:ext cx="2057400" cy="203835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2" name="Title 1"/>
          <p:cNvSpPr>
            <a:spLocks noGrp="1"/>
          </p:cNvSpPr>
          <p:nvPr>
            <p:ph type="title"/>
          </p:nvPr>
        </p:nvSpPr>
        <p:spPr>
          <a:xfrm>
            <a:off x="380554" y="2571750"/>
            <a:ext cx="4016633" cy="1162050"/>
          </a:xfrm>
        </p:spPr>
        <p:txBody>
          <a:bodyPr anchor="b">
            <a:normAutofit/>
          </a:bodyPr>
          <a:lstStyle>
            <a:lvl1pPr algn="l">
              <a:defRPr sz="2600" b="0">
                <a:solidFill>
                  <a:srgbClr val="FF0000"/>
                </a:solidFill>
              </a:defRPr>
            </a:lvl1pPr>
          </a:lstStyle>
          <a:p>
            <a:r>
              <a:rPr lang="en-US"/>
              <a:t>Click to edit Master title style</a:t>
            </a:r>
            <a:endParaRPr dirty="0"/>
          </a:p>
        </p:txBody>
      </p:sp>
      <p:sp>
        <p:nvSpPr>
          <p:cNvPr id="4" name="Text Placeholder 3"/>
          <p:cNvSpPr>
            <a:spLocks noGrp="1"/>
          </p:cNvSpPr>
          <p:nvPr>
            <p:ph type="body" sz="half" idx="2"/>
          </p:nvPr>
        </p:nvSpPr>
        <p:spPr>
          <a:xfrm>
            <a:off x="381094" y="3733800"/>
            <a:ext cx="4015304" cy="2392363"/>
          </a:xfrm>
        </p:spPr>
        <p:txBody>
          <a:bodyPr/>
          <a:lstStyle>
            <a:lvl1pPr marL="0" indent="0">
              <a:buNone/>
              <a:defRPr sz="1400">
                <a:solidFill>
                  <a:srgbClr val="0070C0"/>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2" name="Picture Placeholder 12"/>
          <p:cNvSpPr>
            <a:spLocks noGrp="1"/>
          </p:cNvSpPr>
          <p:nvPr>
            <p:ph type="pic" sz="quarter" idx="13"/>
          </p:nvPr>
        </p:nvSpPr>
        <p:spPr>
          <a:xfrm>
            <a:off x="4624388" y="228600"/>
            <a:ext cx="2057400" cy="2039112"/>
          </a:xfrm>
        </p:spPr>
        <p:txBody>
          <a:bodyPr rtlCol="0">
            <a:normAutofit/>
          </a:bodyPr>
          <a:lstStyle>
            <a:lvl1pPr>
              <a:buNone/>
              <a:defRPr/>
            </a:lvl1pPr>
          </a:lstStyle>
          <a:p>
            <a:pPr lvl="0"/>
            <a:r>
              <a:rPr lang="en-US" noProof="0"/>
              <a:t>Click icon to add picture</a:t>
            </a:r>
            <a:endParaRPr noProof="0" dirty="0"/>
          </a:p>
        </p:txBody>
      </p:sp>
      <p:sp>
        <p:nvSpPr>
          <p:cNvPr id="13" name="Picture Placeholder 12"/>
          <p:cNvSpPr>
            <a:spLocks noGrp="1"/>
          </p:cNvSpPr>
          <p:nvPr>
            <p:ph type="pic" sz="quarter" idx="14"/>
          </p:nvPr>
        </p:nvSpPr>
        <p:spPr>
          <a:xfrm>
            <a:off x="4624388" y="2381663"/>
            <a:ext cx="2057400" cy="2039112"/>
          </a:xfrm>
        </p:spPr>
        <p:txBody>
          <a:bodyPr rtlCol="0">
            <a:normAutofit/>
          </a:bodyPr>
          <a:lstStyle>
            <a:lvl1pPr>
              <a:buNone/>
              <a:defRPr/>
            </a:lvl1pPr>
          </a:lstStyle>
          <a:p>
            <a:pPr lvl="0"/>
            <a:r>
              <a:rPr lang="en-US" noProof="0"/>
              <a:t>Click icon to add picture</a:t>
            </a:r>
            <a:endParaRPr noProof="0" dirty="0"/>
          </a:p>
        </p:txBody>
      </p:sp>
      <p:sp>
        <p:nvSpPr>
          <p:cNvPr id="14" name="Picture Placeholder 12"/>
          <p:cNvSpPr>
            <a:spLocks noGrp="1"/>
          </p:cNvSpPr>
          <p:nvPr>
            <p:ph type="pic" sz="quarter" idx="15"/>
          </p:nvPr>
        </p:nvSpPr>
        <p:spPr>
          <a:xfrm>
            <a:off x="6803136" y="2381662"/>
            <a:ext cx="2057400" cy="4187952"/>
          </a:xfrm>
        </p:spPr>
        <p:txBody>
          <a:bodyPr rtlCol="0">
            <a:normAutofit/>
          </a:bodyPr>
          <a:lstStyle>
            <a:lvl1pPr>
              <a:buNone/>
              <a:defRPr/>
            </a:lvl1pPr>
          </a:lstStyle>
          <a:p>
            <a:pPr lvl="0"/>
            <a:r>
              <a:rPr lang="en-US" noProof="0"/>
              <a:t>Click icon to add picture</a:t>
            </a:r>
            <a:endParaRPr noProof="0" dirty="0"/>
          </a:p>
        </p:txBody>
      </p:sp>
      <p:sp>
        <p:nvSpPr>
          <p:cNvPr id="11" name="Date Placeholder 4">
            <a:extLst>
              <a:ext uri="{FF2B5EF4-FFF2-40B4-BE49-F238E27FC236}">
                <a16:creationId xmlns:a16="http://schemas.microsoft.com/office/drawing/2014/main" id="{73AC807D-AF86-4476-A47B-879D992AE4E9}"/>
              </a:ext>
            </a:extLst>
          </p:cNvPr>
          <p:cNvSpPr>
            <a:spLocks noGrp="1"/>
          </p:cNvSpPr>
          <p:nvPr>
            <p:ph type="dt" sz="half" idx="16"/>
          </p:nvPr>
        </p:nvSpPr>
        <p:spPr>
          <a:xfrm>
            <a:off x="3048000" y="6235700"/>
            <a:ext cx="1347788" cy="365125"/>
          </a:xfrm>
        </p:spPr>
        <p:txBody>
          <a:bodyPr/>
          <a:lstStyle>
            <a:lvl1pPr>
              <a:defRPr>
                <a:solidFill>
                  <a:schemeClr val="bg1"/>
                </a:solidFill>
              </a:defRPr>
            </a:lvl1pPr>
          </a:lstStyle>
          <a:p>
            <a:pPr>
              <a:defRPr/>
            </a:pPr>
            <a:fld id="{CB0466D8-1F5A-4252-9DF5-0AA1CCE412B1}" type="datetime4">
              <a:rPr lang="en-US" altLang="en-US" smtClean="0"/>
              <a:t>March 5, 2024</a:t>
            </a:fld>
            <a:endParaRPr lang="en-US" altLang="en-US"/>
          </a:p>
        </p:txBody>
      </p:sp>
      <p:sp>
        <p:nvSpPr>
          <p:cNvPr id="15" name="Footer Placeholder 5">
            <a:extLst>
              <a:ext uri="{FF2B5EF4-FFF2-40B4-BE49-F238E27FC236}">
                <a16:creationId xmlns:a16="http://schemas.microsoft.com/office/drawing/2014/main" id="{8E62327F-56AD-4A63-98B9-78485E66D17B}"/>
              </a:ext>
            </a:extLst>
          </p:cNvPr>
          <p:cNvSpPr>
            <a:spLocks noGrp="1"/>
          </p:cNvSpPr>
          <p:nvPr>
            <p:ph type="ftr" sz="quarter" idx="17"/>
          </p:nvPr>
        </p:nvSpPr>
        <p:spPr>
          <a:xfrm>
            <a:off x="381000" y="6235700"/>
            <a:ext cx="2590800" cy="365125"/>
          </a:xfrm>
        </p:spPr>
        <p:txBody>
          <a:bodyPr/>
          <a:lstStyle>
            <a:lvl1pPr>
              <a:defRPr>
                <a:solidFill>
                  <a:schemeClr val="bg1"/>
                </a:solidFill>
              </a:defRPr>
            </a:lvl1pPr>
          </a:lstStyle>
          <a:p>
            <a:pPr>
              <a:defRPr/>
            </a:pPr>
            <a:endParaRPr lang="en-US" altLang="en-US"/>
          </a:p>
        </p:txBody>
      </p:sp>
      <p:sp>
        <p:nvSpPr>
          <p:cNvPr id="16" name="Slide Number Placeholder 6">
            <a:extLst>
              <a:ext uri="{FF2B5EF4-FFF2-40B4-BE49-F238E27FC236}">
                <a16:creationId xmlns:a16="http://schemas.microsoft.com/office/drawing/2014/main" id="{1C12E0BA-FE9E-4BD0-AAEF-9BBAF7C75614}"/>
              </a:ext>
            </a:extLst>
          </p:cNvPr>
          <p:cNvSpPr>
            <a:spLocks noGrp="1"/>
          </p:cNvSpPr>
          <p:nvPr>
            <p:ph type="sldNum" sz="quarter" idx="18"/>
          </p:nvPr>
        </p:nvSpPr>
        <p:spPr/>
        <p:txBody>
          <a:bodyPr/>
          <a:lstStyle>
            <a:lvl1pPr>
              <a:defRPr/>
            </a:lvl1pPr>
          </a:lstStyle>
          <a:p>
            <a:pPr>
              <a:defRPr/>
            </a:pPr>
            <a:fld id="{12D2B7AC-0C10-4CF5-8B9B-68B5A78F7235}" type="slidenum">
              <a:rPr lang="en-US" altLang="en-US"/>
              <a:pPr>
                <a:defRPr/>
              </a:pPr>
              <a:t>‹#›</a:t>
            </a:fld>
            <a:endParaRPr lang="en-US" altLang="en-US"/>
          </a:p>
        </p:txBody>
      </p:sp>
    </p:spTree>
    <p:extLst>
      <p:ext uri="{BB962C8B-B14F-4D97-AF65-F5344CB8AC3E}">
        <p14:creationId xmlns:p14="http://schemas.microsoft.com/office/powerpoint/2010/main" val="394635543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3 Pictures with Caption, Al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D86DB31-10AD-4A0A-BCB6-1CE4F9A6C9F8}"/>
              </a:ext>
            </a:extLst>
          </p:cNvPr>
          <p:cNvSpPr/>
          <p:nvPr/>
        </p:nvSpPr>
        <p:spPr>
          <a:xfrm>
            <a:off x="8166100" y="282575"/>
            <a:ext cx="685800" cy="3016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8" name="TextBox 7">
            <a:extLst>
              <a:ext uri="{FF2B5EF4-FFF2-40B4-BE49-F238E27FC236}">
                <a16:creationId xmlns:a16="http://schemas.microsoft.com/office/drawing/2014/main" id="{6972F84F-B455-44D5-B27F-7968C240A00F}"/>
              </a:ext>
            </a:extLst>
          </p:cNvPr>
          <p:cNvSpPr txBox="1">
            <a:spLocks noChangeArrowheads="1"/>
          </p:cNvSpPr>
          <p:nvPr/>
        </p:nvSpPr>
        <p:spPr bwMode="auto">
          <a:xfrm>
            <a:off x="4749800" y="3370263"/>
            <a:ext cx="2206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2400" b="1">
                <a:solidFill>
                  <a:srgbClr val="B870B8"/>
                </a:solidFill>
                <a:cs typeface="Arial" panose="020B0604020202020204" pitchFamily="34" charset="0"/>
              </a:rPr>
              <a:t>+ </a:t>
            </a:r>
          </a:p>
        </p:txBody>
      </p:sp>
      <p:sp>
        <p:nvSpPr>
          <p:cNvPr id="2" name="Title 1"/>
          <p:cNvSpPr>
            <a:spLocks noGrp="1"/>
          </p:cNvSpPr>
          <p:nvPr>
            <p:ph type="title"/>
          </p:nvPr>
        </p:nvSpPr>
        <p:spPr>
          <a:xfrm>
            <a:off x="4953000" y="3124200"/>
            <a:ext cx="3108960" cy="871538"/>
          </a:xfrm>
        </p:spPr>
        <p:txBody>
          <a:bodyPr anchor="b">
            <a:normAutofit/>
          </a:bodyPr>
          <a:lstStyle>
            <a:lvl1pPr algn="l">
              <a:defRPr sz="2600" b="0"/>
            </a:lvl1pPr>
          </a:lstStyle>
          <a:p>
            <a:r>
              <a:rPr lang="en-US"/>
              <a:t>Click to edit Master title style</a:t>
            </a:r>
            <a:endParaRPr/>
          </a:p>
        </p:txBody>
      </p:sp>
      <p:sp>
        <p:nvSpPr>
          <p:cNvPr id="3" name="Picture Placeholder 2"/>
          <p:cNvSpPr>
            <a:spLocks noGrp="1"/>
          </p:cNvSpPr>
          <p:nvPr>
            <p:ph type="pic" idx="1"/>
          </p:nvPr>
        </p:nvSpPr>
        <p:spPr>
          <a:xfrm>
            <a:off x="277905" y="2365248"/>
            <a:ext cx="4240119" cy="4187952"/>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noProof="0" dirty="0"/>
          </a:p>
        </p:txBody>
      </p:sp>
      <p:sp>
        <p:nvSpPr>
          <p:cNvPr id="4" name="Text Placeholder 3"/>
          <p:cNvSpPr>
            <a:spLocks noGrp="1"/>
          </p:cNvSpPr>
          <p:nvPr>
            <p:ph type="body" sz="half" idx="2"/>
          </p:nvPr>
        </p:nvSpPr>
        <p:spPr>
          <a:xfrm>
            <a:off x="4953000" y="3995737"/>
            <a:ext cx="3108960" cy="214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Picture Placeholder 12"/>
          <p:cNvSpPr>
            <a:spLocks noGrp="1"/>
          </p:cNvSpPr>
          <p:nvPr>
            <p:ph type="pic" sz="quarter" idx="13"/>
          </p:nvPr>
        </p:nvSpPr>
        <p:spPr>
          <a:xfrm>
            <a:off x="277905" y="228600"/>
            <a:ext cx="2057400" cy="2039112"/>
          </a:xfrm>
        </p:spPr>
        <p:txBody>
          <a:bodyPr rtlCol="0">
            <a:normAutofit/>
          </a:bodyPr>
          <a:lstStyle>
            <a:lvl1pPr>
              <a:buNone/>
              <a:defRPr/>
            </a:lvl1pPr>
          </a:lstStyle>
          <a:p>
            <a:pPr lvl="0"/>
            <a:r>
              <a:rPr lang="en-US" noProof="0"/>
              <a:t>Click icon to add picture</a:t>
            </a:r>
            <a:endParaRPr noProof="0" dirty="0"/>
          </a:p>
        </p:txBody>
      </p:sp>
      <p:sp>
        <p:nvSpPr>
          <p:cNvPr id="15" name="Picture Placeholder 12"/>
          <p:cNvSpPr>
            <a:spLocks noGrp="1"/>
          </p:cNvSpPr>
          <p:nvPr>
            <p:ph type="pic" sz="quarter" idx="14"/>
          </p:nvPr>
        </p:nvSpPr>
        <p:spPr>
          <a:xfrm>
            <a:off x="2460625" y="228600"/>
            <a:ext cx="2057400" cy="2039112"/>
          </a:xfrm>
        </p:spPr>
        <p:txBody>
          <a:bodyPr rtlCol="0">
            <a:normAutofit/>
          </a:bodyPr>
          <a:lstStyle>
            <a:lvl1pPr>
              <a:buNone/>
              <a:defRPr/>
            </a:lvl1pPr>
          </a:lstStyle>
          <a:p>
            <a:pPr lvl="0"/>
            <a:r>
              <a:rPr lang="en-US" noProof="0"/>
              <a:t>Click icon to add picture</a:t>
            </a:r>
            <a:endParaRPr noProof="0" dirty="0"/>
          </a:p>
        </p:txBody>
      </p:sp>
      <p:sp>
        <p:nvSpPr>
          <p:cNvPr id="9" name="Date Placeholder 4">
            <a:extLst>
              <a:ext uri="{FF2B5EF4-FFF2-40B4-BE49-F238E27FC236}">
                <a16:creationId xmlns:a16="http://schemas.microsoft.com/office/drawing/2014/main" id="{649B7326-D2C8-4CBD-A35A-2CB75A4F9E72}"/>
              </a:ext>
            </a:extLst>
          </p:cNvPr>
          <p:cNvSpPr>
            <a:spLocks noGrp="1"/>
          </p:cNvSpPr>
          <p:nvPr>
            <p:ph type="dt" sz="half" idx="15"/>
          </p:nvPr>
        </p:nvSpPr>
        <p:spPr>
          <a:xfrm>
            <a:off x="7391400" y="6423025"/>
            <a:ext cx="1536700" cy="365125"/>
          </a:xfrm>
        </p:spPr>
        <p:txBody>
          <a:bodyPr/>
          <a:lstStyle>
            <a:lvl1pPr>
              <a:defRPr/>
            </a:lvl1pPr>
          </a:lstStyle>
          <a:p>
            <a:pPr>
              <a:defRPr/>
            </a:pPr>
            <a:fld id="{67109545-74AE-4DF0-B5B8-5DCE9283F8AC}" type="datetime4">
              <a:rPr lang="en-US" altLang="en-US" smtClean="0"/>
              <a:t>March 5, 2024</a:t>
            </a:fld>
            <a:endParaRPr lang="en-US" altLang="en-US"/>
          </a:p>
        </p:txBody>
      </p:sp>
      <p:sp>
        <p:nvSpPr>
          <p:cNvPr id="10" name="Footer Placeholder 5">
            <a:extLst>
              <a:ext uri="{FF2B5EF4-FFF2-40B4-BE49-F238E27FC236}">
                <a16:creationId xmlns:a16="http://schemas.microsoft.com/office/drawing/2014/main" id="{46041EA7-B68A-41F3-8113-D9D32DAD8AB8}"/>
              </a:ext>
            </a:extLst>
          </p:cNvPr>
          <p:cNvSpPr>
            <a:spLocks noGrp="1"/>
          </p:cNvSpPr>
          <p:nvPr>
            <p:ph type="ftr" sz="quarter" idx="16"/>
          </p:nvPr>
        </p:nvSpPr>
        <p:spPr>
          <a:xfrm>
            <a:off x="4191000" y="6423025"/>
            <a:ext cx="3005138" cy="365125"/>
          </a:xfrm>
        </p:spPr>
        <p:txBody>
          <a:bodyPr/>
          <a:lstStyle>
            <a:lvl1pPr>
              <a:defRPr/>
            </a:lvl1pPr>
          </a:lstStyle>
          <a:p>
            <a:pPr>
              <a:defRPr/>
            </a:pPr>
            <a:endParaRPr lang="en-US" altLang="en-US"/>
          </a:p>
        </p:txBody>
      </p:sp>
      <p:sp>
        <p:nvSpPr>
          <p:cNvPr id="11" name="Slide Number Placeholder 6">
            <a:extLst>
              <a:ext uri="{FF2B5EF4-FFF2-40B4-BE49-F238E27FC236}">
                <a16:creationId xmlns:a16="http://schemas.microsoft.com/office/drawing/2014/main" id="{443674E4-A79F-449B-9438-925C258E3D68}"/>
              </a:ext>
            </a:extLst>
          </p:cNvPr>
          <p:cNvSpPr>
            <a:spLocks noGrp="1"/>
          </p:cNvSpPr>
          <p:nvPr>
            <p:ph type="sldNum" sz="quarter" idx="17"/>
          </p:nvPr>
        </p:nvSpPr>
        <p:spPr/>
        <p:txBody>
          <a:bodyPr/>
          <a:lstStyle>
            <a:lvl1pPr>
              <a:defRPr/>
            </a:lvl1pPr>
          </a:lstStyle>
          <a:p>
            <a:pPr>
              <a:defRPr/>
            </a:pPr>
            <a:fld id="{27EE316B-296A-4301-835E-E41E4EB19B5F}" type="slidenum">
              <a:rPr lang="en-US" altLang="en-US"/>
              <a:pPr>
                <a:defRPr/>
              </a:pPr>
              <a:t>‹#›</a:t>
            </a:fld>
            <a:endParaRPr lang="en-US" altLang="en-US"/>
          </a:p>
        </p:txBody>
      </p:sp>
    </p:spTree>
    <p:extLst>
      <p:ext uri="{BB962C8B-B14F-4D97-AF65-F5344CB8AC3E}">
        <p14:creationId xmlns:p14="http://schemas.microsoft.com/office/powerpoint/2010/main" val="344413198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Title and Vertical Tex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80C5B91-761D-4C3E-96C5-955410F3898F}"/>
              </a:ext>
            </a:extLst>
          </p:cNvPr>
          <p:cNvSpPr/>
          <p:nvPr/>
        </p:nvSpPr>
        <p:spPr>
          <a:xfrm>
            <a:off x="8166100" y="282575"/>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5" name="TextBox 4">
            <a:extLst>
              <a:ext uri="{FF2B5EF4-FFF2-40B4-BE49-F238E27FC236}">
                <a16:creationId xmlns:a16="http://schemas.microsoft.com/office/drawing/2014/main" id="{E9964D89-1EB4-4144-A2AB-CB37176A383C}"/>
              </a:ext>
            </a:extLst>
          </p:cNvPr>
          <p:cNvSpPr txBox="1">
            <a:spLocks noChangeArrowheads="1"/>
          </p:cNvSpPr>
          <p:nvPr/>
        </p:nvSpPr>
        <p:spPr bwMode="auto">
          <a:xfrm>
            <a:off x="223838" y="228600"/>
            <a:ext cx="26035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3600" b="1">
                <a:solidFill>
                  <a:srgbClr val="B870B8"/>
                </a:solidFill>
                <a:cs typeface="Arial" panose="020B0604020202020204" pitchFamily="34" charset="0"/>
              </a:rPr>
              <a:t>+</a:t>
            </a:r>
          </a:p>
        </p:txBody>
      </p:sp>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Date Placeholder 3">
            <a:extLst>
              <a:ext uri="{FF2B5EF4-FFF2-40B4-BE49-F238E27FC236}">
                <a16:creationId xmlns:a16="http://schemas.microsoft.com/office/drawing/2014/main" id="{53BC3FE9-9D89-4235-BD90-E3028C929DE0}"/>
              </a:ext>
            </a:extLst>
          </p:cNvPr>
          <p:cNvSpPr>
            <a:spLocks noGrp="1"/>
          </p:cNvSpPr>
          <p:nvPr>
            <p:ph type="dt" sz="half" idx="10"/>
          </p:nvPr>
        </p:nvSpPr>
        <p:spPr/>
        <p:txBody>
          <a:bodyPr/>
          <a:lstStyle>
            <a:lvl1pPr>
              <a:defRPr/>
            </a:lvl1pPr>
          </a:lstStyle>
          <a:p>
            <a:pPr>
              <a:defRPr/>
            </a:pPr>
            <a:fld id="{88E9DF7E-06F9-4CC6-95F8-38F71CEE8EE2}" type="datetime4">
              <a:rPr lang="en-US" altLang="en-US" smtClean="0"/>
              <a:t>March 5, 2024</a:t>
            </a:fld>
            <a:endParaRPr lang="en-US" altLang="en-US"/>
          </a:p>
        </p:txBody>
      </p:sp>
      <p:sp>
        <p:nvSpPr>
          <p:cNvPr id="7" name="Footer Placeholder 4">
            <a:extLst>
              <a:ext uri="{FF2B5EF4-FFF2-40B4-BE49-F238E27FC236}">
                <a16:creationId xmlns:a16="http://schemas.microsoft.com/office/drawing/2014/main" id="{54F36AFF-A8BF-4BD2-8967-40B05B6D814C}"/>
              </a:ext>
            </a:extLst>
          </p:cNvPr>
          <p:cNvSpPr>
            <a:spLocks noGrp="1"/>
          </p:cNvSpPr>
          <p:nvPr>
            <p:ph type="ftr" sz="quarter" idx="11"/>
          </p:nvPr>
        </p:nvSpPr>
        <p:spPr/>
        <p:txBody>
          <a:bodyPr/>
          <a:lstStyle>
            <a:lvl1pPr>
              <a:defRPr/>
            </a:lvl1pPr>
          </a:lstStyle>
          <a:p>
            <a:pPr>
              <a:defRPr/>
            </a:pPr>
            <a:endParaRPr lang="en-US" altLang="en-US"/>
          </a:p>
        </p:txBody>
      </p:sp>
      <p:sp>
        <p:nvSpPr>
          <p:cNvPr id="8" name="Slide Number Placeholder 5">
            <a:extLst>
              <a:ext uri="{FF2B5EF4-FFF2-40B4-BE49-F238E27FC236}">
                <a16:creationId xmlns:a16="http://schemas.microsoft.com/office/drawing/2014/main" id="{27A965FE-F10B-4D14-AFE7-31ABFE149A4E}"/>
              </a:ext>
            </a:extLst>
          </p:cNvPr>
          <p:cNvSpPr>
            <a:spLocks noGrp="1"/>
          </p:cNvSpPr>
          <p:nvPr>
            <p:ph type="sldNum" sz="quarter" idx="12"/>
          </p:nvPr>
        </p:nvSpPr>
        <p:spPr/>
        <p:txBody>
          <a:bodyPr/>
          <a:lstStyle>
            <a:lvl1pPr>
              <a:defRPr/>
            </a:lvl1pPr>
          </a:lstStyle>
          <a:p>
            <a:pPr>
              <a:defRPr/>
            </a:pPr>
            <a:fld id="{A2147E2A-C44F-4045-82D2-7C371F82CF1D}" type="slidenum">
              <a:rPr lang="en-US" altLang="en-US"/>
              <a:pPr>
                <a:defRPr/>
              </a:pPr>
              <a:t>‹#›</a:t>
            </a:fld>
            <a:endParaRPr lang="en-US" altLang="en-US"/>
          </a:p>
        </p:txBody>
      </p:sp>
    </p:spTree>
    <p:extLst>
      <p:ext uri="{BB962C8B-B14F-4D97-AF65-F5344CB8AC3E}">
        <p14:creationId xmlns:p14="http://schemas.microsoft.com/office/powerpoint/2010/main" val="360669910"/>
      </p:ext>
    </p:extLst>
  </p:cSld>
  <p:clrMapOvr>
    <a:masterClrMapping/>
  </p:clrMapOvr>
  <p:transition>
    <p:random/>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Vertical Title and Tex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7741545-59F1-4190-84C9-7BFBFE292ACE}"/>
              </a:ext>
            </a:extLst>
          </p:cNvPr>
          <p:cNvSpPr/>
          <p:nvPr/>
        </p:nvSpPr>
        <p:spPr>
          <a:xfrm>
            <a:off x="8166100" y="282575"/>
            <a:ext cx="685800" cy="3016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5" name="TextBox 4">
            <a:extLst>
              <a:ext uri="{FF2B5EF4-FFF2-40B4-BE49-F238E27FC236}">
                <a16:creationId xmlns:a16="http://schemas.microsoft.com/office/drawing/2014/main" id="{0B1A20B8-21F5-4760-BFC9-EC6F73243DA8}"/>
              </a:ext>
            </a:extLst>
          </p:cNvPr>
          <p:cNvSpPr txBox="1">
            <a:spLocks noChangeArrowheads="1"/>
          </p:cNvSpPr>
          <p:nvPr/>
        </p:nvSpPr>
        <p:spPr bwMode="auto">
          <a:xfrm rot="16200000">
            <a:off x="8593932" y="561181"/>
            <a:ext cx="26035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3600" b="1">
                <a:solidFill>
                  <a:srgbClr val="B870B8"/>
                </a:solidFill>
                <a:cs typeface="Arial" panose="020B0604020202020204" pitchFamily="34" charset="0"/>
              </a:rPr>
              <a:t>+</a:t>
            </a:r>
          </a:p>
        </p:txBody>
      </p:sp>
      <p:sp>
        <p:nvSpPr>
          <p:cNvPr id="2" name="Vertical Title 1"/>
          <p:cNvSpPr>
            <a:spLocks noGrp="1"/>
          </p:cNvSpPr>
          <p:nvPr>
            <p:ph type="title" orient="vert"/>
          </p:nvPr>
        </p:nvSpPr>
        <p:spPr>
          <a:xfrm>
            <a:off x="7995772" y="954742"/>
            <a:ext cx="681318" cy="5171422"/>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457200" y="958756"/>
            <a:ext cx="6858000" cy="518486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Date Placeholder 3">
            <a:extLst>
              <a:ext uri="{FF2B5EF4-FFF2-40B4-BE49-F238E27FC236}">
                <a16:creationId xmlns:a16="http://schemas.microsoft.com/office/drawing/2014/main" id="{73E6979F-8696-4C70-A779-45E2CFAAF7A3}"/>
              </a:ext>
            </a:extLst>
          </p:cNvPr>
          <p:cNvSpPr>
            <a:spLocks noGrp="1"/>
          </p:cNvSpPr>
          <p:nvPr>
            <p:ph type="dt" sz="half" idx="10"/>
          </p:nvPr>
        </p:nvSpPr>
        <p:spPr/>
        <p:txBody>
          <a:bodyPr/>
          <a:lstStyle>
            <a:lvl1pPr>
              <a:defRPr/>
            </a:lvl1pPr>
          </a:lstStyle>
          <a:p>
            <a:pPr>
              <a:defRPr/>
            </a:pPr>
            <a:fld id="{FA47287B-CD4B-4276-9C9C-6FD4F40A5F28}" type="datetime4">
              <a:rPr lang="en-US" altLang="en-US" smtClean="0"/>
              <a:t>March 5, 2024</a:t>
            </a:fld>
            <a:endParaRPr lang="en-US" altLang="en-US"/>
          </a:p>
        </p:txBody>
      </p:sp>
      <p:sp>
        <p:nvSpPr>
          <p:cNvPr id="7" name="Footer Placeholder 4">
            <a:extLst>
              <a:ext uri="{FF2B5EF4-FFF2-40B4-BE49-F238E27FC236}">
                <a16:creationId xmlns:a16="http://schemas.microsoft.com/office/drawing/2014/main" id="{B259E8A7-94BA-4CE3-9968-0F52201B546D}"/>
              </a:ext>
            </a:extLst>
          </p:cNvPr>
          <p:cNvSpPr>
            <a:spLocks noGrp="1"/>
          </p:cNvSpPr>
          <p:nvPr>
            <p:ph type="ftr" sz="quarter" idx="11"/>
          </p:nvPr>
        </p:nvSpPr>
        <p:spPr/>
        <p:txBody>
          <a:bodyPr/>
          <a:lstStyle>
            <a:lvl1pPr>
              <a:defRPr/>
            </a:lvl1pPr>
          </a:lstStyle>
          <a:p>
            <a:pPr>
              <a:defRPr/>
            </a:pPr>
            <a:endParaRPr lang="en-US" altLang="en-US"/>
          </a:p>
        </p:txBody>
      </p:sp>
      <p:sp>
        <p:nvSpPr>
          <p:cNvPr id="8" name="Slide Number Placeholder 5">
            <a:extLst>
              <a:ext uri="{FF2B5EF4-FFF2-40B4-BE49-F238E27FC236}">
                <a16:creationId xmlns:a16="http://schemas.microsoft.com/office/drawing/2014/main" id="{EBBE8256-DE8F-4CFA-B85D-AA30DC9107E8}"/>
              </a:ext>
            </a:extLst>
          </p:cNvPr>
          <p:cNvSpPr>
            <a:spLocks noGrp="1"/>
          </p:cNvSpPr>
          <p:nvPr>
            <p:ph type="sldNum" sz="quarter" idx="12"/>
          </p:nvPr>
        </p:nvSpPr>
        <p:spPr/>
        <p:txBody>
          <a:bodyPr/>
          <a:lstStyle>
            <a:lvl1pPr>
              <a:defRPr/>
            </a:lvl1pPr>
          </a:lstStyle>
          <a:p>
            <a:pPr>
              <a:defRPr/>
            </a:pPr>
            <a:fld id="{2C23BFD9-2626-4110-A809-223BFB94F502}" type="slidenum">
              <a:rPr lang="en-US" altLang="en-US"/>
              <a:pPr>
                <a:defRPr/>
              </a:pPr>
              <a:t>‹#›</a:t>
            </a:fld>
            <a:endParaRPr lang="en-US" altLang="en-US"/>
          </a:p>
        </p:txBody>
      </p:sp>
    </p:spTree>
    <p:extLst>
      <p:ext uri="{BB962C8B-B14F-4D97-AF65-F5344CB8AC3E}">
        <p14:creationId xmlns:p14="http://schemas.microsoft.com/office/powerpoint/2010/main" val="1156629683"/>
      </p:ext>
    </p:extLst>
  </p:cSld>
  <p:clrMapOvr>
    <a:masterClrMapping/>
  </p:clrMapOvr>
  <p:transition>
    <p:random/>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obj">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內容版面配置區 2"/>
          <p:cNvSpPr>
            <a:spLocks noGrp="1"/>
          </p:cNvSpPr>
          <p:nvPr>
            <p:ph idx="1"/>
          </p:nvPr>
        </p:nvSpPr>
        <p:spPr/>
        <p:txBody>
          <a:bodyPr/>
          <a:lstStyle>
            <a:lvl1pPr>
              <a:buClr>
                <a:srgbClr val="0000FF"/>
              </a:buClr>
              <a:buFont typeface="Wingdings 2" pitchFamily="18" charset="2"/>
              <a:buChar char="©"/>
              <a:defRPr/>
            </a:lvl1p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dirty="0"/>
          </a:p>
        </p:txBody>
      </p:sp>
    </p:spTree>
    <p:extLst>
      <p:ext uri="{BB962C8B-B14F-4D97-AF65-F5344CB8AC3E}">
        <p14:creationId xmlns:p14="http://schemas.microsoft.com/office/powerpoint/2010/main" val="1628870415"/>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titleOnly">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Tree>
    <p:extLst>
      <p:ext uri="{BB962C8B-B14F-4D97-AF65-F5344CB8AC3E}">
        <p14:creationId xmlns:p14="http://schemas.microsoft.com/office/powerpoint/2010/main" val="251077679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txAndObj">
  <p:cSld name="標題，文字及物件">
    <p:spTree>
      <p:nvGrpSpPr>
        <p:cNvPr id="1" name=""/>
        <p:cNvGrpSpPr/>
        <p:nvPr/>
      </p:nvGrpSpPr>
      <p:grpSpPr>
        <a:xfrm>
          <a:off x="0" y="0"/>
          <a:ext cx="0" cy="0"/>
          <a:chOff x="0" y="0"/>
          <a:chExt cx="0" cy="0"/>
        </a:xfrm>
      </p:grpSpPr>
      <p:sp>
        <p:nvSpPr>
          <p:cNvPr id="2" name="標題 1"/>
          <p:cNvSpPr>
            <a:spLocks noGrp="1"/>
          </p:cNvSpPr>
          <p:nvPr>
            <p:ph type="title"/>
          </p:nvPr>
        </p:nvSpPr>
        <p:spPr>
          <a:xfrm>
            <a:off x="855785" y="350839"/>
            <a:ext cx="7904285" cy="414337"/>
          </a:xfrm>
        </p:spPr>
        <p:txBody>
          <a:bodyPr/>
          <a:lstStyle/>
          <a:p>
            <a:r>
              <a:rPr lang="en-US" altLang="zh-TW"/>
              <a:t>Click to edit Master title style</a:t>
            </a:r>
            <a:endParaRPr lang="zh-TW" altLang="en-US"/>
          </a:p>
        </p:txBody>
      </p:sp>
      <p:sp>
        <p:nvSpPr>
          <p:cNvPr id="3" name="文字版面配置區 2"/>
          <p:cNvSpPr>
            <a:spLocks noGrp="1"/>
          </p:cNvSpPr>
          <p:nvPr>
            <p:ph type="body" sz="half" idx="1"/>
          </p:nvPr>
        </p:nvSpPr>
        <p:spPr>
          <a:xfrm>
            <a:off x="457200" y="1295391"/>
            <a:ext cx="4044462" cy="5177127"/>
          </a:xfrm>
          <a:prstGeom prst="rect">
            <a:avLst/>
          </a:prstGeom>
        </p:spPr>
        <p:txBody>
          <a:body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內容版面配置區 3"/>
          <p:cNvSpPr>
            <a:spLocks noGrp="1"/>
          </p:cNvSpPr>
          <p:nvPr>
            <p:ph sz="half" idx="2"/>
          </p:nvPr>
        </p:nvSpPr>
        <p:spPr>
          <a:xfrm>
            <a:off x="4642338" y="1295391"/>
            <a:ext cx="4044462" cy="5186091"/>
          </a:xfrm>
          <a:prstGeom prst="rect">
            <a:avLst/>
          </a:prstGeom>
        </p:spPr>
        <p:txBody>
          <a:body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Tree>
    <p:extLst>
      <p:ext uri="{BB962C8B-B14F-4D97-AF65-F5344CB8AC3E}">
        <p14:creationId xmlns:p14="http://schemas.microsoft.com/office/powerpoint/2010/main" val="209646599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4565F6AB-F257-43C5-9F92-3178E8C87FF1}"/>
              </a:ext>
            </a:extLst>
          </p:cNvPr>
          <p:cNvGrpSpPr>
            <a:grpSpLocks/>
          </p:cNvGrpSpPr>
          <p:nvPr/>
        </p:nvGrpSpPr>
        <p:grpSpPr bwMode="auto">
          <a:xfrm>
            <a:off x="0" y="0"/>
            <a:ext cx="8763000" cy="5943600"/>
            <a:chOff x="0" y="0"/>
            <a:chExt cx="5520" cy="3744"/>
          </a:xfrm>
        </p:grpSpPr>
        <p:sp>
          <p:nvSpPr>
            <p:cNvPr id="5" name="Rectangle 3">
              <a:extLst>
                <a:ext uri="{FF2B5EF4-FFF2-40B4-BE49-F238E27FC236}">
                  <a16:creationId xmlns:a16="http://schemas.microsoft.com/office/drawing/2014/main" id="{5461597E-A600-4D4E-BDA1-48906D219E7D}"/>
                </a:ext>
              </a:extLst>
            </p:cNvPr>
            <p:cNvSpPr>
              <a:spLocks noChangeArrowheads="1"/>
            </p:cNvSpPr>
            <p:nvPr/>
          </p:nvSpPr>
          <p:spPr bwMode="auto">
            <a:xfrm>
              <a:off x="0" y="0"/>
              <a:ext cx="1104" cy="3072"/>
            </a:xfrm>
            <a:prstGeom prst="rect">
              <a:avLst/>
            </a:prstGeom>
            <a:solidFill>
              <a:schemeClr val="accent1"/>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ngsana New" panose="02020603050405020304" pitchFamily="18" charset="-34"/>
                </a:defRPr>
              </a:lvl1pPr>
              <a:lvl2pPr marL="742950" indent="-285750">
                <a:defRPr>
                  <a:solidFill>
                    <a:schemeClr val="tx1"/>
                  </a:solidFill>
                  <a:latin typeface="Arial" panose="020B0604020202020204" pitchFamily="34" charset="0"/>
                  <a:cs typeface="Angsana New" panose="02020603050405020304" pitchFamily="18" charset="-34"/>
                </a:defRPr>
              </a:lvl2pPr>
              <a:lvl3pPr marL="1143000" indent="-228600">
                <a:defRPr>
                  <a:solidFill>
                    <a:schemeClr val="tx1"/>
                  </a:solidFill>
                  <a:latin typeface="Arial" panose="020B0604020202020204" pitchFamily="34" charset="0"/>
                  <a:cs typeface="Angsana New" panose="02020603050405020304" pitchFamily="18" charset="-34"/>
                </a:defRPr>
              </a:lvl3pPr>
              <a:lvl4pPr marL="1600200" indent="-228600">
                <a:defRPr>
                  <a:solidFill>
                    <a:schemeClr val="tx1"/>
                  </a:solidFill>
                  <a:latin typeface="Arial" panose="020B0604020202020204" pitchFamily="34" charset="0"/>
                  <a:cs typeface="Angsana New" panose="02020603050405020304" pitchFamily="18" charset="-34"/>
                </a:defRPr>
              </a:lvl4pPr>
              <a:lvl5pPr marL="2057400" indent="-228600">
                <a:defRPr>
                  <a:solidFill>
                    <a:schemeClr val="tx1"/>
                  </a:solidFill>
                  <a:latin typeface="Arial" panose="020B0604020202020204" pitchFamily="34" charset="0"/>
                  <a:cs typeface="Angsana New" panose="02020603050405020304" pitchFamily="18" charset="-34"/>
                </a:defRPr>
              </a:lvl5pPr>
              <a:lvl6pPr marL="25146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6pPr>
              <a:lvl7pPr marL="29718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7pPr>
              <a:lvl8pPr marL="34290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8pPr>
              <a:lvl9pPr marL="38862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9pPr>
            </a:lstStyle>
            <a:p>
              <a:pPr algn="ctr" eaLnBrk="1" hangingPunct="1">
                <a:defRPr/>
              </a:pPr>
              <a:endParaRPr lang="en-US" altLang="en-US" sz="2400">
                <a:latin typeface="Times New Roman" panose="02020603050405020304" pitchFamily="18" charset="0"/>
                <a:ea typeface="+mn-ea"/>
              </a:endParaRPr>
            </a:p>
          </p:txBody>
        </p:sp>
        <p:grpSp>
          <p:nvGrpSpPr>
            <p:cNvPr id="6" name="Group 4">
              <a:extLst>
                <a:ext uri="{FF2B5EF4-FFF2-40B4-BE49-F238E27FC236}">
                  <a16:creationId xmlns:a16="http://schemas.microsoft.com/office/drawing/2014/main" id="{BE7A2416-A614-4AFA-9BE6-BB733C41BC18}"/>
                </a:ext>
              </a:extLst>
            </p:cNvPr>
            <p:cNvGrpSpPr>
              <a:grpSpLocks/>
            </p:cNvGrpSpPr>
            <p:nvPr userDrawn="1"/>
          </p:nvGrpSpPr>
          <p:grpSpPr bwMode="auto">
            <a:xfrm>
              <a:off x="0" y="2208"/>
              <a:ext cx="5520" cy="1536"/>
              <a:chOff x="0" y="2208"/>
              <a:chExt cx="5520" cy="1536"/>
            </a:xfrm>
          </p:grpSpPr>
          <p:sp>
            <p:nvSpPr>
              <p:cNvPr id="10" name="Rectangle 5">
                <a:extLst>
                  <a:ext uri="{FF2B5EF4-FFF2-40B4-BE49-F238E27FC236}">
                    <a16:creationId xmlns:a16="http://schemas.microsoft.com/office/drawing/2014/main" id="{2167F23D-50D2-4306-815F-A9CB09376D41}"/>
                  </a:ext>
                </a:extLst>
              </p:cNvPr>
              <p:cNvSpPr>
                <a:spLocks noChangeArrowheads="1"/>
              </p:cNvSpPr>
              <p:nvPr/>
            </p:nvSpPr>
            <p:spPr bwMode="ltGray">
              <a:xfrm>
                <a:off x="624" y="2208"/>
                <a:ext cx="4896" cy="1536"/>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ngsana New" panose="02020603050405020304" pitchFamily="18" charset="-34"/>
                  </a:defRPr>
                </a:lvl1pPr>
                <a:lvl2pPr marL="742950" indent="-285750">
                  <a:defRPr>
                    <a:solidFill>
                      <a:schemeClr val="tx1"/>
                    </a:solidFill>
                    <a:latin typeface="Arial" panose="020B0604020202020204" pitchFamily="34" charset="0"/>
                    <a:cs typeface="Angsana New" panose="02020603050405020304" pitchFamily="18" charset="-34"/>
                  </a:defRPr>
                </a:lvl2pPr>
                <a:lvl3pPr marL="1143000" indent="-228600">
                  <a:defRPr>
                    <a:solidFill>
                      <a:schemeClr val="tx1"/>
                    </a:solidFill>
                    <a:latin typeface="Arial" panose="020B0604020202020204" pitchFamily="34" charset="0"/>
                    <a:cs typeface="Angsana New" panose="02020603050405020304" pitchFamily="18" charset="-34"/>
                  </a:defRPr>
                </a:lvl3pPr>
                <a:lvl4pPr marL="1600200" indent="-228600">
                  <a:defRPr>
                    <a:solidFill>
                      <a:schemeClr val="tx1"/>
                    </a:solidFill>
                    <a:latin typeface="Arial" panose="020B0604020202020204" pitchFamily="34" charset="0"/>
                    <a:cs typeface="Angsana New" panose="02020603050405020304" pitchFamily="18" charset="-34"/>
                  </a:defRPr>
                </a:lvl4pPr>
                <a:lvl5pPr marL="2057400" indent="-228600">
                  <a:defRPr>
                    <a:solidFill>
                      <a:schemeClr val="tx1"/>
                    </a:solidFill>
                    <a:latin typeface="Arial" panose="020B0604020202020204" pitchFamily="34" charset="0"/>
                    <a:cs typeface="Angsana New" panose="02020603050405020304" pitchFamily="18" charset="-34"/>
                  </a:defRPr>
                </a:lvl5pPr>
                <a:lvl6pPr marL="25146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6pPr>
                <a:lvl7pPr marL="29718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7pPr>
                <a:lvl8pPr marL="34290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8pPr>
                <a:lvl9pPr marL="38862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9pPr>
              </a:lstStyle>
              <a:p>
                <a:pPr algn="ctr" eaLnBrk="1" hangingPunct="1">
                  <a:defRPr/>
                </a:pPr>
                <a:endParaRPr lang="en-US" altLang="en-US" sz="2400">
                  <a:latin typeface="Times New Roman" panose="02020603050405020304" pitchFamily="18" charset="0"/>
                  <a:ea typeface="+mn-ea"/>
                </a:endParaRPr>
              </a:p>
            </p:txBody>
          </p:sp>
          <p:sp>
            <p:nvSpPr>
              <p:cNvPr id="11" name="Rectangle 6">
                <a:extLst>
                  <a:ext uri="{FF2B5EF4-FFF2-40B4-BE49-F238E27FC236}">
                    <a16:creationId xmlns:a16="http://schemas.microsoft.com/office/drawing/2014/main" id="{806C7BCE-5DEF-451A-80C5-F05516FDAD53}"/>
                  </a:ext>
                </a:extLst>
              </p:cNvPr>
              <p:cNvSpPr>
                <a:spLocks noChangeArrowheads="1"/>
              </p:cNvSpPr>
              <p:nvPr/>
            </p:nvSpPr>
            <p:spPr bwMode="white">
              <a:xfrm>
                <a:off x="654" y="2352"/>
                <a:ext cx="4818" cy="134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ngsana New" panose="02020603050405020304" pitchFamily="18" charset="-34"/>
                  </a:defRPr>
                </a:lvl1pPr>
                <a:lvl2pPr marL="742950" indent="-285750">
                  <a:defRPr>
                    <a:solidFill>
                      <a:schemeClr val="tx1"/>
                    </a:solidFill>
                    <a:latin typeface="Arial" panose="020B0604020202020204" pitchFamily="34" charset="0"/>
                    <a:cs typeface="Angsana New" panose="02020603050405020304" pitchFamily="18" charset="-34"/>
                  </a:defRPr>
                </a:lvl2pPr>
                <a:lvl3pPr marL="1143000" indent="-228600">
                  <a:defRPr>
                    <a:solidFill>
                      <a:schemeClr val="tx1"/>
                    </a:solidFill>
                    <a:latin typeface="Arial" panose="020B0604020202020204" pitchFamily="34" charset="0"/>
                    <a:cs typeface="Angsana New" panose="02020603050405020304" pitchFamily="18" charset="-34"/>
                  </a:defRPr>
                </a:lvl3pPr>
                <a:lvl4pPr marL="1600200" indent="-228600">
                  <a:defRPr>
                    <a:solidFill>
                      <a:schemeClr val="tx1"/>
                    </a:solidFill>
                    <a:latin typeface="Arial" panose="020B0604020202020204" pitchFamily="34" charset="0"/>
                    <a:cs typeface="Angsana New" panose="02020603050405020304" pitchFamily="18" charset="-34"/>
                  </a:defRPr>
                </a:lvl4pPr>
                <a:lvl5pPr marL="2057400" indent="-228600">
                  <a:defRPr>
                    <a:solidFill>
                      <a:schemeClr val="tx1"/>
                    </a:solidFill>
                    <a:latin typeface="Arial" panose="020B0604020202020204" pitchFamily="34" charset="0"/>
                    <a:cs typeface="Angsana New" panose="02020603050405020304" pitchFamily="18" charset="-34"/>
                  </a:defRPr>
                </a:lvl5pPr>
                <a:lvl6pPr marL="25146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6pPr>
                <a:lvl7pPr marL="29718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7pPr>
                <a:lvl8pPr marL="34290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8pPr>
                <a:lvl9pPr marL="38862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9pPr>
              </a:lstStyle>
              <a:p>
                <a:pPr algn="ctr" eaLnBrk="1" hangingPunct="1">
                  <a:defRPr/>
                </a:pPr>
                <a:endParaRPr lang="en-US" altLang="en-US" sz="2400">
                  <a:latin typeface="Times New Roman" panose="02020603050405020304" pitchFamily="18" charset="0"/>
                  <a:ea typeface="+mn-ea"/>
                </a:endParaRPr>
              </a:p>
            </p:txBody>
          </p:sp>
          <p:sp>
            <p:nvSpPr>
              <p:cNvPr id="12" name="Line 7">
                <a:extLst>
                  <a:ext uri="{FF2B5EF4-FFF2-40B4-BE49-F238E27FC236}">
                    <a16:creationId xmlns:a16="http://schemas.microsoft.com/office/drawing/2014/main" id="{07D70038-99BC-4D49-A2C7-74E645E453FC}"/>
                  </a:ext>
                </a:extLst>
              </p:cNvPr>
              <p:cNvSpPr>
                <a:spLocks noChangeShapeType="1"/>
              </p:cNvSpPr>
              <p:nvPr/>
            </p:nvSpPr>
            <p:spPr bwMode="auto">
              <a:xfrm>
                <a:off x="0" y="3072"/>
                <a:ext cx="624" cy="0"/>
              </a:xfrm>
              <a:prstGeom prst="line">
                <a:avLst/>
              </a:prstGeom>
              <a:noFill/>
              <a:ln w="508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7" name="Group 8">
              <a:extLst>
                <a:ext uri="{FF2B5EF4-FFF2-40B4-BE49-F238E27FC236}">
                  <a16:creationId xmlns:a16="http://schemas.microsoft.com/office/drawing/2014/main" id="{ABF959D0-7825-47E4-A314-F34628B43592}"/>
                </a:ext>
              </a:extLst>
            </p:cNvPr>
            <p:cNvGrpSpPr>
              <a:grpSpLocks/>
            </p:cNvGrpSpPr>
            <p:nvPr userDrawn="1"/>
          </p:nvGrpSpPr>
          <p:grpSpPr bwMode="auto">
            <a:xfrm>
              <a:off x="400" y="336"/>
              <a:ext cx="5088" cy="192"/>
              <a:chOff x="400" y="336"/>
              <a:chExt cx="5088" cy="192"/>
            </a:xfrm>
          </p:grpSpPr>
          <p:sp>
            <p:nvSpPr>
              <p:cNvPr id="8" name="Rectangle 9">
                <a:extLst>
                  <a:ext uri="{FF2B5EF4-FFF2-40B4-BE49-F238E27FC236}">
                    <a16:creationId xmlns:a16="http://schemas.microsoft.com/office/drawing/2014/main" id="{38B2235D-8976-4386-BA15-2981E58EA6B7}"/>
                  </a:ext>
                </a:extLst>
              </p:cNvPr>
              <p:cNvSpPr>
                <a:spLocks noChangeArrowheads="1"/>
              </p:cNvSpPr>
              <p:nvPr/>
            </p:nvSpPr>
            <p:spPr bwMode="auto">
              <a:xfrm>
                <a:off x="3952" y="336"/>
                <a:ext cx="1536" cy="19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ngsana New" panose="02020603050405020304" pitchFamily="18" charset="-34"/>
                  </a:defRPr>
                </a:lvl1pPr>
                <a:lvl2pPr marL="742950" indent="-285750">
                  <a:defRPr>
                    <a:solidFill>
                      <a:schemeClr val="tx1"/>
                    </a:solidFill>
                    <a:latin typeface="Arial" panose="020B0604020202020204" pitchFamily="34" charset="0"/>
                    <a:cs typeface="Angsana New" panose="02020603050405020304" pitchFamily="18" charset="-34"/>
                  </a:defRPr>
                </a:lvl2pPr>
                <a:lvl3pPr marL="1143000" indent="-228600">
                  <a:defRPr>
                    <a:solidFill>
                      <a:schemeClr val="tx1"/>
                    </a:solidFill>
                    <a:latin typeface="Arial" panose="020B0604020202020204" pitchFamily="34" charset="0"/>
                    <a:cs typeface="Angsana New" panose="02020603050405020304" pitchFamily="18" charset="-34"/>
                  </a:defRPr>
                </a:lvl3pPr>
                <a:lvl4pPr marL="1600200" indent="-228600">
                  <a:defRPr>
                    <a:solidFill>
                      <a:schemeClr val="tx1"/>
                    </a:solidFill>
                    <a:latin typeface="Arial" panose="020B0604020202020204" pitchFamily="34" charset="0"/>
                    <a:cs typeface="Angsana New" panose="02020603050405020304" pitchFamily="18" charset="-34"/>
                  </a:defRPr>
                </a:lvl4pPr>
                <a:lvl5pPr marL="2057400" indent="-228600">
                  <a:defRPr>
                    <a:solidFill>
                      <a:schemeClr val="tx1"/>
                    </a:solidFill>
                    <a:latin typeface="Arial" panose="020B0604020202020204" pitchFamily="34" charset="0"/>
                    <a:cs typeface="Angsana New" panose="02020603050405020304" pitchFamily="18" charset="-34"/>
                  </a:defRPr>
                </a:lvl5pPr>
                <a:lvl6pPr marL="25146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6pPr>
                <a:lvl7pPr marL="29718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7pPr>
                <a:lvl8pPr marL="34290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8pPr>
                <a:lvl9pPr marL="38862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9pPr>
              </a:lstStyle>
              <a:p>
                <a:pPr algn="ctr" eaLnBrk="1" hangingPunct="1">
                  <a:defRPr/>
                </a:pPr>
                <a:endParaRPr lang="en-US" altLang="en-US" sz="2400">
                  <a:latin typeface="Times New Roman" panose="02020603050405020304" pitchFamily="18" charset="0"/>
                  <a:ea typeface="+mn-ea"/>
                </a:endParaRPr>
              </a:p>
            </p:txBody>
          </p:sp>
          <p:sp>
            <p:nvSpPr>
              <p:cNvPr id="9" name="Line 10">
                <a:extLst>
                  <a:ext uri="{FF2B5EF4-FFF2-40B4-BE49-F238E27FC236}">
                    <a16:creationId xmlns:a16="http://schemas.microsoft.com/office/drawing/2014/main" id="{374D0BE0-54E0-4632-8C0D-50053BF57039}"/>
                  </a:ext>
                </a:extLst>
              </p:cNvPr>
              <p:cNvSpPr>
                <a:spLocks noChangeShapeType="1"/>
              </p:cNvSpPr>
              <p:nvPr/>
            </p:nvSpPr>
            <p:spPr bwMode="auto">
              <a:xfrm>
                <a:off x="400" y="432"/>
                <a:ext cx="5088" cy="0"/>
              </a:xfrm>
              <a:prstGeom prst="line">
                <a:avLst/>
              </a:prstGeom>
              <a:noFill/>
              <a:ln w="444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pic>
        <p:nvPicPr>
          <p:cNvPr id="13" name="Picture 16" descr="emu_300x300_72dpi_black">
            <a:extLst>
              <a:ext uri="{FF2B5EF4-FFF2-40B4-BE49-F238E27FC236}">
                <a16:creationId xmlns:a16="http://schemas.microsoft.com/office/drawing/2014/main" id="{AE54B05D-5B91-4766-A56B-045E3B61C0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313" y="115888"/>
            <a:ext cx="574675"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8027" name="Rectangle 11"/>
          <p:cNvSpPr>
            <a:spLocks noGrp="1" noChangeArrowheads="1"/>
          </p:cNvSpPr>
          <p:nvPr>
            <p:ph type="ctrTitle"/>
          </p:nvPr>
        </p:nvSpPr>
        <p:spPr>
          <a:xfrm>
            <a:off x="2057400" y="1143000"/>
            <a:ext cx="6629400" cy="2209800"/>
          </a:xfrm>
        </p:spPr>
        <p:txBody>
          <a:bodyPr/>
          <a:lstStyle>
            <a:lvl1pPr>
              <a:defRPr sz="4800"/>
            </a:lvl1pPr>
          </a:lstStyle>
          <a:p>
            <a:pPr lvl="0"/>
            <a:r>
              <a:rPr lang="en-US" altLang="en-US" noProof="0"/>
              <a:t>Click to edit Master title style</a:t>
            </a:r>
          </a:p>
        </p:txBody>
      </p:sp>
      <p:sp>
        <p:nvSpPr>
          <p:cNvPr id="598028" name="Rectangle 12"/>
          <p:cNvSpPr>
            <a:spLocks noGrp="1" noChangeArrowheads="1"/>
          </p:cNvSpPr>
          <p:nvPr>
            <p:ph type="subTitle" idx="1"/>
          </p:nvPr>
        </p:nvSpPr>
        <p:spPr>
          <a:xfrm>
            <a:off x="1371600" y="3962400"/>
            <a:ext cx="6858000" cy="1600200"/>
          </a:xfrm>
        </p:spPr>
        <p:txBody>
          <a:bodyPr anchor="ctr"/>
          <a:lstStyle>
            <a:lvl1pPr marL="0" indent="0" algn="ctr">
              <a:buFont typeface="Wingdings" panose="05000000000000000000" pitchFamily="2" charset="2"/>
              <a:buNone/>
              <a:defRPr/>
            </a:lvl1pPr>
          </a:lstStyle>
          <a:p>
            <a:pPr lvl="0"/>
            <a:r>
              <a:rPr lang="en-US" altLang="en-US" noProof="0"/>
              <a:t>Click to edit Master subtitle style</a:t>
            </a:r>
          </a:p>
        </p:txBody>
      </p:sp>
      <p:sp>
        <p:nvSpPr>
          <p:cNvPr id="14" name="Date Placeholder 13">
            <a:extLst>
              <a:ext uri="{FF2B5EF4-FFF2-40B4-BE49-F238E27FC236}">
                <a16:creationId xmlns:a16="http://schemas.microsoft.com/office/drawing/2014/main" id="{7E26C5BD-31A8-4E43-9AD6-DBF4FABBC527}"/>
              </a:ext>
            </a:extLst>
          </p:cNvPr>
          <p:cNvSpPr>
            <a:spLocks noGrp="1" noChangeArrowheads="1"/>
          </p:cNvSpPr>
          <p:nvPr>
            <p:ph type="dt" sz="half" idx="10"/>
          </p:nvPr>
        </p:nvSpPr>
        <p:spPr>
          <a:xfrm>
            <a:off x="912813" y="6251575"/>
            <a:ext cx="1905000" cy="457200"/>
          </a:xfrm>
        </p:spPr>
        <p:txBody>
          <a:bodyPr/>
          <a:lstStyle>
            <a:lvl1pPr>
              <a:defRPr/>
            </a:lvl1pPr>
          </a:lstStyle>
          <a:p>
            <a:pPr>
              <a:defRPr/>
            </a:pPr>
            <a:fld id="{3C4FD5DF-EC03-401D-9ACD-A2AF6F06E3BC}" type="datetime4">
              <a:rPr lang="en-US" altLang="en-US" smtClean="0"/>
              <a:t>March 5, 2024</a:t>
            </a:fld>
            <a:endParaRPr lang="en-US" altLang="en-US"/>
          </a:p>
        </p:txBody>
      </p:sp>
      <p:sp>
        <p:nvSpPr>
          <p:cNvPr id="15" name="Footer Placeholder 14">
            <a:extLst>
              <a:ext uri="{FF2B5EF4-FFF2-40B4-BE49-F238E27FC236}">
                <a16:creationId xmlns:a16="http://schemas.microsoft.com/office/drawing/2014/main" id="{CB14246A-DC61-4613-8409-02EE00F42464}"/>
              </a:ext>
            </a:extLst>
          </p:cNvPr>
          <p:cNvSpPr>
            <a:spLocks noGrp="1" noChangeArrowheads="1"/>
          </p:cNvSpPr>
          <p:nvPr>
            <p:ph type="ftr" sz="quarter" idx="11"/>
          </p:nvPr>
        </p:nvSpPr>
        <p:spPr>
          <a:xfrm>
            <a:off x="3354388" y="6248400"/>
            <a:ext cx="2895600" cy="457200"/>
          </a:xfrm>
        </p:spPr>
        <p:txBody>
          <a:bodyPr/>
          <a:lstStyle>
            <a:lvl1pPr>
              <a:defRPr/>
            </a:lvl1pPr>
          </a:lstStyle>
          <a:p>
            <a:pPr>
              <a:defRPr/>
            </a:pPr>
            <a:endParaRPr lang="en-US" altLang="en-US"/>
          </a:p>
        </p:txBody>
      </p:sp>
      <p:sp>
        <p:nvSpPr>
          <p:cNvPr id="16" name="Slide Number Placeholder 15">
            <a:extLst>
              <a:ext uri="{FF2B5EF4-FFF2-40B4-BE49-F238E27FC236}">
                <a16:creationId xmlns:a16="http://schemas.microsoft.com/office/drawing/2014/main" id="{00E0F886-083D-4C20-A68F-BFE0B0E2C4F4}"/>
              </a:ext>
            </a:extLst>
          </p:cNvPr>
          <p:cNvSpPr>
            <a:spLocks noGrp="1" noChangeArrowheads="1"/>
          </p:cNvSpPr>
          <p:nvPr>
            <p:ph type="sldNum" sz="quarter" idx="12"/>
          </p:nvPr>
        </p:nvSpPr>
        <p:spPr>
          <a:xfrm>
            <a:off x="6781800" y="6248400"/>
            <a:ext cx="1905000" cy="457200"/>
          </a:xfrm>
        </p:spPr>
        <p:txBody>
          <a:bodyPr/>
          <a:lstStyle>
            <a:lvl1pPr>
              <a:defRPr/>
            </a:lvl1pPr>
          </a:lstStyle>
          <a:p>
            <a:pPr>
              <a:defRPr/>
            </a:pPr>
            <a:fld id="{A6AAC328-75BB-4382-8A37-3CD1D41CF670}" type="slidenum">
              <a:rPr lang="en-US" altLang="en-US"/>
              <a:pPr>
                <a:defRPr/>
              </a:pPr>
              <a:t>‹#›</a:t>
            </a:fld>
            <a:endParaRPr lang="en-US" altLang="en-US"/>
          </a:p>
        </p:txBody>
      </p:sp>
    </p:spTree>
    <p:extLst>
      <p:ext uri="{BB962C8B-B14F-4D97-AF65-F5344CB8AC3E}">
        <p14:creationId xmlns:p14="http://schemas.microsoft.com/office/powerpoint/2010/main" val="2848707562"/>
      </p:ext>
    </p:extLst>
  </p:cSld>
  <p:clrMapOvr>
    <a:masterClrMapping/>
  </p:clrMapOvr>
  <p:transition>
    <p:random/>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a:extLst>
              <a:ext uri="{FF2B5EF4-FFF2-40B4-BE49-F238E27FC236}">
                <a16:creationId xmlns:a16="http://schemas.microsoft.com/office/drawing/2014/main" id="{59022411-5871-4A8B-BF62-16D06CDB1F13}"/>
              </a:ext>
            </a:extLst>
          </p:cNvPr>
          <p:cNvSpPr>
            <a:spLocks noGrp="1" noChangeArrowheads="1"/>
          </p:cNvSpPr>
          <p:nvPr>
            <p:ph type="dt" sz="half" idx="10"/>
          </p:nvPr>
        </p:nvSpPr>
        <p:spPr>
          <a:ln/>
        </p:spPr>
        <p:txBody>
          <a:bodyPr/>
          <a:lstStyle>
            <a:lvl1pPr>
              <a:defRPr/>
            </a:lvl1pPr>
          </a:lstStyle>
          <a:p>
            <a:pPr>
              <a:defRPr/>
            </a:pPr>
            <a:fld id="{122AB582-E114-47B7-B681-B18692AB844D}" type="datetime4">
              <a:rPr lang="en-US" altLang="en-US" smtClean="0"/>
              <a:t>March 5, 2024</a:t>
            </a:fld>
            <a:endParaRPr lang="en-US" altLang="en-US"/>
          </a:p>
        </p:txBody>
      </p:sp>
      <p:sp>
        <p:nvSpPr>
          <p:cNvPr id="5" name="Rectangle 10">
            <a:extLst>
              <a:ext uri="{FF2B5EF4-FFF2-40B4-BE49-F238E27FC236}">
                <a16:creationId xmlns:a16="http://schemas.microsoft.com/office/drawing/2014/main" id="{441B8DFF-6DF5-46D3-A516-7BA032C46DA2}"/>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11">
            <a:extLst>
              <a:ext uri="{FF2B5EF4-FFF2-40B4-BE49-F238E27FC236}">
                <a16:creationId xmlns:a16="http://schemas.microsoft.com/office/drawing/2014/main" id="{A2AEC60A-824B-41AC-85EB-DC88D545D36D}"/>
              </a:ext>
            </a:extLst>
          </p:cNvPr>
          <p:cNvSpPr>
            <a:spLocks noGrp="1" noChangeArrowheads="1"/>
          </p:cNvSpPr>
          <p:nvPr>
            <p:ph type="sldNum" sz="quarter" idx="12"/>
          </p:nvPr>
        </p:nvSpPr>
        <p:spPr>
          <a:ln/>
        </p:spPr>
        <p:txBody>
          <a:bodyPr/>
          <a:lstStyle>
            <a:lvl1pPr>
              <a:defRPr/>
            </a:lvl1pPr>
          </a:lstStyle>
          <a:p>
            <a:pPr>
              <a:defRPr/>
            </a:pPr>
            <a:fld id="{1088DDF2-FC33-4380-935C-3471BEC9E082}" type="slidenum">
              <a:rPr lang="en-US" altLang="en-US"/>
              <a:pPr>
                <a:defRPr/>
              </a:pPr>
              <a:t>‹#›</a:t>
            </a:fld>
            <a:endParaRPr lang="en-US" altLang="en-US"/>
          </a:p>
        </p:txBody>
      </p:sp>
    </p:spTree>
    <p:extLst>
      <p:ext uri="{BB962C8B-B14F-4D97-AF65-F5344CB8AC3E}">
        <p14:creationId xmlns:p14="http://schemas.microsoft.com/office/powerpoint/2010/main" val="3319195031"/>
      </p:ext>
    </p:extLst>
  </p:cSld>
  <p:clrMapOvr>
    <a:masterClrMapping/>
  </p:clrMapOvr>
  <p:transition>
    <p:random/>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sp>
        <p:nvSpPr>
          <p:cNvPr id="4" name="Rectangle 9">
            <a:extLst>
              <a:ext uri="{FF2B5EF4-FFF2-40B4-BE49-F238E27FC236}">
                <a16:creationId xmlns:a16="http://schemas.microsoft.com/office/drawing/2014/main" id="{7B035493-5AF5-46BE-BEF9-203FD3FE6A22}"/>
              </a:ext>
            </a:extLst>
          </p:cNvPr>
          <p:cNvSpPr>
            <a:spLocks noGrp="1" noChangeArrowheads="1"/>
          </p:cNvSpPr>
          <p:nvPr>
            <p:ph type="dt" sz="half" idx="10"/>
          </p:nvPr>
        </p:nvSpPr>
        <p:spPr>
          <a:ln/>
        </p:spPr>
        <p:txBody>
          <a:bodyPr/>
          <a:lstStyle>
            <a:lvl1pPr>
              <a:defRPr/>
            </a:lvl1pPr>
          </a:lstStyle>
          <a:p>
            <a:pPr>
              <a:defRPr/>
            </a:pPr>
            <a:fld id="{33550446-8384-4E5D-9E53-C0FE3347BEA3}" type="datetime4">
              <a:rPr lang="en-US" altLang="en-US" smtClean="0"/>
              <a:t>March 5, 2024</a:t>
            </a:fld>
            <a:endParaRPr lang="en-US" altLang="en-US"/>
          </a:p>
        </p:txBody>
      </p:sp>
      <p:sp>
        <p:nvSpPr>
          <p:cNvPr id="5" name="Rectangle 10">
            <a:extLst>
              <a:ext uri="{FF2B5EF4-FFF2-40B4-BE49-F238E27FC236}">
                <a16:creationId xmlns:a16="http://schemas.microsoft.com/office/drawing/2014/main" id="{710EE305-D666-4913-88A0-5660678F99BD}"/>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11">
            <a:extLst>
              <a:ext uri="{FF2B5EF4-FFF2-40B4-BE49-F238E27FC236}">
                <a16:creationId xmlns:a16="http://schemas.microsoft.com/office/drawing/2014/main" id="{5B9CFB8C-E6F2-46C8-A7EA-FD706FB07648}"/>
              </a:ext>
            </a:extLst>
          </p:cNvPr>
          <p:cNvSpPr>
            <a:spLocks noGrp="1" noChangeArrowheads="1"/>
          </p:cNvSpPr>
          <p:nvPr>
            <p:ph type="sldNum" sz="quarter" idx="12"/>
          </p:nvPr>
        </p:nvSpPr>
        <p:spPr>
          <a:ln/>
        </p:spPr>
        <p:txBody>
          <a:bodyPr/>
          <a:lstStyle>
            <a:lvl1pPr>
              <a:defRPr/>
            </a:lvl1pPr>
          </a:lstStyle>
          <a:p>
            <a:pPr>
              <a:defRPr/>
            </a:pPr>
            <a:fld id="{B48F7BAD-3287-45BF-8F90-D810A06E9440}" type="slidenum">
              <a:rPr lang="en-US" altLang="en-US"/>
              <a:pPr>
                <a:defRPr/>
              </a:pPr>
              <a:t>‹#›</a:t>
            </a:fld>
            <a:endParaRPr lang="en-US" altLang="en-US"/>
          </a:p>
        </p:txBody>
      </p:sp>
    </p:spTree>
    <p:extLst>
      <p:ext uri="{BB962C8B-B14F-4D97-AF65-F5344CB8AC3E}">
        <p14:creationId xmlns:p14="http://schemas.microsoft.com/office/powerpoint/2010/main" val="4033263618"/>
      </p:ext>
    </p:extLst>
  </p:cSld>
  <p:clrMapOvr>
    <a:masterClrMapping/>
  </p:clrMapOvr>
  <p:transition>
    <p:random/>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066800"/>
            <a:ext cx="3962400" cy="5181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00600" y="1066800"/>
            <a:ext cx="3962400" cy="5181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9">
            <a:extLst>
              <a:ext uri="{FF2B5EF4-FFF2-40B4-BE49-F238E27FC236}">
                <a16:creationId xmlns:a16="http://schemas.microsoft.com/office/drawing/2014/main" id="{D6ECF3A4-B6C5-4DB6-BA3F-7E44275615E8}"/>
              </a:ext>
            </a:extLst>
          </p:cNvPr>
          <p:cNvSpPr>
            <a:spLocks noGrp="1" noChangeArrowheads="1"/>
          </p:cNvSpPr>
          <p:nvPr>
            <p:ph type="dt" sz="half" idx="10"/>
          </p:nvPr>
        </p:nvSpPr>
        <p:spPr>
          <a:ln/>
        </p:spPr>
        <p:txBody>
          <a:bodyPr/>
          <a:lstStyle>
            <a:lvl1pPr>
              <a:defRPr/>
            </a:lvl1pPr>
          </a:lstStyle>
          <a:p>
            <a:pPr>
              <a:defRPr/>
            </a:pPr>
            <a:fld id="{46CDCFCB-3033-4FCB-913E-7EE270872FF4}" type="datetime4">
              <a:rPr lang="en-US" altLang="en-US" smtClean="0"/>
              <a:t>March 5, 2024</a:t>
            </a:fld>
            <a:endParaRPr lang="en-US" altLang="en-US"/>
          </a:p>
        </p:txBody>
      </p:sp>
      <p:sp>
        <p:nvSpPr>
          <p:cNvPr id="6" name="Rectangle 10">
            <a:extLst>
              <a:ext uri="{FF2B5EF4-FFF2-40B4-BE49-F238E27FC236}">
                <a16:creationId xmlns:a16="http://schemas.microsoft.com/office/drawing/2014/main" id="{AF25DC84-6083-42F1-B827-3A29C87C6E56}"/>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11">
            <a:extLst>
              <a:ext uri="{FF2B5EF4-FFF2-40B4-BE49-F238E27FC236}">
                <a16:creationId xmlns:a16="http://schemas.microsoft.com/office/drawing/2014/main" id="{CAE6B2B5-B1E8-4B37-8538-6B82AD9E6E0D}"/>
              </a:ext>
            </a:extLst>
          </p:cNvPr>
          <p:cNvSpPr>
            <a:spLocks noGrp="1" noChangeArrowheads="1"/>
          </p:cNvSpPr>
          <p:nvPr>
            <p:ph type="sldNum" sz="quarter" idx="12"/>
          </p:nvPr>
        </p:nvSpPr>
        <p:spPr>
          <a:ln/>
        </p:spPr>
        <p:txBody>
          <a:bodyPr/>
          <a:lstStyle>
            <a:lvl1pPr>
              <a:defRPr/>
            </a:lvl1pPr>
          </a:lstStyle>
          <a:p>
            <a:pPr>
              <a:defRPr/>
            </a:pPr>
            <a:fld id="{62E6C9AD-C5AE-4C93-918B-7A1ABBBF78D4}" type="slidenum">
              <a:rPr lang="en-US" altLang="en-US"/>
              <a:pPr>
                <a:defRPr/>
              </a:pPr>
              <a:t>‹#›</a:t>
            </a:fld>
            <a:endParaRPr lang="en-US" altLang="en-US"/>
          </a:p>
        </p:txBody>
      </p:sp>
    </p:spTree>
    <p:extLst>
      <p:ext uri="{BB962C8B-B14F-4D97-AF65-F5344CB8AC3E}">
        <p14:creationId xmlns:p14="http://schemas.microsoft.com/office/powerpoint/2010/main" val="685781226"/>
      </p:ext>
    </p:extLst>
  </p:cSld>
  <p:clrMapOvr>
    <a:masterClrMapping/>
  </p:clrMapOvr>
  <p:transition>
    <p:random/>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9">
            <a:extLst>
              <a:ext uri="{FF2B5EF4-FFF2-40B4-BE49-F238E27FC236}">
                <a16:creationId xmlns:a16="http://schemas.microsoft.com/office/drawing/2014/main" id="{C115879A-1E70-4F37-936B-A8779C6C6A70}"/>
              </a:ext>
            </a:extLst>
          </p:cNvPr>
          <p:cNvSpPr>
            <a:spLocks noGrp="1" noChangeArrowheads="1"/>
          </p:cNvSpPr>
          <p:nvPr>
            <p:ph type="dt" sz="half" idx="10"/>
          </p:nvPr>
        </p:nvSpPr>
        <p:spPr>
          <a:ln/>
        </p:spPr>
        <p:txBody>
          <a:bodyPr/>
          <a:lstStyle>
            <a:lvl1pPr>
              <a:defRPr/>
            </a:lvl1pPr>
          </a:lstStyle>
          <a:p>
            <a:pPr>
              <a:defRPr/>
            </a:pPr>
            <a:fld id="{3A373AB7-8885-4C1B-9450-465366F23A00}" type="datetime4">
              <a:rPr lang="en-US" altLang="en-US" smtClean="0"/>
              <a:t>March 5, 2024</a:t>
            </a:fld>
            <a:endParaRPr lang="en-US" altLang="en-US"/>
          </a:p>
        </p:txBody>
      </p:sp>
      <p:sp>
        <p:nvSpPr>
          <p:cNvPr id="8" name="Rectangle 10">
            <a:extLst>
              <a:ext uri="{FF2B5EF4-FFF2-40B4-BE49-F238E27FC236}">
                <a16:creationId xmlns:a16="http://schemas.microsoft.com/office/drawing/2014/main" id="{2B314D12-FA41-41D4-B569-36BD9638E8C2}"/>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9" name="Rectangle 11">
            <a:extLst>
              <a:ext uri="{FF2B5EF4-FFF2-40B4-BE49-F238E27FC236}">
                <a16:creationId xmlns:a16="http://schemas.microsoft.com/office/drawing/2014/main" id="{7EF6AE72-0373-4CED-816B-7A256019388A}"/>
              </a:ext>
            </a:extLst>
          </p:cNvPr>
          <p:cNvSpPr>
            <a:spLocks noGrp="1" noChangeArrowheads="1"/>
          </p:cNvSpPr>
          <p:nvPr>
            <p:ph type="sldNum" sz="quarter" idx="12"/>
          </p:nvPr>
        </p:nvSpPr>
        <p:spPr>
          <a:ln/>
        </p:spPr>
        <p:txBody>
          <a:bodyPr/>
          <a:lstStyle>
            <a:lvl1pPr>
              <a:defRPr/>
            </a:lvl1pPr>
          </a:lstStyle>
          <a:p>
            <a:pPr>
              <a:defRPr/>
            </a:pPr>
            <a:fld id="{3543F5B8-3E60-4752-838F-F6941F5ADCDC}" type="slidenum">
              <a:rPr lang="en-US" altLang="en-US"/>
              <a:pPr>
                <a:defRPr/>
              </a:pPr>
              <a:t>‹#›</a:t>
            </a:fld>
            <a:endParaRPr lang="en-US" altLang="en-US"/>
          </a:p>
        </p:txBody>
      </p:sp>
    </p:spTree>
    <p:extLst>
      <p:ext uri="{BB962C8B-B14F-4D97-AF65-F5344CB8AC3E}">
        <p14:creationId xmlns:p14="http://schemas.microsoft.com/office/powerpoint/2010/main" val="2757641661"/>
      </p:ext>
    </p:extLst>
  </p:cSld>
  <p:clrMapOvr>
    <a:masterClrMapping/>
  </p:clrMapOvr>
  <p:transition>
    <p:random/>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9">
            <a:extLst>
              <a:ext uri="{FF2B5EF4-FFF2-40B4-BE49-F238E27FC236}">
                <a16:creationId xmlns:a16="http://schemas.microsoft.com/office/drawing/2014/main" id="{10FC0B23-A863-4F89-9403-B289767D242C}"/>
              </a:ext>
            </a:extLst>
          </p:cNvPr>
          <p:cNvSpPr>
            <a:spLocks noGrp="1" noChangeArrowheads="1"/>
          </p:cNvSpPr>
          <p:nvPr>
            <p:ph type="dt" sz="half" idx="10"/>
          </p:nvPr>
        </p:nvSpPr>
        <p:spPr>
          <a:ln/>
        </p:spPr>
        <p:txBody>
          <a:bodyPr/>
          <a:lstStyle>
            <a:lvl1pPr>
              <a:defRPr/>
            </a:lvl1pPr>
          </a:lstStyle>
          <a:p>
            <a:pPr>
              <a:defRPr/>
            </a:pPr>
            <a:fld id="{838B0145-915D-492E-B0E5-E5465E6A681C}" type="datetime4">
              <a:rPr lang="en-US" altLang="en-US" smtClean="0"/>
              <a:t>March 5, 2024</a:t>
            </a:fld>
            <a:endParaRPr lang="en-US" altLang="en-US"/>
          </a:p>
        </p:txBody>
      </p:sp>
      <p:sp>
        <p:nvSpPr>
          <p:cNvPr id="4" name="Rectangle 10">
            <a:extLst>
              <a:ext uri="{FF2B5EF4-FFF2-40B4-BE49-F238E27FC236}">
                <a16:creationId xmlns:a16="http://schemas.microsoft.com/office/drawing/2014/main" id="{BF7E0FBC-DE69-42EB-BF69-7A02DF484804}"/>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5" name="Rectangle 11">
            <a:extLst>
              <a:ext uri="{FF2B5EF4-FFF2-40B4-BE49-F238E27FC236}">
                <a16:creationId xmlns:a16="http://schemas.microsoft.com/office/drawing/2014/main" id="{61CF5B6C-C76C-4DB9-81DC-DCC8AA85374D}"/>
              </a:ext>
            </a:extLst>
          </p:cNvPr>
          <p:cNvSpPr>
            <a:spLocks noGrp="1" noChangeArrowheads="1"/>
          </p:cNvSpPr>
          <p:nvPr>
            <p:ph type="sldNum" sz="quarter" idx="12"/>
          </p:nvPr>
        </p:nvSpPr>
        <p:spPr>
          <a:ln/>
        </p:spPr>
        <p:txBody>
          <a:bodyPr/>
          <a:lstStyle>
            <a:lvl1pPr>
              <a:defRPr/>
            </a:lvl1pPr>
          </a:lstStyle>
          <a:p>
            <a:pPr>
              <a:defRPr/>
            </a:pPr>
            <a:fld id="{9152B9A4-2E15-4AD1-8346-48E15ACC8828}" type="slidenum">
              <a:rPr lang="en-US" altLang="en-US"/>
              <a:pPr>
                <a:defRPr/>
              </a:pPr>
              <a:t>‹#›</a:t>
            </a:fld>
            <a:endParaRPr lang="en-US" altLang="en-US"/>
          </a:p>
        </p:txBody>
      </p:sp>
    </p:spTree>
    <p:extLst>
      <p:ext uri="{BB962C8B-B14F-4D97-AF65-F5344CB8AC3E}">
        <p14:creationId xmlns:p14="http://schemas.microsoft.com/office/powerpoint/2010/main" val="2082149873"/>
      </p:ext>
    </p:extLst>
  </p:cSld>
  <p:clrMapOvr>
    <a:masterClrMapping/>
  </p:clrMapOvr>
  <p:transition>
    <p:random/>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2D9E26E7-2562-4F67-94F6-68E16756B5F7}"/>
              </a:ext>
            </a:extLst>
          </p:cNvPr>
          <p:cNvSpPr>
            <a:spLocks noGrp="1" noChangeArrowheads="1"/>
          </p:cNvSpPr>
          <p:nvPr>
            <p:ph type="dt" sz="half" idx="10"/>
          </p:nvPr>
        </p:nvSpPr>
        <p:spPr>
          <a:ln/>
        </p:spPr>
        <p:txBody>
          <a:bodyPr/>
          <a:lstStyle>
            <a:lvl1pPr>
              <a:defRPr/>
            </a:lvl1pPr>
          </a:lstStyle>
          <a:p>
            <a:pPr>
              <a:defRPr/>
            </a:pPr>
            <a:fld id="{F012CE62-0E92-46D2-9ABF-07EBB40E7203}" type="datetime4">
              <a:rPr lang="en-US" altLang="en-US" smtClean="0"/>
              <a:t>March 5, 2024</a:t>
            </a:fld>
            <a:endParaRPr lang="en-US" altLang="en-US"/>
          </a:p>
        </p:txBody>
      </p:sp>
      <p:sp>
        <p:nvSpPr>
          <p:cNvPr id="3" name="Rectangle 10">
            <a:extLst>
              <a:ext uri="{FF2B5EF4-FFF2-40B4-BE49-F238E27FC236}">
                <a16:creationId xmlns:a16="http://schemas.microsoft.com/office/drawing/2014/main" id="{B3F9B8C8-EF31-450B-8DFB-EF9AD89E1A16}"/>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4" name="Rectangle 11">
            <a:extLst>
              <a:ext uri="{FF2B5EF4-FFF2-40B4-BE49-F238E27FC236}">
                <a16:creationId xmlns:a16="http://schemas.microsoft.com/office/drawing/2014/main" id="{56F2B89E-96AB-4169-95F3-325D4A7F8A83}"/>
              </a:ext>
            </a:extLst>
          </p:cNvPr>
          <p:cNvSpPr>
            <a:spLocks noGrp="1" noChangeArrowheads="1"/>
          </p:cNvSpPr>
          <p:nvPr>
            <p:ph type="sldNum" sz="quarter" idx="12"/>
          </p:nvPr>
        </p:nvSpPr>
        <p:spPr>
          <a:ln/>
        </p:spPr>
        <p:txBody>
          <a:bodyPr/>
          <a:lstStyle>
            <a:lvl1pPr>
              <a:defRPr/>
            </a:lvl1pPr>
          </a:lstStyle>
          <a:p>
            <a:pPr>
              <a:defRPr/>
            </a:pPr>
            <a:fld id="{2258FD48-D5F9-4E92-926A-6983804FD3FE}" type="slidenum">
              <a:rPr lang="en-US" altLang="en-US"/>
              <a:pPr>
                <a:defRPr/>
              </a:pPr>
              <a:t>‹#›</a:t>
            </a:fld>
            <a:endParaRPr lang="en-US" altLang="en-US"/>
          </a:p>
        </p:txBody>
      </p:sp>
    </p:spTree>
    <p:extLst>
      <p:ext uri="{BB962C8B-B14F-4D97-AF65-F5344CB8AC3E}">
        <p14:creationId xmlns:p14="http://schemas.microsoft.com/office/powerpoint/2010/main" val="3613735793"/>
      </p:ext>
    </p:extLst>
  </p:cSld>
  <p:clrMapOvr>
    <a:masterClrMapping/>
  </p:clrMapOvr>
  <p:transition>
    <p:random/>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Rectangle 9">
            <a:extLst>
              <a:ext uri="{FF2B5EF4-FFF2-40B4-BE49-F238E27FC236}">
                <a16:creationId xmlns:a16="http://schemas.microsoft.com/office/drawing/2014/main" id="{18F9EF36-EC40-482B-94FA-5578E2B0DD40}"/>
              </a:ext>
            </a:extLst>
          </p:cNvPr>
          <p:cNvSpPr>
            <a:spLocks noGrp="1" noChangeArrowheads="1"/>
          </p:cNvSpPr>
          <p:nvPr>
            <p:ph type="dt" sz="half" idx="10"/>
          </p:nvPr>
        </p:nvSpPr>
        <p:spPr>
          <a:ln/>
        </p:spPr>
        <p:txBody>
          <a:bodyPr/>
          <a:lstStyle>
            <a:lvl1pPr>
              <a:defRPr/>
            </a:lvl1pPr>
          </a:lstStyle>
          <a:p>
            <a:pPr>
              <a:defRPr/>
            </a:pPr>
            <a:fld id="{639D1EB5-5918-4FA3-B40B-72E7B048AE64}" type="datetime4">
              <a:rPr lang="en-US" altLang="en-US" smtClean="0"/>
              <a:t>March 5, 2024</a:t>
            </a:fld>
            <a:endParaRPr lang="en-US" altLang="en-US"/>
          </a:p>
        </p:txBody>
      </p:sp>
      <p:sp>
        <p:nvSpPr>
          <p:cNvPr id="6" name="Rectangle 10">
            <a:extLst>
              <a:ext uri="{FF2B5EF4-FFF2-40B4-BE49-F238E27FC236}">
                <a16:creationId xmlns:a16="http://schemas.microsoft.com/office/drawing/2014/main" id="{9F9B30E7-289F-4B7F-9370-33C752087013}"/>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11">
            <a:extLst>
              <a:ext uri="{FF2B5EF4-FFF2-40B4-BE49-F238E27FC236}">
                <a16:creationId xmlns:a16="http://schemas.microsoft.com/office/drawing/2014/main" id="{F307C202-ED24-441A-B933-E3B1A14EDED0}"/>
              </a:ext>
            </a:extLst>
          </p:cNvPr>
          <p:cNvSpPr>
            <a:spLocks noGrp="1" noChangeArrowheads="1"/>
          </p:cNvSpPr>
          <p:nvPr>
            <p:ph type="sldNum" sz="quarter" idx="12"/>
          </p:nvPr>
        </p:nvSpPr>
        <p:spPr>
          <a:ln/>
        </p:spPr>
        <p:txBody>
          <a:bodyPr/>
          <a:lstStyle>
            <a:lvl1pPr>
              <a:defRPr/>
            </a:lvl1pPr>
          </a:lstStyle>
          <a:p>
            <a:pPr>
              <a:defRPr/>
            </a:pPr>
            <a:fld id="{1F27FE13-3A08-46F4-9540-C0AC9F1369C4}" type="slidenum">
              <a:rPr lang="en-US" altLang="en-US"/>
              <a:pPr>
                <a:defRPr/>
              </a:pPr>
              <a:t>‹#›</a:t>
            </a:fld>
            <a:endParaRPr lang="en-US" altLang="en-US"/>
          </a:p>
        </p:txBody>
      </p:sp>
    </p:spTree>
    <p:extLst>
      <p:ext uri="{BB962C8B-B14F-4D97-AF65-F5344CB8AC3E}">
        <p14:creationId xmlns:p14="http://schemas.microsoft.com/office/powerpoint/2010/main" val="3331546764"/>
      </p:ext>
    </p:extLst>
  </p:cSld>
  <p:clrMapOvr>
    <a:masterClrMapping/>
  </p:clrMapOvr>
  <p:transition>
    <p:random/>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Rectangle 9">
            <a:extLst>
              <a:ext uri="{FF2B5EF4-FFF2-40B4-BE49-F238E27FC236}">
                <a16:creationId xmlns:a16="http://schemas.microsoft.com/office/drawing/2014/main" id="{C676408B-40A3-4A62-A26A-DD972758D001}"/>
              </a:ext>
            </a:extLst>
          </p:cNvPr>
          <p:cNvSpPr>
            <a:spLocks noGrp="1" noChangeArrowheads="1"/>
          </p:cNvSpPr>
          <p:nvPr>
            <p:ph type="dt" sz="half" idx="10"/>
          </p:nvPr>
        </p:nvSpPr>
        <p:spPr>
          <a:ln/>
        </p:spPr>
        <p:txBody>
          <a:bodyPr/>
          <a:lstStyle>
            <a:lvl1pPr>
              <a:defRPr/>
            </a:lvl1pPr>
          </a:lstStyle>
          <a:p>
            <a:pPr>
              <a:defRPr/>
            </a:pPr>
            <a:fld id="{5A79ED6A-635C-48B5-8C93-4AE64B9B7041}" type="datetime4">
              <a:rPr lang="en-US" altLang="en-US" smtClean="0"/>
              <a:t>March 5, 2024</a:t>
            </a:fld>
            <a:endParaRPr lang="en-US" altLang="en-US"/>
          </a:p>
        </p:txBody>
      </p:sp>
      <p:sp>
        <p:nvSpPr>
          <p:cNvPr id="6" name="Rectangle 10">
            <a:extLst>
              <a:ext uri="{FF2B5EF4-FFF2-40B4-BE49-F238E27FC236}">
                <a16:creationId xmlns:a16="http://schemas.microsoft.com/office/drawing/2014/main" id="{FBF0B2E1-F337-4682-A39A-6018BF9E2DA7}"/>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11">
            <a:extLst>
              <a:ext uri="{FF2B5EF4-FFF2-40B4-BE49-F238E27FC236}">
                <a16:creationId xmlns:a16="http://schemas.microsoft.com/office/drawing/2014/main" id="{5C24516E-1776-41F6-9130-468BF3AD817B}"/>
              </a:ext>
            </a:extLst>
          </p:cNvPr>
          <p:cNvSpPr>
            <a:spLocks noGrp="1" noChangeArrowheads="1"/>
          </p:cNvSpPr>
          <p:nvPr>
            <p:ph type="sldNum" sz="quarter" idx="12"/>
          </p:nvPr>
        </p:nvSpPr>
        <p:spPr>
          <a:ln/>
        </p:spPr>
        <p:txBody>
          <a:bodyPr/>
          <a:lstStyle>
            <a:lvl1pPr>
              <a:defRPr/>
            </a:lvl1pPr>
          </a:lstStyle>
          <a:p>
            <a:pPr>
              <a:defRPr/>
            </a:pPr>
            <a:fld id="{EEF591CC-DEA9-4D87-A3E3-77F1E385199A}" type="slidenum">
              <a:rPr lang="en-US" altLang="en-US"/>
              <a:pPr>
                <a:defRPr/>
              </a:pPr>
              <a:t>‹#›</a:t>
            </a:fld>
            <a:endParaRPr lang="en-US" altLang="en-US"/>
          </a:p>
        </p:txBody>
      </p:sp>
    </p:spTree>
    <p:extLst>
      <p:ext uri="{BB962C8B-B14F-4D97-AF65-F5344CB8AC3E}">
        <p14:creationId xmlns:p14="http://schemas.microsoft.com/office/powerpoint/2010/main" val="3676862155"/>
      </p:ext>
    </p:extLst>
  </p:cSld>
  <p:clrMapOvr>
    <a:masterClrMapping/>
  </p:clrMapOvr>
  <p:transition>
    <p:random/>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a:extLst>
              <a:ext uri="{FF2B5EF4-FFF2-40B4-BE49-F238E27FC236}">
                <a16:creationId xmlns:a16="http://schemas.microsoft.com/office/drawing/2014/main" id="{9637224F-8EBD-4964-9859-9AD92408085B}"/>
              </a:ext>
            </a:extLst>
          </p:cNvPr>
          <p:cNvSpPr>
            <a:spLocks noGrp="1" noChangeArrowheads="1"/>
          </p:cNvSpPr>
          <p:nvPr>
            <p:ph type="dt" sz="half" idx="10"/>
          </p:nvPr>
        </p:nvSpPr>
        <p:spPr>
          <a:ln/>
        </p:spPr>
        <p:txBody>
          <a:bodyPr/>
          <a:lstStyle>
            <a:lvl1pPr>
              <a:defRPr/>
            </a:lvl1pPr>
          </a:lstStyle>
          <a:p>
            <a:pPr>
              <a:defRPr/>
            </a:pPr>
            <a:fld id="{D1E2ECF6-6271-4600-B0AC-45B57EB194C0}" type="datetime4">
              <a:rPr lang="en-US" altLang="en-US" smtClean="0"/>
              <a:t>March 5, 2024</a:t>
            </a:fld>
            <a:endParaRPr lang="en-US" altLang="en-US"/>
          </a:p>
        </p:txBody>
      </p:sp>
      <p:sp>
        <p:nvSpPr>
          <p:cNvPr id="5" name="Rectangle 10">
            <a:extLst>
              <a:ext uri="{FF2B5EF4-FFF2-40B4-BE49-F238E27FC236}">
                <a16:creationId xmlns:a16="http://schemas.microsoft.com/office/drawing/2014/main" id="{1CF75AFC-60FB-4AE7-B265-A72286D20402}"/>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11">
            <a:extLst>
              <a:ext uri="{FF2B5EF4-FFF2-40B4-BE49-F238E27FC236}">
                <a16:creationId xmlns:a16="http://schemas.microsoft.com/office/drawing/2014/main" id="{736355B5-28A0-464A-B113-C5BFC82E67E1}"/>
              </a:ext>
            </a:extLst>
          </p:cNvPr>
          <p:cNvSpPr>
            <a:spLocks noGrp="1" noChangeArrowheads="1"/>
          </p:cNvSpPr>
          <p:nvPr>
            <p:ph type="sldNum" sz="quarter" idx="12"/>
          </p:nvPr>
        </p:nvSpPr>
        <p:spPr>
          <a:ln/>
        </p:spPr>
        <p:txBody>
          <a:bodyPr/>
          <a:lstStyle>
            <a:lvl1pPr>
              <a:defRPr/>
            </a:lvl1pPr>
          </a:lstStyle>
          <a:p>
            <a:pPr>
              <a:defRPr/>
            </a:pPr>
            <a:fld id="{06144093-CF23-4573-8EB6-2CFA10DA383F}" type="slidenum">
              <a:rPr lang="en-US" altLang="en-US"/>
              <a:pPr>
                <a:defRPr/>
              </a:pPr>
              <a:t>‹#›</a:t>
            </a:fld>
            <a:endParaRPr lang="en-US" altLang="en-US"/>
          </a:p>
        </p:txBody>
      </p:sp>
    </p:spTree>
    <p:extLst>
      <p:ext uri="{BB962C8B-B14F-4D97-AF65-F5344CB8AC3E}">
        <p14:creationId xmlns:p14="http://schemas.microsoft.com/office/powerpoint/2010/main" val="3333762286"/>
      </p:ext>
    </p:extLst>
  </p:cSld>
  <p:clrMapOvr>
    <a:masterClrMapping/>
  </p:clrMapOvr>
  <p:transition>
    <p:random/>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3700" y="152400"/>
            <a:ext cx="2019300" cy="6096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152400"/>
            <a:ext cx="5905500" cy="60960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a:extLst>
              <a:ext uri="{FF2B5EF4-FFF2-40B4-BE49-F238E27FC236}">
                <a16:creationId xmlns:a16="http://schemas.microsoft.com/office/drawing/2014/main" id="{40EB2D34-9CF9-4FA1-9891-8646038C9EC9}"/>
              </a:ext>
            </a:extLst>
          </p:cNvPr>
          <p:cNvSpPr>
            <a:spLocks noGrp="1" noChangeArrowheads="1"/>
          </p:cNvSpPr>
          <p:nvPr>
            <p:ph type="dt" sz="half" idx="10"/>
          </p:nvPr>
        </p:nvSpPr>
        <p:spPr>
          <a:ln/>
        </p:spPr>
        <p:txBody>
          <a:bodyPr/>
          <a:lstStyle>
            <a:lvl1pPr>
              <a:defRPr/>
            </a:lvl1pPr>
          </a:lstStyle>
          <a:p>
            <a:pPr>
              <a:defRPr/>
            </a:pPr>
            <a:fld id="{AAC094E6-E21F-4642-B330-77EFB0D90D37}" type="datetime4">
              <a:rPr lang="en-US" altLang="en-US" smtClean="0"/>
              <a:t>March 5, 2024</a:t>
            </a:fld>
            <a:endParaRPr lang="en-US" altLang="en-US"/>
          </a:p>
        </p:txBody>
      </p:sp>
      <p:sp>
        <p:nvSpPr>
          <p:cNvPr id="5" name="Rectangle 10">
            <a:extLst>
              <a:ext uri="{FF2B5EF4-FFF2-40B4-BE49-F238E27FC236}">
                <a16:creationId xmlns:a16="http://schemas.microsoft.com/office/drawing/2014/main" id="{4CD0DCE1-E22C-49A5-B6E7-047480437FAD}"/>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11">
            <a:extLst>
              <a:ext uri="{FF2B5EF4-FFF2-40B4-BE49-F238E27FC236}">
                <a16:creationId xmlns:a16="http://schemas.microsoft.com/office/drawing/2014/main" id="{FBA64E89-7327-4792-A101-5C3C61458511}"/>
              </a:ext>
            </a:extLst>
          </p:cNvPr>
          <p:cNvSpPr>
            <a:spLocks noGrp="1" noChangeArrowheads="1"/>
          </p:cNvSpPr>
          <p:nvPr>
            <p:ph type="sldNum" sz="quarter" idx="12"/>
          </p:nvPr>
        </p:nvSpPr>
        <p:spPr>
          <a:ln/>
        </p:spPr>
        <p:txBody>
          <a:bodyPr/>
          <a:lstStyle>
            <a:lvl1pPr>
              <a:defRPr/>
            </a:lvl1pPr>
          </a:lstStyle>
          <a:p>
            <a:pPr>
              <a:defRPr/>
            </a:pPr>
            <a:fld id="{36D07167-06C4-4146-896E-E23FE8A9CC31}" type="slidenum">
              <a:rPr lang="en-US" altLang="en-US"/>
              <a:pPr>
                <a:defRPr/>
              </a:pPr>
              <a:t>‹#›</a:t>
            </a:fld>
            <a:endParaRPr lang="en-US" altLang="en-US"/>
          </a:p>
        </p:txBody>
      </p:sp>
    </p:spTree>
    <p:extLst>
      <p:ext uri="{BB962C8B-B14F-4D97-AF65-F5344CB8AC3E}">
        <p14:creationId xmlns:p14="http://schemas.microsoft.com/office/powerpoint/2010/main" val="551357650"/>
      </p:ext>
    </p:extLst>
  </p:cSld>
  <p:clrMapOvr>
    <a:masterClrMapping/>
  </p:clrMapOvr>
  <p:transition>
    <p:random/>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152400"/>
            <a:ext cx="7772400" cy="712788"/>
          </a:xfrm>
        </p:spPr>
        <p:txBody>
          <a:bodyPr/>
          <a:lstStyle/>
          <a:p>
            <a:r>
              <a:rPr lang="en-US"/>
              <a:t>Click to edit Master title style</a:t>
            </a:r>
          </a:p>
        </p:txBody>
      </p:sp>
      <p:sp>
        <p:nvSpPr>
          <p:cNvPr id="3" name="Text Placeholder 2"/>
          <p:cNvSpPr>
            <a:spLocks noGrp="1"/>
          </p:cNvSpPr>
          <p:nvPr>
            <p:ph type="body" sz="half" idx="1"/>
          </p:nvPr>
        </p:nvSpPr>
        <p:spPr>
          <a:xfrm>
            <a:off x="685800" y="1066800"/>
            <a:ext cx="3962400" cy="5181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00600" y="1066800"/>
            <a:ext cx="3962400" cy="5181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9">
            <a:extLst>
              <a:ext uri="{FF2B5EF4-FFF2-40B4-BE49-F238E27FC236}">
                <a16:creationId xmlns:a16="http://schemas.microsoft.com/office/drawing/2014/main" id="{D143BBFF-AB83-4762-B240-D640FB446D7A}"/>
              </a:ext>
            </a:extLst>
          </p:cNvPr>
          <p:cNvSpPr>
            <a:spLocks noGrp="1" noChangeArrowheads="1"/>
          </p:cNvSpPr>
          <p:nvPr>
            <p:ph type="dt" sz="half" idx="10"/>
          </p:nvPr>
        </p:nvSpPr>
        <p:spPr>
          <a:ln/>
        </p:spPr>
        <p:txBody>
          <a:bodyPr/>
          <a:lstStyle>
            <a:lvl1pPr>
              <a:defRPr/>
            </a:lvl1pPr>
          </a:lstStyle>
          <a:p>
            <a:pPr>
              <a:defRPr/>
            </a:pPr>
            <a:fld id="{9A772627-FA51-460C-BC09-B1AC454D784C}" type="datetime4">
              <a:rPr lang="en-US" altLang="en-US" smtClean="0"/>
              <a:t>March 5, 2024</a:t>
            </a:fld>
            <a:endParaRPr lang="en-US" altLang="en-US"/>
          </a:p>
        </p:txBody>
      </p:sp>
      <p:sp>
        <p:nvSpPr>
          <p:cNvPr id="6" name="Rectangle 10">
            <a:extLst>
              <a:ext uri="{FF2B5EF4-FFF2-40B4-BE49-F238E27FC236}">
                <a16:creationId xmlns:a16="http://schemas.microsoft.com/office/drawing/2014/main" id="{FB6232EA-ABCC-4D5B-817E-5CA339081A46}"/>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11">
            <a:extLst>
              <a:ext uri="{FF2B5EF4-FFF2-40B4-BE49-F238E27FC236}">
                <a16:creationId xmlns:a16="http://schemas.microsoft.com/office/drawing/2014/main" id="{DB6E29C0-AE86-4B3F-9332-6155F923022F}"/>
              </a:ext>
            </a:extLst>
          </p:cNvPr>
          <p:cNvSpPr>
            <a:spLocks noGrp="1" noChangeArrowheads="1"/>
          </p:cNvSpPr>
          <p:nvPr>
            <p:ph type="sldNum" sz="quarter" idx="12"/>
          </p:nvPr>
        </p:nvSpPr>
        <p:spPr>
          <a:ln/>
        </p:spPr>
        <p:txBody>
          <a:bodyPr/>
          <a:lstStyle>
            <a:lvl1pPr>
              <a:defRPr/>
            </a:lvl1pPr>
          </a:lstStyle>
          <a:p>
            <a:pPr>
              <a:defRPr/>
            </a:pPr>
            <a:fld id="{172AABB2-C4AC-49F0-979A-772357E84031}" type="slidenum">
              <a:rPr lang="en-US" altLang="en-US"/>
              <a:pPr>
                <a:defRPr/>
              </a:pPr>
              <a:t>‹#›</a:t>
            </a:fld>
            <a:endParaRPr lang="en-US" altLang="en-US"/>
          </a:p>
        </p:txBody>
      </p:sp>
    </p:spTree>
    <p:extLst>
      <p:ext uri="{BB962C8B-B14F-4D97-AF65-F5344CB8AC3E}">
        <p14:creationId xmlns:p14="http://schemas.microsoft.com/office/powerpoint/2010/main" val="2592524691"/>
      </p:ext>
    </p:extLst>
  </p:cSld>
  <p:clrMapOvr>
    <a:masterClrMapping/>
  </p:clrMapOvr>
  <p:transition>
    <p:random/>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en-US" altLang="zh-TW"/>
              <a:t>Click to edit Master title style</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ltLang="zh-TW"/>
              <a:t>Click to edit Master subtitle style</a:t>
            </a:r>
            <a:endParaRPr lang="zh-TW" altLang="en-US"/>
          </a:p>
        </p:txBody>
      </p:sp>
    </p:spTree>
    <p:extLst>
      <p:ext uri="{BB962C8B-B14F-4D97-AF65-F5344CB8AC3E}">
        <p14:creationId xmlns:p14="http://schemas.microsoft.com/office/powerpoint/2010/main" val="60690763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內容版面配置區 2"/>
          <p:cNvSpPr>
            <a:spLocks noGrp="1"/>
          </p:cNvSpPr>
          <p:nvPr>
            <p:ph idx="1"/>
          </p:nvPr>
        </p:nvSpPr>
        <p:spPr/>
        <p:txBody>
          <a:bodyPr/>
          <a:lstStyle>
            <a:lvl1pPr>
              <a:buClr>
                <a:srgbClr val="0000FF"/>
              </a:buClr>
              <a:buFont typeface="Wingdings 2" pitchFamily="18" charset="2"/>
              <a:buChar char="©"/>
              <a:defRPr/>
            </a:lvl1p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dirty="0"/>
          </a:p>
        </p:txBody>
      </p:sp>
    </p:spTree>
    <p:extLst>
      <p:ext uri="{BB962C8B-B14F-4D97-AF65-F5344CB8AC3E}">
        <p14:creationId xmlns:p14="http://schemas.microsoft.com/office/powerpoint/2010/main" val="2874208808"/>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en-US" altLang="zh-TW"/>
              <a:t>Click to edit Master title style</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ltLang="zh-TW"/>
              <a:t>Edit Master text styles</a:t>
            </a:r>
          </a:p>
        </p:txBody>
      </p:sp>
    </p:spTree>
    <p:extLst>
      <p:ext uri="{BB962C8B-B14F-4D97-AF65-F5344CB8AC3E}">
        <p14:creationId xmlns:p14="http://schemas.microsoft.com/office/powerpoint/2010/main" val="88888665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內容版面配置區 2"/>
          <p:cNvSpPr>
            <a:spLocks noGrp="1"/>
          </p:cNvSpPr>
          <p:nvPr>
            <p:ph sz="half" idx="1"/>
          </p:nvPr>
        </p:nvSpPr>
        <p:spPr>
          <a:xfrm>
            <a:off x="307975" y="1295400"/>
            <a:ext cx="4208463" cy="52022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內容版面配置區 3"/>
          <p:cNvSpPr>
            <a:spLocks noGrp="1"/>
          </p:cNvSpPr>
          <p:nvPr>
            <p:ph sz="half" idx="2"/>
          </p:nvPr>
        </p:nvSpPr>
        <p:spPr>
          <a:xfrm>
            <a:off x="4668838" y="1295400"/>
            <a:ext cx="4210050" cy="52022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Tree>
    <p:extLst>
      <p:ext uri="{BB962C8B-B14F-4D97-AF65-F5344CB8AC3E}">
        <p14:creationId xmlns:p14="http://schemas.microsoft.com/office/powerpoint/2010/main" val="142968223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p:spPr>
        <p:txBody>
          <a:bodyPr/>
          <a:lstStyle>
            <a:lvl1pPr>
              <a:defRPr/>
            </a:lvl1pPr>
          </a:lstStyle>
          <a:p>
            <a:r>
              <a:rPr lang="en-US" altLang="zh-TW"/>
              <a:t>Click to edit Master title style</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Edit Master text styles</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Edit Master text styles</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Tree>
    <p:extLst>
      <p:ext uri="{BB962C8B-B14F-4D97-AF65-F5344CB8AC3E}">
        <p14:creationId xmlns:p14="http://schemas.microsoft.com/office/powerpoint/2010/main" val="330130366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Tree>
    <p:extLst>
      <p:ext uri="{BB962C8B-B14F-4D97-AF65-F5344CB8AC3E}">
        <p14:creationId xmlns:p14="http://schemas.microsoft.com/office/powerpoint/2010/main" val="350637024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81547630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en-US" altLang="zh-TW"/>
              <a:t>Click to edit Master title style</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TW"/>
              <a:t>Edit Master text styles</a:t>
            </a:r>
          </a:p>
        </p:txBody>
      </p:sp>
    </p:spTree>
    <p:extLst>
      <p:ext uri="{BB962C8B-B14F-4D97-AF65-F5344CB8AC3E}">
        <p14:creationId xmlns:p14="http://schemas.microsoft.com/office/powerpoint/2010/main" val="298211654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en-US" altLang="zh-TW"/>
              <a:t>Click to edit Master title style</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altLang="zh-TW" noProof="0"/>
              <a:t>Click icon to add picture</a:t>
            </a:r>
            <a:endParaRPr lang="zh-TW" altLang="en-US" noProof="0"/>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TW"/>
              <a:t>Edit Master text styles</a:t>
            </a:r>
          </a:p>
        </p:txBody>
      </p:sp>
    </p:spTree>
    <p:extLst>
      <p:ext uri="{BB962C8B-B14F-4D97-AF65-F5344CB8AC3E}">
        <p14:creationId xmlns:p14="http://schemas.microsoft.com/office/powerpoint/2010/main" val="132461563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直排文字版面配置區 2"/>
          <p:cNvSpPr>
            <a:spLocks noGrp="1"/>
          </p:cNvSpPr>
          <p:nvPr>
            <p:ph type="body" orient="vert" idx="1"/>
          </p:nvPr>
        </p:nvSpPr>
        <p:spPr/>
        <p:txBody>
          <a:bodyPr vert="eaVert"/>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Tree>
    <p:extLst>
      <p:ext uri="{BB962C8B-B14F-4D97-AF65-F5344CB8AC3E}">
        <p14:creationId xmlns:p14="http://schemas.microsoft.com/office/powerpoint/2010/main" val="377618566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734175" y="228600"/>
            <a:ext cx="2144713" cy="6269038"/>
          </a:xfrm>
        </p:spPr>
        <p:txBody>
          <a:bodyPr vert="eaVert"/>
          <a:lstStyle/>
          <a:p>
            <a:r>
              <a:rPr lang="en-US" altLang="zh-TW"/>
              <a:t>Click to edit Master title style</a:t>
            </a:r>
            <a:endParaRPr lang="zh-TW" altLang="en-US"/>
          </a:p>
        </p:txBody>
      </p:sp>
      <p:sp>
        <p:nvSpPr>
          <p:cNvPr id="3" name="直排文字版面配置區 2"/>
          <p:cNvSpPr>
            <a:spLocks noGrp="1"/>
          </p:cNvSpPr>
          <p:nvPr>
            <p:ph type="body" orient="vert" idx="1"/>
          </p:nvPr>
        </p:nvSpPr>
        <p:spPr>
          <a:xfrm>
            <a:off x="298450" y="228600"/>
            <a:ext cx="6283325" cy="6269038"/>
          </a:xfrm>
        </p:spPr>
        <p:txBody>
          <a:bodyPr vert="eaVert"/>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Tree>
    <p:extLst>
      <p:ext uri="{BB962C8B-B14F-4D97-AF65-F5344CB8AC3E}">
        <p14:creationId xmlns:p14="http://schemas.microsoft.com/office/powerpoint/2010/main" val="267996072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type="txAndObj" preserve="1">
  <p:cSld name="標題，文字及物件">
    <p:spTree>
      <p:nvGrpSpPr>
        <p:cNvPr id="1" name=""/>
        <p:cNvGrpSpPr/>
        <p:nvPr/>
      </p:nvGrpSpPr>
      <p:grpSpPr>
        <a:xfrm>
          <a:off x="0" y="0"/>
          <a:ext cx="0" cy="0"/>
          <a:chOff x="0" y="0"/>
          <a:chExt cx="0" cy="0"/>
        </a:xfrm>
      </p:grpSpPr>
      <p:sp>
        <p:nvSpPr>
          <p:cNvPr id="2" name="標題 1"/>
          <p:cNvSpPr>
            <a:spLocks noGrp="1"/>
          </p:cNvSpPr>
          <p:nvPr>
            <p:ph type="title"/>
          </p:nvPr>
        </p:nvSpPr>
        <p:spPr>
          <a:xfrm>
            <a:off x="855785" y="350839"/>
            <a:ext cx="7904285" cy="414337"/>
          </a:xfrm>
        </p:spPr>
        <p:txBody>
          <a:bodyPr/>
          <a:lstStyle/>
          <a:p>
            <a:r>
              <a:rPr lang="en-US" altLang="zh-TW"/>
              <a:t>Click to edit Master title style</a:t>
            </a:r>
            <a:endParaRPr lang="zh-TW" altLang="en-US"/>
          </a:p>
        </p:txBody>
      </p:sp>
      <p:sp>
        <p:nvSpPr>
          <p:cNvPr id="3" name="文字版面配置區 2"/>
          <p:cNvSpPr>
            <a:spLocks noGrp="1"/>
          </p:cNvSpPr>
          <p:nvPr>
            <p:ph type="body" sz="half" idx="1"/>
          </p:nvPr>
        </p:nvSpPr>
        <p:spPr>
          <a:xfrm>
            <a:off x="457200" y="1295391"/>
            <a:ext cx="4044462" cy="5177127"/>
          </a:xfrm>
          <a:prstGeom prst="rect">
            <a:avLst/>
          </a:prstGeom>
        </p:spPr>
        <p:txBody>
          <a:body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內容版面配置區 3"/>
          <p:cNvSpPr>
            <a:spLocks noGrp="1"/>
          </p:cNvSpPr>
          <p:nvPr>
            <p:ph sz="half" idx="2"/>
          </p:nvPr>
        </p:nvSpPr>
        <p:spPr>
          <a:xfrm>
            <a:off x="4642338" y="1295391"/>
            <a:ext cx="4044462" cy="5186091"/>
          </a:xfrm>
          <a:prstGeom prst="rect">
            <a:avLst/>
          </a:prstGeom>
        </p:spPr>
        <p:txBody>
          <a:body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Tree>
    <p:extLst>
      <p:ext uri="{BB962C8B-B14F-4D97-AF65-F5344CB8AC3E}">
        <p14:creationId xmlns:p14="http://schemas.microsoft.com/office/powerpoint/2010/main" val="299044634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a:prstGeom prst="rect">
            <a:avLst/>
          </a:prstGeom>
        </p:spPr>
        <p:txBody>
          <a:bodyPr/>
          <a:lstStyle/>
          <a:p>
            <a:r>
              <a:rPr lang="en-US" altLang="zh-TW"/>
              <a:t>Click to edit Master title style</a:t>
            </a:r>
            <a:endParaRPr lang="zh-TW" altLang="en-US"/>
          </a:p>
        </p:txBody>
      </p:sp>
      <p:sp>
        <p:nvSpPr>
          <p:cNvPr id="3" name="副標題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ltLang="zh-TW"/>
              <a:t>Click to edit Master subtitle style</a:t>
            </a:r>
            <a:endParaRPr lang="zh-TW" altLang="en-US"/>
          </a:p>
        </p:txBody>
      </p:sp>
    </p:spTree>
    <p:extLst>
      <p:ext uri="{BB962C8B-B14F-4D97-AF65-F5344CB8AC3E}">
        <p14:creationId xmlns:p14="http://schemas.microsoft.com/office/powerpoint/2010/main" val="8977601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a:prstGeom prst="rect">
            <a:avLst/>
          </a:prstGeom>
        </p:spPr>
        <p:txBody>
          <a:bodyPr/>
          <a:lstStyle/>
          <a:p>
            <a:r>
              <a:rPr lang="en-US" altLang="zh-TW"/>
              <a:t>Click to edit Master title style</a:t>
            </a:r>
            <a:endParaRPr lang="zh-TW" altLang="en-US"/>
          </a:p>
        </p:txBody>
      </p:sp>
      <p:sp>
        <p:nvSpPr>
          <p:cNvPr id="3" name="內容版面配置區 2"/>
          <p:cNvSpPr>
            <a:spLocks noGrp="1"/>
          </p:cNvSpPr>
          <p:nvPr>
            <p:ph idx="1"/>
          </p:nvPr>
        </p:nvSpPr>
        <p:spPr>
          <a:xfrm>
            <a:off x="457200" y="1600200"/>
            <a:ext cx="8229600" cy="4525963"/>
          </a:xfrm>
          <a:prstGeom prst="rect">
            <a:avLst/>
          </a:prstGeom>
        </p:spPr>
        <p:txBody>
          <a:body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Tree>
    <p:extLst>
      <p:ext uri="{BB962C8B-B14F-4D97-AF65-F5344CB8AC3E}">
        <p14:creationId xmlns:p14="http://schemas.microsoft.com/office/powerpoint/2010/main" val="241877721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ltLang="zh-TW"/>
              <a:t>Click to edit Master title style</a:t>
            </a:r>
            <a:endParaRPr lang="zh-TW" altLang="en-US"/>
          </a:p>
        </p:txBody>
      </p:sp>
      <p:sp>
        <p:nvSpPr>
          <p:cNvPr id="3" name="文字版面配置區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ltLang="zh-TW"/>
              <a:t>Edit Master text styles</a:t>
            </a:r>
          </a:p>
        </p:txBody>
      </p:sp>
    </p:spTree>
    <p:extLst>
      <p:ext uri="{BB962C8B-B14F-4D97-AF65-F5344CB8AC3E}">
        <p14:creationId xmlns:p14="http://schemas.microsoft.com/office/powerpoint/2010/main" val="158843040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a:prstGeom prst="rect">
            <a:avLst/>
          </a:prstGeom>
        </p:spPr>
        <p:txBody>
          <a:bodyPr/>
          <a:lstStyle/>
          <a:p>
            <a:r>
              <a:rPr lang="en-US" altLang="zh-TW"/>
              <a:t>Click to edit Master title style</a:t>
            </a:r>
            <a:endParaRPr lang="zh-TW" altLang="en-US"/>
          </a:p>
        </p:txBody>
      </p:sp>
      <p:sp>
        <p:nvSpPr>
          <p:cNvPr id="3" name="內容版面配置區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內容版面配置區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Tree>
    <p:extLst>
      <p:ext uri="{BB962C8B-B14F-4D97-AF65-F5344CB8AC3E}">
        <p14:creationId xmlns:p14="http://schemas.microsoft.com/office/powerpoint/2010/main" val="130062504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a:prstGeom prst="rect">
            <a:avLst/>
          </a:prstGeom>
        </p:spPr>
        <p:txBody>
          <a:bodyPr/>
          <a:lstStyle>
            <a:lvl1pPr>
              <a:defRPr/>
            </a:lvl1pPr>
          </a:lstStyle>
          <a:p>
            <a:r>
              <a:rPr lang="en-US" altLang="zh-TW"/>
              <a:t>Click to edit Master title style</a:t>
            </a:r>
            <a:endParaRPr lang="zh-TW" altLang="en-US"/>
          </a:p>
        </p:txBody>
      </p:sp>
      <p:sp>
        <p:nvSpPr>
          <p:cNvPr id="3" name="文字版面配置區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Edit Master text styles</a:t>
            </a:r>
          </a:p>
        </p:txBody>
      </p:sp>
      <p:sp>
        <p:nvSpPr>
          <p:cNvPr id="4" name="內容版面配置區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5" name="文字版面配置區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Edit Master text styles</a:t>
            </a:r>
          </a:p>
        </p:txBody>
      </p:sp>
      <p:sp>
        <p:nvSpPr>
          <p:cNvPr id="6" name="內容版面配置區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Tree>
    <p:extLst>
      <p:ext uri="{BB962C8B-B14F-4D97-AF65-F5344CB8AC3E}">
        <p14:creationId xmlns:p14="http://schemas.microsoft.com/office/powerpoint/2010/main" val="50974356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a:prstGeom prst="rect">
            <a:avLst/>
          </a:prstGeom>
        </p:spPr>
        <p:txBody>
          <a:bodyPr/>
          <a:lstStyle/>
          <a:p>
            <a:r>
              <a:rPr lang="en-US" altLang="zh-TW"/>
              <a:t>Click to edit Master title style</a:t>
            </a:r>
            <a:endParaRPr lang="zh-TW" altLang="en-US"/>
          </a:p>
        </p:txBody>
      </p:sp>
    </p:spTree>
    <p:extLst>
      <p:ext uri="{BB962C8B-B14F-4D97-AF65-F5344CB8AC3E}">
        <p14:creationId xmlns:p14="http://schemas.microsoft.com/office/powerpoint/2010/main" val="789056735"/>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39193031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ltLang="zh-TW"/>
              <a:t>Click to edit Master title style</a:t>
            </a:r>
            <a:endParaRPr lang="zh-TW" altLang="en-US"/>
          </a:p>
        </p:txBody>
      </p:sp>
      <p:sp>
        <p:nvSpPr>
          <p:cNvPr id="3" name="內容版面配置區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文字版面配置區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TW"/>
              <a:t>Edit Master text styles</a:t>
            </a:r>
          </a:p>
        </p:txBody>
      </p:sp>
    </p:spTree>
    <p:extLst>
      <p:ext uri="{BB962C8B-B14F-4D97-AF65-F5344CB8AC3E}">
        <p14:creationId xmlns:p14="http://schemas.microsoft.com/office/powerpoint/2010/main" val="786789785"/>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ltLang="zh-TW"/>
              <a:t>Click to edit Master title style</a:t>
            </a:r>
            <a:endParaRPr lang="zh-TW" altLang="en-US"/>
          </a:p>
        </p:txBody>
      </p:sp>
      <p:sp>
        <p:nvSpPr>
          <p:cNvPr id="3" name="圖片版面配置區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altLang="zh-TW" noProof="0"/>
              <a:t>Click icon to add picture</a:t>
            </a:r>
            <a:endParaRPr lang="zh-TW" altLang="en-US" noProof="0"/>
          </a:p>
        </p:txBody>
      </p:sp>
      <p:sp>
        <p:nvSpPr>
          <p:cNvPr id="4" name="文字版面配置區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TW"/>
              <a:t>Edit Master text styles</a:t>
            </a:r>
          </a:p>
        </p:txBody>
      </p:sp>
    </p:spTree>
    <p:extLst>
      <p:ext uri="{BB962C8B-B14F-4D97-AF65-F5344CB8AC3E}">
        <p14:creationId xmlns:p14="http://schemas.microsoft.com/office/powerpoint/2010/main" val="64278796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a:prstGeom prst="rect">
            <a:avLst/>
          </a:prstGeom>
        </p:spPr>
        <p:txBody>
          <a:bodyPr/>
          <a:lstStyle/>
          <a:p>
            <a:r>
              <a:rPr lang="en-US" altLang="zh-TW"/>
              <a:t>Click to edit Master title style</a:t>
            </a:r>
            <a:endParaRPr lang="zh-TW" altLang="en-US"/>
          </a:p>
        </p:txBody>
      </p:sp>
      <p:sp>
        <p:nvSpPr>
          <p:cNvPr id="3" name="直排文字版面配置區 2"/>
          <p:cNvSpPr>
            <a:spLocks noGrp="1"/>
          </p:cNvSpPr>
          <p:nvPr>
            <p:ph type="body" orient="vert" idx="1"/>
          </p:nvPr>
        </p:nvSpPr>
        <p:spPr>
          <a:xfrm>
            <a:off x="457200" y="1600200"/>
            <a:ext cx="8229600" cy="4525963"/>
          </a:xfrm>
          <a:prstGeom prst="rect">
            <a:avLst/>
          </a:prstGeom>
        </p:spPr>
        <p:txBody>
          <a:bodyPr vert="eaVert"/>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Tree>
    <p:extLst>
      <p:ext uri="{BB962C8B-B14F-4D97-AF65-F5344CB8AC3E}">
        <p14:creationId xmlns:p14="http://schemas.microsoft.com/office/powerpoint/2010/main" val="86166793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a:prstGeom prst="rect">
            <a:avLst/>
          </a:prstGeom>
        </p:spPr>
        <p:txBody>
          <a:bodyPr vert="eaVert"/>
          <a:lstStyle/>
          <a:p>
            <a:r>
              <a:rPr lang="en-US" altLang="zh-TW"/>
              <a:t>Click to edit Master title style</a:t>
            </a:r>
            <a:endParaRPr lang="zh-TW" altLang="en-US"/>
          </a:p>
        </p:txBody>
      </p:sp>
      <p:sp>
        <p:nvSpPr>
          <p:cNvPr id="3" name="直排文字版面配置區 2"/>
          <p:cNvSpPr>
            <a:spLocks noGrp="1"/>
          </p:cNvSpPr>
          <p:nvPr>
            <p:ph type="body" orient="vert" idx="1"/>
          </p:nvPr>
        </p:nvSpPr>
        <p:spPr>
          <a:xfrm>
            <a:off x="457200" y="274638"/>
            <a:ext cx="6019800" cy="5851525"/>
          </a:xfrm>
          <a:prstGeom prst="rect">
            <a:avLst/>
          </a:prstGeom>
        </p:spPr>
        <p:txBody>
          <a:bodyPr vert="eaVert"/>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Tree>
    <p:extLst>
      <p:ext uri="{BB962C8B-B14F-4D97-AF65-F5344CB8AC3E}">
        <p14:creationId xmlns:p14="http://schemas.microsoft.com/office/powerpoint/2010/main" val="1849914703"/>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Droplets-S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ctrTitle"/>
          </p:nvPr>
        </p:nvSpPr>
        <p:spPr>
          <a:xfrm>
            <a:off x="1313259" y="1300786"/>
            <a:ext cx="6517482"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313259" y="3886201"/>
            <a:ext cx="6517482"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fld id="{51752509-2F43-4E42-9C46-F67640C7B1B0}" type="datetime4">
              <a:rPr lang="en-US" altLang="en-US" smtClean="0"/>
              <a:t>March 5, 2024</a:t>
            </a:fld>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296434663"/>
      </p:ext>
    </p:extLst>
  </p:cSld>
  <p:clrMapOvr>
    <a:masterClrMapping/>
  </p:clrMapOvr>
  <p:transition>
    <p:random/>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330" y="2367093"/>
            <a:ext cx="777287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FF5480F7-A01B-4497-9686-67728E872290}" type="datetime4">
              <a:rPr lang="en-US" altLang="en-US" smtClean="0"/>
              <a:t>March 5, 2024</a:t>
            </a:fld>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pPr>
              <a:defRPr/>
            </a:pPr>
            <a:fld id="{EAC1E9C5-179F-49B5-A20B-74BA07190DB8}" type="slidenum">
              <a:rPr lang="en-US" altLang="en-US" smtClean="0"/>
              <a:pPr>
                <a:defRPr/>
              </a:pPr>
              <a:t>‹#›</a:t>
            </a:fld>
            <a:endParaRPr lang="en-US" altLang="en-US"/>
          </a:p>
        </p:txBody>
      </p:sp>
    </p:spTree>
    <p:extLst>
      <p:ext uri="{BB962C8B-B14F-4D97-AF65-F5344CB8AC3E}">
        <p14:creationId xmlns:p14="http://schemas.microsoft.com/office/powerpoint/2010/main" val="2312415276"/>
      </p:ext>
    </p:extLst>
  </p:cSld>
  <p:clrMapOvr>
    <a:masterClrMapping/>
  </p:clrMapOvr>
  <p:hf hdr="0" ftr="0"/>
</p:sldLayout>
</file>

<file path=ppt/slideLayouts/slideLayout7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8" name="Picture 7"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828564"/>
            <a:ext cx="7763814"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685331" y="3657458"/>
            <a:ext cx="7763814"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BCD013CE-67C9-4988-A823-7D0EB71D023D}" type="datetime4">
              <a:rPr lang="en-US" altLang="en-US" smtClean="0"/>
              <a:t>March 5, 2024</a:t>
            </a:fld>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pPr>
              <a:defRPr/>
            </a:pPr>
            <a:fld id="{04D8FD4F-45E7-4072-8800-E1C10689F0F2}" type="slidenum">
              <a:rPr lang="en-US" altLang="en-US" smtClean="0"/>
              <a:pPr>
                <a:defRPr/>
              </a:pPr>
              <a:t>‹#›</a:t>
            </a:fld>
            <a:endParaRPr lang="en-US" altLang="en-US"/>
          </a:p>
        </p:txBody>
      </p:sp>
    </p:spTree>
    <p:extLst>
      <p:ext uri="{BB962C8B-B14F-4D97-AF65-F5344CB8AC3E}">
        <p14:creationId xmlns:p14="http://schemas.microsoft.com/office/powerpoint/2010/main" val="3270420518"/>
      </p:ext>
    </p:extLst>
  </p:cSld>
  <p:clrMapOvr>
    <a:masterClrMapping/>
  </p:clrMapOvr>
  <p:transition>
    <p:random/>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4" name="Title 1"/>
          <p:cNvSpPr>
            <a:spLocks noGrp="1"/>
          </p:cNvSpPr>
          <p:nvPr>
            <p:ph type="title"/>
          </p:nvPr>
        </p:nvSpPr>
        <p:spPr>
          <a:xfrm>
            <a:off x="685332" y="618518"/>
            <a:ext cx="7773338"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330" y="2367093"/>
            <a:ext cx="382952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4629150" y="2367093"/>
            <a:ext cx="382905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fld id="{FF5480F7-A01B-4497-9686-67728E872290}" type="datetime4">
              <a:rPr lang="en-US" altLang="en-US" smtClean="0"/>
              <a:t>March 5, 2024</a:t>
            </a:fld>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pPr>
              <a:defRPr/>
            </a:pPr>
            <a:fld id="{EAC1E9C5-179F-49B5-A20B-74BA07190DB8}" type="slidenum">
              <a:rPr lang="en-US" altLang="en-US" smtClean="0"/>
              <a:pPr>
                <a:defRPr/>
              </a:pPr>
              <a:t>‹#›</a:t>
            </a:fld>
            <a:endParaRPr lang="en-US" altLang="en-US"/>
          </a:p>
        </p:txBody>
      </p:sp>
    </p:spTree>
    <p:extLst>
      <p:ext uri="{BB962C8B-B14F-4D97-AF65-F5344CB8AC3E}">
        <p14:creationId xmlns:p14="http://schemas.microsoft.com/office/powerpoint/2010/main" val="4262612416"/>
      </p:ext>
    </p:extLst>
  </p:cSld>
  <p:clrMapOvr>
    <a:masterClrMapping/>
  </p:clrMapOvr>
  <p:hf hdr="0" ftr="0"/>
</p:sldLayout>
</file>

<file path=ppt/slideLayouts/slideLayout7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1" name="Picture 10"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4" name="Title 1"/>
          <p:cNvSpPr>
            <a:spLocks noGrp="1"/>
          </p:cNvSpPr>
          <p:nvPr>
            <p:ph type="title"/>
          </p:nvPr>
        </p:nvSpPr>
        <p:spPr>
          <a:xfrm>
            <a:off x="685332" y="618518"/>
            <a:ext cx="7773338"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59746" y="2371018"/>
            <a:ext cx="3655106" cy="679994"/>
          </a:xfrm>
        </p:spPr>
        <p:txBody>
          <a:bodyPr anchor="b">
            <a:noAutofit/>
          </a:bodyPr>
          <a:lstStyle>
            <a:lvl1pPr marL="0" indent="0">
              <a:lnSpc>
                <a:spcPct val="7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685331" y="3051013"/>
            <a:ext cx="3829520"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97317" y="2371018"/>
            <a:ext cx="3661353" cy="679994"/>
          </a:xfrm>
        </p:spPr>
        <p:txBody>
          <a:bodyPr anchor="b">
            <a:noAutofit/>
          </a:bodyPr>
          <a:lstStyle>
            <a:lvl1pPr marL="0" indent="0">
              <a:lnSpc>
                <a:spcPct val="7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4629150" y="3051013"/>
            <a:ext cx="382905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fld id="{FF5480F7-A01B-4497-9686-67728E872290}" type="datetime4">
              <a:rPr lang="en-US" altLang="en-US" smtClean="0"/>
              <a:t>March 5, 2024</a:t>
            </a:fld>
            <a:endParaRPr lang="en-US" altLang="en-US"/>
          </a:p>
        </p:txBody>
      </p:sp>
      <p:sp>
        <p:nvSpPr>
          <p:cNvPr id="8" name="Footer Placeholder 7"/>
          <p:cNvSpPr>
            <a:spLocks noGrp="1"/>
          </p:cNvSpPr>
          <p:nvPr>
            <p:ph type="ftr" sz="quarter" idx="11"/>
          </p:nvPr>
        </p:nvSpPr>
        <p:spPr/>
        <p:txBody>
          <a:bodyPr/>
          <a:lstStyle/>
          <a:p>
            <a:pPr>
              <a:defRPr/>
            </a:pPr>
            <a:endParaRPr lang="en-US" altLang="en-US"/>
          </a:p>
        </p:txBody>
      </p:sp>
      <p:sp>
        <p:nvSpPr>
          <p:cNvPr id="9" name="Slide Number Placeholder 8"/>
          <p:cNvSpPr>
            <a:spLocks noGrp="1"/>
          </p:cNvSpPr>
          <p:nvPr>
            <p:ph type="sldNum" sz="quarter" idx="12"/>
          </p:nvPr>
        </p:nvSpPr>
        <p:spPr/>
        <p:txBody>
          <a:bodyPr/>
          <a:lstStyle/>
          <a:p>
            <a:pPr>
              <a:defRPr/>
            </a:pPr>
            <a:fld id="{EAC1E9C5-179F-49B5-A20B-74BA07190DB8}" type="slidenum">
              <a:rPr lang="en-US" altLang="en-US" smtClean="0"/>
              <a:pPr>
                <a:defRPr/>
              </a:pPr>
              <a:t>‹#›</a:t>
            </a:fld>
            <a:endParaRPr lang="en-US" altLang="en-US"/>
          </a:p>
        </p:txBody>
      </p:sp>
    </p:spTree>
    <p:extLst>
      <p:ext uri="{BB962C8B-B14F-4D97-AF65-F5344CB8AC3E}">
        <p14:creationId xmlns:p14="http://schemas.microsoft.com/office/powerpoint/2010/main" val="3328461537"/>
      </p:ext>
    </p:extLst>
  </p:cSld>
  <p:clrMapOvr>
    <a:masterClrMapping/>
  </p:clrMapOvr>
  <p:hf hdr="0" ftr="0"/>
</p:sldLayout>
</file>

<file path=ppt/slideLayouts/slideLayout7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fld id="{3A100575-81D0-4836-BDA5-88ECA2DF1A30}" type="datetime4">
              <a:rPr lang="en-US" altLang="en-US" smtClean="0"/>
              <a:t>March 5, 2024</a:t>
            </a:fld>
            <a:endParaRPr lang="en-US" altLang="en-US"/>
          </a:p>
        </p:txBody>
      </p:sp>
      <p:sp>
        <p:nvSpPr>
          <p:cNvPr id="4" name="Footer Placeholder 3"/>
          <p:cNvSpPr>
            <a:spLocks noGrp="1"/>
          </p:cNvSpPr>
          <p:nvPr>
            <p:ph type="ftr" sz="quarter" idx="11"/>
          </p:nvPr>
        </p:nvSpPr>
        <p:spPr/>
        <p:txBody>
          <a:bodyPr/>
          <a:lstStyle/>
          <a:p>
            <a:pPr>
              <a:defRPr/>
            </a:pPr>
            <a:endParaRPr lang="en-US" altLang="en-US"/>
          </a:p>
        </p:txBody>
      </p:sp>
      <p:sp>
        <p:nvSpPr>
          <p:cNvPr id="5" name="Slide Number Placeholder 4"/>
          <p:cNvSpPr>
            <a:spLocks noGrp="1"/>
          </p:cNvSpPr>
          <p:nvPr>
            <p:ph type="sldNum" sz="quarter" idx="12"/>
          </p:nvPr>
        </p:nvSpPr>
        <p:spPr/>
        <p:txBody>
          <a:bodyPr/>
          <a:lstStyle/>
          <a:p>
            <a:pPr>
              <a:defRPr/>
            </a:pPr>
            <a:fld id="{F02FF4ED-2B23-4CC6-834A-FCFA22AF88CD}" type="slidenum">
              <a:rPr lang="en-US" altLang="en-US" smtClean="0"/>
              <a:pPr>
                <a:defRPr/>
              </a:pPr>
              <a:t>‹#›</a:t>
            </a:fld>
            <a:endParaRPr lang="en-US" altLang="en-US"/>
          </a:p>
        </p:txBody>
      </p:sp>
    </p:spTree>
    <p:extLst>
      <p:ext uri="{BB962C8B-B14F-4D97-AF65-F5344CB8AC3E}">
        <p14:creationId xmlns:p14="http://schemas.microsoft.com/office/powerpoint/2010/main" val="811284896"/>
      </p:ext>
    </p:extLst>
  </p:cSld>
  <p:clrMapOvr>
    <a:masterClrMapping/>
  </p:clrMapOvr>
  <p:transition>
    <p:random/>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6" name="Picture 5"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Date Placeholder 1"/>
          <p:cNvSpPr>
            <a:spLocks noGrp="1"/>
          </p:cNvSpPr>
          <p:nvPr>
            <p:ph type="dt" sz="half" idx="10"/>
          </p:nvPr>
        </p:nvSpPr>
        <p:spPr/>
        <p:txBody>
          <a:bodyPr/>
          <a:lstStyle/>
          <a:p>
            <a:pPr>
              <a:defRPr/>
            </a:pPr>
            <a:fld id="{8FC35119-4326-4B12-8C41-028122D81B5B}" type="datetime4">
              <a:rPr lang="en-US" altLang="en-US" smtClean="0"/>
              <a:t>March 5, 2024</a:t>
            </a:fld>
            <a:endParaRPr lang="en-US" altLang="en-US"/>
          </a:p>
        </p:txBody>
      </p:sp>
      <p:sp>
        <p:nvSpPr>
          <p:cNvPr id="3" name="Footer Placeholder 2"/>
          <p:cNvSpPr>
            <a:spLocks noGrp="1"/>
          </p:cNvSpPr>
          <p:nvPr>
            <p:ph type="ftr" sz="quarter" idx="11"/>
          </p:nvPr>
        </p:nvSpPr>
        <p:spPr/>
        <p:txBody>
          <a:bodyPr/>
          <a:lstStyle/>
          <a:p>
            <a:pPr>
              <a:defRPr/>
            </a:pPr>
            <a:endParaRPr lang="en-US" altLang="en-US"/>
          </a:p>
        </p:txBody>
      </p:sp>
      <p:sp>
        <p:nvSpPr>
          <p:cNvPr id="4" name="Slide Number Placeholder 3"/>
          <p:cNvSpPr>
            <a:spLocks noGrp="1"/>
          </p:cNvSpPr>
          <p:nvPr>
            <p:ph type="sldNum" sz="quarter" idx="12"/>
          </p:nvPr>
        </p:nvSpPr>
        <p:spPr/>
        <p:txBody>
          <a:bodyPr/>
          <a:lstStyle/>
          <a:p>
            <a:pPr>
              <a:defRPr/>
            </a:pPr>
            <a:fld id="{CC516D0E-CD58-4E49-9F6D-689564ED6CA6}" type="slidenum">
              <a:rPr lang="en-US" altLang="en-US" smtClean="0"/>
              <a:pPr>
                <a:defRPr/>
              </a:pPr>
              <a:t>‹#›</a:t>
            </a:fld>
            <a:endParaRPr lang="en-US" altLang="en-US"/>
          </a:p>
        </p:txBody>
      </p:sp>
    </p:spTree>
    <p:extLst>
      <p:ext uri="{BB962C8B-B14F-4D97-AF65-F5344CB8AC3E}">
        <p14:creationId xmlns:p14="http://schemas.microsoft.com/office/powerpoint/2010/main" val="3515717474"/>
      </p:ext>
    </p:extLst>
  </p:cSld>
  <p:clrMapOvr>
    <a:masterClrMapping/>
  </p:clrMapOvr>
  <p:transition>
    <p:random/>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609600"/>
            <a:ext cx="2951766"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3808547" y="609601"/>
            <a:ext cx="4650122"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331" y="2632852"/>
            <a:ext cx="2951767"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FF5480F7-A01B-4497-9686-67728E872290}" type="datetime4">
              <a:rPr lang="en-US" altLang="en-US" smtClean="0"/>
              <a:t>March 5, 2024</a:t>
            </a:fld>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pPr>
              <a:defRPr/>
            </a:pPr>
            <a:fld id="{EAC1E9C5-179F-49B5-A20B-74BA07190DB8}" type="slidenum">
              <a:rPr lang="en-US" altLang="en-US" smtClean="0"/>
              <a:pPr>
                <a:defRPr/>
              </a:pPr>
              <a:t>‹#›</a:t>
            </a:fld>
            <a:endParaRPr lang="en-US" altLang="en-US"/>
          </a:p>
        </p:txBody>
      </p:sp>
    </p:spTree>
    <p:extLst>
      <p:ext uri="{BB962C8B-B14F-4D97-AF65-F5344CB8AC3E}">
        <p14:creationId xmlns:p14="http://schemas.microsoft.com/office/powerpoint/2010/main" val="3802453608"/>
      </p:ext>
    </p:extLst>
  </p:cSld>
  <p:clrMapOvr>
    <a:masterClrMapping/>
  </p:clrMapOvr>
  <p:hf hdr="0" ftr="0"/>
</p:sldLayout>
</file>

<file path=ppt/slideLayouts/slideLayout7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2" y="609600"/>
            <a:ext cx="4129618"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004270" y="609601"/>
            <a:ext cx="3005851"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346" y="2632853"/>
            <a:ext cx="4129604"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00F7BFBB-6B8B-4E2E-8F5B-F5D4B0E631F4}" type="datetime4">
              <a:rPr lang="en-US" altLang="en-US" smtClean="0"/>
              <a:t>March 5, 2024</a:t>
            </a:fld>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pPr>
              <a:defRPr/>
            </a:pPr>
            <a:fld id="{F4C4F20B-DFB7-47E0-99A5-E35BEB509EFA}" type="slidenum">
              <a:rPr lang="en-US" altLang="en-US" smtClean="0"/>
              <a:pPr>
                <a:defRPr/>
              </a:pPr>
              <a:t>‹#›</a:t>
            </a:fld>
            <a:endParaRPr lang="en-US" altLang="en-US"/>
          </a:p>
        </p:txBody>
      </p:sp>
    </p:spTree>
    <p:extLst>
      <p:ext uri="{BB962C8B-B14F-4D97-AF65-F5344CB8AC3E}">
        <p14:creationId xmlns:p14="http://schemas.microsoft.com/office/powerpoint/2010/main" val="3324908911"/>
      </p:ext>
    </p:extLst>
  </p:cSld>
  <p:clrMapOvr>
    <a:masterClrMapping/>
  </p:clrMapOvr>
  <p:transition>
    <p:random/>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46" y="4289374"/>
            <a:ext cx="7773324"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88558" y="698261"/>
            <a:ext cx="7366899"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331" y="5108728"/>
            <a:ext cx="7773339"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FF5480F7-A01B-4497-9686-67728E872290}" type="datetime4">
              <a:rPr lang="en-US" altLang="en-US" smtClean="0"/>
              <a:t>March 5, 2024</a:t>
            </a:fld>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pPr>
              <a:defRPr/>
            </a:pPr>
            <a:fld id="{EAC1E9C5-179F-49B5-A20B-74BA07190DB8}" type="slidenum">
              <a:rPr lang="en-US" altLang="en-US" smtClean="0"/>
              <a:pPr>
                <a:defRPr/>
              </a:pPr>
              <a:t>‹#›</a:t>
            </a:fld>
            <a:endParaRPr lang="en-US" altLang="en-US"/>
          </a:p>
        </p:txBody>
      </p:sp>
    </p:spTree>
    <p:extLst>
      <p:ext uri="{BB962C8B-B14F-4D97-AF65-F5344CB8AC3E}">
        <p14:creationId xmlns:p14="http://schemas.microsoft.com/office/powerpoint/2010/main" val="3560313768"/>
      </p:ext>
    </p:extLst>
  </p:cSld>
  <p:clrMapOvr>
    <a:masterClrMapping/>
  </p:clrMapOvr>
  <p:hf hdr="0" ftr="0"/>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609600"/>
            <a:ext cx="7773339"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331" y="4204821"/>
            <a:ext cx="7773339"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FF5480F7-A01B-4497-9686-67728E872290}" type="datetime4">
              <a:rPr lang="en-US" altLang="en-US" smtClean="0"/>
              <a:t>March 5, 2024</a:t>
            </a:fld>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pPr>
              <a:defRPr/>
            </a:pPr>
            <a:fld id="{EAC1E9C5-179F-49B5-A20B-74BA07190DB8}" type="slidenum">
              <a:rPr lang="en-US" altLang="en-US" smtClean="0"/>
              <a:pPr>
                <a:defRPr/>
              </a:pPr>
              <a:t>‹#›</a:t>
            </a:fld>
            <a:endParaRPr lang="en-US" altLang="en-US"/>
          </a:p>
        </p:txBody>
      </p:sp>
    </p:spTree>
    <p:extLst>
      <p:ext uri="{BB962C8B-B14F-4D97-AF65-F5344CB8AC3E}">
        <p14:creationId xmlns:p14="http://schemas.microsoft.com/office/powerpoint/2010/main" val="3013122542"/>
      </p:ext>
    </p:extLst>
  </p:cSld>
  <p:clrMapOvr>
    <a:masterClrMapping/>
  </p:clrMapOvr>
  <p:hf hdr="0" ftr="0"/>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3" name="Picture 12"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1084659" y="872588"/>
            <a:ext cx="6977064" cy="2729915"/>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290484" y="3610032"/>
            <a:ext cx="6564224"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331" y="4372797"/>
            <a:ext cx="7773339"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FF5480F7-A01B-4497-9686-67728E872290}" type="datetime4">
              <a:rPr lang="en-US" altLang="en-US" smtClean="0"/>
              <a:t>March 5, 2024</a:t>
            </a:fld>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pPr>
              <a:defRPr/>
            </a:pPr>
            <a:fld id="{EAC1E9C5-179F-49B5-A20B-74BA07190DB8}" type="slidenum">
              <a:rPr lang="en-US" altLang="en-US" smtClean="0"/>
              <a:pPr>
                <a:defRPr/>
              </a:pPr>
              <a:t>‹#›</a:t>
            </a:fld>
            <a:endParaRPr lang="en-US" altLang="en-US"/>
          </a:p>
        </p:txBody>
      </p:sp>
      <p:sp>
        <p:nvSpPr>
          <p:cNvPr id="11" name="TextBox 10"/>
          <p:cNvSpPr txBox="1"/>
          <p:nvPr/>
        </p:nvSpPr>
        <p:spPr>
          <a:xfrm>
            <a:off x="737626" y="887859"/>
            <a:ext cx="546888"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7850130" y="3120015"/>
            <a:ext cx="553641"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369468459"/>
      </p:ext>
    </p:extLst>
  </p:cSld>
  <p:clrMapOvr>
    <a:masterClrMapping/>
  </p:clrMapOvr>
  <p:hf hdr="0" ftr="0"/>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2138722"/>
            <a:ext cx="7773339"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331" y="4662335"/>
            <a:ext cx="777333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FF5480F7-A01B-4497-9686-67728E872290}" type="datetime4">
              <a:rPr lang="en-US" altLang="en-US" smtClean="0"/>
              <a:t>March 5, 2024</a:t>
            </a:fld>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pPr>
              <a:defRPr/>
            </a:pPr>
            <a:fld id="{EAC1E9C5-179F-49B5-A20B-74BA07190DB8}" type="slidenum">
              <a:rPr lang="en-US" altLang="en-US" smtClean="0"/>
              <a:pPr>
                <a:defRPr/>
              </a:pPr>
              <a:t>‹#›</a:t>
            </a:fld>
            <a:endParaRPr lang="en-US" altLang="en-US"/>
          </a:p>
        </p:txBody>
      </p:sp>
    </p:spTree>
    <p:extLst>
      <p:ext uri="{BB962C8B-B14F-4D97-AF65-F5344CB8AC3E}">
        <p14:creationId xmlns:p14="http://schemas.microsoft.com/office/powerpoint/2010/main" val="64668473"/>
      </p:ext>
    </p:extLst>
  </p:cSld>
  <p:clrMapOvr>
    <a:masterClrMapping/>
  </p:clrMapOvr>
  <p:hf hdr="0" ftr="0"/>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4" name="Picture 13"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5" name="Title 1"/>
          <p:cNvSpPr>
            <a:spLocks noGrp="1"/>
          </p:cNvSpPr>
          <p:nvPr>
            <p:ph type="title"/>
          </p:nvPr>
        </p:nvSpPr>
        <p:spPr>
          <a:xfrm>
            <a:off x="685331" y="609600"/>
            <a:ext cx="7773339"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331" y="2367093"/>
            <a:ext cx="2474232" cy="576262"/>
          </a:xfrm>
        </p:spPr>
        <p:txBody>
          <a:bodyPr anchor="b">
            <a:noAutofit/>
          </a:bodyPr>
          <a:lstStyle>
            <a:lvl1pPr marL="0" indent="0" algn="ctr">
              <a:lnSpc>
                <a:spcPct val="7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331" y="2943356"/>
            <a:ext cx="2474232"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339292" y="2367093"/>
            <a:ext cx="2468641" cy="576262"/>
          </a:xfrm>
        </p:spPr>
        <p:txBody>
          <a:bodyPr anchor="b">
            <a:noAutofit/>
          </a:bodyPr>
          <a:lstStyle>
            <a:lvl1pPr marL="0" indent="0" algn="ctr">
              <a:lnSpc>
                <a:spcPct val="7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331012" y="2943356"/>
            <a:ext cx="2477513"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979974" y="2367093"/>
            <a:ext cx="2478696" cy="576262"/>
          </a:xfrm>
        </p:spPr>
        <p:txBody>
          <a:bodyPr anchor="b">
            <a:noAutofit/>
          </a:bodyPr>
          <a:lstStyle>
            <a:lvl1pPr marL="0" indent="0" algn="ctr">
              <a:lnSpc>
                <a:spcPct val="7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979974" y="2943356"/>
            <a:ext cx="247869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pPr>
              <a:defRPr/>
            </a:pPr>
            <a:fld id="{FF5480F7-A01B-4497-9686-67728E872290}" type="datetime4">
              <a:rPr lang="en-US" altLang="en-US" smtClean="0"/>
              <a:t>March 5, 2024</a:t>
            </a:fld>
            <a:endParaRPr lang="en-US" altLang="en-US"/>
          </a:p>
        </p:txBody>
      </p:sp>
      <p:sp>
        <p:nvSpPr>
          <p:cNvPr id="4" name="Footer Placeholder 3"/>
          <p:cNvSpPr>
            <a:spLocks noGrp="1"/>
          </p:cNvSpPr>
          <p:nvPr>
            <p:ph type="ftr" sz="quarter" idx="11"/>
          </p:nvPr>
        </p:nvSpPr>
        <p:spPr/>
        <p:txBody>
          <a:bodyPr/>
          <a:lstStyle/>
          <a:p>
            <a:pPr>
              <a:defRPr/>
            </a:pPr>
            <a:endParaRPr lang="en-US" altLang="en-US"/>
          </a:p>
        </p:txBody>
      </p:sp>
      <p:sp>
        <p:nvSpPr>
          <p:cNvPr id="5" name="Slide Number Placeholder 4"/>
          <p:cNvSpPr>
            <a:spLocks noGrp="1"/>
          </p:cNvSpPr>
          <p:nvPr>
            <p:ph type="sldNum" sz="quarter" idx="12"/>
          </p:nvPr>
        </p:nvSpPr>
        <p:spPr/>
        <p:txBody>
          <a:bodyPr/>
          <a:lstStyle/>
          <a:p>
            <a:pPr>
              <a:defRPr/>
            </a:pPr>
            <a:fld id="{EAC1E9C5-179F-49B5-A20B-74BA07190DB8}" type="slidenum">
              <a:rPr lang="en-US" altLang="en-US" smtClean="0"/>
              <a:pPr>
                <a:defRPr/>
              </a:pPr>
              <a:t>‹#›</a:t>
            </a:fld>
            <a:endParaRPr lang="en-US" altLang="en-US"/>
          </a:p>
        </p:txBody>
      </p:sp>
    </p:spTree>
    <p:extLst>
      <p:ext uri="{BB962C8B-B14F-4D97-AF65-F5344CB8AC3E}">
        <p14:creationId xmlns:p14="http://schemas.microsoft.com/office/powerpoint/2010/main" val="3405699333"/>
      </p:ext>
    </p:extLst>
  </p:cSld>
  <p:clrMapOvr>
    <a:masterClrMapping/>
  </p:clrMapOvr>
  <p:hf hdr="0" ftr="0"/>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7" name="Picture 1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0" name="Title 1"/>
          <p:cNvSpPr>
            <a:spLocks noGrp="1"/>
          </p:cNvSpPr>
          <p:nvPr>
            <p:ph type="title"/>
          </p:nvPr>
        </p:nvSpPr>
        <p:spPr>
          <a:xfrm>
            <a:off x="685331" y="610772"/>
            <a:ext cx="7773339"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5331" y="4204820"/>
            <a:ext cx="2472307" cy="576262"/>
          </a:xfrm>
        </p:spPr>
        <p:txBody>
          <a:bodyPr anchor="b">
            <a:noAutofit/>
          </a:bodyPr>
          <a:lstStyle>
            <a:lvl1pPr marL="0" indent="0" algn="ctr">
              <a:lnSpc>
                <a:spcPct val="7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5331" y="2367093"/>
            <a:ext cx="2472307"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5331" y="4781082"/>
            <a:ext cx="2472307"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332069" y="4204820"/>
            <a:ext cx="2476371" cy="576262"/>
          </a:xfrm>
        </p:spPr>
        <p:txBody>
          <a:bodyPr anchor="b">
            <a:noAutofit/>
          </a:bodyPr>
          <a:lstStyle>
            <a:lvl1pPr marL="0" indent="0" algn="ctr">
              <a:lnSpc>
                <a:spcPct val="7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331011" y="2367093"/>
            <a:ext cx="2477514"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331011" y="4781081"/>
            <a:ext cx="2477514"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979974" y="4204820"/>
            <a:ext cx="2475511" cy="576262"/>
          </a:xfrm>
        </p:spPr>
        <p:txBody>
          <a:bodyPr anchor="b">
            <a:noAutofit/>
          </a:bodyPr>
          <a:lstStyle>
            <a:lvl1pPr marL="0" indent="0" algn="ctr">
              <a:lnSpc>
                <a:spcPct val="7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5979974" y="2367093"/>
            <a:ext cx="2478696"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79880" y="4781079"/>
            <a:ext cx="2478790"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pPr>
              <a:defRPr/>
            </a:pPr>
            <a:fld id="{FF5480F7-A01B-4497-9686-67728E872290}" type="datetime4">
              <a:rPr lang="en-US" altLang="en-US" smtClean="0"/>
              <a:t>March 5, 2024</a:t>
            </a:fld>
            <a:endParaRPr lang="en-US" altLang="en-US"/>
          </a:p>
        </p:txBody>
      </p:sp>
      <p:sp>
        <p:nvSpPr>
          <p:cNvPr id="4" name="Footer Placeholder 3"/>
          <p:cNvSpPr>
            <a:spLocks noGrp="1"/>
          </p:cNvSpPr>
          <p:nvPr>
            <p:ph type="ftr" sz="quarter" idx="11"/>
          </p:nvPr>
        </p:nvSpPr>
        <p:spPr/>
        <p:txBody>
          <a:bodyPr/>
          <a:lstStyle/>
          <a:p>
            <a:pPr>
              <a:defRPr/>
            </a:pPr>
            <a:endParaRPr lang="en-US" altLang="en-US"/>
          </a:p>
        </p:txBody>
      </p:sp>
      <p:sp>
        <p:nvSpPr>
          <p:cNvPr id="5" name="Slide Number Placeholder 4"/>
          <p:cNvSpPr>
            <a:spLocks noGrp="1"/>
          </p:cNvSpPr>
          <p:nvPr>
            <p:ph type="sldNum" sz="quarter" idx="12"/>
          </p:nvPr>
        </p:nvSpPr>
        <p:spPr/>
        <p:txBody>
          <a:bodyPr/>
          <a:lstStyle/>
          <a:p>
            <a:pPr>
              <a:defRPr/>
            </a:pPr>
            <a:fld id="{EAC1E9C5-179F-49B5-A20B-74BA07190DB8}" type="slidenum">
              <a:rPr lang="en-US" altLang="en-US" smtClean="0"/>
              <a:pPr>
                <a:defRPr/>
              </a:pPr>
              <a:t>‹#›</a:t>
            </a:fld>
            <a:endParaRPr lang="en-US" altLang="en-US"/>
          </a:p>
        </p:txBody>
      </p:sp>
    </p:spTree>
    <p:extLst>
      <p:ext uri="{BB962C8B-B14F-4D97-AF65-F5344CB8AC3E}">
        <p14:creationId xmlns:p14="http://schemas.microsoft.com/office/powerpoint/2010/main" val="2943294387"/>
      </p:ext>
    </p:extLst>
  </p:cSld>
  <p:clrMapOvr>
    <a:masterClrMapping/>
  </p:clrMapOvr>
  <p:hf hdr="0" ftr="0"/>
</p:sldLayout>
</file>

<file path=ppt/slideLayouts/slideLayout8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685331" y="2367094"/>
            <a:ext cx="7773339"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FF5480F7-A01B-4497-9686-67728E872290}" type="datetime4">
              <a:rPr lang="en-US" altLang="en-US" smtClean="0"/>
              <a:t>March 5, 2024</a:t>
            </a:fld>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pPr>
              <a:defRPr/>
            </a:pPr>
            <a:fld id="{EAC1E9C5-179F-49B5-A20B-74BA07190DB8}" type="slidenum">
              <a:rPr lang="en-US" altLang="en-US" smtClean="0"/>
              <a:pPr>
                <a:defRPr/>
              </a:pPr>
              <a:t>‹#›</a:t>
            </a:fld>
            <a:endParaRPr lang="en-US" altLang="en-US"/>
          </a:p>
        </p:txBody>
      </p:sp>
    </p:spTree>
    <p:extLst>
      <p:ext uri="{BB962C8B-B14F-4D97-AF65-F5344CB8AC3E}">
        <p14:creationId xmlns:p14="http://schemas.microsoft.com/office/powerpoint/2010/main" val="1159160439"/>
      </p:ext>
    </p:extLst>
  </p:cSld>
  <p:clrMapOvr>
    <a:masterClrMapping/>
  </p:clrMapOvr>
  <p:hf hdr="0" ftr="0"/>
</p:sldLayout>
</file>

<file path=ppt/slideLayouts/slideLayout8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10" name="Picture 9"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Vertical Title 1"/>
          <p:cNvSpPr>
            <a:spLocks noGrp="1"/>
          </p:cNvSpPr>
          <p:nvPr>
            <p:ph type="title" orient="vert"/>
          </p:nvPr>
        </p:nvSpPr>
        <p:spPr>
          <a:xfrm>
            <a:off x="6543675" y="609602"/>
            <a:ext cx="1914995"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685331" y="609602"/>
            <a:ext cx="5744043"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FF5480F7-A01B-4497-9686-67728E872290}" type="datetime4">
              <a:rPr lang="en-US" altLang="en-US" smtClean="0"/>
              <a:t>March 5, 2024</a:t>
            </a:fld>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pPr>
              <a:defRPr/>
            </a:pPr>
            <a:fld id="{EAC1E9C5-179F-49B5-A20B-74BA07190DB8}" type="slidenum">
              <a:rPr lang="en-US" altLang="en-US" smtClean="0"/>
              <a:pPr>
                <a:defRPr/>
              </a:pPr>
              <a:t>‹#›</a:t>
            </a:fld>
            <a:endParaRPr lang="en-US" altLang="en-US"/>
          </a:p>
        </p:txBody>
      </p:sp>
    </p:spTree>
    <p:extLst>
      <p:ext uri="{BB962C8B-B14F-4D97-AF65-F5344CB8AC3E}">
        <p14:creationId xmlns:p14="http://schemas.microsoft.com/office/powerpoint/2010/main" val="2988074580"/>
      </p:ext>
    </p:extLst>
  </p:cSld>
  <p:clrMapOvr>
    <a:masterClrMapping/>
  </p:clrMapOvr>
  <p:hf hdr="0" ftr="0"/>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FF0000"/>
                </a:solidFill>
              </a:defRPr>
            </a:lvl1pPr>
          </a:lstStyle>
          <a:p>
            <a:r>
              <a:rPr lang="en-US"/>
              <a:t>Click to edit Master title style</a:t>
            </a:r>
            <a:endParaRPr dirty="0"/>
          </a:p>
        </p:txBody>
      </p:sp>
      <p:sp>
        <p:nvSpPr>
          <p:cNvPr id="3" name="Content Placeholder 2"/>
          <p:cNvSpPr>
            <a:spLocks noGrp="1"/>
          </p:cNvSpPr>
          <p:nvPr>
            <p:ph idx="1"/>
          </p:nvPr>
        </p:nvSpPr>
        <p:spPr/>
        <p:txBody>
          <a:bodyPr/>
          <a:lstStyle>
            <a:lvl1pPr>
              <a:defRPr>
                <a:solidFill>
                  <a:srgbClr val="0070C0"/>
                </a:solidFill>
              </a:defRPr>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3">
            <a:extLst>
              <a:ext uri="{FF2B5EF4-FFF2-40B4-BE49-F238E27FC236}">
                <a16:creationId xmlns:a16="http://schemas.microsoft.com/office/drawing/2014/main" id="{84101D24-BFA7-4899-9B74-B8A3EFA117AF}"/>
              </a:ext>
            </a:extLst>
          </p:cNvPr>
          <p:cNvSpPr>
            <a:spLocks noGrp="1"/>
          </p:cNvSpPr>
          <p:nvPr>
            <p:ph type="dt" sz="half" idx="10"/>
          </p:nvPr>
        </p:nvSpPr>
        <p:spPr/>
        <p:txBody>
          <a:bodyPr/>
          <a:lstStyle>
            <a:lvl1pPr>
              <a:defRPr/>
            </a:lvl1pPr>
          </a:lstStyle>
          <a:p>
            <a:pPr>
              <a:defRPr/>
            </a:pPr>
            <a:fld id="{13F99C14-10D9-4321-B3FF-0E9B3870EC11}" type="datetime4">
              <a:rPr lang="en-US" altLang="en-US" smtClean="0"/>
              <a:t>March 5, 2024</a:t>
            </a:fld>
            <a:endParaRPr lang="en-US" altLang="en-US"/>
          </a:p>
        </p:txBody>
      </p:sp>
      <p:sp>
        <p:nvSpPr>
          <p:cNvPr id="6" name="Footer Placeholder 4">
            <a:extLst>
              <a:ext uri="{FF2B5EF4-FFF2-40B4-BE49-F238E27FC236}">
                <a16:creationId xmlns:a16="http://schemas.microsoft.com/office/drawing/2014/main" id="{6E967D6C-DA6F-4253-9972-3ACF725B5CB4}"/>
              </a:ext>
            </a:extLst>
          </p:cNvPr>
          <p:cNvSpPr>
            <a:spLocks noGrp="1"/>
          </p:cNvSpPr>
          <p:nvPr>
            <p:ph type="ftr" sz="quarter" idx="11"/>
          </p:nvPr>
        </p:nvSpPr>
        <p:spPr/>
        <p:txBody>
          <a:bodyPr/>
          <a:lstStyle>
            <a:lvl1pPr>
              <a:defRPr/>
            </a:lvl1pPr>
          </a:lstStyle>
          <a:p>
            <a:pPr>
              <a:defRPr/>
            </a:pPr>
            <a:endParaRPr lang="en-US" altLang="en-US"/>
          </a:p>
        </p:txBody>
      </p:sp>
      <p:sp>
        <p:nvSpPr>
          <p:cNvPr id="7" name="Slide Number Placeholder 5">
            <a:extLst>
              <a:ext uri="{FF2B5EF4-FFF2-40B4-BE49-F238E27FC236}">
                <a16:creationId xmlns:a16="http://schemas.microsoft.com/office/drawing/2014/main" id="{3A360E86-5EA3-4476-88D3-5048B6BF470E}"/>
              </a:ext>
            </a:extLst>
          </p:cNvPr>
          <p:cNvSpPr>
            <a:spLocks noGrp="1"/>
          </p:cNvSpPr>
          <p:nvPr>
            <p:ph type="sldNum" sz="quarter" idx="12"/>
          </p:nvPr>
        </p:nvSpPr>
        <p:spPr/>
        <p:txBody>
          <a:bodyPr/>
          <a:lstStyle>
            <a:lvl1pPr>
              <a:defRPr/>
            </a:lvl1pPr>
          </a:lstStyle>
          <a:p>
            <a:pPr>
              <a:defRPr/>
            </a:pPr>
            <a:fld id="{5997FF75-9E45-4F6E-9E89-BE68C2AA7735}" type="slidenum">
              <a:rPr lang="en-US" altLang="en-US"/>
              <a:pPr>
                <a:defRPr/>
              </a:pPr>
              <a:t>‹#›</a:t>
            </a:fld>
            <a:endParaRPr lang="en-US" altLang="en-US"/>
          </a:p>
        </p:txBody>
      </p:sp>
    </p:spTree>
    <p:extLst>
      <p:ext uri="{BB962C8B-B14F-4D97-AF65-F5344CB8AC3E}">
        <p14:creationId xmlns:p14="http://schemas.microsoft.com/office/powerpoint/2010/main" val="2326636553"/>
      </p:ext>
    </p:extLst>
  </p:cSld>
  <p:clrMapOvr>
    <a:masterClrMapping/>
  </p:clrMapOvr>
  <p:transition>
    <p:random/>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obj">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031C2-A5A7-C721-3434-6FF4885B1FB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33DD86C-F9C5-1EC3-AB38-A948C180DB9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3335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image" Target="../media/image2.jpeg"/><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theme" Target="../theme/theme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2.xml"/><Relationship Id="rId13" Type="http://schemas.openxmlformats.org/officeDocument/2006/relationships/theme" Target="../theme/theme3.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slideLayout" Target="../slideLayouts/slideLayout46.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 Id="rId14"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4.xml"/><Relationship Id="rId13" Type="http://schemas.openxmlformats.org/officeDocument/2006/relationships/theme" Target="../theme/theme4.xml"/><Relationship Id="rId3" Type="http://schemas.openxmlformats.org/officeDocument/2006/relationships/slideLayout" Target="../slideLayouts/slideLayout49.xml"/><Relationship Id="rId7" Type="http://schemas.openxmlformats.org/officeDocument/2006/relationships/slideLayout" Target="../slideLayouts/slideLayout53.xml"/><Relationship Id="rId12" Type="http://schemas.openxmlformats.org/officeDocument/2006/relationships/slideLayout" Target="../slideLayouts/slideLayout58.xml"/><Relationship Id="rId2" Type="http://schemas.openxmlformats.org/officeDocument/2006/relationships/slideLayout" Target="../slideLayouts/slideLayout48.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5" Type="http://schemas.openxmlformats.org/officeDocument/2006/relationships/slideLayout" Target="../slideLayouts/slideLayout51.xml"/><Relationship Id="rId10" Type="http://schemas.openxmlformats.org/officeDocument/2006/relationships/slideLayout" Target="../slideLayouts/slideLayout56.xml"/><Relationship Id="rId4" Type="http://schemas.openxmlformats.org/officeDocument/2006/relationships/slideLayout" Target="../slideLayouts/slideLayout50.xml"/><Relationship Id="rId9" Type="http://schemas.openxmlformats.org/officeDocument/2006/relationships/slideLayout" Target="../slideLayouts/slideLayout55.xml"/><Relationship Id="rId14" Type="http://schemas.openxmlformats.org/officeDocument/2006/relationships/image" Target="../media/image2.jpe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6.xml"/><Relationship Id="rId13" Type="http://schemas.openxmlformats.org/officeDocument/2006/relationships/image" Target="../media/image2.jpeg"/><Relationship Id="rId3" Type="http://schemas.openxmlformats.org/officeDocument/2006/relationships/slideLayout" Target="../slideLayouts/slideLayout61.xml"/><Relationship Id="rId7" Type="http://schemas.openxmlformats.org/officeDocument/2006/relationships/slideLayout" Target="../slideLayouts/slideLayout65.xml"/><Relationship Id="rId12" Type="http://schemas.openxmlformats.org/officeDocument/2006/relationships/theme" Target="../theme/theme5.xml"/><Relationship Id="rId2" Type="http://schemas.openxmlformats.org/officeDocument/2006/relationships/slideLayout" Target="../slideLayouts/slideLayout60.xml"/><Relationship Id="rId1" Type="http://schemas.openxmlformats.org/officeDocument/2006/relationships/slideLayout" Target="../slideLayouts/slideLayout59.xml"/><Relationship Id="rId6" Type="http://schemas.openxmlformats.org/officeDocument/2006/relationships/slideLayout" Target="../slideLayouts/slideLayout64.xml"/><Relationship Id="rId11" Type="http://schemas.openxmlformats.org/officeDocument/2006/relationships/slideLayout" Target="../slideLayouts/slideLayout69.xml"/><Relationship Id="rId5" Type="http://schemas.openxmlformats.org/officeDocument/2006/relationships/slideLayout" Target="../slideLayouts/slideLayout63.xml"/><Relationship Id="rId10" Type="http://schemas.openxmlformats.org/officeDocument/2006/relationships/slideLayout" Target="../slideLayouts/slideLayout68.xml"/><Relationship Id="rId4" Type="http://schemas.openxmlformats.org/officeDocument/2006/relationships/slideLayout" Target="../slideLayouts/slideLayout62.xml"/><Relationship Id="rId9" Type="http://schemas.openxmlformats.org/officeDocument/2006/relationships/slideLayout" Target="../slideLayouts/slideLayout67.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7.xml"/><Relationship Id="rId13" Type="http://schemas.openxmlformats.org/officeDocument/2006/relationships/slideLayout" Target="../slideLayouts/slideLayout82.xml"/><Relationship Id="rId18" Type="http://schemas.openxmlformats.org/officeDocument/2006/relationships/slideLayout" Target="../slideLayouts/slideLayout87.xml"/><Relationship Id="rId3" Type="http://schemas.openxmlformats.org/officeDocument/2006/relationships/slideLayout" Target="../slideLayouts/slideLayout72.xml"/><Relationship Id="rId21" Type="http://schemas.openxmlformats.org/officeDocument/2006/relationships/image" Target="../media/image3.png"/><Relationship Id="rId7" Type="http://schemas.openxmlformats.org/officeDocument/2006/relationships/slideLayout" Target="../slideLayouts/slideLayout76.xml"/><Relationship Id="rId12" Type="http://schemas.openxmlformats.org/officeDocument/2006/relationships/slideLayout" Target="../slideLayouts/slideLayout81.xml"/><Relationship Id="rId17" Type="http://schemas.openxmlformats.org/officeDocument/2006/relationships/slideLayout" Target="../slideLayouts/slideLayout86.xml"/><Relationship Id="rId2" Type="http://schemas.openxmlformats.org/officeDocument/2006/relationships/slideLayout" Target="../slideLayouts/slideLayout71.xml"/><Relationship Id="rId16" Type="http://schemas.openxmlformats.org/officeDocument/2006/relationships/slideLayout" Target="../slideLayouts/slideLayout85.xml"/><Relationship Id="rId20" Type="http://schemas.openxmlformats.org/officeDocument/2006/relationships/theme" Target="../theme/theme6.xml"/><Relationship Id="rId1" Type="http://schemas.openxmlformats.org/officeDocument/2006/relationships/slideLayout" Target="../slideLayouts/slideLayout70.xml"/><Relationship Id="rId6" Type="http://schemas.openxmlformats.org/officeDocument/2006/relationships/slideLayout" Target="../slideLayouts/slideLayout75.xml"/><Relationship Id="rId11" Type="http://schemas.openxmlformats.org/officeDocument/2006/relationships/slideLayout" Target="../slideLayouts/slideLayout80.xml"/><Relationship Id="rId5" Type="http://schemas.openxmlformats.org/officeDocument/2006/relationships/slideLayout" Target="../slideLayouts/slideLayout74.xml"/><Relationship Id="rId15" Type="http://schemas.openxmlformats.org/officeDocument/2006/relationships/slideLayout" Target="../slideLayouts/slideLayout84.xml"/><Relationship Id="rId10" Type="http://schemas.openxmlformats.org/officeDocument/2006/relationships/slideLayout" Target="../slideLayouts/slideLayout79.xml"/><Relationship Id="rId19" Type="http://schemas.openxmlformats.org/officeDocument/2006/relationships/slideLayout" Target="../slideLayouts/slideLayout88.xml"/><Relationship Id="rId4" Type="http://schemas.openxmlformats.org/officeDocument/2006/relationships/slideLayout" Target="../slideLayouts/slideLayout73.xml"/><Relationship Id="rId9" Type="http://schemas.openxmlformats.org/officeDocument/2006/relationships/slideLayout" Target="../slideLayouts/slideLayout78.xml"/><Relationship Id="rId14" Type="http://schemas.openxmlformats.org/officeDocument/2006/relationships/slideLayout" Target="../slideLayouts/slideLayout8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1026" name="Group 2">
            <a:extLst>
              <a:ext uri="{FF2B5EF4-FFF2-40B4-BE49-F238E27FC236}">
                <a16:creationId xmlns:a16="http://schemas.microsoft.com/office/drawing/2014/main" id="{2D181DFD-BC57-4863-A2C5-280A8F4F16A2}"/>
              </a:ext>
            </a:extLst>
          </p:cNvPr>
          <p:cNvGrpSpPr>
            <a:grpSpLocks/>
          </p:cNvGrpSpPr>
          <p:nvPr/>
        </p:nvGrpSpPr>
        <p:grpSpPr bwMode="auto">
          <a:xfrm>
            <a:off x="0" y="-533400"/>
            <a:ext cx="8686800" cy="4876800"/>
            <a:chOff x="0" y="0"/>
            <a:chExt cx="5472" cy="3072"/>
          </a:xfrm>
        </p:grpSpPr>
        <p:sp>
          <p:nvSpPr>
            <p:cNvPr id="1034" name="Rectangle 3">
              <a:extLst>
                <a:ext uri="{FF2B5EF4-FFF2-40B4-BE49-F238E27FC236}">
                  <a16:creationId xmlns:a16="http://schemas.microsoft.com/office/drawing/2014/main" id="{BF71C004-2F2F-430F-8993-B50AEC603988}"/>
                </a:ext>
              </a:extLst>
            </p:cNvPr>
            <p:cNvSpPr>
              <a:spLocks noChangeArrowheads="1"/>
            </p:cNvSpPr>
            <p:nvPr/>
          </p:nvSpPr>
          <p:spPr bwMode="auto">
            <a:xfrm>
              <a:off x="0" y="0"/>
              <a:ext cx="384" cy="3072"/>
            </a:xfrm>
            <a:prstGeom prst="rect">
              <a:avLst/>
            </a:prstGeom>
            <a:solidFill>
              <a:schemeClr val="accent1"/>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Angsana New" panose="02020603050405020304" pitchFamily="18" charset="-34"/>
                </a:defRPr>
              </a:lvl1pPr>
              <a:lvl2pPr marL="742950" indent="-285750">
                <a:defRPr>
                  <a:solidFill>
                    <a:schemeClr val="tx1"/>
                  </a:solidFill>
                  <a:latin typeface="Arial" panose="020B0604020202020204" pitchFamily="34" charset="0"/>
                  <a:ea typeface="Angsana New" panose="02020603050405020304" pitchFamily="18" charset="-34"/>
                </a:defRPr>
              </a:lvl2pPr>
              <a:lvl3pPr marL="1143000" indent="-228600">
                <a:defRPr>
                  <a:solidFill>
                    <a:schemeClr val="tx1"/>
                  </a:solidFill>
                  <a:latin typeface="Arial" panose="020B0604020202020204" pitchFamily="34" charset="0"/>
                  <a:ea typeface="Angsana New" panose="02020603050405020304" pitchFamily="18" charset="-34"/>
                </a:defRPr>
              </a:lvl3pPr>
              <a:lvl4pPr marL="1600200" indent="-228600">
                <a:defRPr>
                  <a:solidFill>
                    <a:schemeClr val="tx1"/>
                  </a:solidFill>
                  <a:latin typeface="Arial" panose="020B0604020202020204" pitchFamily="34" charset="0"/>
                  <a:ea typeface="Angsana New" panose="02020603050405020304" pitchFamily="18" charset="-34"/>
                </a:defRPr>
              </a:lvl4pPr>
              <a:lvl5pPr marL="2057400" indent="-228600">
                <a:defRPr>
                  <a:solidFill>
                    <a:schemeClr val="tx1"/>
                  </a:solidFill>
                  <a:latin typeface="Arial" panose="020B0604020202020204" pitchFamily="34" charset="0"/>
                  <a:ea typeface="Angsana New" panose="02020603050405020304" pitchFamily="18" charset="-34"/>
                </a:defRPr>
              </a:lvl5pPr>
              <a:lvl6pPr marL="25146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6pPr>
              <a:lvl7pPr marL="29718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7pPr>
              <a:lvl8pPr marL="34290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8pPr>
              <a:lvl9pPr marL="38862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9pPr>
            </a:lstStyle>
            <a:p>
              <a:pPr algn="ctr" eaLnBrk="1" hangingPunct="1">
                <a:defRPr/>
              </a:pPr>
              <a:endParaRPr lang="en-US" altLang="en-US" sz="2400">
                <a:latin typeface="Times New Roman" panose="02020603050405020304" pitchFamily="18" charset="0"/>
              </a:endParaRPr>
            </a:p>
          </p:txBody>
        </p:sp>
        <p:grpSp>
          <p:nvGrpSpPr>
            <p:cNvPr id="1035" name="Group 4">
              <a:extLst>
                <a:ext uri="{FF2B5EF4-FFF2-40B4-BE49-F238E27FC236}">
                  <a16:creationId xmlns:a16="http://schemas.microsoft.com/office/drawing/2014/main" id="{B6AAE28B-53B4-48E7-84A8-BC76053D5A43}"/>
                </a:ext>
              </a:extLst>
            </p:cNvPr>
            <p:cNvGrpSpPr>
              <a:grpSpLocks/>
            </p:cNvGrpSpPr>
            <p:nvPr/>
          </p:nvGrpSpPr>
          <p:grpSpPr bwMode="auto">
            <a:xfrm>
              <a:off x="240" y="893"/>
              <a:ext cx="5232" cy="115"/>
              <a:chOff x="240" y="893"/>
              <a:chExt cx="5232" cy="115"/>
            </a:xfrm>
          </p:grpSpPr>
          <p:sp>
            <p:nvSpPr>
              <p:cNvPr id="1036" name="Rectangle 5">
                <a:extLst>
                  <a:ext uri="{FF2B5EF4-FFF2-40B4-BE49-F238E27FC236}">
                    <a16:creationId xmlns:a16="http://schemas.microsoft.com/office/drawing/2014/main" id="{16EC6BDB-67D2-49CB-B621-6A9F90B52EDE}"/>
                  </a:ext>
                </a:extLst>
              </p:cNvPr>
              <p:cNvSpPr>
                <a:spLocks noChangeArrowheads="1"/>
              </p:cNvSpPr>
              <p:nvPr/>
            </p:nvSpPr>
            <p:spPr bwMode="auto">
              <a:xfrm>
                <a:off x="4320" y="893"/>
                <a:ext cx="1152" cy="115"/>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Angsana New" panose="02020603050405020304" pitchFamily="18" charset="-34"/>
                  </a:defRPr>
                </a:lvl1pPr>
                <a:lvl2pPr marL="742950" indent="-285750">
                  <a:defRPr>
                    <a:solidFill>
                      <a:schemeClr val="tx1"/>
                    </a:solidFill>
                    <a:latin typeface="Arial" panose="020B0604020202020204" pitchFamily="34" charset="0"/>
                    <a:ea typeface="Angsana New" panose="02020603050405020304" pitchFamily="18" charset="-34"/>
                  </a:defRPr>
                </a:lvl2pPr>
                <a:lvl3pPr marL="1143000" indent="-228600">
                  <a:defRPr>
                    <a:solidFill>
                      <a:schemeClr val="tx1"/>
                    </a:solidFill>
                    <a:latin typeface="Arial" panose="020B0604020202020204" pitchFamily="34" charset="0"/>
                    <a:ea typeface="Angsana New" panose="02020603050405020304" pitchFamily="18" charset="-34"/>
                  </a:defRPr>
                </a:lvl3pPr>
                <a:lvl4pPr marL="1600200" indent="-228600">
                  <a:defRPr>
                    <a:solidFill>
                      <a:schemeClr val="tx1"/>
                    </a:solidFill>
                    <a:latin typeface="Arial" panose="020B0604020202020204" pitchFamily="34" charset="0"/>
                    <a:ea typeface="Angsana New" panose="02020603050405020304" pitchFamily="18" charset="-34"/>
                  </a:defRPr>
                </a:lvl4pPr>
                <a:lvl5pPr marL="2057400" indent="-228600">
                  <a:defRPr>
                    <a:solidFill>
                      <a:schemeClr val="tx1"/>
                    </a:solidFill>
                    <a:latin typeface="Arial" panose="020B0604020202020204" pitchFamily="34" charset="0"/>
                    <a:ea typeface="Angsana New" panose="02020603050405020304" pitchFamily="18" charset="-34"/>
                  </a:defRPr>
                </a:lvl5pPr>
                <a:lvl6pPr marL="25146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6pPr>
                <a:lvl7pPr marL="29718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7pPr>
                <a:lvl8pPr marL="34290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8pPr>
                <a:lvl9pPr marL="38862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9pPr>
              </a:lstStyle>
              <a:p>
                <a:pPr algn="ctr" eaLnBrk="1" hangingPunct="1">
                  <a:defRPr/>
                </a:pPr>
                <a:endParaRPr lang="en-US" altLang="en-US" sz="2400">
                  <a:latin typeface="Times New Roman" panose="02020603050405020304" pitchFamily="18" charset="0"/>
                </a:endParaRPr>
              </a:p>
            </p:txBody>
          </p:sp>
          <p:sp>
            <p:nvSpPr>
              <p:cNvPr id="1037" name="Line 6">
                <a:extLst>
                  <a:ext uri="{FF2B5EF4-FFF2-40B4-BE49-F238E27FC236}">
                    <a16:creationId xmlns:a16="http://schemas.microsoft.com/office/drawing/2014/main" id="{20B00981-0E93-4437-AA5E-979FECE0C2DF}"/>
                  </a:ext>
                </a:extLst>
              </p:cNvPr>
              <p:cNvSpPr>
                <a:spLocks noChangeShapeType="1"/>
              </p:cNvSpPr>
              <p:nvPr/>
            </p:nvSpPr>
            <p:spPr bwMode="auto">
              <a:xfrm>
                <a:off x="240" y="941"/>
                <a:ext cx="5232"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sp>
        <p:nvSpPr>
          <p:cNvPr id="1027" name="Rectangle 7">
            <a:extLst>
              <a:ext uri="{FF2B5EF4-FFF2-40B4-BE49-F238E27FC236}">
                <a16:creationId xmlns:a16="http://schemas.microsoft.com/office/drawing/2014/main" id="{A5B2AC77-C724-465B-8ECA-F11B462FD8E4}"/>
              </a:ext>
            </a:extLst>
          </p:cNvPr>
          <p:cNvSpPr>
            <a:spLocks noGrp="1" noChangeArrowheads="1"/>
          </p:cNvSpPr>
          <p:nvPr>
            <p:ph type="title"/>
          </p:nvPr>
        </p:nvSpPr>
        <p:spPr bwMode="auto">
          <a:xfrm>
            <a:off x="914400" y="152400"/>
            <a:ext cx="7772400" cy="712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8" name="Rectangle 8">
            <a:extLst>
              <a:ext uri="{FF2B5EF4-FFF2-40B4-BE49-F238E27FC236}">
                <a16:creationId xmlns:a16="http://schemas.microsoft.com/office/drawing/2014/main" id="{1A85A4E8-2581-4EFB-96DA-0FB1DC0BE6C1}"/>
              </a:ext>
            </a:extLst>
          </p:cNvPr>
          <p:cNvSpPr>
            <a:spLocks noGrp="1" noChangeArrowheads="1"/>
          </p:cNvSpPr>
          <p:nvPr>
            <p:ph type="body" idx="1"/>
          </p:nvPr>
        </p:nvSpPr>
        <p:spPr bwMode="auto">
          <a:xfrm>
            <a:off x="685800" y="1066800"/>
            <a:ext cx="8077200"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th-TH" altLang="en-US"/>
              <a:t>Click to edit Master text styles</a:t>
            </a:r>
          </a:p>
          <a:p>
            <a:pPr lvl="1"/>
            <a:r>
              <a:rPr lang="th-TH" altLang="en-US"/>
              <a:t>Second level</a:t>
            </a:r>
          </a:p>
          <a:p>
            <a:pPr lvl="2"/>
            <a:r>
              <a:rPr lang="th-TH" altLang="en-US"/>
              <a:t>Third level</a:t>
            </a:r>
          </a:p>
          <a:p>
            <a:pPr lvl="3"/>
            <a:r>
              <a:rPr lang="th-TH" altLang="en-US"/>
              <a:t>Fourth level</a:t>
            </a:r>
          </a:p>
          <a:p>
            <a:pPr lvl="4"/>
            <a:r>
              <a:rPr lang="th-TH" altLang="en-US"/>
              <a:t>Fifth level</a:t>
            </a:r>
          </a:p>
        </p:txBody>
      </p:sp>
      <p:sp>
        <p:nvSpPr>
          <p:cNvPr id="597001" name="Rectangle 9">
            <a:extLst>
              <a:ext uri="{FF2B5EF4-FFF2-40B4-BE49-F238E27FC236}">
                <a16:creationId xmlns:a16="http://schemas.microsoft.com/office/drawing/2014/main" id="{825087B3-0E08-440F-8225-BA98A0986496}"/>
              </a:ext>
            </a:extLst>
          </p:cNvPr>
          <p:cNvSpPr>
            <a:spLocks noGrp="1" noChangeArrowheads="1"/>
          </p:cNvSpPr>
          <p:nvPr>
            <p:ph type="dt" sz="half" idx="2"/>
          </p:nvPr>
        </p:nvSpPr>
        <p:spPr bwMode="auto">
          <a:xfrm>
            <a:off x="914400" y="6477000"/>
            <a:ext cx="1981200" cy="231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000">
                <a:ea typeface="Angsana New" panose="02020603050405020304" pitchFamily="18" charset="-34"/>
              </a:defRPr>
            </a:lvl1pPr>
          </a:lstStyle>
          <a:p>
            <a:pPr>
              <a:defRPr/>
            </a:pPr>
            <a:fld id="{F4AFC189-73F8-4706-AA45-7D354ED2B7AB}" type="datetime4">
              <a:rPr lang="en-US" altLang="en-US" smtClean="0"/>
              <a:t>March 5, 2024</a:t>
            </a:fld>
            <a:endParaRPr lang="en-US" altLang="en-US"/>
          </a:p>
        </p:txBody>
      </p:sp>
      <p:sp>
        <p:nvSpPr>
          <p:cNvPr id="597002" name="Rectangle 10">
            <a:extLst>
              <a:ext uri="{FF2B5EF4-FFF2-40B4-BE49-F238E27FC236}">
                <a16:creationId xmlns:a16="http://schemas.microsoft.com/office/drawing/2014/main" id="{6022FB8E-9248-4E3A-BAC8-2DF3A9267744}"/>
              </a:ext>
            </a:extLst>
          </p:cNvPr>
          <p:cNvSpPr>
            <a:spLocks noGrp="1" noChangeArrowheads="1"/>
          </p:cNvSpPr>
          <p:nvPr>
            <p:ph type="ftr" sz="quarter" idx="3"/>
          </p:nvPr>
        </p:nvSpPr>
        <p:spPr bwMode="auto">
          <a:xfrm>
            <a:off x="3352800" y="6400800"/>
            <a:ext cx="2971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000">
                <a:ea typeface="Angsana New" panose="02020603050405020304" pitchFamily="18" charset="-34"/>
              </a:defRPr>
            </a:lvl1pPr>
          </a:lstStyle>
          <a:p>
            <a:pPr>
              <a:defRPr/>
            </a:pPr>
            <a:endParaRPr lang="en-US" altLang="en-US"/>
          </a:p>
        </p:txBody>
      </p:sp>
      <p:sp>
        <p:nvSpPr>
          <p:cNvPr id="597003" name="Rectangle 11">
            <a:extLst>
              <a:ext uri="{FF2B5EF4-FFF2-40B4-BE49-F238E27FC236}">
                <a16:creationId xmlns:a16="http://schemas.microsoft.com/office/drawing/2014/main" id="{D08CEDE5-2BB4-49D3-9653-10900DD5AAE0}"/>
              </a:ext>
            </a:extLst>
          </p:cNvPr>
          <p:cNvSpPr>
            <a:spLocks noGrp="1" noChangeArrowheads="1"/>
          </p:cNvSpPr>
          <p:nvPr>
            <p:ph type="sldNum" sz="quarter" idx="4"/>
          </p:nvPr>
        </p:nvSpPr>
        <p:spPr bwMode="auto">
          <a:xfrm>
            <a:off x="6781800" y="6553200"/>
            <a:ext cx="1905000"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000">
                <a:ea typeface="Angsana New" panose="02020603050405020304" pitchFamily="18" charset="-34"/>
              </a:defRPr>
            </a:lvl1pPr>
          </a:lstStyle>
          <a:p>
            <a:pPr>
              <a:defRPr/>
            </a:pPr>
            <a:fld id="{413338A4-F343-45A5-B376-B2CFBC9F9823}" type="slidenum">
              <a:rPr lang="en-US" altLang="en-US"/>
              <a:pPr>
                <a:defRPr/>
              </a:pPr>
              <a:t>‹#›</a:t>
            </a:fld>
            <a:endParaRPr lang="en-US" altLang="en-US"/>
          </a:p>
        </p:txBody>
      </p:sp>
      <p:sp>
        <p:nvSpPr>
          <p:cNvPr id="1032" name="Line 12">
            <a:extLst>
              <a:ext uri="{FF2B5EF4-FFF2-40B4-BE49-F238E27FC236}">
                <a16:creationId xmlns:a16="http://schemas.microsoft.com/office/drawing/2014/main" id="{6A55137F-7DD6-44BD-B655-C7A32D18C50F}"/>
              </a:ext>
            </a:extLst>
          </p:cNvPr>
          <p:cNvSpPr>
            <a:spLocks noChangeShapeType="1"/>
          </p:cNvSpPr>
          <p:nvPr/>
        </p:nvSpPr>
        <p:spPr bwMode="auto">
          <a:xfrm>
            <a:off x="0" y="4876800"/>
            <a:ext cx="609600" cy="0"/>
          </a:xfrm>
          <a:prstGeom prst="line">
            <a:avLst/>
          </a:prstGeom>
          <a:noFill/>
          <a:ln w="444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1033" name="Picture 13" descr="emu_300x300_72dpi_black">
            <a:extLst>
              <a:ext uri="{FF2B5EF4-FFF2-40B4-BE49-F238E27FC236}">
                <a16:creationId xmlns:a16="http://schemas.microsoft.com/office/drawing/2014/main" id="{17F0A75E-850F-483C-AFB7-C3D42533C6A4}"/>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9388" y="188913"/>
            <a:ext cx="6477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44" r:id="rId1"/>
    <p:sldLayoutId id="2147484023" r:id="rId2"/>
    <p:sldLayoutId id="2147484024" r:id="rId3"/>
    <p:sldLayoutId id="2147484025" r:id="rId4"/>
    <p:sldLayoutId id="2147484026" r:id="rId5"/>
    <p:sldLayoutId id="2147484027" r:id="rId6"/>
    <p:sldLayoutId id="2147484028" r:id="rId7"/>
    <p:sldLayoutId id="2147484029" r:id="rId8"/>
    <p:sldLayoutId id="2147484030" r:id="rId9"/>
    <p:sldLayoutId id="2147484031" r:id="rId10"/>
    <p:sldLayoutId id="2147484032" r:id="rId11"/>
  </p:sldLayoutIdLst>
  <p:transition>
    <p:random/>
  </p:transition>
  <p:hf hdr="0" ftr="0"/>
  <p:txStyles>
    <p:titleStyle>
      <a:lvl1pPr algn="l" rtl="0" eaLnBrk="0" fontAlgn="base" hangingPunct="0">
        <a:spcBef>
          <a:spcPct val="0"/>
        </a:spcBef>
        <a:spcAft>
          <a:spcPct val="0"/>
        </a:spcAft>
        <a:defRPr sz="4200" kern="1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Times New Roman" panose="02020603050405020304" pitchFamily="18" charset="0"/>
          <a:cs typeface="Arial" panose="020B0604020202020204" pitchFamily="34" charset="0"/>
        </a:defRPr>
      </a:lvl2pPr>
      <a:lvl3pPr algn="l" rtl="0" eaLnBrk="0" fontAlgn="base" hangingPunct="0">
        <a:spcBef>
          <a:spcPct val="0"/>
        </a:spcBef>
        <a:spcAft>
          <a:spcPct val="0"/>
        </a:spcAft>
        <a:defRPr sz="4200">
          <a:solidFill>
            <a:schemeClr val="tx2"/>
          </a:solidFill>
          <a:latin typeface="Times New Roman" panose="02020603050405020304" pitchFamily="18" charset="0"/>
          <a:cs typeface="Arial" panose="020B0604020202020204" pitchFamily="34" charset="0"/>
        </a:defRPr>
      </a:lvl3pPr>
      <a:lvl4pPr algn="l" rtl="0" eaLnBrk="0" fontAlgn="base" hangingPunct="0">
        <a:spcBef>
          <a:spcPct val="0"/>
        </a:spcBef>
        <a:spcAft>
          <a:spcPct val="0"/>
        </a:spcAft>
        <a:defRPr sz="4200">
          <a:solidFill>
            <a:schemeClr val="tx2"/>
          </a:solidFill>
          <a:latin typeface="Times New Roman" panose="02020603050405020304" pitchFamily="18" charset="0"/>
          <a:cs typeface="Arial" panose="020B0604020202020204" pitchFamily="34" charset="0"/>
        </a:defRPr>
      </a:lvl4pPr>
      <a:lvl5pPr algn="l" rtl="0" eaLnBrk="0" fontAlgn="base" hangingPunct="0">
        <a:spcBef>
          <a:spcPct val="0"/>
        </a:spcBef>
        <a:spcAft>
          <a:spcPct val="0"/>
        </a:spcAft>
        <a:defRPr sz="4200">
          <a:solidFill>
            <a:schemeClr val="tx2"/>
          </a:solidFill>
          <a:latin typeface="Times New Roman" panose="02020603050405020304" pitchFamily="18" charset="0"/>
          <a:cs typeface="Arial" panose="020B0604020202020204" pitchFamily="34" charset="0"/>
        </a:defRPr>
      </a:lvl5pPr>
      <a:lvl6pPr marL="457200" algn="l" rtl="0" fontAlgn="base">
        <a:spcBef>
          <a:spcPct val="0"/>
        </a:spcBef>
        <a:spcAft>
          <a:spcPct val="0"/>
        </a:spcAft>
        <a:defRPr sz="4200">
          <a:solidFill>
            <a:schemeClr val="tx2"/>
          </a:solidFill>
          <a:latin typeface="Times New Roman" panose="02020603050405020304" pitchFamily="18" charset="0"/>
          <a:cs typeface="Arial" panose="020B0604020202020204" pitchFamily="34" charset="0"/>
        </a:defRPr>
      </a:lvl6pPr>
      <a:lvl7pPr marL="914400" algn="l" rtl="0" fontAlgn="base">
        <a:spcBef>
          <a:spcPct val="0"/>
        </a:spcBef>
        <a:spcAft>
          <a:spcPct val="0"/>
        </a:spcAft>
        <a:defRPr sz="4200">
          <a:solidFill>
            <a:schemeClr val="tx2"/>
          </a:solidFill>
          <a:latin typeface="Times New Roman" panose="02020603050405020304" pitchFamily="18" charset="0"/>
          <a:cs typeface="Arial" panose="020B0604020202020204" pitchFamily="34" charset="0"/>
        </a:defRPr>
      </a:lvl7pPr>
      <a:lvl8pPr marL="1371600" algn="l" rtl="0" fontAlgn="base">
        <a:spcBef>
          <a:spcPct val="0"/>
        </a:spcBef>
        <a:spcAft>
          <a:spcPct val="0"/>
        </a:spcAft>
        <a:defRPr sz="4200">
          <a:solidFill>
            <a:schemeClr val="tx2"/>
          </a:solidFill>
          <a:latin typeface="Times New Roman" panose="02020603050405020304" pitchFamily="18" charset="0"/>
          <a:cs typeface="Arial" panose="020B0604020202020204" pitchFamily="34" charset="0"/>
        </a:defRPr>
      </a:lvl8pPr>
      <a:lvl9pPr marL="1828800" algn="l" rtl="0" fontAlgn="base">
        <a:spcBef>
          <a:spcPct val="0"/>
        </a:spcBef>
        <a:spcAft>
          <a:spcPct val="0"/>
        </a:spcAft>
        <a:defRPr sz="4200">
          <a:solidFill>
            <a:schemeClr val="tx2"/>
          </a:solidFill>
          <a:latin typeface="Times New Roman" panose="02020603050405020304" pitchFamily="18" charset="0"/>
          <a:cs typeface="Arial" panose="020B0604020202020204" pitchFamily="34" charset="0"/>
        </a:defRPr>
      </a:lvl9pPr>
    </p:titleStyle>
    <p:bodyStyle>
      <a:lvl1pPr marL="342900" indent="-342900" algn="l" rtl="0" eaLnBrk="0" fontAlgn="base" hangingPunct="0">
        <a:spcBef>
          <a:spcPct val="20000"/>
        </a:spcBef>
        <a:spcAft>
          <a:spcPct val="0"/>
        </a:spcAft>
        <a:buClr>
          <a:schemeClr val="folHlink"/>
        </a:buClr>
        <a:buSzPct val="90000"/>
        <a:buFont typeface="Wingdings" panose="05000000000000000000" pitchFamily="2" charset="2"/>
        <a:buChar char="n"/>
        <a:defRPr sz="24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SzPct val="75000"/>
        <a:buFont typeface="Wingdings" panose="05000000000000000000" pitchFamily="2" charset="2"/>
        <a:buChar char="q"/>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SzPct val="55000"/>
        <a:buFont typeface="Wingdings" panose="05000000000000000000" pitchFamily="2" charset="2"/>
        <a:buChar char="q"/>
        <a:defRPr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1"/>
        </a:buClr>
        <a:buFont typeface="Wingdings" panose="05000000000000000000" pitchFamily="2" charset="2"/>
        <a:buChar char="§"/>
        <a:defRPr sz="16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Font typeface="Wingdings" panose="05000000000000000000" pitchFamily="2" charset="2"/>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Title Placeholder 1">
            <a:extLst>
              <a:ext uri="{FF2B5EF4-FFF2-40B4-BE49-F238E27FC236}">
                <a16:creationId xmlns:a16="http://schemas.microsoft.com/office/drawing/2014/main" id="{E8F770FA-76C9-4E2B-A434-235AF9FBD745}"/>
              </a:ext>
            </a:extLst>
          </p:cNvPr>
          <p:cNvSpPr>
            <a:spLocks noGrp="1" noChangeArrowheads="1"/>
          </p:cNvSpPr>
          <p:nvPr>
            <p:ph type="title"/>
          </p:nvPr>
        </p:nvSpPr>
        <p:spPr bwMode="auto">
          <a:xfrm>
            <a:off x="498475" y="484188"/>
            <a:ext cx="7556500" cy="1116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2051" name="Text Placeholder 2">
            <a:extLst>
              <a:ext uri="{FF2B5EF4-FFF2-40B4-BE49-F238E27FC236}">
                <a16:creationId xmlns:a16="http://schemas.microsoft.com/office/drawing/2014/main" id="{CE77B8DE-5E28-4D68-A1DB-974D6B665223}"/>
              </a:ext>
            </a:extLst>
          </p:cNvPr>
          <p:cNvSpPr>
            <a:spLocks noGrp="1" noChangeArrowheads="1"/>
          </p:cNvSpPr>
          <p:nvPr>
            <p:ph type="body" idx="1"/>
          </p:nvPr>
        </p:nvSpPr>
        <p:spPr bwMode="auto">
          <a:xfrm>
            <a:off x="498475" y="1981200"/>
            <a:ext cx="7556500" cy="414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91B6C67B-79A9-4A0E-BE77-8B0E56CC46B5}"/>
              </a:ext>
            </a:extLst>
          </p:cNvPr>
          <p:cNvSpPr>
            <a:spLocks noGrp="1"/>
          </p:cNvSpPr>
          <p:nvPr>
            <p:ph type="dt" sz="half" idx="2"/>
          </p:nvPr>
        </p:nvSpPr>
        <p:spPr>
          <a:xfrm>
            <a:off x="6794500" y="6423025"/>
            <a:ext cx="2133600" cy="365125"/>
          </a:xfrm>
          <a:prstGeom prst="rect">
            <a:avLst/>
          </a:prstGeom>
        </p:spPr>
        <p:txBody>
          <a:bodyPr vert="horz" lIns="91440" tIns="45720" rIns="91440" bIns="45720" rtlCol="0" anchor="ctr"/>
          <a:lstStyle>
            <a:lvl1pPr algn="r" eaLnBrk="1" hangingPunct="1">
              <a:defRPr sz="1100">
                <a:solidFill>
                  <a:schemeClr val="tx1">
                    <a:lumMod val="65000"/>
                    <a:lumOff val="35000"/>
                  </a:schemeClr>
                </a:solidFill>
                <a:ea typeface="Angsana New" panose="020B0502040204020203" pitchFamily="18" charset="-34"/>
                <a:cs typeface="Arial" panose="020B0604020202020204" pitchFamily="34" charset="0"/>
              </a:defRPr>
            </a:lvl1pPr>
          </a:lstStyle>
          <a:p>
            <a:pPr>
              <a:defRPr/>
            </a:pPr>
            <a:fld id="{FF5480F7-A01B-4497-9686-67728E872290}" type="datetime4">
              <a:rPr lang="en-US" altLang="en-US" smtClean="0"/>
              <a:t>March 5, 2024</a:t>
            </a:fld>
            <a:endParaRPr lang="en-US" altLang="en-US"/>
          </a:p>
        </p:txBody>
      </p:sp>
      <p:sp>
        <p:nvSpPr>
          <p:cNvPr id="5" name="Footer Placeholder 4">
            <a:extLst>
              <a:ext uri="{FF2B5EF4-FFF2-40B4-BE49-F238E27FC236}">
                <a16:creationId xmlns:a16="http://schemas.microsoft.com/office/drawing/2014/main" id="{EDF927D7-EF1F-49CE-B729-8E64D95D89F1}"/>
              </a:ext>
            </a:extLst>
          </p:cNvPr>
          <p:cNvSpPr>
            <a:spLocks noGrp="1"/>
          </p:cNvSpPr>
          <p:nvPr>
            <p:ph type="ftr" sz="quarter" idx="3"/>
          </p:nvPr>
        </p:nvSpPr>
        <p:spPr>
          <a:xfrm>
            <a:off x="201613" y="6423025"/>
            <a:ext cx="6122987" cy="365125"/>
          </a:xfrm>
          <a:prstGeom prst="rect">
            <a:avLst/>
          </a:prstGeom>
        </p:spPr>
        <p:txBody>
          <a:bodyPr vert="horz" lIns="91440" tIns="45720" rIns="91440" bIns="45720" rtlCol="0" anchor="ctr"/>
          <a:lstStyle>
            <a:lvl1pPr algn="l" eaLnBrk="1" hangingPunct="1">
              <a:defRPr sz="1100">
                <a:solidFill>
                  <a:schemeClr val="tx1">
                    <a:lumMod val="65000"/>
                    <a:lumOff val="35000"/>
                  </a:schemeClr>
                </a:solidFill>
                <a:ea typeface="Angsana New" panose="020B0502040204020203" pitchFamily="18" charset="-34"/>
                <a:cs typeface="Arial" panose="020B0604020202020204" pitchFamily="34" charset="0"/>
              </a:defRPr>
            </a:lvl1pPr>
          </a:lstStyle>
          <a:p>
            <a:pPr>
              <a:defRPr/>
            </a:pPr>
            <a:endParaRPr lang="en-US" altLang="en-US"/>
          </a:p>
        </p:txBody>
      </p:sp>
      <p:sp>
        <p:nvSpPr>
          <p:cNvPr id="6" name="Slide Number Placeholder 5">
            <a:extLst>
              <a:ext uri="{FF2B5EF4-FFF2-40B4-BE49-F238E27FC236}">
                <a16:creationId xmlns:a16="http://schemas.microsoft.com/office/drawing/2014/main" id="{3E81E21C-41C3-4EAB-89CE-E6FB352AEE37}"/>
              </a:ext>
            </a:extLst>
          </p:cNvPr>
          <p:cNvSpPr>
            <a:spLocks noGrp="1"/>
          </p:cNvSpPr>
          <p:nvPr>
            <p:ph type="sldNum" sz="quarter" idx="4"/>
          </p:nvPr>
        </p:nvSpPr>
        <p:spPr>
          <a:xfrm>
            <a:off x="8305800" y="242888"/>
            <a:ext cx="554038" cy="365125"/>
          </a:xfrm>
          <a:prstGeom prst="rect">
            <a:avLst/>
          </a:prstGeom>
        </p:spPr>
        <p:txBody>
          <a:bodyPr vert="horz" lIns="91440" tIns="45720" rIns="91440" bIns="45720" rtlCol="0" anchor="ctr"/>
          <a:lstStyle>
            <a:lvl1pPr algn="r" eaLnBrk="1" hangingPunct="1">
              <a:defRPr sz="1400">
                <a:solidFill>
                  <a:schemeClr val="bg1"/>
                </a:solidFill>
                <a:ea typeface="Angsana New" panose="020B0502040204020203" pitchFamily="18" charset="-34"/>
                <a:cs typeface="Arial" panose="020B0604020202020204" pitchFamily="34" charset="0"/>
              </a:defRPr>
            </a:lvl1pPr>
          </a:lstStyle>
          <a:p>
            <a:pPr>
              <a:defRPr/>
            </a:pPr>
            <a:fld id="{EAC1E9C5-179F-49B5-A20B-74BA07190DB8}" type="slidenum">
              <a:rPr lang="en-US" altLang="en-US"/>
              <a:pPr>
                <a:defRPr/>
              </a:pPr>
              <a:t>‹#›</a:t>
            </a:fld>
            <a:endParaRPr lang="en-US" altLang="en-US"/>
          </a:p>
        </p:txBody>
      </p:sp>
      <p:grpSp>
        <p:nvGrpSpPr>
          <p:cNvPr id="2055" name="Group 8">
            <a:extLst>
              <a:ext uri="{FF2B5EF4-FFF2-40B4-BE49-F238E27FC236}">
                <a16:creationId xmlns:a16="http://schemas.microsoft.com/office/drawing/2014/main" id="{8A8273E5-CDF0-44E1-AEF2-4B755C331FD1}"/>
              </a:ext>
            </a:extLst>
          </p:cNvPr>
          <p:cNvGrpSpPr>
            <a:grpSpLocks/>
          </p:cNvGrpSpPr>
          <p:nvPr/>
        </p:nvGrpSpPr>
        <p:grpSpPr bwMode="auto">
          <a:xfrm>
            <a:off x="-9525" y="1049338"/>
            <a:ext cx="9151938" cy="82550"/>
            <a:chOff x="1" y="591"/>
            <a:chExt cx="5759" cy="52"/>
          </a:xfrm>
        </p:grpSpPr>
        <p:sp>
          <p:nvSpPr>
            <p:cNvPr id="2058" name="Line 9">
              <a:extLst>
                <a:ext uri="{FF2B5EF4-FFF2-40B4-BE49-F238E27FC236}">
                  <a16:creationId xmlns:a16="http://schemas.microsoft.com/office/drawing/2014/main" id="{AB178821-03A3-419C-81A7-AB420E98AE13}"/>
                </a:ext>
              </a:extLst>
            </p:cNvPr>
            <p:cNvSpPr>
              <a:spLocks noChangeShapeType="1"/>
            </p:cNvSpPr>
            <p:nvPr/>
          </p:nvSpPr>
          <p:spPr bwMode="auto">
            <a:xfrm>
              <a:off x="2" y="591"/>
              <a:ext cx="5758" cy="0"/>
            </a:xfrm>
            <a:prstGeom prst="line">
              <a:avLst/>
            </a:prstGeom>
            <a:noFill/>
            <a:ln w="762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59" name="Line 10">
              <a:extLst>
                <a:ext uri="{FF2B5EF4-FFF2-40B4-BE49-F238E27FC236}">
                  <a16:creationId xmlns:a16="http://schemas.microsoft.com/office/drawing/2014/main" id="{108B472A-C3BF-481A-9F84-D86E33569768}"/>
                </a:ext>
              </a:extLst>
            </p:cNvPr>
            <p:cNvSpPr>
              <a:spLocks noChangeShapeType="1"/>
            </p:cNvSpPr>
            <p:nvPr/>
          </p:nvSpPr>
          <p:spPr bwMode="auto">
            <a:xfrm>
              <a:off x="2" y="626"/>
              <a:ext cx="5758" cy="0"/>
            </a:xfrm>
            <a:prstGeom prst="line">
              <a:avLst/>
            </a:prstGeom>
            <a:noFill/>
            <a:ln w="127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60" name="Line 11">
              <a:extLst>
                <a:ext uri="{FF2B5EF4-FFF2-40B4-BE49-F238E27FC236}">
                  <a16:creationId xmlns:a16="http://schemas.microsoft.com/office/drawing/2014/main" id="{6167F5F1-1A8D-4199-B338-C75A3E342958}"/>
                </a:ext>
              </a:extLst>
            </p:cNvPr>
            <p:cNvSpPr>
              <a:spLocks noChangeShapeType="1"/>
            </p:cNvSpPr>
            <p:nvPr/>
          </p:nvSpPr>
          <p:spPr bwMode="auto">
            <a:xfrm>
              <a:off x="1" y="643"/>
              <a:ext cx="5759" cy="0"/>
            </a:xfrm>
            <a:prstGeom prst="line">
              <a:avLst/>
            </a:prstGeom>
            <a:noFill/>
            <a:ln w="127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11" name="文字方塊 8">
            <a:extLst>
              <a:ext uri="{FF2B5EF4-FFF2-40B4-BE49-F238E27FC236}">
                <a16:creationId xmlns:a16="http://schemas.microsoft.com/office/drawing/2014/main" id="{39D8D7C8-DB0C-4C03-B575-1A4A8B41ECA6}"/>
              </a:ext>
            </a:extLst>
          </p:cNvPr>
          <p:cNvSpPr txBox="1"/>
          <p:nvPr/>
        </p:nvSpPr>
        <p:spPr>
          <a:xfrm>
            <a:off x="6810375" y="6540500"/>
            <a:ext cx="2298700" cy="304800"/>
          </a:xfrm>
          <a:prstGeom prst="rect">
            <a:avLst/>
          </a:prstGeom>
          <a:noFill/>
        </p:spPr>
        <p:txBody>
          <a:bodyPr>
            <a:spAutoFit/>
          </a:bodyPr>
          <a:lstStyle>
            <a:lvl1pPr eaLnBrk="0" hangingPunct="0">
              <a:defRPr sz="1400" i="1" u="sng">
                <a:solidFill>
                  <a:srgbClr val="003366"/>
                </a:solidFill>
                <a:latin typeface="Times New Roman" panose="02020603050405020304" pitchFamily="18" charset="0"/>
                <a:ea typeface="新細明體" panose="02020500000000000000" pitchFamily="18" charset="-120"/>
              </a:defRPr>
            </a:lvl1pPr>
            <a:lvl2pPr marL="742950" indent="-285750" eaLnBrk="0" hangingPunct="0">
              <a:defRPr sz="1400" i="1" u="sng">
                <a:solidFill>
                  <a:srgbClr val="003366"/>
                </a:solidFill>
                <a:latin typeface="Times New Roman" panose="02020603050405020304" pitchFamily="18" charset="0"/>
                <a:ea typeface="新細明體" panose="02020500000000000000" pitchFamily="18" charset="-120"/>
              </a:defRPr>
            </a:lvl2pPr>
            <a:lvl3pPr marL="1143000" indent="-228600" eaLnBrk="0" hangingPunct="0">
              <a:defRPr sz="1400" i="1" u="sng">
                <a:solidFill>
                  <a:srgbClr val="003366"/>
                </a:solidFill>
                <a:latin typeface="Times New Roman" panose="02020603050405020304" pitchFamily="18" charset="0"/>
                <a:ea typeface="新細明體" panose="02020500000000000000" pitchFamily="18" charset="-120"/>
              </a:defRPr>
            </a:lvl3pPr>
            <a:lvl4pPr marL="1600200" indent="-228600" eaLnBrk="0" hangingPunct="0">
              <a:defRPr sz="1400" i="1" u="sng">
                <a:solidFill>
                  <a:srgbClr val="003366"/>
                </a:solidFill>
                <a:latin typeface="Times New Roman" panose="02020603050405020304" pitchFamily="18" charset="0"/>
                <a:ea typeface="新細明體" panose="02020500000000000000" pitchFamily="18" charset="-120"/>
              </a:defRPr>
            </a:lvl4pPr>
            <a:lvl5pPr marL="2057400" indent="-228600" eaLnBrk="0" hangingPunct="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algn="r" eaLnBrk="1" hangingPunct="1">
              <a:defRPr/>
            </a:pPr>
            <a:r>
              <a:rPr lang="tr-TR" altLang="zh-TW" u="none">
                <a:solidFill>
                  <a:srgbClr val="7F7F7F"/>
                </a:solidFill>
                <a:cs typeface="Arial" panose="020B0604020202020204" pitchFamily="34" charset="0"/>
              </a:rPr>
              <a:t>Digital Logic Design</a:t>
            </a:r>
            <a:r>
              <a:rPr lang="en-US" altLang="zh-TW" u="none">
                <a:solidFill>
                  <a:srgbClr val="7F7F7F"/>
                </a:solidFill>
                <a:cs typeface="Arial" panose="020B0604020202020204" pitchFamily="34" charset="0"/>
              </a:rPr>
              <a:t> </a:t>
            </a:r>
            <a:r>
              <a:rPr lang="en-US" altLang="zh-TW" i="0" u="none">
                <a:solidFill>
                  <a:srgbClr val="7F7F7F"/>
                </a:solidFill>
                <a:cs typeface="Arial" panose="020B0604020202020204" pitchFamily="34" charset="0"/>
              </a:rPr>
              <a:t>Ch1</a:t>
            </a:r>
            <a:r>
              <a:rPr lang="en-US" altLang="zh-TW" u="none">
                <a:solidFill>
                  <a:srgbClr val="7F7F7F"/>
                </a:solidFill>
                <a:cs typeface="Arial" panose="020B0604020202020204" pitchFamily="34" charset="0"/>
              </a:rPr>
              <a:t>-</a:t>
            </a:r>
            <a:fld id="{6DC67BA1-6048-4382-BF1F-2028CE77E041}" type="slidenum">
              <a:rPr lang="zh-TW" altLang="en-US" i="0" u="none" smtClean="0">
                <a:solidFill>
                  <a:srgbClr val="7F7F7F"/>
                </a:solidFill>
                <a:cs typeface="Arial" panose="020B0604020202020204" pitchFamily="34" charset="0"/>
              </a:rPr>
              <a:pPr algn="r" eaLnBrk="1" hangingPunct="1">
                <a:defRPr/>
              </a:pPr>
              <a:t>‹#›</a:t>
            </a:fld>
            <a:endParaRPr lang="en-US" altLang="zh-TW" i="0" u="none">
              <a:solidFill>
                <a:srgbClr val="7F7F7F"/>
              </a:solidFill>
              <a:cs typeface="Arial" panose="020B0604020202020204" pitchFamily="34" charset="0"/>
            </a:endParaRPr>
          </a:p>
        </p:txBody>
      </p:sp>
      <p:pic>
        <p:nvPicPr>
          <p:cNvPr id="2057" name="Picture 9" descr="logoyil30">
            <a:extLst>
              <a:ext uri="{FF2B5EF4-FFF2-40B4-BE49-F238E27FC236}">
                <a16:creationId xmlns:a16="http://schemas.microsoft.com/office/drawing/2014/main" id="{36409056-45D7-4BFF-9064-AA13E57B38C7}"/>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295275" y="161925"/>
            <a:ext cx="736600" cy="74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45" r:id="rId1"/>
    <p:sldLayoutId id="2147484046" r:id="rId2"/>
    <p:sldLayoutId id="2147484047" r:id="rId3"/>
    <p:sldLayoutId id="2147484048" r:id="rId4"/>
    <p:sldLayoutId id="2147484049" r:id="rId5"/>
    <p:sldLayoutId id="2147484050" r:id="rId6"/>
    <p:sldLayoutId id="2147484051" r:id="rId7"/>
    <p:sldLayoutId id="2147484052" r:id="rId8"/>
    <p:sldLayoutId id="2147484053" r:id="rId9"/>
    <p:sldLayoutId id="2147484054" r:id="rId10"/>
    <p:sldLayoutId id="2147484055" r:id="rId11"/>
    <p:sldLayoutId id="2147484056" r:id="rId12"/>
    <p:sldLayoutId id="2147484057" r:id="rId13"/>
    <p:sldLayoutId id="2147484058" r:id="rId14"/>
    <p:sldLayoutId id="2147484059" r:id="rId15"/>
    <p:sldLayoutId id="2147484060" r:id="rId16"/>
    <p:sldLayoutId id="2147484061" r:id="rId17"/>
    <p:sldLayoutId id="2147484062" r:id="rId18"/>
    <p:sldLayoutId id="2147484063" r:id="rId19"/>
    <p:sldLayoutId id="2147484064" r:id="rId20"/>
    <p:sldLayoutId id="2147484065" r:id="rId21"/>
    <p:sldLayoutId id="2147484066" r:id="rId22"/>
    <p:sldLayoutId id="2147484067" r:id="rId23"/>
  </p:sldLayoutIdLst>
  <p:transition>
    <p:random/>
  </p:transition>
  <p:hf hdr="0" ftr="0"/>
  <p:txStyles>
    <p:titleStyle>
      <a:lvl1pPr algn="l" rtl="0" eaLnBrk="0" fontAlgn="base" hangingPunct="0">
        <a:spcBef>
          <a:spcPct val="0"/>
        </a:spcBef>
        <a:spcAft>
          <a:spcPct val="0"/>
        </a:spcAft>
        <a:defRPr sz="3600" kern="1200">
          <a:solidFill>
            <a:srgbClr val="FF0000"/>
          </a:solidFill>
          <a:latin typeface="+mj-lt"/>
          <a:ea typeface="+mj-ea"/>
          <a:cs typeface="+mj-cs"/>
        </a:defRPr>
      </a:lvl1pPr>
      <a:lvl2pPr algn="l" rtl="0" eaLnBrk="0" fontAlgn="base" hangingPunct="0">
        <a:spcBef>
          <a:spcPct val="0"/>
        </a:spcBef>
        <a:spcAft>
          <a:spcPct val="0"/>
        </a:spcAft>
        <a:defRPr sz="3600">
          <a:solidFill>
            <a:srgbClr val="FF0000"/>
          </a:solidFill>
          <a:latin typeface="Rockwell" panose="02060603020205020403" pitchFamily="18" charset="0"/>
        </a:defRPr>
      </a:lvl2pPr>
      <a:lvl3pPr algn="l" rtl="0" eaLnBrk="0" fontAlgn="base" hangingPunct="0">
        <a:spcBef>
          <a:spcPct val="0"/>
        </a:spcBef>
        <a:spcAft>
          <a:spcPct val="0"/>
        </a:spcAft>
        <a:defRPr sz="3600">
          <a:solidFill>
            <a:srgbClr val="FF0000"/>
          </a:solidFill>
          <a:latin typeface="Rockwell" panose="02060603020205020403" pitchFamily="18" charset="0"/>
        </a:defRPr>
      </a:lvl3pPr>
      <a:lvl4pPr algn="l" rtl="0" eaLnBrk="0" fontAlgn="base" hangingPunct="0">
        <a:spcBef>
          <a:spcPct val="0"/>
        </a:spcBef>
        <a:spcAft>
          <a:spcPct val="0"/>
        </a:spcAft>
        <a:defRPr sz="3600">
          <a:solidFill>
            <a:srgbClr val="FF0000"/>
          </a:solidFill>
          <a:latin typeface="Rockwell" panose="02060603020205020403" pitchFamily="18" charset="0"/>
        </a:defRPr>
      </a:lvl4pPr>
      <a:lvl5pPr algn="l" rtl="0" eaLnBrk="0" fontAlgn="base" hangingPunct="0">
        <a:spcBef>
          <a:spcPct val="0"/>
        </a:spcBef>
        <a:spcAft>
          <a:spcPct val="0"/>
        </a:spcAft>
        <a:defRPr sz="3600">
          <a:solidFill>
            <a:srgbClr val="FF0000"/>
          </a:solidFill>
          <a:latin typeface="Rockwell" panose="02060603020205020403" pitchFamily="18" charset="0"/>
        </a:defRPr>
      </a:lvl5pPr>
      <a:lvl6pPr marL="457200" algn="l" rtl="0" eaLnBrk="1" fontAlgn="base" hangingPunct="1">
        <a:spcBef>
          <a:spcPct val="0"/>
        </a:spcBef>
        <a:spcAft>
          <a:spcPct val="0"/>
        </a:spcAft>
        <a:defRPr sz="3600">
          <a:solidFill>
            <a:srgbClr val="FF0000"/>
          </a:solidFill>
          <a:latin typeface="Rockwell" panose="02060603020205020403" pitchFamily="18" charset="0"/>
        </a:defRPr>
      </a:lvl6pPr>
      <a:lvl7pPr marL="914400" algn="l" rtl="0" eaLnBrk="1" fontAlgn="base" hangingPunct="1">
        <a:spcBef>
          <a:spcPct val="0"/>
        </a:spcBef>
        <a:spcAft>
          <a:spcPct val="0"/>
        </a:spcAft>
        <a:defRPr sz="3600">
          <a:solidFill>
            <a:srgbClr val="FF0000"/>
          </a:solidFill>
          <a:latin typeface="Rockwell" panose="02060603020205020403" pitchFamily="18" charset="0"/>
        </a:defRPr>
      </a:lvl7pPr>
      <a:lvl8pPr marL="1371600" algn="l" rtl="0" eaLnBrk="1" fontAlgn="base" hangingPunct="1">
        <a:spcBef>
          <a:spcPct val="0"/>
        </a:spcBef>
        <a:spcAft>
          <a:spcPct val="0"/>
        </a:spcAft>
        <a:defRPr sz="3600">
          <a:solidFill>
            <a:srgbClr val="FF0000"/>
          </a:solidFill>
          <a:latin typeface="Rockwell" panose="02060603020205020403" pitchFamily="18" charset="0"/>
        </a:defRPr>
      </a:lvl8pPr>
      <a:lvl9pPr marL="1828800" algn="l" rtl="0" eaLnBrk="1" fontAlgn="base" hangingPunct="1">
        <a:spcBef>
          <a:spcPct val="0"/>
        </a:spcBef>
        <a:spcAft>
          <a:spcPct val="0"/>
        </a:spcAft>
        <a:defRPr sz="3600">
          <a:solidFill>
            <a:srgbClr val="FF0000"/>
          </a:solidFill>
          <a:latin typeface="Rockwell" panose="02060603020205020403" pitchFamily="18" charset="0"/>
        </a:defRPr>
      </a:lvl9pPr>
    </p:titleStyle>
    <p:bodyStyle>
      <a:lvl1pPr marL="228600" indent="-228600" algn="l" rtl="0" eaLnBrk="0" fontAlgn="base" hangingPunct="0">
        <a:spcBef>
          <a:spcPts val="2000"/>
        </a:spcBef>
        <a:spcAft>
          <a:spcPct val="0"/>
        </a:spcAft>
        <a:buClr>
          <a:schemeClr val="accent1"/>
        </a:buClr>
        <a:buSzPct val="75000"/>
        <a:buFont typeface="Wingdings" panose="05000000000000000000" pitchFamily="2" charset="2"/>
        <a:buChar char="n"/>
        <a:defRPr sz="2000" kern="1200">
          <a:solidFill>
            <a:srgbClr val="0070C0"/>
          </a:solidFill>
          <a:latin typeface="+mn-lt"/>
          <a:ea typeface="+mn-ea"/>
          <a:cs typeface="+mn-cs"/>
        </a:defRPr>
      </a:lvl1pPr>
      <a:lvl2pPr marL="457200" indent="-228600" algn="l" rtl="0" eaLnBrk="0" fontAlgn="base" hangingPunct="0">
        <a:spcBef>
          <a:spcPts val="600"/>
        </a:spcBef>
        <a:spcAft>
          <a:spcPct val="0"/>
        </a:spcAft>
        <a:buClr>
          <a:srgbClr val="B870B8"/>
        </a:buClr>
        <a:buSzPct val="75000"/>
        <a:buFont typeface="Wingdings" panose="05000000000000000000" pitchFamily="2" charset="2"/>
        <a:buChar char="n"/>
        <a:defRPr kern="1200">
          <a:solidFill>
            <a:srgbClr val="595959"/>
          </a:solidFill>
          <a:latin typeface="+mn-lt"/>
          <a:ea typeface="+mn-ea"/>
          <a:cs typeface="+mn-cs"/>
        </a:defRPr>
      </a:lvl2pPr>
      <a:lvl3pPr marL="685800" indent="-228600" algn="l" rtl="0" eaLnBrk="0" fontAlgn="base" hangingPunct="0">
        <a:spcBef>
          <a:spcPts val="600"/>
        </a:spcBef>
        <a:spcAft>
          <a:spcPct val="0"/>
        </a:spcAft>
        <a:buClr>
          <a:schemeClr val="accent1"/>
        </a:buClr>
        <a:buSzPct val="75000"/>
        <a:buFont typeface="Wingdings" panose="05000000000000000000" pitchFamily="2" charset="2"/>
        <a:buChar char="n"/>
        <a:defRPr kern="1200">
          <a:solidFill>
            <a:srgbClr val="595959"/>
          </a:solidFill>
          <a:latin typeface="+mn-lt"/>
          <a:ea typeface="+mn-ea"/>
          <a:cs typeface="+mn-cs"/>
        </a:defRPr>
      </a:lvl3pPr>
      <a:lvl4pPr marL="914400" indent="-228600" algn="l" rtl="0" eaLnBrk="0" fontAlgn="base" hangingPunct="0">
        <a:spcBef>
          <a:spcPts val="600"/>
        </a:spcBef>
        <a:spcAft>
          <a:spcPct val="0"/>
        </a:spcAft>
        <a:buClr>
          <a:srgbClr val="B870B8"/>
        </a:buClr>
        <a:buSzPct val="75000"/>
        <a:buFont typeface="Wingdings" panose="05000000000000000000" pitchFamily="2" charset="2"/>
        <a:buChar char="n"/>
        <a:defRPr kern="1200">
          <a:solidFill>
            <a:srgbClr val="595959"/>
          </a:solidFill>
          <a:latin typeface="+mn-lt"/>
          <a:ea typeface="+mn-ea"/>
          <a:cs typeface="+mn-cs"/>
        </a:defRPr>
      </a:lvl4pPr>
      <a:lvl5pPr marL="1143000" indent="-228600" algn="l" rtl="0" eaLnBrk="0" fontAlgn="base" hangingPunct="0">
        <a:spcBef>
          <a:spcPts val="600"/>
        </a:spcBef>
        <a:spcAft>
          <a:spcPct val="0"/>
        </a:spcAft>
        <a:buClr>
          <a:schemeClr val="accent1"/>
        </a:buClr>
        <a:buSzPct val="75000"/>
        <a:buFont typeface="Wingdings" panose="05000000000000000000" pitchFamily="2" charset="2"/>
        <a:buChar char="n"/>
        <a:defRPr kern="1200">
          <a:solidFill>
            <a:srgbClr val="595959"/>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3074" name="Group 2">
            <a:extLst>
              <a:ext uri="{FF2B5EF4-FFF2-40B4-BE49-F238E27FC236}">
                <a16:creationId xmlns:a16="http://schemas.microsoft.com/office/drawing/2014/main" id="{7AAB99D4-CE45-4100-952D-B840FB3F90B0}"/>
              </a:ext>
            </a:extLst>
          </p:cNvPr>
          <p:cNvGrpSpPr>
            <a:grpSpLocks/>
          </p:cNvGrpSpPr>
          <p:nvPr/>
        </p:nvGrpSpPr>
        <p:grpSpPr bwMode="auto">
          <a:xfrm>
            <a:off x="0" y="-533400"/>
            <a:ext cx="8686800" cy="4876800"/>
            <a:chOff x="0" y="0"/>
            <a:chExt cx="5472" cy="3072"/>
          </a:xfrm>
        </p:grpSpPr>
        <p:sp>
          <p:nvSpPr>
            <p:cNvPr id="1034" name="Rectangle 3">
              <a:extLst>
                <a:ext uri="{FF2B5EF4-FFF2-40B4-BE49-F238E27FC236}">
                  <a16:creationId xmlns:a16="http://schemas.microsoft.com/office/drawing/2014/main" id="{0186C659-E864-4B73-8C1B-F4F18F5FAF02}"/>
                </a:ext>
              </a:extLst>
            </p:cNvPr>
            <p:cNvSpPr>
              <a:spLocks noChangeArrowheads="1"/>
            </p:cNvSpPr>
            <p:nvPr/>
          </p:nvSpPr>
          <p:spPr bwMode="auto">
            <a:xfrm>
              <a:off x="0" y="0"/>
              <a:ext cx="384" cy="3072"/>
            </a:xfrm>
            <a:prstGeom prst="rect">
              <a:avLst/>
            </a:prstGeom>
            <a:solidFill>
              <a:schemeClr val="accent1"/>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ngsana New" panose="02020603050405020304" pitchFamily="18" charset="-34"/>
                </a:defRPr>
              </a:lvl1pPr>
              <a:lvl2pPr marL="742950" indent="-285750">
                <a:defRPr>
                  <a:solidFill>
                    <a:schemeClr val="tx1"/>
                  </a:solidFill>
                  <a:latin typeface="Arial" panose="020B0604020202020204" pitchFamily="34" charset="0"/>
                  <a:cs typeface="Angsana New" panose="02020603050405020304" pitchFamily="18" charset="-34"/>
                </a:defRPr>
              </a:lvl2pPr>
              <a:lvl3pPr marL="1143000" indent="-228600">
                <a:defRPr>
                  <a:solidFill>
                    <a:schemeClr val="tx1"/>
                  </a:solidFill>
                  <a:latin typeface="Arial" panose="020B0604020202020204" pitchFamily="34" charset="0"/>
                  <a:cs typeface="Angsana New" panose="02020603050405020304" pitchFamily="18" charset="-34"/>
                </a:defRPr>
              </a:lvl3pPr>
              <a:lvl4pPr marL="1600200" indent="-228600">
                <a:defRPr>
                  <a:solidFill>
                    <a:schemeClr val="tx1"/>
                  </a:solidFill>
                  <a:latin typeface="Arial" panose="020B0604020202020204" pitchFamily="34" charset="0"/>
                  <a:cs typeface="Angsana New" panose="02020603050405020304" pitchFamily="18" charset="-34"/>
                </a:defRPr>
              </a:lvl4pPr>
              <a:lvl5pPr marL="2057400" indent="-228600">
                <a:defRPr>
                  <a:solidFill>
                    <a:schemeClr val="tx1"/>
                  </a:solidFill>
                  <a:latin typeface="Arial" panose="020B0604020202020204" pitchFamily="34" charset="0"/>
                  <a:cs typeface="Angsana New" panose="02020603050405020304" pitchFamily="18" charset="-34"/>
                </a:defRPr>
              </a:lvl5pPr>
              <a:lvl6pPr marL="25146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6pPr>
              <a:lvl7pPr marL="29718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7pPr>
              <a:lvl8pPr marL="34290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8pPr>
              <a:lvl9pPr marL="38862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9pPr>
            </a:lstStyle>
            <a:p>
              <a:pPr algn="ctr" eaLnBrk="1" hangingPunct="1">
                <a:defRPr/>
              </a:pPr>
              <a:endParaRPr lang="en-US" altLang="en-US" sz="2400">
                <a:latin typeface="Times New Roman" panose="02020603050405020304" pitchFamily="18" charset="0"/>
                <a:ea typeface="+mn-ea"/>
              </a:endParaRPr>
            </a:p>
          </p:txBody>
        </p:sp>
        <p:grpSp>
          <p:nvGrpSpPr>
            <p:cNvPr id="3083" name="Group 4">
              <a:extLst>
                <a:ext uri="{FF2B5EF4-FFF2-40B4-BE49-F238E27FC236}">
                  <a16:creationId xmlns:a16="http://schemas.microsoft.com/office/drawing/2014/main" id="{1DC3B701-1038-4DC9-9693-A8B29A9666F1}"/>
                </a:ext>
              </a:extLst>
            </p:cNvPr>
            <p:cNvGrpSpPr>
              <a:grpSpLocks/>
            </p:cNvGrpSpPr>
            <p:nvPr/>
          </p:nvGrpSpPr>
          <p:grpSpPr bwMode="auto">
            <a:xfrm>
              <a:off x="240" y="893"/>
              <a:ext cx="5232" cy="115"/>
              <a:chOff x="240" y="893"/>
              <a:chExt cx="5232" cy="115"/>
            </a:xfrm>
          </p:grpSpPr>
          <p:sp>
            <p:nvSpPr>
              <p:cNvPr id="1036" name="Rectangle 5">
                <a:extLst>
                  <a:ext uri="{FF2B5EF4-FFF2-40B4-BE49-F238E27FC236}">
                    <a16:creationId xmlns:a16="http://schemas.microsoft.com/office/drawing/2014/main" id="{8E3F94E1-0712-4F68-8BBB-823136F7A48F}"/>
                  </a:ext>
                </a:extLst>
              </p:cNvPr>
              <p:cNvSpPr>
                <a:spLocks noChangeArrowheads="1"/>
              </p:cNvSpPr>
              <p:nvPr/>
            </p:nvSpPr>
            <p:spPr bwMode="auto">
              <a:xfrm>
                <a:off x="4320" y="893"/>
                <a:ext cx="1152" cy="115"/>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ngsana New" panose="02020603050405020304" pitchFamily="18" charset="-34"/>
                  </a:defRPr>
                </a:lvl1pPr>
                <a:lvl2pPr marL="742950" indent="-285750">
                  <a:defRPr>
                    <a:solidFill>
                      <a:schemeClr val="tx1"/>
                    </a:solidFill>
                    <a:latin typeface="Arial" panose="020B0604020202020204" pitchFamily="34" charset="0"/>
                    <a:cs typeface="Angsana New" panose="02020603050405020304" pitchFamily="18" charset="-34"/>
                  </a:defRPr>
                </a:lvl2pPr>
                <a:lvl3pPr marL="1143000" indent="-228600">
                  <a:defRPr>
                    <a:solidFill>
                      <a:schemeClr val="tx1"/>
                    </a:solidFill>
                    <a:latin typeface="Arial" panose="020B0604020202020204" pitchFamily="34" charset="0"/>
                    <a:cs typeface="Angsana New" panose="02020603050405020304" pitchFamily="18" charset="-34"/>
                  </a:defRPr>
                </a:lvl3pPr>
                <a:lvl4pPr marL="1600200" indent="-228600">
                  <a:defRPr>
                    <a:solidFill>
                      <a:schemeClr val="tx1"/>
                    </a:solidFill>
                    <a:latin typeface="Arial" panose="020B0604020202020204" pitchFamily="34" charset="0"/>
                    <a:cs typeface="Angsana New" panose="02020603050405020304" pitchFamily="18" charset="-34"/>
                  </a:defRPr>
                </a:lvl4pPr>
                <a:lvl5pPr marL="2057400" indent="-228600">
                  <a:defRPr>
                    <a:solidFill>
                      <a:schemeClr val="tx1"/>
                    </a:solidFill>
                    <a:latin typeface="Arial" panose="020B0604020202020204" pitchFamily="34" charset="0"/>
                    <a:cs typeface="Angsana New" panose="02020603050405020304" pitchFamily="18" charset="-34"/>
                  </a:defRPr>
                </a:lvl5pPr>
                <a:lvl6pPr marL="25146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6pPr>
                <a:lvl7pPr marL="29718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7pPr>
                <a:lvl8pPr marL="34290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8pPr>
                <a:lvl9pPr marL="38862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9pPr>
              </a:lstStyle>
              <a:p>
                <a:pPr algn="ctr" eaLnBrk="1" hangingPunct="1">
                  <a:defRPr/>
                </a:pPr>
                <a:endParaRPr lang="en-US" altLang="en-US" sz="2400">
                  <a:latin typeface="Times New Roman" panose="02020603050405020304" pitchFamily="18" charset="0"/>
                  <a:ea typeface="+mn-ea"/>
                </a:endParaRPr>
              </a:p>
            </p:txBody>
          </p:sp>
          <p:sp>
            <p:nvSpPr>
              <p:cNvPr id="3085" name="Line 6">
                <a:extLst>
                  <a:ext uri="{FF2B5EF4-FFF2-40B4-BE49-F238E27FC236}">
                    <a16:creationId xmlns:a16="http://schemas.microsoft.com/office/drawing/2014/main" id="{F5EFC0ED-3A13-4B81-A43A-A26DFE2A9C80}"/>
                  </a:ext>
                </a:extLst>
              </p:cNvPr>
              <p:cNvSpPr>
                <a:spLocks noChangeShapeType="1"/>
              </p:cNvSpPr>
              <p:nvPr/>
            </p:nvSpPr>
            <p:spPr bwMode="auto">
              <a:xfrm>
                <a:off x="240" y="941"/>
                <a:ext cx="5232"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sp>
        <p:nvSpPr>
          <p:cNvPr id="3075" name="Rectangle 7">
            <a:extLst>
              <a:ext uri="{FF2B5EF4-FFF2-40B4-BE49-F238E27FC236}">
                <a16:creationId xmlns:a16="http://schemas.microsoft.com/office/drawing/2014/main" id="{6AEA2902-9058-4F51-B673-2C3E7247DC01}"/>
              </a:ext>
            </a:extLst>
          </p:cNvPr>
          <p:cNvSpPr>
            <a:spLocks noGrp="1" noChangeArrowheads="1"/>
          </p:cNvSpPr>
          <p:nvPr>
            <p:ph type="title"/>
          </p:nvPr>
        </p:nvSpPr>
        <p:spPr bwMode="auto">
          <a:xfrm>
            <a:off x="914400" y="152400"/>
            <a:ext cx="7772400" cy="712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3076" name="Rectangle 8">
            <a:extLst>
              <a:ext uri="{FF2B5EF4-FFF2-40B4-BE49-F238E27FC236}">
                <a16:creationId xmlns:a16="http://schemas.microsoft.com/office/drawing/2014/main" id="{7E93C493-FECF-435B-AADE-B4DFC21B7063}"/>
              </a:ext>
            </a:extLst>
          </p:cNvPr>
          <p:cNvSpPr>
            <a:spLocks noGrp="1" noChangeArrowheads="1"/>
          </p:cNvSpPr>
          <p:nvPr>
            <p:ph type="body" idx="1"/>
          </p:nvPr>
        </p:nvSpPr>
        <p:spPr bwMode="auto">
          <a:xfrm>
            <a:off x="685800" y="1066800"/>
            <a:ext cx="8077200"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th-TH" altLang="en-US"/>
          </a:p>
        </p:txBody>
      </p:sp>
      <p:sp>
        <p:nvSpPr>
          <p:cNvPr id="597001" name="Rectangle 9">
            <a:extLst>
              <a:ext uri="{FF2B5EF4-FFF2-40B4-BE49-F238E27FC236}">
                <a16:creationId xmlns:a16="http://schemas.microsoft.com/office/drawing/2014/main" id="{2B34976F-6F10-4886-8207-7F2A62AFA80C}"/>
              </a:ext>
            </a:extLst>
          </p:cNvPr>
          <p:cNvSpPr>
            <a:spLocks noGrp="1" noChangeArrowheads="1"/>
          </p:cNvSpPr>
          <p:nvPr>
            <p:ph type="dt" sz="half" idx="2"/>
          </p:nvPr>
        </p:nvSpPr>
        <p:spPr bwMode="auto">
          <a:xfrm>
            <a:off x="914400" y="6477000"/>
            <a:ext cx="1981200" cy="231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000">
                <a:ea typeface="Angsana New" panose="020B0502040204020203" pitchFamily="18" charset="-34"/>
                <a:cs typeface="Arial" panose="020B0604020202020204" pitchFamily="34" charset="0"/>
              </a:defRPr>
            </a:lvl1pPr>
          </a:lstStyle>
          <a:p>
            <a:pPr>
              <a:defRPr/>
            </a:pPr>
            <a:fld id="{B8B25350-D5B1-4B42-963C-680501185571}" type="datetime4">
              <a:rPr lang="en-US" altLang="en-US" smtClean="0"/>
              <a:t>March 5, 2024</a:t>
            </a:fld>
            <a:endParaRPr lang="en-US" altLang="en-US"/>
          </a:p>
        </p:txBody>
      </p:sp>
      <p:sp>
        <p:nvSpPr>
          <p:cNvPr id="597002" name="Rectangle 10">
            <a:extLst>
              <a:ext uri="{FF2B5EF4-FFF2-40B4-BE49-F238E27FC236}">
                <a16:creationId xmlns:a16="http://schemas.microsoft.com/office/drawing/2014/main" id="{1132E334-1383-4EAB-9C9A-5F3FD3A46352}"/>
              </a:ext>
            </a:extLst>
          </p:cNvPr>
          <p:cNvSpPr>
            <a:spLocks noGrp="1" noChangeArrowheads="1"/>
          </p:cNvSpPr>
          <p:nvPr>
            <p:ph type="ftr" sz="quarter" idx="3"/>
          </p:nvPr>
        </p:nvSpPr>
        <p:spPr bwMode="auto">
          <a:xfrm>
            <a:off x="3352800" y="6400800"/>
            <a:ext cx="2971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000">
                <a:ea typeface="Angsana New" panose="020B0502040204020203" pitchFamily="18" charset="-34"/>
                <a:cs typeface="Arial" panose="020B0604020202020204" pitchFamily="34" charset="0"/>
              </a:defRPr>
            </a:lvl1pPr>
          </a:lstStyle>
          <a:p>
            <a:pPr>
              <a:defRPr/>
            </a:pPr>
            <a:endParaRPr lang="en-US" altLang="en-US"/>
          </a:p>
        </p:txBody>
      </p:sp>
      <p:sp>
        <p:nvSpPr>
          <p:cNvPr id="597003" name="Rectangle 11">
            <a:extLst>
              <a:ext uri="{FF2B5EF4-FFF2-40B4-BE49-F238E27FC236}">
                <a16:creationId xmlns:a16="http://schemas.microsoft.com/office/drawing/2014/main" id="{40925F71-ADD2-49DD-86AF-348C756384E7}"/>
              </a:ext>
            </a:extLst>
          </p:cNvPr>
          <p:cNvSpPr>
            <a:spLocks noGrp="1" noChangeArrowheads="1"/>
          </p:cNvSpPr>
          <p:nvPr>
            <p:ph type="sldNum" sz="quarter" idx="4"/>
          </p:nvPr>
        </p:nvSpPr>
        <p:spPr bwMode="auto">
          <a:xfrm>
            <a:off x="6781800" y="6553200"/>
            <a:ext cx="1905000"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000">
                <a:ea typeface="Angsana New" panose="020B0502040204020203" pitchFamily="18" charset="-34"/>
                <a:cs typeface="Arial" panose="020B0604020202020204" pitchFamily="34" charset="0"/>
              </a:defRPr>
            </a:lvl1pPr>
          </a:lstStyle>
          <a:p>
            <a:pPr>
              <a:defRPr/>
            </a:pPr>
            <a:fld id="{E8115678-9089-447D-842A-6F2C91E58983}" type="slidenum">
              <a:rPr lang="en-US" altLang="en-US"/>
              <a:pPr>
                <a:defRPr/>
              </a:pPr>
              <a:t>‹#›</a:t>
            </a:fld>
            <a:endParaRPr lang="en-US" altLang="en-US"/>
          </a:p>
        </p:txBody>
      </p:sp>
      <p:sp>
        <p:nvSpPr>
          <p:cNvPr id="3080" name="Line 12">
            <a:extLst>
              <a:ext uri="{FF2B5EF4-FFF2-40B4-BE49-F238E27FC236}">
                <a16:creationId xmlns:a16="http://schemas.microsoft.com/office/drawing/2014/main" id="{4B1389F9-476E-4E83-9AF8-F7E761E0E687}"/>
              </a:ext>
            </a:extLst>
          </p:cNvPr>
          <p:cNvSpPr>
            <a:spLocks noChangeShapeType="1"/>
          </p:cNvSpPr>
          <p:nvPr/>
        </p:nvSpPr>
        <p:spPr bwMode="auto">
          <a:xfrm>
            <a:off x="0" y="4876800"/>
            <a:ext cx="609600" cy="0"/>
          </a:xfrm>
          <a:prstGeom prst="line">
            <a:avLst/>
          </a:prstGeom>
          <a:noFill/>
          <a:ln w="444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3081" name="Picture 13" descr="emu_300x300_72dpi_black">
            <a:extLst>
              <a:ext uri="{FF2B5EF4-FFF2-40B4-BE49-F238E27FC236}">
                <a16:creationId xmlns:a16="http://schemas.microsoft.com/office/drawing/2014/main" id="{6FFF7B09-08DB-496A-AB73-4C7C597D3FC2}"/>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79388" y="188913"/>
            <a:ext cx="6477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68" r:id="rId1"/>
    <p:sldLayoutId id="2147484033" r:id="rId2"/>
    <p:sldLayoutId id="2147484034" r:id="rId3"/>
    <p:sldLayoutId id="2147484035" r:id="rId4"/>
    <p:sldLayoutId id="2147484036" r:id="rId5"/>
    <p:sldLayoutId id="2147484037" r:id="rId6"/>
    <p:sldLayoutId id="2147484038" r:id="rId7"/>
    <p:sldLayoutId id="2147484039" r:id="rId8"/>
    <p:sldLayoutId id="2147484040" r:id="rId9"/>
    <p:sldLayoutId id="2147484041" r:id="rId10"/>
    <p:sldLayoutId id="2147484042" r:id="rId11"/>
    <p:sldLayoutId id="2147484043" r:id="rId12"/>
  </p:sldLayoutIdLst>
  <p:transition>
    <p:random/>
  </p:transition>
  <p:hf hdr="0" ftr="0"/>
  <p:txStyles>
    <p:titleStyle>
      <a:lvl1pPr algn="l" rtl="0" eaLnBrk="0" fontAlgn="base" hangingPunct="0">
        <a:spcBef>
          <a:spcPct val="0"/>
        </a:spcBef>
        <a:spcAft>
          <a:spcPct val="0"/>
        </a:spcAft>
        <a:defRPr sz="4200" kern="1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Times New Roman" panose="02020603050405020304" pitchFamily="18" charset="0"/>
          <a:cs typeface="Arial" panose="020B0604020202020204" pitchFamily="34" charset="0"/>
        </a:defRPr>
      </a:lvl2pPr>
      <a:lvl3pPr algn="l" rtl="0" eaLnBrk="0" fontAlgn="base" hangingPunct="0">
        <a:spcBef>
          <a:spcPct val="0"/>
        </a:spcBef>
        <a:spcAft>
          <a:spcPct val="0"/>
        </a:spcAft>
        <a:defRPr sz="4200">
          <a:solidFill>
            <a:schemeClr val="tx2"/>
          </a:solidFill>
          <a:latin typeface="Times New Roman" panose="02020603050405020304" pitchFamily="18" charset="0"/>
          <a:cs typeface="Arial" panose="020B0604020202020204" pitchFamily="34" charset="0"/>
        </a:defRPr>
      </a:lvl3pPr>
      <a:lvl4pPr algn="l" rtl="0" eaLnBrk="0" fontAlgn="base" hangingPunct="0">
        <a:spcBef>
          <a:spcPct val="0"/>
        </a:spcBef>
        <a:spcAft>
          <a:spcPct val="0"/>
        </a:spcAft>
        <a:defRPr sz="4200">
          <a:solidFill>
            <a:schemeClr val="tx2"/>
          </a:solidFill>
          <a:latin typeface="Times New Roman" panose="02020603050405020304" pitchFamily="18" charset="0"/>
          <a:cs typeface="Arial" panose="020B0604020202020204" pitchFamily="34" charset="0"/>
        </a:defRPr>
      </a:lvl4pPr>
      <a:lvl5pPr algn="l" rtl="0" eaLnBrk="0" fontAlgn="base" hangingPunct="0">
        <a:spcBef>
          <a:spcPct val="0"/>
        </a:spcBef>
        <a:spcAft>
          <a:spcPct val="0"/>
        </a:spcAft>
        <a:defRPr sz="4200">
          <a:solidFill>
            <a:schemeClr val="tx2"/>
          </a:solidFill>
          <a:latin typeface="Times New Roman" panose="02020603050405020304" pitchFamily="18" charset="0"/>
          <a:cs typeface="Arial" panose="020B0604020202020204" pitchFamily="34" charset="0"/>
        </a:defRPr>
      </a:lvl5pPr>
      <a:lvl6pPr marL="457200" algn="l" rtl="0" eaLnBrk="1" fontAlgn="base" hangingPunct="1">
        <a:spcBef>
          <a:spcPct val="0"/>
        </a:spcBef>
        <a:spcAft>
          <a:spcPct val="0"/>
        </a:spcAft>
        <a:defRPr sz="4200">
          <a:solidFill>
            <a:schemeClr val="tx2"/>
          </a:solidFill>
          <a:latin typeface="Times New Roman" panose="02020603050405020304" pitchFamily="18" charset="0"/>
          <a:cs typeface="Arial" panose="020B0604020202020204" pitchFamily="34" charset="0"/>
        </a:defRPr>
      </a:lvl6pPr>
      <a:lvl7pPr marL="914400" algn="l" rtl="0" eaLnBrk="1" fontAlgn="base" hangingPunct="1">
        <a:spcBef>
          <a:spcPct val="0"/>
        </a:spcBef>
        <a:spcAft>
          <a:spcPct val="0"/>
        </a:spcAft>
        <a:defRPr sz="4200">
          <a:solidFill>
            <a:schemeClr val="tx2"/>
          </a:solidFill>
          <a:latin typeface="Times New Roman" panose="02020603050405020304" pitchFamily="18" charset="0"/>
          <a:cs typeface="Arial" panose="020B0604020202020204" pitchFamily="34" charset="0"/>
        </a:defRPr>
      </a:lvl7pPr>
      <a:lvl8pPr marL="1371600" algn="l" rtl="0" eaLnBrk="1" fontAlgn="base" hangingPunct="1">
        <a:spcBef>
          <a:spcPct val="0"/>
        </a:spcBef>
        <a:spcAft>
          <a:spcPct val="0"/>
        </a:spcAft>
        <a:defRPr sz="4200">
          <a:solidFill>
            <a:schemeClr val="tx2"/>
          </a:solidFill>
          <a:latin typeface="Times New Roman" panose="02020603050405020304" pitchFamily="18" charset="0"/>
          <a:cs typeface="Arial" panose="020B0604020202020204" pitchFamily="34" charset="0"/>
        </a:defRPr>
      </a:lvl8pPr>
      <a:lvl9pPr marL="1828800" algn="l" rtl="0" eaLnBrk="1" fontAlgn="base" hangingPunct="1">
        <a:spcBef>
          <a:spcPct val="0"/>
        </a:spcBef>
        <a:spcAft>
          <a:spcPct val="0"/>
        </a:spcAft>
        <a:defRPr sz="4200">
          <a:solidFill>
            <a:schemeClr val="tx2"/>
          </a:solidFill>
          <a:latin typeface="Times New Roman" panose="02020603050405020304" pitchFamily="18" charset="0"/>
          <a:cs typeface="Arial" panose="020B0604020202020204" pitchFamily="34" charset="0"/>
        </a:defRPr>
      </a:lvl9pPr>
    </p:titleStyle>
    <p:bodyStyle>
      <a:lvl1pPr marL="342900" indent="-342900" algn="l" rtl="0" eaLnBrk="0" fontAlgn="base" hangingPunct="0">
        <a:spcBef>
          <a:spcPct val="20000"/>
        </a:spcBef>
        <a:spcAft>
          <a:spcPct val="0"/>
        </a:spcAft>
        <a:buClr>
          <a:schemeClr val="folHlink"/>
        </a:buClr>
        <a:buSzPct val="90000"/>
        <a:buFont typeface="Wingdings" panose="05000000000000000000" pitchFamily="2" charset="2"/>
        <a:buChar char="n"/>
        <a:defRPr sz="24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SzPct val="75000"/>
        <a:buFont typeface="Wingdings" panose="05000000000000000000" pitchFamily="2" charset="2"/>
        <a:buChar char="q"/>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SzPct val="55000"/>
        <a:buFont typeface="Wingdings" panose="05000000000000000000" pitchFamily="2" charset="2"/>
        <a:buChar char="q"/>
        <a:defRPr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1"/>
        </a:buClr>
        <a:buFont typeface="Wingdings" panose="05000000000000000000" pitchFamily="2" charset="2"/>
        <a:buChar char="§"/>
        <a:defRPr sz="16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Font typeface="Wingdings" panose="05000000000000000000" pitchFamily="2" charset="2"/>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98" name="Rectangle 5">
            <a:extLst>
              <a:ext uri="{FF2B5EF4-FFF2-40B4-BE49-F238E27FC236}">
                <a16:creationId xmlns:a16="http://schemas.microsoft.com/office/drawing/2014/main" id="{43B9EDA4-1352-4769-B93C-9CC448C4110B}"/>
              </a:ext>
            </a:extLst>
          </p:cNvPr>
          <p:cNvSpPr>
            <a:spLocks noGrp="1" noChangeArrowheads="1"/>
          </p:cNvSpPr>
          <p:nvPr>
            <p:ph type="body" idx="1"/>
          </p:nvPr>
        </p:nvSpPr>
        <p:spPr bwMode="auto">
          <a:xfrm>
            <a:off x="307975" y="1295400"/>
            <a:ext cx="8570913" cy="520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0488" tIns="44450" rIns="90488" bIns="44450" numCol="1" anchor="t" anchorCtr="0" compatLnSpc="1">
            <a:prstTxWarp prst="textNoShape">
              <a:avLst/>
            </a:prstTxWarp>
          </a:bodyPr>
          <a:lstStyle/>
          <a:p>
            <a:pPr lvl="0"/>
            <a:r>
              <a:rPr lang="zh-TW" altLang="en-US"/>
              <a:t>按一下以編輯母片</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099" name="Rectangle 7">
            <a:extLst>
              <a:ext uri="{FF2B5EF4-FFF2-40B4-BE49-F238E27FC236}">
                <a16:creationId xmlns:a16="http://schemas.microsoft.com/office/drawing/2014/main" id="{86D4C91F-1F85-4112-9534-FAEBE9089E81}"/>
              </a:ext>
            </a:extLst>
          </p:cNvPr>
          <p:cNvSpPr>
            <a:spLocks noGrp="1" noChangeArrowheads="1"/>
          </p:cNvSpPr>
          <p:nvPr>
            <p:ph type="title"/>
          </p:nvPr>
        </p:nvSpPr>
        <p:spPr bwMode="auto">
          <a:xfrm>
            <a:off x="298450" y="228600"/>
            <a:ext cx="85756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p>
            <a:pPr lvl="0"/>
            <a:r>
              <a:rPr lang="en-US" altLang="zh-TW"/>
              <a:t>Click to edit Master title style</a:t>
            </a:r>
          </a:p>
        </p:txBody>
      </p:sp>
      <p:grpSp>
        <p:nvGrpSpPr>
          <p:cNvPr id="4100" name="Group 8">
            <a:extLst>
              <a:ext uri="{FF2B5EF4-FFF2-40B4-BE49-F238E27FC236}">
                <a16:creationId xmlns:a16="http://schemas.microsoft.com/office/drawing/2014/main" id="{945E2843-C615-4537-8B6C-4C03279B19F0}"/>
              </a:ext>
            </a:extLst>
          </p:cNvPr>
          <p:cNvGrpSpPr>
            <a:grpSpLocks/>
          </p:cNvGrpSpPr>
          <p:nvPr/>
        </p:nvGrpSpPr>
        <p:grpSpPr bwMode="auto">
          <a:xfrm>
            <a:off x="-9525" y="1049338"/>
            <a:ext cx="9151938" cy="82550"/>
            <a:chOff x="1" y="591"/>
            <a:chExt cx="5759" cy="52"/>
          </a:xfrm>
        </p:grpSpPr>
        <p:sp>
          <p:nvSpPr>
            <p:cNvPr id="4103" name="Line 9">
              <a:extLst>
                <a:ext uri="{FF2B5EF4-FFF2-40B4-BE49-F238E27FC236}">
                  <a16:creationId xmlns:a16="http://schemas.microsoft.com/office/drawing/2014/main" id="{D3FD8793-9705-4B49-BB50-C5CE1789EEAF}"/>
                </a:ext>
              </a:extLst>
            </p:cNvPr>
            <p:cNvSpPr>
              <a:spLocks noChangeShapeType="1"/>
            </p:cNvSpPr>
            <p:nvPr/>
          </p:nvSpPr>
          <p:spPr bwMode="auto">
            <a:xfrm>
              <a:off x="2" y="591"/>
              <a:ext cx="5758" cy="0"/>
            </a:xfrm>
            <a:prstGeom prst="line">
              <a:avLst/>
            </a:prstGeom>
            <a:noFill/>
            <a:ln w="762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104" name="Line 10">
              <a:extLst>
                <a:ext uri="{FF2B5EF4-FFF2-40B4-BE49-F238E27FC236}">
                  <a16:creationId xmlns:a16="http://schemas.microsoft.com/office/drawing/2014/main" id="{B99A43B9-5B41-4094-8A75-EC64B6D0DD1D}"/>
                </a:ext>
              </a:extLst>
            </p:cNvPr>
            <p:cNvSpPr>
              <a:spLocks noChangeShapeType="1"/>
            </p:cNvSpPr>
            <p:nvPr/>
          </p:nvSpPr>
          <p:spPr bwMode="auto">
            <a:xfrm>
              <a:off x="2" y="626"/>
              <a:ext cx="5758" cy="0"/>
            </a:xfrm>
            <a:prstGeom prst="line">
              <a:avLst/>
            </a:prstGeom>
            <a:noFill/>
            <a:ln w="127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105" name="Line 11">
              <a:extLst>
                <a:ext uri="{FF2B5EF4-FFF2-40B4-BE49-F238E27FC236}">
                  <a16:creationId xmlns:a16="http://schemas.microsoft.com/office/drawing/2014/main" id="{04B48040-2F6D-4CEA-A659-7B33B726C626}"/>
                </a:ext>
              </a:extLst>
            </p:cNvPr>
            <p:cNvSpPr>
              <a:spLocks noChangeShapeType="1"/>
            </p:cNvSpPr>
            <p:nvPr/>
          </p:nvSpPr>
          <p:spPr bwMode="auto">
            <a:xfrm>
              <a:off x="1" y="643"/>
              <a:ext cx="5759" cy="0"/>
            </a:xfrm>
            <a:prstGeom prst="line">
              <a:avLst/>
            </a:prstGeom>
            <a:noFill/>
            <a:ln w="127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9" name="文字方塊 8">
            <a:extLst>
              <a:ext uri="{FF2B5EF4-FFF2-40B4-BE49-F238E27FC236}">
                <a16:creationId xmlns:a16="http://schemas.microsoft.com/office/drawing/2014/main" id="{750454F3-716F-4394-BF1B-5F6E621989C5}"/>
              </a:ext>
            </a:extLst>
          </p:cNvPr>
          <p:cNvSpPr txBox="1"/>
          <p:nvPr/>
        </p:nvSpPr>
        <p:spPr>
          <a:xfrm>
            <a:off x="6810375" y="6540500"/>
            <a:ext cx="2298700" cy="304800"/>
          </a:xfrm>
          <a:prstGeom prst="rect">
            <a:avLst/>
          </a:prstGeom>
          <a:noFill/>
        </p:spPr>
        <p:txBody>
          <a:bodyPr>
            <a:spAutoFit/>
          </a:bodyPr>
          <a:lstStyle>
            <a:lvl1pPr eaLnBrk="0" hangingPunct="0">
              <a:defRPr sz="1400" i="1" u="sng">
                <a:solidFill>
                  <a:srgbClr val="003366"/>
                </a:solidFill>
                <a:latin typeface="Times New Roman" panose="02020603050405020304" pitchFamily="18" charset="0"/>
                <a:ea typeface="新細明體" panose="02020500000000000000" pitchFamily="18" charset="-120"/>
              </a:defRPr>
            </a:lvl1pPr>
            <a:lvl2pPr marL="742950" indent="-285750" eaLnBrk="0" hangingPunct="0">
              <a:defRPr sz="1400" i="1" u="sng">
                <a:solidFill>
                  <a:srgbClr val="003366"/>
                </a:solidFill>
                <a:latin typeface="Times New Roman" panose="02020603050405020304" pitchFamily="18" charset="0"/>
                <a:ea typeface="新細明體" panose="02020500000000000000" pitchFamily="18" charset="-120"/>
              </a:defRPr>
            </a:lvl2pPr>
            <a:lvl3pPr marL="1143000" indent="-228600" eaLnBrk="0" hangingPunct="0">
              <a:defRPr sz="1400" i="1" u="sng">
                <a:solidFill>
                  <a:srgbClr val="003366"/>
                </a:solidFill>
                <a:latin typeface="Times New Roman" panose="02020603050405020304" pitchFamily="18" charset="0"/>
                <a:ea typeface="新細明體" panose="02020500000000000000" pitchFamily="18" charset="-120"/>
              </a:defRPr>
            </a:lvl3pPr>
            <a:lvl4pPr marL="1600200" indent="-228600" eaLnBrk="0" hangingPunct="0">
              <a:defRPr sz="1400" i="1" u="sng">
                <a:solidFill>
                  <a:srgbClr val="003366"/>
                </a:solidFill>
                <a:latin typeface="Times New Roman" panose="02020603050405020304" pitchFamily="18" charset="0"/>
                <a:ea typeface="新細明體" panose="02020500000000000000" pitchFamily="18" charset="-120"/>
              </a:defRPr>
            </a:lvl4pPr>
            <a:lvl5pPr marL="2057400" indent="-228600" eaLnBrk="0" hangingPunct="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algn="r" eaLnBrk="1" hangingPunct="1">
              <a:defRPr/>
            </a:pPr>
            <a:r>
              <a:rPr lang="tr-TR" altLang="zh-TW" u="none">
                <a:solidFill>
                  <a:srgbClr val="7F7F7F"/>
                </a:solidFill>
                <a:cs typeface="Arial" panose="020B0604020202020204" pitchFamily="34" charset="0"/>
              </a:rPr>
              <a:t>Digital Logic Design</a:t>
            </a:r>
            <a:r>
              <a:rPr lang="en-US" altLang="zh-TW" u="none">
                <a:solidFill>
                  <a:srgbClr val="7F7F7F"/>
                </a:solidFill>
                <a:cs typeface="Arial" panose="020B0604020202020204" pitchFamily="34" charset="0"/>
              </a:rPr>
              <a:t> </a:t>
            </a:r>
            <a:r>
              <a:rPr lang="en-US" altLang="zh-TW" i="0" u="none">
                <a:solidFill>
                  <a:srgbClr val="7F7F7F"/>
                </a:solidFill>
                <a:cs typeface="Arial" panose="020B0604020202020204" pitchFamily="34" charset="0"/>
              </a:rPr>
              <a:t>Ch1</a:t>
            </a:r>
            <a:r>
              <a:rPr lang="en-US" altLang="zh-TW" u="none">
                <a:solidFill>
                  <a:srgbClr val="7F7F7F"/>
                </a:solidFill>
                <a:cs typeface="Arial" panose="020B0604020202020204" pitchFamily="34" charset="0"/>
              </a:rPr>
              <a:t>-</a:t>
            </a:r>
            <a:fld id="{73AB4636-F3A7-4DEA-AF14-F79885A739CA}" type="slidenum">
              <a:rPr lang="zh-TW" altLang="en-US" i="0" u="none" smtClean="0">
                <a:solidFill>
                  <a:srgbClr val="7F7F7F"/>
                </a:solidFill>
                <a:cs typeface="Arial" panose="020B0604020202020204" pitchFamily="34" charset="0"/>
              </a:rPr>
              <a:pPr algn="r" eaLnBrk="1" hangingPunct="1">
                <a:defRPr/>
              </a:pPr>
              <a:t>‹#›</a:t>
            </a:fld>
            <a:endParaRPr lang="en-US" altLang="zh-TW" i="0" u="none">
              <a:solidFill>
                <a:srgbClr val="7F7F7F"/>
              </a:solidFill>
              <a:cs typeface="Arial" panose="020B0604020202020204" pitchFamily="34" charset="0"/>
            </a:endParaRPr>
          </a:p>
        </p:txBody>
      </p:sp>
      <p:pic>
        <p:nvPicPr>
          <p:cNvPr id="4102" name="Picture 9" descr="logoyil30">
            <a:extLst>
              <a:ext uri="{FF2B5EF4-FFF2-40B4-BE49-F238E27FC236}">
                <a16:creationId xmlns:a16="http://schemas.microsoft.com/office/drawing/2014/main" id="{E08EE95F-7194-462B-B895-417B50D0BDDC}"/>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95275" y="161925"/>
            <a:ext cx="736600" cy="74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69" r:id="rId1"/>
    <p:sldLayoutId id="2147484070" r:id="rId2"/>
    <p:sldLayoutId id="2147484071" r:id="rId3"/>
    <p:sldLayoutId id="2147484072" r:id="rId4"/>
    <p:sldLayoutId id="2147484073" r:id="rId5"/>
    <p:sldLayoutId id="2147484074" r:id="rId6"/>
    <p:sldLayoutId id="2147484075" r:id="rId7"/>
    <p:sldLayoutId id="2147484076" r:id="rId8"/>
    <p:sldLayoutId id="2147484077" r:id="rId9"/>
    <p:sldLayoutId id="2147484078" r:id="rId10"/>
    <p:sldLayoutId id="2147484079" r:id="rId11"/>
    <p:sldLayoutId id="2147484080" r:id="rId12"/>
  </p:sldLayoutIdLst>
  <p:hf hdr="0" ftr="0"/>
  <p:txStyles>
    <p:titleStyle>
      <a:lvl1pPr algn="ctr" rtl="0" eaLnBrk="0" fontAlgn="base" hangingPunct="0">
        <a:spcBef>
          <a:spcPct val="0"/>
        </a:spcBef>
        <a:spcAft>
          <a:spcPct val="0"/>
        </a:spcAft>
        <a:defRPr kumimoji="1" sz="3600">
          <a:solidFill>
            <a:schemeClr val="tx1"/>
          </a:solidFill>
          <a:latin typeface="+mj-lt"/>
          <a:ea typeface="+mj-ea"/>
          <a:cs typeface="+mj-cs"/>
        </a:defRPr>
      </a:lvl1pPr>
      <a:lvl2pPr algn="ctr" rtl="0" eaLnBrk="0" fontAlgn="base" hangingPunct="0">
        <a:spcBef>
          <a:spcPct val="0"/>
        </a:spcBef>
        <a:spcAft>
          <a:spcPct val="0"/>
        </a:spcAft>
        <a:defRPr kumimoji="1" sz="3600">
          <a:solidFill>
            <a:schemeClr val="tx1"/>
          </a:solidFill>
          <a:latin typeface="Book Antiqua" pitchFamily="18" charset="0"/>
          <a:ea typeface="新細明體" pitchFamily="18" charset="-120"/>
        </a:defRPr>
      </a:lvl2pPr>
      <a:lvl3pPr algn="ctr" rtl="0" eaLnBrk="0" fontAlgn="base" hangingPunct="0">
        <a:spcBef>
          <a:spcPct val="0"/>
        </a:spcBef>
        <a:spcAft>
          <a:spcPct val="0"/>
        </a:spcAft>
        <a:defRPr kumimoji="1" sz="3600">
          <a:solidFill>
            <a:schemeClr val="tx1"/>
          </a:solidFill>
          <a:latin typeface="Book Antiqua" pitchFamily="18" charset="0"/>
          <a:ea typeface="新細明體" pitchFamily="18" charset="-120"/>
        </a:defRPr>
      </a:lvl3pPr>
      <a:lvl4pPr algn="ctr" rtl="0" eaLnBrk="0" fontAlgn="base" hangingPunct="0">
        <a:spcBef>
          <a:spcPct val="0"/>
        </a:spcBef>
        <a:spcAft>
          <a:spcPct val="0"/>
        </a:spcAft>
        <a:defRPr kumimoji="1" sz="3600">
          <a:solidFill>
            <a:schemeClr val="tx1"/>
          </a:solidFill>
          <a:latin typeface="Book Antiqua" pitchFamily="18" charset="0"/>
          <a:ea typeface="新細明體" pitchFamily="18" charset="-120"/>
        </a:defRPr>
      </a:lvl4pPr>
      <a:lvl5pPr algn="ctr" rtl="0" eaLnBrk="0" fontAlgn="base" hangingPunct="0">
        <a:spcBef>
          <a:spcPct val="0"/>
        </a:spcBef>
        <a:spcAft>
          <a:spcPct val="0"/>
        </a:spcAft>
        <a:defRPr kumimoji="1" sz="3600">
          <a:solidFill>
            <a:schemeClr val="tx1"/>
          </a:solidFill>
          <a:latin typeface="Book Antiqua" pitchFamily="18" charset="0"/>
          <a:ea typeface="新細明體" pitchFamily="18" charset="-120"/>
        </a:defRPr>
      </a:lvl5pPr>
      <a:lvl6pPr marL="457200" algn="ctr" rtl="0" eaLnBrk="1" fontAlgn="base" hangingPunct="1">
        <a:spcBef>
          <a:spcPct val="0"/>
        </a:spcBef>
        <a:spcAft>
          <a:spcPct val="0"/>
        </a:spcAft>
        <a:defRPr kumimoji="1" sz="3600">
          <a:solidFill>
            <a:schemeClr val="tx1"/>
          </a:solidFill>
          <a:latin typeface="Book Antiqua" pitchFamily="18" charset="0"/>
          <a:ea typeface="新細明體" pitchFamily="18" charset="-120"/>
        </a:defRPr>
      </a:lvl6pPr>
      <a:lvl7pPr marL="914400" algn="ctr" rtl="0" eaLnBrk="1" fontAlgn="base" hangingPunct="1">
        <a:spcBef>
          <a:spcPct val="0"/>
        </a:spcBef>
        <a:spcAft>
          <a:spcPct val="0"/>
        </a:spcAft>
        <a:defRPr kumimoji="1" sz="3600">
          <a:solidFill>
            <a:schemeClr val="tx1"/>
          </a:solidFill>
          <a:latin typeface="Book Antiqua" pitchFamily="18" charset="0"/>
          <a:ea typeface="新細明體" pitchFamily="18" charset="-120"/>
        </a:defRPr>
      </a:lvl7pPr>
      <a:lvl8pPr marL="1371600" algn="ctr" rtl="0" eaLnBrk="1" fontAlgn="base" hangingPunct="1">
        <a:spcBef>
          <a:spcPct val="0"/>
        </a:spcBef>
        <a:spcAft>
          <a:spcPct val="0"/>
        </a:spcAft>
        <a:defRPr kumimoji="1" sz="3600">
          <a:solidFill>
            <a:schemeClr val="tx1"/>
          </a:solidFill>
          <a:latin typeface="Book Antiqua" pitchFamily="18" charset="0"/>
          <a:ea typeface="新細明體" pitchFamily="18" charset="-120"/>
        </a:defRPr>
      </a:lvl8pPr>
      <a:lvl9pPr marL="1828800" algn="ctr" rtl="0" eaLnBrk="1" fontAlgn="base" hangingPunct="1">
        <a:spcBef>
          <a:spcPct val="0"/>
        </a:spcBef>
        <a:spcAft>
          <a:spcPct val="0"/>
        </a:spcAft>
        <a:defRPr kumimoji="1" sz="3600">
          <a:solidFill>
            <a:schemeClr val="tx1"/>
          </a:solidFill>
          <a:latin typeface="Book Antiqua" pitchFamily="18" charset="0"/>
          <a:ea typeface="新細明體" pitchFamily="18" charset="-120"/>
        </a:defRPr>
      </a:lvl9pPr>
    </p:titleStyle>
    <p:bodyStyle>
      <a:lvl1pPr marL="342900" indent="-342900" algn="l" rtl="0" eaLnBrk="0" fontAlgn="base" hangingPunct="0">
        <a:spcBef>
          <a:spcPct val="20000"/>
        </a:spcBef>
        <a:spcAft>
          <a:spcPct val="0"/>
        </a:spcAft>
        <a:buClr>
          <a:srgbClr val="0000FF"/>
        </a:buClr>
        <a:buSzPct val="90000"/>
        <a:buFont typeface="Wingdings 2" panose="05020102010507070707" pitchFamily="18" charset="2"/>
        <a:buChar char="©"/>
        <a:defRPr kumimoji="1" sz="2400">
          <a:solidFill>
            <a:schemeClr val="tx1"/>
          </a:solidFill>
          <a:latin typeface="Times New Roman" pitchFamily="18" charset="0"/>
          <a:ea typeface="+mn-ea"/>
          <a:cs typeface="Times New Roman" pitchFamily="18" charset="0"/>
        </a:defRPr>
      </a:lvl1pPr>
      <a:lvl2pPr marL="742950" indent="-285750" algn="l" rtl="0" eaLnBrk="0" fontAlgn="base" hangingPunct="0">
        <a:spcBef>
          <a:spcPct val="20000"/>
        </a:spcBef>
        <a:spcAft>
          <a:spcPct val="0"/>
        </a:spcAft>
        <a:buClr>
          <a:srgbClr val="FF9900"/>
        </a:buClr>
        <a:buSzPct val="70000"/>
        <a:buFont typeface="Wingdings" panose="05000000000000000000" pitchFamily="2" charset="2"/>
        <a:buChar char="u"/>
        <a:defRPr kumimoji="1" sz="2000">
          <a:solidFill>
            <a:schemeClr val="tx1"/>
          </a:solidFill>
          <a:latin typeface="Times New Roman" pitchFamily="18" charset="0"/>
          <a:ea typeface="+mn-ea"/>
          <a:cs typeface="Times New Roman" pitchFamily="18" charset="0"/>
        </a:defRPr>
      </a:lvl2pPr>
      <a:lvl3pPr marL="1143000" indent="-228600" algn="l" rtl="0" eaLnBrk="0" fontAlgn="base" hangingPunct="0">
        <a:spcBef>
          <a:spcPct val="20000"/>
        </a:spcBef>
        <a:spcAft>
          <a:spcPct val="0"/>
        </a:spcAft>
        <a:buClr>
          <a:srgbClr val="1B1BFF"/>
        </a:buClr>
        <a:buSzPct val="80000"/>
        <a:buFont typeface="Times New Roman" panose="02020603050405020304" pitchFamily="18" charset="0"/>
        <a:buChar char="»"/>
        <a:defRPr kumimoji="1">
          <a:solidFill>
            <a:schemeClr val="tx1"/>
          </a:solidFill>
          <a:latin typeface="Times New Roman" pitchFamily="18" charset="0"/>
          <a:ea typeface="+mn-ea"/>
          <a:cs typeface="Times New Roman" pitchFamily="18" charset="0"/>
        </a:defRPr>
      </a:lvl3pPr>
      <a:lvl4pPr marL="1600200" indent="-228600" algn="l" rtl="0" eaLnBrk="0" fontAlgn="base" hangingPunct="0">
        <a:spcBef>
          <a:spcPct val="20000"/>
        </a:spcBef>
        <a:spcAft>
          <a:spcPct val="0"/>
        </a:spcAft>
        <a:buClr>
          <a:schemeClr val="accent1"/>
        </a:buClr>
        <a:buFont typeface="Book Antiqua" panose="02040602050305030304" pitchFamily="18" charset="0"/>
        <a:buChar char="−"/>
        <a:defRPr kumimoji="1" sz="1600">
          <a:solidFill>
            <a:schemeClr val="tx1"/>
          </a:solidFill>
          <a:latin typeface="Times New Roman" pitchFamily="18" charset="0"/>
          <a:ea typeface="+mn-ea"/>
          <a:cs typeface="Times New Roman" pitchFamily="18" charset="0"/>
        </a:defRPr>
      </a:lvl4pPr>
      <a:lvl5pPr marL="2057400" indent="-228600" algn="l" rtl="0" eaLnBrk="0" fontAlgn="base" hangingPunct="0">
        <a:spcBef>
          <a:spcPct val="20000"/>
        </a:spcBef>
        <a:spcAft>
          <a:spcPct val="0"/>
        </a:spcAft>
        <a:buClr>
          <a:srgbClr val="4D4D4D"/>
        </a:buClr>
        <a:buSzPct val="50000"/>
        <a:buFont typeface="Wingdings" panose="05000000000000000000" pitchFamily="2" charset="2"/>
        <a:buChar char="l"/>
        <a:defRPr kumimoji="1" sz="1400">
          <a:solidFill>
            <a:schemeClr val="tx1"/>
          </a:solidFill>
          <a:latin typeface="Times New Roman" pitchFamily="18" charset="0"/>
          <a:ea typeface="+mn-ea"/>
          <a:cs typeface="Times New Roman" pitchFamily="18" charset="0"/>
        </a:defRPr>
      </a:lvl5pPr>
      <a:lvl6pPr marL="2514600" indent="-228600" algn="l" rtl="0" eaLnBrk="1" fontAlgn="base" hangingPunct="1">
        <a:spcBef>
          <a:spcPct val="20000"/>
        </a:spcBef>
        <a:spcAft>
          <a:spcPct val="0"/>
        </a:spcAft>
        <a:buClr>
          <a:schemeClr val="accent2"/>
        </a:buClr>
        <a:buChar char="»"/>
        <a:defRPr kumimoji="1" sz="1000">
          <a:solidFill>
            <a:schemeClr val="tx1"/>
          </a:solidFill>
          <a:latin typeface="+mn-lt"/>
          <a:ea typeface="+mn-ea"/>
        </a:defRPr>
      </a:lvl6pPr>
      <a:lvl7pPr marL="2971800" indent="-228600" algn="l" rtl="0" eaLnBrk="1" fontAlgn="base" hangingPunct="1">
        <a:spcBef>
          <a:spcPct val="20000"/>
        </a:spcBef>
        <a:spcAft>
          <a:spcPct val="0"/>
        </a:spcAft>
        <a:buClr>
          <a:schemeClr val="accent2"/>
        </a:buClr>
        <a:buChar char="»"/>
        <a:defRPr kumimoji="1" sz="1000">
          <a:solidFill>
            <a:schemeClr val="tx1"/>
          </a:solidFill>
          <a:latin typeface="+mn-lt"/>
          <a:ea typeface="+mn-ea"/>
        </a:defRPr>
      </a:lvl7pPr>
      <a:lvl8pPr marL="3429000" indent="-228600" algn="l" rtl="0" eaLnBrk="1" fontAlgn="base" hangingPunct="1">
        <a:spcBef>
          <a:spcPct val="20000"/>
        </a:spcBef>
        <a:spcAft>
          <a:spcPct val="0"/>
        </a:spcAft>
        <a:buClr>
          <a:schemeClr val="accent2"/>
        </a:buClr>
        <a:buChar char="»"/>
        <a:defRPr kumimoji="1" sz="1000">
          <a:solidFill>
            <a:schemeClr val="tx1"/>
          </a:solidFill>
          <a:latin typeface="+mn-lt"/>
          <a:ea typeface="+mn-ea"/>
        </a:defRPr>
      </a:lvl8pPr>
      <a:lvl9pPr marL="3886200" indent="-228600" algn="l" rtl="0" eaLnBrk="1" fontAlgn="base" hangingPunct="1">
        <a:spcBef>
          <a:spcPct val="20000"/>
        </a:spcBef>
        <a:spcAft>
          <a:spcPct val="0"/>
        </a:spcAft>
        <a:buClr>
          <a:schemeClr val="accent2"/>
        </a:buClr>
        <a:buChar char="»"/>
        <a:defRPr kumimoji="1" sz="1000">
          <a:solidFill>
            <a:schemeClr val="tx1"/>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5122" name="Group 7">
            <a:extLst>
              <a:ext uri="{FF2B5EF4-FFF2-40B4-BE49-F238E27FC236}">
                <a16:creationId xmlns:a16="http://schemas.microsoft.com/office/drawing/2014/main" id="{2F364496-8BA2-4CFA-81DC-C649C6B43699}"/>
              </a:ext>
            </a:extLst>
          </p:cNvPr>
          <p:cNvGrpSpPr>
            <a:grpSpLocks/>
          </p:cNvGrpSpPr>
          <p:nvPr/>
        </p:nvGrpSpPr>
        <p:grpSpPr bwMode="auto">
          <a:xfrm>
            <a:off x="215900" y="215900"/>
            <a:ext cx="8478838" cy="6173788"/>
            <a:chOff x="0" y="0"/>
            <a:chExt cx="5341" cy="3889"/>
          </a:xfrm>
        </p:grpSpPr>
        <p:sp>
          <p:nvSpPr>
            <p:cNvPr id="5132" name="Freeform 8">
              <a:extLst>
                <a:ext uri="{FF2B5EF4-FFF2-40B4-BE49-F238E27FC236}">
                  <a16:creationId xmlns:a16="http://schemas.microsoft.com/office/drawing/2014/main" id="{69CEB01E-FAFC-4111-A0A1-FBD146EBFF21}"/>
                </a:ext>
              </a:extLst>
            </p:cNvPr>
            <p:cNvSpPr>
              <a:spLocks/>
            </p:cNvSpPr>
            <p:nvPr/>
          </p:nvSpPr>
          <p:spPr bwMode="ltGray">
            <a:xfrm>
              <a:off x="0" y="0"/>
              <a:ext cx="3863" cy="3889"/>
            </a:xfrm>
            <a:custGeom>
              <a:avLst/>
              <a:gdLst>
                <a:gd name="T0" fmla="*/ 3862 w 3863"/>
                <a:gd name="T1" fmla="*/ 3418 h 3889"/>
                <a:gd name="T2" fmla="*/ 457 w 3863"/>
                <a:gd name="T3" fmla="*/ 0 h 3889"/>
                <a:gd name="T4" fmla="*/ 0 w 3863"/>
                <a:gd name="T5" fmla="*/ 0 h 3889"/>
                <a:gd name="T6" fmla="*/ 0 w 3863"/>
                <a:gd name="T7" fmla="*/ 481 h 3889"/>
                <a:gd name="T8" fmla="*/ 3394 w 3863"/>
                <a:gd name="T9" fmla="*/ 3888 h 3889"/>
                <a:gd name="T10" fmla="*/ 3862 w 3863"/>
                <a:gd name="T11" fmla="*/ 3418 h 388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863" h="3889">
                  <a:moveTo>
                    <a:pt x="3862" y="3418"/>
                  </a:moveTo>
                  <a:lnTo>
                    <a:pt x="457" y="0"/>
                  </a:lnTo>
                  <a:lnTo>
                    <a:pt x="0" y="0"/>
                  </a:lnTo>
                  <a:lnTo>
                    <a:pt x="0" y="481"/>
                  </a:lnTo>
                  <a:lnTo>
                    <a:pt x="3394" y="3888"/>
                  </a:lnTo>
                  <a:lnTo>
                    <a:pt x="3862" y="3418"/>
                  </a:lnTo>
                </a:path>
              </a:pathLst>
            </a:custGeom>
            <a:solidFill>
              <a:schemeClr val="bg1">
                <a:alpha val="50195"/>
              </a:schemeClr>
            </a:solidFill>
            <a:ln>
              <a:noFill/>
            </a:ln>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en-US"/>
            </a:p>
          </p:txBody>
        </p:sp>
        <p:sp>
          <p:nvSpPr>
            <p:cNvPr id="5133" name="Freeform 9">
              <a:extLst>
                <a:ext uri="{FF2B5EF4-FFF2-40B4-BE49-F238E27FC236}">
                  <a16:creationId xmlns:a16="http://schemas.microsoft.com/office/drawing/2014/main" id="{F12DED50-716D-42AC-85D7-0BA10197B30D}"/>
                </a:ext>
              </a:extLst>
            </p:cNvPr>
            <p:cNvSpPr>
              <a:spLocks/>
            </p:cNvSpPr>
            <p:nvPr/>
          </p:nvSpPr>
          <p:spPr bwMode="ltGray">
            <a:xfrm>
              <a:off x="860" y="0"/>
              <a:ext cx="3394" cy="3223"/>
            </a:xfrm>
            <a:custGeom>
              <a:avLst/>
              <a:gdLst>
                <a:gd name="T0" fmla="*/ 370 w 3394"/>
                <a:gd name="T1" fmla="*/ 0 h 3223"/>
                <a:gd name="T2" fmla="*/ 3393 w 3394"/>
                <a:gd name="T3" fmla="*/ 3036 h 3223"/>
                <a:gd name="T4" fmla="*/ 3208 w 3394"/>
                <a:gd name="T5" fmla="*/ 3222 h 3223"/>
                <a:gd name="T6" fmla="*/ 0 w 3394"/>
                <a:gd name="T7" fmla="*/ 0 h 3223"/>
                <a:gd name="T8" fmla="*/ 370 w 3394"/>
                <a:gd name="T9" fmla="*/ 0 h 322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394" h="3223">
                  <a:moveTo>
                    <a:pt x="370" y="0"/>
                  </a:moveTo>
                  <a:lnTo>
                    <a:pt x="3393" y="3036"/>
                  </a:lnTo>
                  <a:lnTo>
                    <a:pt x="3208" y="3222"/>
                  </a:lnTo>
                  <a:lnTo>
                    <a:pt x="0" y="0"/>
                  </a:lnTo>
                  <a:lnTo>
                    <a:pt x="370" y="0"/>
                  </a:lnTo>
                </a:path>
              </a:pathLst>
            </a:custGeom>
            <a:solidFill>
              <a:schemeClr val="bg1">
                <a:alpha val="50195"/>
              </a:schemeClr>
            </a:solidFill>
            <a:ln>
              <a:noFill/>
            </a:ln>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en-US"/>
            </a:p>
          </p:txBody>
        </p:sp>
        <p:sp>
          <p:nvSpPr>
            <p:cNvPr id="5134" name="Freeform 10">
              <a:extLst>
                <a:ext uri="{FF2B5EF4-FFF2-40B4-BE49-F238E27FC236}">
                  <a16:creationId xmlns:a16="http://schemas.microsoft.com/office/drawing/2014/main" id="{42DCC366-E15E-4083-A380-A19EDD07FD10}"/>
                </a:ext>
              </a:extLst>
            </p:cNvPr>
            <p:cNvSpPr>
              <a:spLocks/>
            </p:cNvSpPr>
            <p:nvPr/>
          </p:nvSpPr>
          <p:spPr bwMode="ltGray">
            <a:xfrm>
              <a:off x="2187" y="0"/>
              <a:ext cx="2859" cy="2556"/>
            </a:xfrm>
            <a:custGeom>
              <a:avLst/>
              <a:gdLst>
                <a:gd name="T0" fmla="*/ 630 w 2859"/>
                <a:gd name="T1" fmla="*/ 0 h 2556"/>
                <a:gd name="T2" fmla="*/ 2858 w 2859"/>
                <a:gd name="T3" fmla="*/ 2238 h 2556"/>
                <a:gd name="T4" fmla="*/ 2543 w 2859"/>
                <a:gd name="T5" fmla="*/ 2555 h 2556"/>
                <a:gd name="T6" fmla="*/ 0 w 2859"/>
                <a:gd name="T7" fmla="*/ 0 h 2556"/>
                <a:gd name="T8" fmla="*/ 630 w 2859"/>
                <a:gd name="T9" fmla="*/ 0 h 25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59" h="2556">
                  <a:moveTo>
                    <a:pt x="630" y="0"/>
                  </a:moveTo>
                  <a:lnTo>
                    <a:pt x="2858" y="2238"/>
                  </a:lnTo>
                  <a:lnTo>
                    <a:pt x="2543" y="2555"/>
                  </a:lnTo>
                  <a:lnTo>
                    <a:pt x="0" y="0"/>
                  </a:lnTo>
                  <a:lnTo>
                    <a:pt x="630" y="0"/>
                  </a:lnTo>
                </a:path>
              </a:pathLst>
            </a:custGeom>
            <a:solidFill>
              <a:schemeClr val="bg1">
                <a:alpha val="50195"/>
              </a:schemeClr>
            </a:solidFill>
            <a:ln>
              <a:noFill/>
            </a:ln>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en-US"/>
            </a:p>
          </p:txBody>
        </p:sp>
        <p:sp>
          <p:nvSpPr>
            <p:cNvPr id="5135" name="Freeform 11">
              <a:extLst>
                <a:ext uri="{FF2B5EF4-FFF2-40B4-BE49-F238E27FC236}">
                  <a16:creationId xmlns:a16="http://schemas.microsoft.com/office/drawing/2014/main" id="{7B681700-EF2E-4ACA-B1AE-B41365E839CD}"/>
                </a:ext>
              </a:extLst>
            </p:cNvPr>
            <p:cNvSpPr>
              <a:spLocks/>
            </p:cNvSpPr>
            <p:nvPr/>
          </p:nvSpPr>
          <p:spPr bwMode="ltGray">
            <a:xfrm>
              <a:off x="3055" y="0"/>
              <a:ext cx="2286" cy="2121"/>
            </a:xfrm>
            <a:custGeom>
              <a:avLst/>
              <a:gdLst>
                <a:gd name="T0" fmla="*/ 0 w 2286"/>
                <a:gd name="T1" fmla="*/ 0 h 2121"/>
                <a:gd name="T2" fmla="*/ 2111 w 2286"/>
                <a:gd name="T3" fmla="*/ 2120 h 2121"/>
                <a:gd name="T4" fmla="*/ 2285 w 2286"/>
                <a:gd name="T5" fmla="*/ 1945 h 2121"/>
                <a:gd name="T6" fmla="*/ 348 w 2286"/>
                <a:gd name="T7" fmla="*/ 0 h 2121"/>
                <a:gd name="T8" fmla="*/ 0 w 2286"/>
                <a:gd name="T9" fmla="*/ 0 h 212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86" h="2121">
                  <a:moveTo>
                    <a:pt x="0" y="0"/>
                  </a:moveTo>
                  <a:lnTo>
                    <a:pt x="2111" y="2120"/>
                  </a:lnTo>
                  <a:lnTo>
                    <a:pt x="2285" y="1945"/>
                  </a:lnTo>
                  <a:lnTo>
                    <a:pt x="348" y="0"/>
                  </a:lnTo>
                  <a:lnTo>
                    <a:pt x="0" y="0"/>
                  </a:lnTo>
                </a:path>
              </a:pathLst>
            </a:custGeom>
            <a:solidFill>
              <a:schemeClr val="bg1">
                <a:alpha val="50195"/>
              </a:schemeClr>
            </a:solidFill>
            <a:ln>
              <a:noFill/>
            </a:ln>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en-US"/>
            </a:p>
          </p:txBody>
        </p:sp>
      </p:grpSp>
      <p:sp>
        <p:nvSpPr>
          <p:cNvPr id="2051" name="Rectangle 12">
            <a:extLst>
              <a:ext uri="{FF2B5EF4-FFF2-40B4-BE49-F238E27FC236}">
                <a16:creationId xmlns:a16="http://schemas.microsoft.com/office/drawing/2014/main" id="{AB39E30C-1B09-4DD8-A4F3-A732237D7893}"/>
              </a:ext>
            </a:extLst>
          </p:cNvPr>
          <p:cNvSpPr>
            <a:spLocks noChangeArrowheads="1"/>
          </p:cNvSpPr>
          <p:nvPr/>
        </p:nvSpPr>
        <p:spPr bwMode="auto">
          <a:xfrm>
            <a:off x="687388" y="2232025"/>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algn="ctr" eaLnBrk="1" hangingPunct="1">
              <a:defRPr/>
            </a:pPr>
            <a:r>
              <a:rPr kumimoji="1" lang="en-US" altLang="zh-TW" sz="4400" i="0" u="none">
                <a:solidFill>
                  <a:schemeClr val="tx2"/>
                </a:solidFill>
                <a:latin typeface="Book Antiqua" panose="02040602050305030304" pitchFamily="18" charset="0"/>
                <a:cs typeface="Arial" panose="020B0604020202020204" pitchFamily="34" charset="0"/>
              </a:rPr>
              <a:t>Click to edit Master title style</a:t>
            </a:r>
          </a:p>
        </p:txBody>
      </p:sp>
      <p:sp>
        <p:nvSpPr>
          <p:cNvPr id="2052" name="Rectangle 13">
            <a:extLst>
              <a:ext uri="{FF2B5EF4-FFF2-40B4-BE49-F238E27FC236}">
                <a16:creationId xmlns:a16="http://schemas.microsoft.com/office/drawing/2014/main" id="{2EC65288-94EA-49EC-940D-4636FC3D4237}"/>
              </a:ext>
            </a:extLst>
          </p:cNvPr>
          <p:cNvSpPr>
            <a:spLocks noChangeArrowheads="1"/>
          </p:cNvSpPr>
          <p:nvPr/>
        </p:nvSpPr>
        <p:spPr bwMode="auto">
          <a:xfrm>
            <a:off x="1301750" y="4195763"/>
            <a:ext cx="6400800" cy="171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algn="ctr" eaLnBrk="1" hangingPunct="1">
              <a:spcBef>
                <a:spcPct val="20000"/>
              </a:spcBef>
              <a:defRPr/>
            </a:pPr>
            <a:r>
              <a:rPr kumimoji="1" lang="en-US" altLang="zh-TW" sz="3200" i="0" u="none">
                <a:solidFill>
                  <a:schemeClr val="tx1"/>
                </a:solidFill>
                <a:latin typeface="Book Antiqua" panose="02040602050305030304" pitchFamily="18" charset="0"/>
                <a:cs typeface="Arial" panose="020B0604020202020204" pitchFamily="34" charset="0"/>
              </a:rPr>
              <a:t>Click to edit Master subtitle style</a:t>
            </a:r>
          </a:p>
        </p:txBody>
      </p:sp>
      <p:grpSp>
        <p:nvGrpSpPr>
          <p:cNvPr id="5125" name="Group 20">
            <a:extLst>
              <a:ext uri="{FF2B5EF4-FFF2-40B4-BE49-F238E27FC236}">
                <a16:creationId xmlns:a16="http://schemas.microsoft.com/office/drawing/2014/main" id="{DE25CAB1-5459-4AC4-9292-A4F2B076FD1A}"/>
              </a:ext>
            </a:extLst>
          </p:cNvPr>
          <p:cNvGrpSpPr>
            <a:grpSpLocks/>
          </p:cNvGrpSpPr>
          <p:nvPr/>
        </p:nvGrpSpPr>
        <p:grpSpPr bwMode="auto">
          <a:xfrm>
            <a:off x="-9525" y="1492250"/>
            <a:ext cx="9159875" cy="82550"/>
            <a:chOff x="1" y="591"/>
            <a:chExt cx="5759" cy="52"/>
          </a:xfrm>
        </p:grpSpPr>
        <p:sp>
          <p:nvSpPr>
            <p:cNvPr id="5129" name="Line 21">
              <a:extLst>
                <a:ext uri="{FF2B5EF4-FFF2-40B4-BE49-F238E27FC236}">
                  <a16:creationId xmlns:a16="http://schemas.microsoft.com/office/drawing/2014/main" id="{AD9D9EAD-CD10-4146-A507-FB2E754984BB}"/>
                </a:ext>
              </a:extLst>
            </p:cNvPr>
            <p:cNvSpPr>
              <a:spLocks noChangeShapeType="1"/>
            </p:cNvSpPr>
            <p:nvPr/>
          </p:nvSpPr>
          <p:spPr bwMode="auto">
            <a:xfrm>
              <a:off x="2" y="591"/>
              <a:ext cx="5758" cy="0"/>
            </a:xfrm>
            <a:prstGeom prst="line">
              <a:avLst/>
            </a:prstGeom>
            <a:noFill/>
            <a:ln w="762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5130" name="Line 22">
              <a:extLst>
                <a:ext uri="{FF2B5EF4-FFF2-40B4-BE49-F238E27FC236}">
                  <a16:creationId xmlns:a16="http://schemas.microsoft.com/office/drawing/2014/main" id="{3340C10B-FE44-4DD2-B40B-A9AE41E92855}"/>
                </a:ext>
              </a:extLst>
            </p:cNvPr>
            <p:cNvSpPr>
              <a:spLocks noChangeShapeType="1"/>
            </p:cNvSpPr>
            <p:nvPr/>
          </p:nvSpPr>
          <p:spPr bwMode="auto">
            <a:xfrm>
              <a:off x="2" y="626"/>
              <a:ext cx="5758" cy="0"/>
            </a:xfrm>
            <a:prstGeom prst="line">
              <a:avLst/>
            </a:prstGeom>
            <a:noFill/>
            <a:ln w="127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5131" name="Line 23">
              <a:extLst>
                <a:ext uri="{FF2B5EF4-FFF2-40B4-BE49-F238E27FC236}">
                  <a16:creationId xmlns:a16="http://schemas.microsoft.com/office/drawing/2014/main" id="{5477D55D-F052-4997-8915-34A510871B6B}"/>
                </a:ext>
              </a:extLst>
            </p:cNvPr>
            <p:cNvSpPr>
              <a:spLocks noChangeShapeType="1"/>
            </p:cNvSpPr>
            <p:nvPr/>
          </p:nvSpPr>
          <p:spPr bwMode="auto">
            <a:xfrm>
              <a:off x="1" y="643"/>
              <a:ext cx="5759" cy="0"/>
            </a:xfrm>
            <a:prstGeom prst="line">
              <a:avLst/>
            </a:prstGeom>
            <a:noFill/>
            <a:ln w="127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109592" name="Rectangle 24">
            <a:extLst>
              <a:ext uri="{FF2B5EF4-FFF2-40B4-BE49-F238E27FC236}">
                <a16:creationId xmlns:a16="http://schemas.microsoft.com/office/drawing/2014/main" id="{257AD62A-E494-4BC9-818F-32F6CF47EAD0}"/>
              </a:ext>
            </a:extLst>
          </p:cNvPr>
          <p:cNvSpPr>
            <a:spLocks noChangeArrowheads="1"/>
          </p:cNvSpPr>
          <p:nvPr/>
        </p:nvSpPr>
        <p:spPr bwMode="auto">
          <a:xfrm>
            <a:off x="8867775" y="6570663"/>
            <a:ext cx="206375" cy="212725"/>
          </a:xfrm>
          <a:prstGeom prst="rect">
            <a:avLst/>
          </a:prstGeom>
          <a:noFill/>
          <a:ln w="9525">
            <a:noFill/>
            <a:miter lim="800000"/>
            <a:headEnd/>
            <a:tailEnd/>
          </a:ln>
          <a:effectLst/>
        </p:spPr>
        <p:txBody>
          <a:bodyPr wrap="none" lIns="0" tIns="0" rIns="0" bIns="0" anchor="ctr">
            <a:spAutoFit/>
          </a:bodyPr>
          <a:lstStyle>
            <a:lvl1pPr eaLnBrk="0" hangingPunct="0">
              <a:defRPr sz="1400" i="1" u="sng">
                <a:solidFill>
                  <a:srgbClr val="003366"/>
                </a:solidFill>
                <a:latin typeface="Times New Roman" panose="02020603050405020304" pitchFamily="18" charset="0"/>
                <a:ea typeface="新細明體" panose="02020500000000000000" pitchFamily="18" charset="-120"/>
              </a:defRPr>
            </a:lvl1pPr>
            <a:lvl2pPr marL="742950" indent="-285750" eaLnBrk="0" hangingPunct="0">
              <a:defRPr sz="1400" i="1" u="sng">
                <a:solidFill>
                  <a:srgbClr val="003366"/>
                </a:solidFill>
                <a:latin typeface="Times New Roman" panose="02020603050405020304" pitchFamily="18" charset="0"/>
                <a:ea typeface="新細明體" panose="02020500000000000000" pitchFamily="18" charset="-120"/>
              </a:defRPr>
            </a:lvl2pPr>
            <a:lvl3pPr marL="1143000" indent="-228600" eaLnBrk="0" hangingPunct="0">
              <a:defRPr sz="1400" i="1" u="sng">
                <a:solidFill>
                  <a:srgbClr val="003366"/>
                </a:solidFill>
                <a:latin typeface="Times New Roman" panose="02020603050405020304" pitchFamily="18" charset="0"/>
                <a:ea typeface="新細明體" panose="02020500000000000000" pitchFamily="18" charset="-120"/>
              </a:defRPr>
            </a:lvl3pPr>
            <a:lvl4pPr marL="1600200" indent="-228600" eaLnBrk="0" hangingPunct="0">
              <a:defRPr sz="1400" i="1" u="sng">
                <a:solidFill>
                  <a:srgbClr val="003366"/>
                </a:solidFill>
                <a:latin typeface="Times New Roman" panose="02020603050405020304" pitchFamily="18" charset="0"/>
                <a:ea typeface="新細明體" panose="02020500000000000000" pitchFamily="18" charset="-120"/>
              </a:defRPr>
            </a:lvl4pPr>
            <a:lvl5pPr marL="2057400" indent="-228600" eaLnBrk="0" hangingPunct="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a:defRPr/>
            </a:pPr>
            <a:fld id="{EA536E08-9229-4670-925E-1ACDE33A6276}" type="slidenum">
              <a:rPr lang="zh-TW" altLang="en-US" u="none" smtClean="0">
                <a:solidFill>
                  <a:schemeClr val="tx1"/>
                </a:solidFill>
                <a:cs typeface="Arial" panose="020B0604020202020204" pitchFamily="34" charset="0"/>
              </a:rPr>
              <a:pPr>
                <a:defRPr/>
              </a:pPr>
              <a:t>‹#›</a:t>
            </a:fld>
            <a:endParaRPr lang="en-US" altLang="zh-TW" u="none">
              <a:solidFill>
                <a:schemeClr val="tx1"/>
              </a:solidFill>
              <a:cs typeface="Arial" panose="020B0604020202020204" pitchFamily="34" charset="0"/>
            </a:endParaRPr>
          </a:p>
        </p:txBody>
      </p:sp>
      <p:sp>
        <p:nvSpPr>
          <p:cNvPr id="2055" name="Rectangle 25">
            <a:extLst>
              <a:ext uri="{FF2B5EF4-FFF2-40B4-BE49-F238E27FC236}">
                <a16:creationId xmlns:a16="http://schemas.microsoft.com/office/drawing/2014/main" id="{9E58B46F-82F7-48DB-BCA2-600B391EBA27}"/>
              </a:ext>
            </a:extLst>
          </p:cNvPr>
          <p:cNvSpPr>
            <a:spLocks noChangeArrowheads="1"/>
          </p:cNvSpPr>
          <p:nvPr/>
        </p:nvSpPr>
        <p:spPr bwMode="auto">
          <a:xfrm>
            <a:off x="106363" y="6572250"/>
            <a:ext cx="6318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fld id="{A2FD34A0-FF4C-463F-AA64-EED38D207E34}" type="datetime1">
              <a:rPr lang="en-US" altLang="zh-TW" u="none" smtClean="0">
                <a:solidFill>
                  <a:schemeClr val="tx1"/>
                </a:solidFill>
                <a:cs typeface="Arial" panose="020B0604020202020204" pitchFamily="34" charset="0"/>
              </a:rPr>
              <a:pPr eaLnBrk="1" hangingPunct="1">
                <a:defRPr/>
              </a:pPr>
              <a:t>3/5/2024</a:t>
            </a:fld>
            <a:endParaRPr lang="en-US" altLang="zh-TW" u="none">
              <a:solidFill>
                <a:schemeClr val="tx1"/>
              </a:solidFill>
              <a:cs typeface="Arial" panose="020B0604020202020204" pitchFamily="34" charset="0"/>
            </a:endParaRPr>
          </a:p>
        </p:txBody>
      </p:sp>
      <p:pic>
        <p:nvPicPr>
          <p:cNvPr id="5128" name="Picture 15" descr="logoyil30">
            <a:extLst>
              <a:ext uri="{FF2B5EF4-FFF2-40B4-BE49-F238E27FC236}">
                <a16:creationId xmlns:a16="http://schemas.microsoft.com/office/drawing/2014/main" id="{773BA3A9-91F0-4499-8350-B7088499C86F}"/>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930650" y="214313"/>
            <a:ext cx="1143000"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81" r:id="rId1"/>
    <p:sldLayoutId id="2147484082" r:id="rId2"/>
    <p:sldLayoutId id="2147484083" r:id="rId3"/>
    <p:sldLayoutId id="2147484084" r:id="rId4"/>
    <p:sldLayoutId id="2147484085" r:id="rId5"/>
    <p:sldLayoutId id="2147484086" r:id="rId6"/>
    <p:sldLayoutId id="2147484087" r:id="rId7"/>
    <p:sldLayoutId id="2147484088" r:id="rId8"/>
    <p:sldLayoutId id="2147484089" r:id="rId9"/>
    <p:sldLayoutId id="2147484090" r:id="rId10"/>
    <p:sldLayoutId id="2147484091" r:id="rId11"/>
  </p:sldLayoutIdLst>
  <p:hf hdr="0" ftr="0"/>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Arial" pitchFamily="34" charset="0"/>
          <a:ea typeface="新細明體" pitchFamily="18" charset="-120"/>
        </a:defRPr>
      </a:lvl2pPr>
      <a:lvl3pPr algn="ctr" rtl="0" eaLnBrk="0" fontAlgn="base" hangingPunct="0">
        <a:spcBef>
          <a:spcPct val="0"/>
        </a:spcBef>
        <a:spcAft>
          <a:spcPct val="0"/>
        </a:spcAft>
        <a:defRPr kumimoji="1" sz="4400">
          <a:solidFill>
            <a:schemeClr val="tx2"/>
          </a:solidFill>
          <a:latin typeface="Arial" pitchFamily="34" charset="0"/>
          <a:ea typeface="新細明體" pitchFamily="18" charset="-120"/>
        </a:defRPr>
      </a:lvl3pPr>
      <a:lvl4pPr algn="ctr" rtl="0" eaLnBrk="0" fontAlgn="base" hangingPunct="0">
        <a:spcBef>
          <a:spcPct val="0"/>
        </a:spcBef>
        <a:spcAft>
          <a:spcPct val="0"/>
        </a:spcAft>
        <a:defRPr kumimoji="1" sz="4400">
          <a:solidFill>
            <a:schemeClr val="tx2"/>
          </a:solidFill>
          <a:latin typeface="Arial" pitchFamily="34" charset="0"/>
          <a:ea typeface="新細明體" pitchFamily="18" charset="-120"/>
        </a:defRPr>
      </a:lvl4pPr>
      <a:lvl5pPr algn="ctr" rtl="0" eaLnBrk="0" fontAlgn="base" hangingPunct="0">
        <a:spcBef>
          <a:spcPct val="0"/>
        </a:spcBef>
        <a:spcAft>
          <a:spcPct val="0"/>
        </a:spcAft>
        <a:defRPr kumimoji="1" sz="4400">
          <a:solidFill>
            <a:schemeClr val="tx2"/>
          </a:solidFill>
          <a:latin typeface="Arial" pitchFamily="34" charset="0"/>
          <a:ea typeface="新細明體" pitchFamily="18" charset="-120"/>
        </a:defRPr>
      </a:lvl5pPr>
      <a:lvl6pPr marL="457200" algn="ctr" rtl="0" eaLnBrk="1" fontAlgn="base" hangingPunct="1">
        <a:spcBef>
          <a:spcPct val="0"/>
        </a:spcBef>
        <a:spcAft>
          <a:spcPct val="0"/>
        </a:spcAft>
        <a:defRPr kumimoji="1" sz="4400">
          <a:solidFill>
            <a:schemeClr val="tx2"/>
          </a:solidFill>
          <a:latin typeface="Arial" pitchFamily="34" charset="0"/>
          <a:ea typeface="新細明體" pitchFamily="18" charset="-120"/>
        </a:defRPr>
      </a:lvl6pPr>
      <a:lvl7pPr marL="914400" algn="ctr" rtl="0" eaLnBrk="1" fontAlgn="base" hangingPunct="1">
        <a:spcBef>
          <a:spcPct val="0"/>
        </a:spcBef>
        <a:spcAft>
          <a:spcPct val="0"/>
        </a:spcAft>
        <a:defRPr kumimoji="1" sz="4400">
          <a:solidFill>
            <a:schemeClr val="tx2"/>
          </a:solidFill>
          <a:latin typeface="Arial" pitchFamily="34" charset="0"/>
          <a:ea typeface="新細明體" pitchFamily="18" charset="-120"/>
        </a:defRPr>
      </a:lvl7pPr>
      <a:lvl8pPr marL="1371600" algn="ctr" rtl="0" eaLnBrk="1" fontAlgn="base" hangingPunct="1">
        <a:spcBef>
          <a:spcPct val="0"/>
        </a:spcBef>
        <a:spcAft>
          <a:spcPct val="0"/>
        </a:spcAft>
        <a:defRPr kumimoji="1" sz="4400">
          <a:solidFill>
            <a:schemeClr val="tx2"/>
          </a:solidFill>
          <a:latin typeface="Arial" pitchFamily="34" charset="0"/>
          <a:ea typeface="新細明體" pitchFamily="18" charset="-120"/>
        </a:defRPr>
      </a:lvl8pPr>
      <a:lvl9pPr marL="1828800" algn="ctr" rtl="0" eaLnBrk="1" fontAlgn="base" hangingPunct="1">
        <a:spcBef>
          <a:spcPct val="0"/>
        </a:spcBef>
        <a:spcAft>
          <a:spcPct val="0"/>
        </a:spcAft>
        <a:defRPr kumimoji="1" sz="4400">
          <a:solidFill>
            <a:schemeClr val="tx2"/>
          </a:solidFill>
          <a:latin typeface="Arial" pitchFamily="34" charset="0"/>
          <a:ea typeface="新細明體" pitchFamily="18" charset="-120"/>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1">
            <a:alphaModFix/>
            <a:extLst>
              <a:ext uri="{28A0092B-C50C-407E-A947-70E740481C1C}">
                <a14:useLocalDpi xmlns:a14="http://schemas.microsoft.com/office/drawing/2010/main" val="0"/>
              </a:ext>
            </a:extLst>
          </a:blip>
          <a:srcRect/>
          <a:stretch>
            <a:fillRect/>
          </a:stretch>
        </p:blipFill>
        <p:spPr bwMode="auto">
          <a:xfrm>
            <a:off x="1" y="-1"/>
            <a:ext cx="9144002"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685332" y="618518"/>
            <a:ext cx="7773338"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331" y="2367094"/>
            <a:ext cx="7773339"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759053" y="5883276"/>
            <a:ext cx="2057400" cy="365125"/>
          </a:xfrm>
          <a:prstGeom prst="rect">
            <a:avLst/>
          </a:prstGeom>
        </p:spPr>
        <p:txBody>
          <a:bodyPr vert="horz" lIns="91440" tIns="45720" rIns="91440" bIns="45720" rtlCol="0" anchor="ctr"/>
          <a:lstStyle>
            <a:lvl1pPr algn="r">
              <a:defRPr sz="1000">
                <a:solidFill>
                  <a:schemeClr val="tx1"/>
                </a:solidFill>
              </a:defRPr>
            </a:lvl1pPr>
          </a:lstStyle>
          <a:p>
            <a:pPr>
              <a:defRPr/>
            </a:pPr>
            <a:fld id="{F4AFC189-73F8-4706-AA45-7D354ED2B7AB}" type="datetime4">
              <a:rPr lang="en-US" altLang="en-US" smtClean="0"/>
              <a:t>March 5, 2024</a:t>
            </a:fld>
            <a:endParaRPr lang="en-US" altLang="en-US"/>
          </a:p>
        </p:txBody>
      </p:sp>
      <p:sp>
        <p:nvSpPr>
          <p:cNvPr id="5" name="Footer Placeholder 4"/>
          <p:cNvSpPr>
            <a:spLocks noGrp="1"/>
          </p:cNvSpPr>
          <p:nvPr>
            <p:ph type="ftr" sz="quarter" idx="3"/>
          </p:nvPr>
        </p:nvSpPr>
        <p:spPr>
          <a:xfrm>
            <a:off x="685331" y="5883276"/>
            <a:ext cx="5004665" cy="365125"/>
          </a:xfrm>
          <a:prstGeom prst="rect">
            <a:avLst/>
          </a:prstGeom>
        </p:spPr>
        <p:txBody>
          <a:bodyPr vert="horz" lIns="91440" tIns="45720" rIns="91440" bIns="45720" rtlCol="0" anchor="ctr"/>
          <a:lstStyle>
            <a:lvl1pPr algn="l">
              <a:defRPr sz="1000">
                <a:solidFill>
                  <a:schemeClr val="tx1"/>
                </a:solidFill>
              </a:defRPr>
            </a:lvl1pPr>
          </a:lstStyle>
          <a:p>
            <a:pPr>
              <a:defRPr/>
            </a:pPr>
            <a:endParaRPr lang="en-US" altLang="en-US"/>
          </a:p>
        </p:txBody>
      </p:sp>
      <p:sp>
        <p:nvSpPr>
          <p:cNvPr id="6" name="Slide Number Placeholder 5"/>
          <p:cNvSpPr>
            <a:spLocks noGrp="1"/>
          </p:cNvSpPr>
          <p:nvPr>
            <p:ph type="sldNum" sz="quarter" idx="4"/>
          </p:nvPr>
        </p:nvSpPr>
        <p:spPr>
          <a:xfrm>
            <a:off x="7885509" y="5883276"/>
            <a:ext cx="573161" cy="365125"/>
          </a:xfrm>
          <a:prstGeom prst="rect">
            <a:avLst/>
          </a:prstGeom>
        </p:spPr>
        <p:txBody>
          <a:bodyPr vert="horz" lIns="91440" tIns="45720" rIns="91440" bIns="45720" rtlCol="0" anchor="ctr"/>
          <a:lstStyle>
            <a:lvl1pPr algn="r">
              <a:defRPr sz="1000">
                <a:solidFill>
                  <a:schemeClr val="tx1"/>
                </a:solidFill>
              </a:defRPr>
            </a:lvl1pPr>
          </a:lstStyle>
          <a:p>
            <a:pPr>
              <a:defRPr/>
            </a:pPr>
            <a:fld id="{413338A4-F343-45A5-B376-B2CFBC9F9823}" type="slidenum">
              <a:rPr lang="en-US" altLang="en-US" smtClean="0"/>
              <a:pPr>
                <a:defRPr/>
              </a:pPr>
              <a:t>‹#›</a:t>
            </a:fld>
            <a:endParaRPr lang="en-US" altLang="en-US"/>
          </a:p>
        </p:txBody>
      </p:sp>
    </p:spTree>
    <p:extLst>
      <p:ext uri="{BB962C8B-B14F-4D97-AF65-F5344CB8AC3E}">
        <p14:creationId xmlns:p14="http://schemas.microsoft.com/office/powerpoint/2010/main" val="1682507621"/>
      </p:ext>
    </p:extLst>
  </p:cSld>
  <p:clrMap bg1="lt1" tx1="dk1" bg2="lt2" tx2="dk2" accent1="accent1" accent2="accent2" accent3="accent3" accent4="accent4" accent5="accent5" accent6="accent6" hlink="hlink" folHlink="folHlink"/>
  <p:sldLayoutIdLst>
    <p:sldLayoutId id="2147484093" r:id="rId1"/>
    <p:sldLayoutId id="2147484094" r:id="rId2"/>
    <p:sldLayoutId id="2147484095" r:id="rId3"/>
    <p:sldLayoutId id="2147484096" r:id="rId4"/>
    <p:sldLayoutId id="2147484097" r:id="rId5"/>
    <p:sldLayoutId id="2147484098" r:id="rId6"/>
    <p:sldLayoutId id="2147484099" r:id="rId7"/>
    <p:sldLayoutId id="2147484100" r:id="rId8"/>
    <p:sldLayoutId id="2147484101" r:id="rId9"/>
    <p:sldLayoutId id="2147484102" r:id="rId10"/>
    <p:sldLayoutId id="2147484103" r:id="rId11"/>
    <p:sldLayoutId id="2147484104" r:id="rId12"/>
    <p:sldLayoutId id="2147484105" r:id="rId13"/>
    <p:sldLayoutId id="2147484106" r:id="rId14"/>
    <p:sldLayoutId id="2147484107" r:id="rId15"/>
    <p:sldLayoutId id="2147484108" r:id="rId16"/>
    <p:sldLayoutId id="2147484109" r:id="rId17"/>
    <p:sldLayoutId id="2147484110" r:id="rId18"/>
    <p:sldLayoutId id="2147484111" r:id="rId19"/>
  </p:sldLayoutIdLst>
  <p:transition>
    <p:random/>
  </p:transition>
  <p:hf hdr="0" ftr="0"/>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87.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72.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7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7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76.xml"/><Relationship Id="rId5" Type="http://schemas.openxmlformats.org/officeDocument/2006/relationships/image" Target="../media/image12.sv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6.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88.xml"/><Relationship Id="rId5" Type="http://schemas.openxmlformats.org/officeDocument/2006/relationships/image" Target="../media/image10.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88.xml"/><Relationship Id="rId5" Type="http://schemas.openxmlformats.org/officeDocument/2006/relationships/image" Target="../media/image14.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88.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8.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88.xml"/><Relationship Id="rId4" Type="http://schemas.openxmlformats.org/officeDocument/2006/relationships/image" Target="../media/image16.jpe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88.xml"/><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88.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88.xml"/><Relationship Id="rId5" Type="http://schemas.openxmlformats.org/officeDocument/2006/relationships/image" Target="../media/image23.pn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88.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4.png"/><Relationship Id="rId1" Type="http://schemas.openxmlformats.org/officeDocument/2006/relationships/slideLayout" Target="../slideLayouts/slideLayout88.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88.xml"/></Relationships>
</file>

<file path=ppt/slides/_rels/slide2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8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8.xml"/></Relationships>
</file>

<file path=ppt/slides/_rels/slide2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88.xml"/></Relationships>
</file>

<file path=ppt/slides/_rels/slide2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8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8.xml"/></Relationships>
</file>

<file path=ppt/slides/_rels/slide2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8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8.xml"/></Relationships>
</file>

<file path=ppt/slides/_rels/slide2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88.xml"/></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88.xml"/><Relationship Id="rId5" Type="http://schemas.openxmlformats.org/officeDocument/2006/relationships/image" Target="../media/image10.png"/><Relationship Id="rId4" Type="http://schemas.openxmlformats.org/officeDocument/2006/relationships/image" Target="../media/image3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8.xml"/></Relationships>
</file>

<file path=ppt/slides/_rels/slide31.xml.rels><?xml version="1.0" encoding="UTF-8" standalone="yes"?>
<Relationships xmlns="http://schemas.openxmlformats.org/package/2006/relationships"><Relationship Id="rId3" Type="http://schemas.openxmlformats.org/officeDocument/2006/relationships/hyperlink" Target="https://www.lucidchart.com/pages/what-is-UML-unified-modeling-language/" TargetMode="External"/><Relationship Id="rId2" Type="http://schemas.openxmlformats.org/officeDocument/2006/relationships/hyperlink" Target="https://www.uml-diagrams.org/uml-25-diagrams.html" TargetMode="External"/><Relationship Id="rId1" Type="http://schemas.openxmlformats.org/officeDocument/2006/relationships/slideLayout" Target="../slideLayouts/slideLayout8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9">
            <a:extLst>
              <a:ext uri="{FF2B5EF4-FFF2-40B4-BE49-F238E27FC236}">
                <a16:creationId xmlns:a16="http://schemas.microsoft.com/office/drawing/2014/main" id="{BFE811EB-6359-4C0C-BB1F-9DFD3BB1A495}"/>
              </a:ext>
            </a:extLst>
          </p:cNvPr>
          <p:cNvSpPr>
            <a:spLocks noGrp="1" noChangeArrowheads="1"/>
          </p:cNvSpPr>
          <p:nvPr>
            <p:ph type="title"/>
          </p:nvPr>
        </p:nvSpPr>
        <p:spPr>
          <a:xfrm>
            <a:off x="498475" y="1844675"/>
            <a:ext cx="7556500" cy="1719263"/>
          </a:xfrm>
        </p:spPr>
        <p:txBody>
          <a:bodyPr/>
          <a:lstStyle/>
          <a:p>
            <a:pPr algn="ctr" eaLnBrk="1" hangingPunct="1"/>
            <a:r>
              <a:rPr lang="en-US" altLang="en-US" b="1" dirty="0">
                <a:latin typeface="Georgia" panose="02040502050405020303" pitchFamily="18" charset="0"/>
              </a:rPr>
              <a:t>Software Design and </a:t>
            </a:r>
            <a:r>
              <a:rPr lang="en-US" altLang="en-US" b="1" dirty="0" err="1">
                <a:latin typeface="Georgia" panose="02040502050405020303" pitchFamily="18" charset="0"/>
              </a:rPr>
              <a:t>Arcitecture</a:t>
            </a:r>
            <a:r>
              <a:rPr lang="en-US" altLang="en-US" b="1" dirty="0">
                <a:latin typeface="Georgia" panose="02040502050405020303" pitchFamily="18" charset="0"/>
              </a:rPr>
              <a:t>(SDA)</a:t>
            </a:r>
            <a:br>
              <a:rPr lang="en-US" altLang="en-US" b="1" dirty="0">
                <a:latin typeface="Georgia" panose="02040502050405020303" pitchFamily="18" charset="0"/>
              </a:rPr>
            </a:br>
            <a:r>
              <a:rPr lang="en-US" altLang="en-US" sz="3200" dirty="0">
                <a:latin typeface="Georgia" panose="02040502050405020303" pitchFamily="18" charset="0"/>
              </a:rPr>
              <a:t>Lecture 3</a:t>
            </a:r>
            <a:endParaRPr lang="en-US" altLang="en-US" dirty="0"/>
          </a:p>
        </p:txBody>
      </p:sp>
      <p:sp>
        <p:nvSpPr>
          <p:cNvPr id="45059" name="Content Placeholder 10">
            <a:extLst>
              <a:ext uri="{FF2B5EF4-FFF2-40B4-BE49-F238E27FC236}">
                <a16:creationId xmlns:a16="http://schemas.microsoft.com/office/drawing/2014/main" id="{EBB3B385-0FFF-4B23-9F2A-6D64D633E1A6}"/>
              </a:ext>
            </a:extLst>
          </p:cNvPr>
          <p:cNvSpPr>
            <a:spLocks noGrp="1" noChangeArrowheads="1"/>
          </p:cNvSpPr>
          <p:nvPr>
            <p:ph idx="1"/>
          </p:nvPr>
        </p:nvSpPr>
        <p:spPr>
          <a:xfrm>
            <a:off x="498475" y="4076700"/>
            <a:ext cx="7556500" cy="2049463"/>
          </a:xfrm>
        </p:spPr>
        <p:txBody>
          <a:bodyPr/>
          <a:lstStyle/>
          <a:p>
            <a:pPr marL="0" indent="0" eaLnBrk="1" hangingPunct="1">
              <a:lnSpc>
                <a:spcPct val="90000"/>
              </a:lnSpc>
              <a:spcBef>
                <a:spcPts val="1000"/>
              </a:spcBef>
              <a:buClrTx/>
              <a:buSzTx/>
              <a:buFont typeface="Wingdings" panose="05000000000000000000" pitchFamily="2" charset="2"/>
              <a:buNone/>
            </a:pPr>
            <a:r>
              <a:rPr lang="en-US" altLang="en-US" sz="2400" dirty="0" err="1">
                <a:solidFill>
                  <a:srgbClr val="2E75B6"/>
                </a:solidFill>
                <a:latin typeface="Georgia" panose="02040502050405020303" pitchFamily="18" charset="0"/>
              </a:rPr>
              <a:t>Engr.Ramsha</a:t>
            </a:r>
            <a:r>
              <a:rPr lang="en-US" altLang="en-US" sz="2400" dirty="0">
                <a:solidFill>
                  <a:srgbClr val="2E75B6"/>
                </a:solidFill>
                <a:latin typeface="Georgia" panose="02040502050405020303" pitchFamily="18" charset="0"/>
              </a:rPr>
              <a:t> </a:t>
            </a:r>
            <a:r>
              <a:rPr lang="en-US" altLang="en-US" sz="2400" dirty="0" err="1">
                <a:solidFill>
                  <a:srgbClr val="2E75B6"/>
                </a:solidFill>
                <a:latin typeface="Georgia" panose="02040502050405020303" pitchFamily="18" charset="0"/>
              </a:rPr>
              <a:t>Mashood</a:t>
            </a:r>
            <a:endParaRPr lang="en-US" altLang="en-US" sz="2400" dirty="0">
              <a:solidFill>
                <a:srgbClr val="2E75B6"/>
              </a:solidFill>
              <a:latin typeface="Georgia" panose="02040502050405020303" pitchFamily="18" charset="0"/>
            </a:endParaRPr>
          </a:p>
          <a:p>
            <a:pPr marL="0" indent="0" eaLnBrk="1" hangingPunct="1">
              <a:lnSpc>
                <a:spcPct val="90000"/>
              </a:lnSpc>
              <a:spcBef>
                <a:spcPts val="1000"/>
              </a:spcBef>
              <a:buClrTx/>
              <a:buSzTx/>
              <a:buFont typeface="Wingdings" panose="05000000000000000000" pitchFamily="2" charset="2"/>
              <a:buNone/>
            </a:pPr>
            <a:r>
              <a:rPr lang="en-US" altLang="en-US" sz="1800" dirty="0">
                <a:solidFill>
                  <a:srgbClr val="2E75B6"/>
                </a:solidFill>
                <a:latin typeface="Georgia" panose="02040502050405020303" pitchFamily="18" charset="0"/>
              </a:rPr>
              <a:t>Senior Lecturer</a:t>
            </a:r>
          </a:p>
          <a:p>
            <a:pPr marL="0" indent="0" eaLnBrk="1" hangingPunct="1">
              <a:lnSpc>
                <a:spcPct val="90000"/>
              </a:lnSpc>
              <a:spcBef>
                <a:spcPts val="1000"/>
              </a:spcBef>
              <a:buClrTx/>
              <a:buSzTx/>
              <a:buFont typeface="Wingdings" panose="05000000000000000000" pitchFamily="2" charset="2"/>
              <a:buNone/>
            </a:pPr>
            <a:r>
              <a:rPr lang="en-US" altLang="en-US" sz="1800" dirty="0">
                <a:solidFill>
                  <a:srgbClr val="2E75B6"/>
                </a:solidFill>
                <a:latin typeface="Georgia" panose="02040502050405020303" pitchFamily="18" charset="0"/>
              </a:rPr>
              <a:t>Department of Software Engineering </a:t>
            </a:r>
          </a:p>
          <a:p>
            <a:pPr marL="0" indent="0" eaLnBrk="1" hangingPunct="1">
              <a:lnSpc>
                <a:spcPct val="90000"/>
              </a:lnSpc>
              <a:spcBef>
                <a:spcPts val="1000"/>
              </a:spcBef>
              <a:buClrTx/>
              <a:buSzTx/>
              <a:buFont typeface="Wingdings" panose="05000000000000000000" pitchFamily="2" charset="2"/>
              <a:buNone/>
            </a:pPr>
            <a:r>
              <a:rPr lang="en-US" altLang="en-US" sz="1800" dirty="0" err="1">
                <a:solidFill>
                  <a:srgbClr val="2E75B6"/>
                </a:solidFill>
                <a:latin typeface="Georgia" panose="02040502050405020303" pitchFamily="18" charset="0"/>
              </a:rPr>
              <a:t>Bahria</a:t>
            </a:r>
            <a:r>
              <a:rPr lang="en-US" altLang="en-US" sz="1800" dirty="0">
                <a:solidFill>
                  <a:srgbClr val="2E75B6"/>
                </a:solidFill>
                <a:latin typeface="Georgia" panose="02040502050405020303" pitchFamily="18" charset="0"/>
              </a:rPr>
              <a:t> University Karachi Campus</a:t>
            </a:r>
          </a:p>
        </p:txBody>
      </p:sp>
      <p:sp>
        <p:nvSpPr>
          <p:cNvPr id="4" name="Date Placeholder 3">
            <a:extLst>
              <a:ext uri="{FF2B5EF4-FFF2-40B4-BE49-F238E27FC236}">
                <a16:creationId xmlns:a16="http://schemas.microsoft.com/office/drawing/2014/main" id="{8609610F-C2C6-D01D-ACEC-C9F5EDDC7484}"/>
              </a:ext>
            </a:extLst>
          </p:cNvPr>
          <p:cNvSpPr>
            <a:spLocks noGrp="1"/>
          </p:cNvSpPr>
          <p:nvPr>
            <p:ph type="dt" sz="half" idx="10"/>
          </p:nvPr>
        </p:nvSpPr>
        <p:spPr/>
        <p:txBody>
          <a:bodyPr/>
          <a:lstStyle/>
          <a:p>
            <a:pPr>
              <a:defRPr/>
            </a:pPr>
            <a:fld id="{983F4EA4-54BB-403D-BA7A-E373D5B7151D}" type="datetime4">
              <a:rPr lang="en-US" altLang="en-US" smtClean="0"/>
              <a:t>March 5, 2024</a:t>
            </a:fld>
            <a:endParaRPr lang="en-US" altLang="en-US"/>
          </a:p>
        </p:txBody>
      </p:sp>
      <p:sp>
        <p:nvSpPr>
          <p:cNvPr id="5" name="Slide Number Placeholder 4">
            <a:extLst>
              <a:ext uri="{FF2B5EF4-FFF2-40B4-BE49-F238E27FC236}">
                <a16:creationId xmlns:a16="http://schemas.microsoft.com/office/drawing/2014/main" id="{62C4F6A9-306A-16D2-9547-434BD53B9AA2}"/>
              </a:ext>
            </a:extLst>
          </p:cNvPr>
          <p:cNvSpPr>
            <a:spLocks noGrp="1"/>
          </p:cNvSpPr>
          <p:nvPr>
            <p:ph type="sldNum" sz="quarter" idx="12"/>
          </p:nvPr>
        </p:nvSpPr>
        <p:spPr/>
        <p:txBody>
          <a:bodyPr/>
          <a:lstStyle/>
          <a:p>
            <a:pPr>
              <a:defRPr/>
            </a:pPr>
            <a:fld id="{5997FF75-9E45-4F6E-9E89-BE68C2AA7735}" type="slidenum">
              <a:rPr lang="en-US" altLang="en-US" smtClean="0"/>
              <a:pPr>
                <a:defRPr/>
              </a:pPr>
              <a:t>1</a:t>
            </a:fld>
            <a:endParaRPr lang="en-US" altLang="en-US"/>
          </a:p>
        </p:txBody>
      </p:sp>
      <p:pic>
        <p:nvPicPr>
          <p:cNvPr id="45060" name="Picture 11">
            <a:extLst>
              <a:ext uri="{FF2B5EF4-FFF2-40B4-BE49-F238E27FC236}">
                <a16:creationId xmlns:a16="http://schemas.microsoft.com/office/drawing/2014/main" id="{32C4D0F8-0285-41AA-876F-63D65A599A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50975" y="0"/>
            <a:ext cx="4095750"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pic>
        <p:nvPicPr>
          <p:cNvPr id="47125" name="Picture 2">
            <a:extLst>
              <a:ext uri="{FF2B5EF4-FFF2-40B4-BE49-F238E27FC236}">
                <a16:creationId xmlns:a16="http://schemas.microsoft.com/office/drawing/2014/main" id="{25496B42-CC46-4183-B481-887CD3E8C72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9144002" cy="6858001"/>
          </a:xfrm>
          <a:prstGeom prst="rect">
            <a:avLst/>
          </a:prstGeom>
          <a:noFill/>
          <a:extLst>
            <a:ext uri="{909E8E84-426E-40DD-AFC4-6F175D3DCCD1}">
              <a14:hiddenFill xmlns:a14="http://schemas.microsoft.com/office/drawing/2010/main">
                <a:solidFill>
                  <a:srgbClr val="FFFFFF"/>
                </a:solidFill>
              </a14:hiddenFill>
            </a:ext>
          </a:extLst>
        </p:spPr>
      </p:pic>
      <p:pic>
        <p:nvPicPr>
          <p:cNvPr id="47126" name="Picture 47125">
            <a:extLst>
              <a:ext uri="{FF2B5EF4-FFF2-40B4-BE49-F238E27FC236}">
                <a16:creationId xmlns:a16="http://schemas.microsoft.com/office/drawing/2014/main" id="{E2758CE0-F916-4DCE-88D1-71430BE441B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useBgFill="1">
        <p:nvSpPr>
          <p:cNvPr id="47127" name="Rectangle 47126">
            <a:extLst>
              <a:ext uri="{FF2B5EF4-FFF2-40B4-BE49-F238E27FC236}">
                <a16:creationId xmlns:a16="http://schemas.microsoft.com/office/drawing/2014/main" id="{48EC41B9-2D25-48A6-BC40-DA8F79F3EB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7110" name="Graphic 47109" descr="Computer">
            <a:extLst>
              <a:ext uri="{FF2B5EF4-FFF2-40B4-BE49-F238E27FC236}">
                <a16:creationId xmlns:a16="http://schemas.microsoft.com/office/drawing/2014/main" id="{14C300E6-B83D-2777-C7EC-FD6CADA8E20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946714" y="957486"/>
            <a:ext cx="3285330" cy="3285330"/>
          </a:xfrm>
          <a:prstGeom prst="roundRect">
            <a:avLst>
              <a:gd name="adj" fmla="val 5301"/>
            </a:avLst>
          </a:prstGeom>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pic>
      <p:pic>
        <p:nvPicPr>
          <p:cNvPr id="47128" name="Picture 47127">
            <a:extLst>
              <a:ext uri="{FF2B5EF4-FFF2-40B4-BE49-F238E27FC236}">
                <a16:creationId xmlns:a16="http://schemas.microsoft.com/office/drawing/2014/main" id="{F8F21547-A433-450A-B2A3-930DCFABD93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r="71324"/>
          <a:stretch/>
        </p:blipFill>
        <p:spPr>
          <a:xfrm>
            <a:off x="0" y="0"/>
            <a:ext cx="2622176" cy="6858000"/>
          </a:xfrm>
          <a:prstGeom prst="rect">
            <a:avLst/>
          </a:prstGeom>
        </p:spPr>
      </p:pic>
      <p:sp>
        <p:nvSpPr>
          <p:cNvPr id="47106" name="Title 9">
            <a:extLst>
              <a:ext uri="{FF2B5EF4-FFF2-40B4-BE49-F238E27FC236}">
                <a16:creationId xmlns:a16="http://schemas.microsoft.com/office/drawing/2014/main" id="{74FDEA82-9E3C-4D29-B2F9-0297DB5B62E7}"/>
              </a:ext>
            </a:extLst>
          </p:cNvPr>
          <p:cNvSpPr>
            <a:spLocks noGrp="1" noChangeArrowheads="1"/>
          </p:cNvSpPr>
          <p:nvPr>
            <p:ph type="title"/>
          </p:nvPr>
        </p:nvSpPr>
        <p:spPr>
          <a:xfrm>
            <a:off x="476408" y="4562855"/>
            <a:ext cx="8187274" cy="1137554"/>
          </a:xfrm>
        </p:spPr>
        <p:txBody>
          <a:bodyPr vert="horz" lIns="91440" tIns="45720" rIns="91440" bIns="45720" rtlCol="0" anchor="b">
            <a:normAutofit/>
          </a:bodyPr>
          <a:lstStyle/>
          <a:p>
            <a:pPr marL="66675" marR="0">
              <a:spcBef>
                <a:spcPts val="880"/>
              </a:spcBef>
              <a:spcAft>
                <a:spcPts val="0"/>
              </a:spcAft>
            </a:pPr>
            <a:r>
              <a:rPr lang="en-US" sz="2800" cap="small" dirty="0">
                <a:effectLst/>
                <a:latin typeface="Times New Roman" panose="02020603050405020304" pitchFamily="18" charset="0"/>
                <a:ea typeface="Times New Roman" panose="02020603050405020304" pitchFamily="18" charset="0"/>
              </a:rPr>
              <a:t>System</a:t>
            </a:r>
            <a:r>
              <a:rPr lang="en-US" sz="2800" cap="small" spc="-20" dirty="0">
                <a:effectLst/>
                <a:latin typeface="Times New Roman" panose="02020603050405020304" pitchFamily="18" charset="0"/>
                <a:ea typeface="Times New Roman" panose="02020603050405020304" pitchFamily="18" charset="0"/>
              </a:rPr>
              <a:t> </a:t>
            </a:r>
            <a:r>
              <a:rPr lang="en-US" sz="2800" cap="small" dirty="0">
                <a:effectLst/>
                <a:latin typeface="Times New Roman" panose="02020603050405020304" pitchFamily="18" charset="0"/>
                <a:ea typeface="Times New Roman" panose="02020603050405020304" pitchFamily="18" charset="0"/>
              </a:rPr>
              <a:t>Design</a:t>
            </a:r>
            <a:r>
              <a:rPr lang="en-US" sz="2800" cap="small" spc="-15" dirty="0">
                <a:effectLst/>
                <a:latin typeface="Times New Roman" panose="02020603050405020304" pitchFamily="18" charset="0"/>
                <a:ea typeface="Times New Roman" panose="02020603050405020304" pitchFamily="18" charset="0"/>
              </a:rPr>
              <a:t> </a:t>
            </a:r>
            <a:r>
              <a:rPr lang="en-US" sz="2800" cap="small" dirty="0">
                <a:effectLst/>
                <a:latin typeface="Times New Roman" panose="02020603050405020304" pitchFamily="18" charset="0"/>
                <a:ea typeface="Times New Roman" panose="02020603050405020304" pitchFamily="18" charset="0"/>
              </a:rPr>
              <a:t>&amp;</a:t>
            </a:r>
            <a:r>
              <a:rPr lang="en-US" sz="2800" cap="small" spc="-60" dirty="0">
                <a:effectLst/>
                <a:latin typeface="Times New Roman" panose="02020603050405020304" pitchFamily="18" charset="0"/>
                <a:ea typeface="Times New Roman" panose="02020603050405020304" pitchFamily="18" charset="0"/>
              </a:rPr>
              <a:t> </a:t>
            </a:r>
            <a:r>
              <a:rPr lang="en-US" sz="2800" cap="small" dirty="0">
                <a:effectLst/>
                <a:latin typeface="Times New Roman" panose="02020603050405020304" pitchFamily="18" charset="0"/>
                <a:ea typeface="Times New Roman" panose="02020603050405020304" pitchFamily="18" charset="0"/>
              </a:rPr>
              <a:t>Software</a:t>
            </a:r>
            <a:r>
              <a:rPr lang="en-US" sz="2800" cap="small" spc="-10" dirty="0">
                <a:effectLst/>
                <a:latin typeface="Times New Roman" panose="02020603050405020304" pitchFamily="18" charset="0"/>
                <a:ea typeface="Times New Roman" panose="02020603050405020304" pitchFamily="18" charset="0"/>
              </a:rPr>
              <a:t> </a:t>
            </a:r>
            <a:r>
              <a:rPr lang="en-US" sz="2800" cap="small" dirty="0">
                <a:effectLst/>
                <a:latin typeface="Times New Roman" panose="02020603050405020304" pitchFamily="18" charset="0"/>
                <a:ea typeface="Times New Roman" panose="02020603050405020304" pitchFamily="18" charset="0"/>
              </a:rPr>
              <a:t>Architecture;</a:t>
            </a:r>
            <a:r>
              <a:rPr lang="en-US" sz="2800" cap="small" spc="-55" dirty="0">
                <a:effectLst/>
                <a:latin typeface="Times New Roman" panose="02020603050405020304" pitchFamily="18" charset="0"/>
                <a:ea typeface="Times New Roman" panose="02020603050405020304" pitchFamily="18" charset="0"/>
              </a:rPr>
              <a:t> </a:t>
            </a:r>
            <a:r>
              <a:rPr lang="en-US" sz="2800" cap="small" dirty="0">
                <a:effectLst/>
                <a:latin typeface="Times New Roman" panose="02020603050405020304" pitchFamily="18" charset="0"/>
                <a:ea typeface="Times New Roman" panose="02020603050405020304" pitchFamily="18" charset="0"/>
              </a:rPr>
              <a:t>Object</a:t>
            </a:r>
            <a:r>
              <a:rPr lang="en-US" sz="2800" cap="small" spc="-25" dirty="0">
                <a:effectLst/>
                <a:latin typeface="Times New Roman" panose="02020603050405020304" pitchFamily="18" charset="0"/>
                <a:ea typeface="Times New Roman" panose="02020603050405020304" pitchFamily="18" charset="0"/>
              </a:rPr>
              <a:t> </a:t>
            </a:r>
            <a:r>
              <a:rPr lang="en-US" sz="2800" cap="small" dirty="0">
                <a:effectLst/>
                <a:latin typeface="Times New Roman" panose="02020603050405020304" pitchFamily="18" charset="0"/>
                <a:ea typeface="Times New Roman" panose="02020603050405020304" pitchFamily="18" charset="0"/>
              </a:rPr>
              <a:t>Design,</a:t>
            </a:r>
            <a:r>
              <a:rPr lang="en-US" sz="2800" cap="small" spc="-55" dirty="0">
                <a:effectLst/>
                <a:latin typeface="Times New Roman" panose="02020603050405020304" pitchFamily="18" charset="0"/>
                <a:ea typeface="Times New Roman" panose="02020603050405020304" pitchFamily="18" charset="0"/>
              </a:rPr>
              <a:t> </a:t>
            </a:r>
            <a:r>
              <a:rPr lang="en-US" sz="2800" cap="small" dirty="0">
                <a:effectLst/>
                <a:latin typeface="Times New Roman" panose="02020603050405020304" pitchFamily="18" charset="0"/>
                <a:ea typeface="Times New Roman" panose="02020603050405020304" pitchFamily="18" charset="0"/>
              </a:rPr>
              <a:t>Mapping</a:t>
            </a:r>
            <a:r>
              <a:rPr lang="en-US" sz="2800" cap="small" spc="-25" dirty="0">
                <a:effectLst/>
                <a:latin typeface="Times New Roman" panose="02020603050405020304" pitchFamily="18" charset="0"/>
                <a:ea typeface="Times New Roman" panose="02020603050405020304" pitchFamily="18" charset="0"/>
              </a:rPr>
              <a:t> </a:t>
            </a:r>
            <a:r>
              <a:rPr lang="en-US" sz="2800" cap="small" dirty="0">
                <a:effectLst/>
                <a:latin typeface="Times New Roman" panose="02020603050405020304" pitchFamily="18" charset="0"/>
                <a:ea typeface="Times New Roman" panose="02020603050405020304" pitchFamily="18" charset="0"/>
              </a:rPr>
              <a:t>Design</a:t>
            </a:r>
            <a:r>
              <a:rPr lang="en-US" sz="2800" cap="small" spc="-5" dirty="0">
                <a:effectLst/>
                <a:latin typeface="Times New Roman" panose="02020603050405020304" pitchFamily="18" charset="0"/>
                <a:ea typeface="Times New Roman" panose="02020603050405020304" pitchFamily="18" charset="0"/>
              </a:rPr>
              <a:t> </a:t>
            </a:r>
            <a:r>
              <a:rPr lang="en-US" sz="2800" cap="small" spc="-25" dirty="0">
                <a:effectLst/>
                <a:latin typeface="Times New Roman" panose="02020603050405020304" pitchFamily="18" charset="0"/>
                <a:ea typeface="Times New Roman" panose="02020603050405020304" pitchFamily="18" charset="0"/>
              </a:rPr>
              <a:t>to </a:t>
            </a:r>
            <a:r>
              <a:rPr lang="en-US" sz="2800" cap="small" spc="-20" dirty="0">
                <a:effectLst/>
                <a:latin typeface="Times New Roman" panose="02020603050405020304" pitchFamily="18" charset="0"/>
                <a:ea typeface="Times New Roman" panose="02020603050405020304" pitchFamily="18" charset="0"/>
              </a:rPr>
              <a:t>Code</a:t>
            </a:r>
            <a:endParaRPr lang="en-US" altLang="en-US" sz="6000" b="1" dirty="0"/>
          </a:p>
        </p:txBody>
      </p:sp>
      <p:sp>
        <p:nvSpPr>
          <p:cNvPr id="4" name="Date Placeholder 3">
            <a:extLst>
              <a:ext uri="{FF2B5EF4-FFF2-40B4-BE49-F238E27FC236}">
                <a16:creationId xmlns:a16="http://schemas.microsoft.com/office/drawing/2014/main" id="{56B671C2-DB81-4A30-5231-D5B4B93E075A}"/>
              </a:ext>
            </a:extLst>
          </p:cNvPr>
          <p:cNvSpPr>
            <a:spLocks noGrp="1"/>
          </p:cNvSpPr>
          <p:nvPr>
            <p:ph type="dt" sz="half" idx="10"/>
          </p:nvPr>
        </p:nvSpPr>
        <p:spPr>
          <a:xfrm>
            <a:off x="5759052" y="6354825"/>
            <a:ext cx="2057400" cy="365125"/>
          </a:xfrm>
        </p:spPr>
        <p:txBody>
          <a:bodyPr vert="horz" lIns="91440" tIns="45720" rIns="91440" bIns="45720" rtlCol="0" anchor="ctr">
            <a:normAutofit/>
          </a:bodyPr>
          <a:lstStyle/>
          <a:p>
            <a:pPr eaLnBrk="1" hangingPunct="1">
              <a:spcAft>
                <a:spcPts val="600"/>
              </a:spcAft>
              <a:defRPr/>
            </a:pPr>
            <a:fld id="{43FCFCAC-74A5-48D0-A658-FE49EE2C0C91}" type="datetime4">
              <a:rPr lang="en-US" altLang="en-US" smtClean="0">
                <a:latin typeface="+mn-lt"/>
                <a:ea typeface="+mn-ea"/>
              </a:rPr>
              <a:pPr eaLnBrk="1" hangingPunct="1">
                <a:spcAft>
                  <a:spcPts val="600"/>
                </a:spcAft>
                <a:defRPr/>
              </a:pPr>
              <a:t>March 5, 2024</a:t>
            </a:fld>
            <a:endParaRPr lang="en-US" altLang="en-US">
              <a:latin typeface="+mn-lt"/>
              <a:ea typeface="+mn-ea"/>
            </a:endParaRPr>
          </a:p>
        </p:txBody>
      </p:sp>
      <p:pic>
        <p:nvPicPr>
          <p:cNvPr id="47129" name="Picture 47128">
            <a:extLst>
              <a:ext uri="{FF2B5EF4-FFF2-40B4-BE49-F238E27FC236}">
                <a16:creationId xmlns:a16="http://schemas.microsoft.com/office/drawing/2014/main" id="{A73B520B-D7E7-436A-B263-0682940B4FB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t="61810" r="21258"/>
          <a:stretch/>
        </p:blipFill>
        <p:spPr>
          <a:xfrm>
            <a:off x="0" y="4238951"/>
            <a:ext cx="7200177" cy="2619049"/>
          </a:xfrm>
          <a:prstGeom prst="rect">
            <a:avLst/>
          </a:prstGeom>
        </p:spPr>
      </p:pic>
      <p:sp>
        <p:nvSpPr>
          <p:cNvPr id="5" name="Slide Number Placeholder 4">
            <a:extLst>
              <a:ext uri="{FF2B5EF4-FFF2-40B4-BE49-F238E27FC236}">
                <a16:creationId xmlns:a16="http://schemas.microsoft.com/office/drawing/2014/main" id="{2C5FDA99-E5FE-3603-7621-A81A4AFD1D13}"/>
              </a:ext>
            </a:extLst>
          </p:cNvPr>
          <p:cNvSpPr>
            <a:spLocks noGrp="1"/>
          </p:cNvSpPr>
          <p:nvPr>
            <p:ph type="sldNum" sz="quarter" idx="12"/>
          </p:nvPr>
        </p:nvSpPr>
        <p:spPr>
          <a:xfrm>
            <a:off x="7885508" y="6354825"/>
            <a:ext cx="573161" cy="365125"/>
          </a:xfrm>
        </p:spPr>
        <p:txBody>
          <a:bodyPr vert="horz" lIns="91440" tIns="45720" rIns="91440" bIns="45720" rtlCol="0" anchor="ctr">
            <a:normAutofit/>
          </a:bodyPr>
          <a:lstStyle/>
          <a:p>
            <a:pPr eaLnBrk="1" hangingPunct="1">
              <a:spcAft>
                <a:spcPts val="600"/>
              </a:spcAft>
              <a:defRPr/>
            </a:pPr>
            <a:fld id="{04D8FD4F-45E7-4072-8800-E1C10689F0F2}" type="slidenum">
              <a:rPr lang="en-US" altLang="en-US" smtClean="0">
                <a:latin typeface="+mn-lt"/>
                <a:ea typeface="+mn-ea"/>
              </a:rPr>
              <a:pPr eaLnBrk="1" hangingPunct="1">
                <a:spcAft>
                  <a:spcPts val="600"/>
                </a:spcAft>
                <a:defRPr/>
              </a:pPr>
              <a:t>2</a:t>
            </a:fld>
            <a:endParaRPr lang="en-US" altLang="en-US">
              <a:latin typeface="+mn-lt"/>
              <a:ea typeface="+mn-ea"/>
            </a:endParaRPr>
          </a:p>
        </p:txBody>
      </p:sp>
    </p:spTree>
  </p:cSld>
  <p:clrMapOvr>
    <a:masterClrMapping/>
  </p:clrMapOvr>
  <p:transition>
    <p:random/>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29" name="Picture 2">
            <a:extLst>
              <a:ext uri="{FF2B5EF4-FFF2-40B4-BE49-F238E27FC236}">
                <a16:creationId xmlns:a16="http://schemas.microsoft.com/office/drawing/2014/main" id="{9A0F0AC6-A89F-416B-9FA4-48E664065E7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9144002" cy="6858001"/>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30">
            <a:extLst>
              <a:ext uri="{FF2B5EF4-FFF2-40B4-BE49-F238E27FC236}">
                <a16:creationId xmlns:a16="http://schemas.microsoft.com/office/drawing/2014/main" id="{C31AA009-40AD-4098-8AE7-680CA35C6EA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useBgFill="1">
        <p:nvSpPr>
          <p:cNvPr id="33" name="Rectangle 32">
            <a:extLst>
              <a:ext uri="{FF2B5EF4-FFF2-40B4-BE49-F238E27FC236}">
                <a16:creationId xmlns:a16="http://schemas.microsoft.com/office/drawing/2014/main" id="{7826DDCA-6D09-4690-86AE-A65700C436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F2D3083-F665-79D5-01D6-D436EFD11F45}"/>
              </a:ext>
            </a:extLst>
          </p:cNvPr>
          <p:cNvSpPr>
            <a:spLocks noGrp="1"/>
          </p:cNvSpPr>
          <p:nvPr>
            <p:ph type="title"/>
          </p:nvPr>
        </p:nvSpPr>
        <p:spPr>
          <a:xfrm>
            <a:off x="723898" y="1346370"/>
            <a:ext cx="5168390" cy="1204068"/>
          </a:xfrm>
        </p:spPr>
        <p:txBody>
          <a:bodyPr vert="horz" lIns="91440" tIns="45720" rIns="91440" bIns="45720" rtlCol="0" anchor="b">
            <a:normAutofit/>
          </a:bodyPr>
          <a:lstStyle/>
          <a:p>
            <a:r>
              <a:rPr lang="en-US" sz="4800" dirty="0"/>
              <a:t>TEXT BOOK</a:t>
            </a:r>
          </a:p>
        </p:txBody>
      </p:sp>
      <p:sp>
        <p:nvSpPr>
          <p:cNvPr id="3" name="Text Placeholder 2">
            <a:extLst>
              <a:ext uri="{FF2B5EF4-FFF2-40B4-BE49-F238E27FC236}">
                <a16:creationId xmlns:a16="http://schemas.microsoft.com/office/drawing/2014/main" id="{7B8EF0A6-F4CE-6E83-EA87-4A4C0D1D9CD6}"/>
              </a:ext>
            </a:extLst>
          </p:cNvPr>
          <p:cNvSpPr>
            <a:spLocks noGrp="1"/>
          </p:cNvSpPr>
          <p:nvPr>
            <p:ph type="body" idx="1"/>
          </p:nvPr>
        </p:nvSpPr>
        <p:spPr>
          <a:xfrm>
            <a:off x="634741" y="2814350"/>
            <a:ext cx="5829302" cy="1371600"/>
          </a:xfrm>
        </p:spPr>
        <p:txBody>
          <a:bodyPr vert="horz" lIns="91440" tIns="45720" rIns="91440" bIns="45720" rtlCol="0">
            <a:normAutofit/>
          </a:bodyPr>
          <a:lstStyle/>
          <a:p>
            <a:pPr algn="l"/>
            <a:r>
              <a:rPr lang="en-US" dirty="0">
                <a:solidFill>
                  <a:schemeClr val="tx1"/>
                </a:solidFill>
              </a:rPr>
              <a:t>Object-Oriented Analysis, Design and Implementation, Brahma </a:t>
            </a:r>
            <a:r>
              <a:rPr lang="en-US" dirty="0" err="1">
                <a:solidFill>
                  <a:schemeClr val="tx1"/>
                </a:solidFill>
              </a:rPr>
              <a:t>Dathan</a:t>
            </a:r>
            <a:r>
              <a:rPr lang="en-US" dirty="0">
                <a:solidFill>
                  <a:schemeClr val="tx1"/>
                </a:solidFill>
              </a:rPr>
              <a:t>, Sarnath Ramnath, Latest Edition, Universities Press</a:t>
            </a:r>
          </a:p>
        </p:txBody>
      </p:sp>
      <p:sp>
        <p:nvSpPr>
          <p:cNvPr id="6" name="Date Placeholder 5">
            <a:extLst>
              <a:ext uri="{FF2B5EF4-FFF2-40B4-BE49-F238E27FC236}">
                <a16:creationId xmlns:a16="http://schemas.microsoft.com/office/drawing/2014/main" id="{CC9902F2-7AFE-9527-895D-BD9BF05AB446}"/>
              </a:ext>
            </a:extLst>
          </p:cNvPr>
          <p:cNvSpPr>
            <a:spLocks noGrp="1"/>
          </p:cNvSpPr>
          <p:nvPr>
            <p:ph type="dt" sz="half" idx="10"/>
          </p:nvPr>
        </p:nvSpPr>
        <p:spPr>
          <a:xfrm>
            <a:off x="3675268" y="981244"/>
            <a:ext cx="2217018" cy="365125"/>
          </a:xfrm>
        </p:spPr>
        <p:txBody>
          <a:bodyPr vert="horz" lIns="91440" tIns="45720" rIns="91440" bIns="45720" rtlCol="0" anchor="ctr">
            <a:normAutofit/>
          </a:bodyPr>
          <a:lstStyle/>
          <a:p>
            <a:pPr defTabSz="457200" eaLnBrk="1" hangingPunct="1">
              <a:spcAft>
                <a:spcPts val="600"/>
              </a:spcAft>
              <a:defRPr/>
            </a:pPr>
            <a:fld id="{AD74E148-B29D-4916-8C6E-569145F11FF2}" type="datetime4">
              <a:rPr lang="en-US" altLang="en-US" smtClean="0">
                <a:latin typeface="+mn-lt"/>
                <a:ea typeface="+mn-ea"/>
              </a:rPr>
              <a:pPr defTabSz="457200" eaLnBrk="1" hangingPunct="1">
                <a:spcAft>
                  <a:spcPts val="600"/>
                </a:spcAft>
                <a:defRPr/>
              </a:pPr>
              <a:t>March 5, 2024</a:t>
            </a:fld>
            <a:endParaRPr lang="en-US" altLang="en-US">
              <a:latin typeface="+mn-lt"/>
              <a:ea typeface="+mn-ea"/>
            </a:endParaRPr>
          </a:p>
        </p:txBody>
      </p:sp>
      <p:sp>
        <p:nvSpPr>
          <p:cNvPr id="7" name="Slide Number Placeholder 6">
            <a:extLst>
              <a:ext uri="{FF2B5EF4-FFF2-40B4-BE49-F238E27FC236}">
                <a16:creationId xmlns:a16="http://schemas.microsoft.com/office/drawing/2014/main" id="{BE82B9DC-CF2F-9827-7048-6C4E42B54164}"/>
              </a:ext>
            </a:extLst>
          </p:cNvPr>
          <p:cNvSpPr>
            <a:spLocks noGrp="1"/>
          </p:cNvSpPr>
          <p:nvPr>
            <p:ph type="sldNum" sz="quarter" idx="12"/>
          </p:nvPr>
        </p:nvSpPr>
        <p:spPr>
          <a:xfrm>
            <a:off x="5892287" y="981244"/>
            <a:ext cx="482599" cy="365125"/>
          </a:xfrm>
        </p:spPr>
        <p:txBody>
          <a:bodyPr vert="horz" lIns="91440" tIns="45720" rIns="91440" bIns="45720" rtlCol="0" anchor="ctr">
            <a:normAutofit/>
          </a:bodyPr>
          <a:lstStyle/>
          <a:p>
            <a:pPr defTabSz="457200" eaLnBrk="1" hangingPunct="1">
              <a:spcAft>
                <a:spcPts val="600"/>
              </a:spcAft>
              <a:defRPr/>
            </a:pPr>
            <a:fld id="{04D8FD4F-45E7-4072-8800-E1C10689F0F2}" type="slidenum">
              <a:rPr lang="en-US" altLang="en-US" kern="1200" dirty="0">
                <a:solidFill>
                  <a:schemeClr val="tx1"/>
                </a:solidFill>
                <a:latin typeface="+mn-lt"/>
                <a:ea typeface="+mn-ea"/>
                <a:cs typeface="+mn-cs"/>
              </a:rPr>
              <a:pPr defTabSz="457200" eaLnBrk="1" hangingPunct="1">
                <a:spcAft>
                  <a:spcPts val="600"/>
                </a:spcAft>
                <a:defRPr/>
              </a:pPr>
              <a:t>3</a:t>
            </a:fld>
            <a:endParaRPr lang="en-US" altLang="en-US" kern="1200" dirty="0">
              <a:solidFill>
                <a:schemeClr val="tx1"/>
              </a:solidFill>
              <a:latin typeface="+mn-lt"/>
              <a:ea typeface="+mn-ea"/>
              <a:cs typeface="+mn-cs"/>
            </a:endParaRPr>
          </a:p>
        </p:txBody>
      </p:sp>
      <p:sp useBgFill="1">
        <p:nvSpPr>
          <p:cNvPr id="35" name="Rectangle 34">
            <a:extLst>
              <a:ext uri="{FF2B5EF4-FFF2-40B4-BE49-F238E27FC236}">
                <a16:creationId xmlns:a16="http://schemas.microsoft.com/office/drawing/2014/main" id="{48D94113-B99D-4827-8468-42C0869DD6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98784" y="0"/>
            <a:ext cx="2045215" cy="6858000"/>
          </a:xfrm>
          <a:prstGeom prst="rect">
            <a:avLst/>
          </a:prstGeom>
          <a:ln>
            <a:noFill/>
          </a:ln>
          <a:effectLst>
            <a:outerShdw blurRad="88900" dist="254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0D97E19A-F48B-4D56-A949-3A826CF00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98784" y="0"/>
            <a:ext cx="2045216" cy="6858000"/>
          </a:xfrm>
          <a:prstGeom prst="rect">
            <a:avLst/>
          </a:prstGeom>
          <a:solidFill>
            <a:schemeClr val="tx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9" name="Picture 38">
            <a:extLst>
              <a:ext uri="{FF2B5EF4-FFF2-40B4-BE49-F238E27FC236}">
                <a16:creationId xmlns:a16="http://schemas.microsoft.com/office/drawing/2014/main" id="{E5B1C489-3520-454E-BCE4-DE06A472FFF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15620" t="1120" r="54326" b="73832"/>
          <a:stretch/>
        </p:blipFill>
        <p:spPr>
          <a:xfrm>
            <a:off x="7098785" y="4417"/>
            <a:ext cx="1738843" cy="1086886"/>
          </a:xfrm>
          <a:prstGeom prst="rect">
            <a:avLst/>
          </a:prstGeom>
        </p:spPr>
      </p:pic>
      <p:pic>
        <p:nvPicPr>
          <p:cNvPr id="41" name="Picture 40">
            <a:extLst>
              <a:ext uri="{FF2B5EF4-FFF2-40B4-BE49-F238E27FC236}">
                <a16:creationId xmlns:a16="http://schemas.microsoft.com/office/drawing/2014/main" id="{29CDFDB7-75F8-4CF5-A2D6-59A1D862328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73623" t="43915" r="1" b="10213"/>
          <a:stretch/>
        </p:blipFill>
        <p:spPr>
          <a:xfrm>
            <a:off x="7459132" y="3287359"/>
            <a:ext cx="1684868" cy="2197653"/>
          </a:xfrm>
          <a:prstGeom prst="rect">
            <a:avLst/>
          </a:prstGeom>
        </p:spPr>
      </p:pic>
      <p:pic>
        <p:nvPicPr>
          <p:cNvPr id="43" name="Picture 42">
            <a:extLst>
              <a:ext uri="{FF2B5EF4-FFF2-40B4-BE49-F238E27FC236}">
                <a16:creationId xmlns:a16="http://schemas.microsoft.com/office/drawing/2014/main" id="{A1EE895C-73D3-4A38-BD82-6A056D25316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46466" t="75007" r="30510"/>
          <a:stretch/>
        </p:blipFill>
        <p:spPr>
          <a:xfrm>
            <a:off x="7911445" y="2550437"/>
            <a:ext cx="1232555" cy="1003467"/>
          </a:xfrm>
          <a:custGeom>
            <a:avLst/>
            <a:gdLst>
              <a:gd name="connsiteX0" fmla="*/ 2051608 w 4103216"/>
              <a:gd name="connsiteY0" fmla="*/ 0 h 1714050"/>
              <a:gd name="connsiteX1" fmla="*/ 4103216 w 4103216"/>
              <a:gd name="connsiteY1" fmla="*/ 1266738 h 1714050"/>
              <a:gd name="connsiteX2" fmla="*/ 4010980 w 4103216"/>
              <a:gd name="connsiteY2" fmla="*/ 1643427 h 1714050"/>
              <a:gd name="connsiteX3" fmla="*/ 3969116 w 4103216"/>
              <a:gd name="connsiteY3" fmla="*/ 1714050 h 1714050"/>
              <a:gd name="connsiteX4" fmla="*/ 134100 w 4103216"/>
              <a:gd name="connsiteY4" fmla="*/ 1714050 h 1714050"/>
              <a:gd name="connsiteX5" fmla="*/ 92237 w 4103216"/>
              <a:gd name="connsiteY5" fmla="*/ 1643427 h 1714050"/>
              <a:gd name="connsiteX6" fmla="*/ 0 w 4103216"/>
              <a:gd name="connsiteY6" fmla="*/ 1266738 h 1714050"/>
              <a:gd name="connsiteX7" fmla="*/ 2051608 w 4103216"/>
              <a:gd name="connsiteY7" fmla="*/ 0 h 1714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03216" h="1714050">
                <a:moveTo>
                  <a:pt x="2051608" y="0"/>
                </a:moveTo>
                <a:cubicBezTo>
                  <a:pt x="3184680" y="0"/>
                  <a:pt x="4103216" y="567138"/>
                  <a:pt x="4103216" y="1266738"/>
                </a:cubicBezTo>
                <a:cubicBezTo>
                  <a:pt x="4103216" y="1397913"/>
                  <a:pt x="4070924" y="1524431"/>
                  <a:pt x="4010980" y="1643427"/>
                </a:cubicBezTo>
                <a:lnTo>
                  <a:pt x="3969116" y="1714050"/>
                </a:lnTo>
                <a:lnTo>
                  <a:pt x="134100" y="1714050"/>
                </a:lnTo>
                <a:lnTo>
                  <a:pt x="92237" y="1643427"/>
                </a:lnTo>
                <a:cubicBezTo>
                  <a:pt x="32293" y="1524431"/>
                  <a:pt x="0" y="1397913"/>
                  <a:pt x="0" y="1266738"/>
                </a:cubicBezTo>
                <a:cubicBezTo>
                  <a:pt x="0" y="567138"/>
                  <a:pt x="918536" y="0"/>
                  <a:pt x="2051608" y="0"/>
                </a:cubicBezTo>
                <a:close/>
              </a:path>
            </a:pathLst>
          </a:custGeom>
        </p:spPr>
      </p:pic>
      <p:pic>
        <p:nvPicPr>
          <p:cNvPr id="45" name="Picture 44">
            <a:extLst>
              <a:ext uri="{FF2B5EF4-FFF2-40B4-BE49-F238E27FC236}">
                <a16:creationId xmlns:a16="http://schemas.microsoft.com/office/drawing/2014/main" id="{68FD3076-E852-4125-BBED-3FB31599F41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68940" t="81531" r="19879"/>
          <a:stretch/>
        </p:blipFill>
        <p:spPr>
          <a:xfrm>
            <a:off x="7098786" y="5597114"/>
            <a:ext cx="1017693" cy="1260885"/>
          </a:xfrm>
          <a:custGeom>
            <a:avLst/>
            <a:gdLst>
              <a:gd name="connsiteX0" fmla="*/ 2051608 w 4103216"/>
              <a:gd name="connsiteY0" fmla="*/ 0 h 1714050"/>
              <a:gd name="connsiteX1" fmla="*/ 4103216 w 4103216"/>
              <a:gd name="connsiteY1" fmla="*/ 1266738 h 1714050"/>
              <a:gd name="connsiteX2" fmla="*/ 4010980 w 4103216"/>
              <a:gd name="connsiteY2" fmla="*/ 1643427 h 1714050"/>
              <a:gd name="connsiteX3" fmla="*/ 3969116 w 4103216"/>
              <a:gd name="connsiteY3" fmla="*/ 1714050 h 1714050"/>
              <a:gd name="connsiteX4" fmla="*/ 134100 w 4103216"/>
              <a:gd name="connsiteY4" fmla="*/ 1714050 h 1714050"/>
              <a:gd name="connsiteX5" fmla="*/ 92237 w 4103216"/>
              <a:gd name="connsiteY5" fmla="*/ 1643427 h 1714050"/>
              <a:gd name="connsiteX6" fmla="*/ 0 w 4103216"/>
              <a:gd name="connsiteY6" fmla="*/ 1266738 h 1714050"/>
              <a:gd name="connsiteX7" fmla="*/ 2051608 w 4103216"/>
              <a:gd name="connsiteY7" fmla="*/ 0 h 1714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03216" h="1714050">
                <a:moveTo>
                  <a:pt x="2051608" y="0"/>
                </a:moveTo>
                <a:cubicBezTo>
                  <a:pt x="3184680" y="0"/>
                  <a:pt x="4103216" y="567138"/>
                  <a:pt x="4103216" y="1266738"/>
                </a:cubicBezTo>
                <a:cubicBezTo>
                  <a:pt x="4103216" y="1397913"/>
                  <a:pt x="4070924" y="1524431"/>
                  <a:pt x="4010980" y="1643427"/>
                </a:cubicBezTo>
                <a:lnTo>
                  <a:pt x="3969116" y="1714050"/>
                </a:lnTo>
                <a:lnTo>
                  <a:pt x="134100" y="1714050"/>
                </a:lnTo>
                <a:lnTo>
                  <a:pt x="92237" y="1643427"/>
                </a:lnTo>
                <a:cubicBezTo>
                  <a:pt x="32293" y="1524431"/>
                  <a:pt x="0" y="1397913"/>
                  <a:pt x="0" y="1266738"/>
                </a:cubicBezTo>
                <a:cubicBezTo>
                  <a:pt x="0" y="567138"/>
                  <a:pt x="918536" y="0"/>
                  <a:pt x="2051608" y="0"/>
                </a:cubicBezTo>
                <a:close/>
              </a:path>
            </a:pathLst>
          </a:custGeom>
        </p:spPr>
      </p:pic>
    </p:spTree>
    <p:extLst>
      <p:ext uri="{BB962C8B-B14F-4D97-AF65-F5344CB8AC3E}">
        <p14:creationId xmlns:p14="http://schemas.microsoft.com/office/powerpoint/2010/main" val="2238733378"/>
      </p:ext>
    </p:extLst>
  </p:cSld>
  <p:clrMapOvr>
    <a:overrideClrMapping bg1="dk1" tx1="lt1" bg2="dk2" tx2="lt2" accent1="accent1" accent2="accent2" accent3="accent3" accent4="accent4" accent5="accent5" accent6="accent6" hlink="hlink" folHlink="folHlink"/>
  </p:clrMapOvr>
  <p:transition>
    <p:random/>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1545423D-879D-D976-6761-F9C5932A8CB5}"/>
            </a:ext>
          </a:extLst>
        </p:cNvPr>
        <p:cNvGrpSpPr/>
        <p:nvPr/>
      </p:nvGrpSpPr>
      <p:grpSpPr>
        <a:xfrm>
          <a:off x="0" y="0"/>
          <a:ext cx="0" cy="0"/>
          <a:chOff x="0" y="0"/>
          <a:chExt cx="0" cy="0"/>
        </a:xfrm>
      </p:grpSpPr>
      <p:pic>
        <p:nvPicPr>
          <p:cNvPr id="29" name="Picture 2">
            <a:extLst>
              <a:ext uri="{FF2B5EF4-FFF2-40B4-BE49-F238E27FC236}">
                <a16:creationId xmlns:a16="http://schemas.microsoft.com/office/drawing/2014/main" id="{65B8BE72-5B7E-C6C1-D29D-CD58F976AD1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9144002" cy="6858001"/>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30">
            <a:extLst>
              <a:ext uri="{FF2B5EF4-FFF2-40B4-BE49-F238E27FC236}">
                <a16:creationId xmlns:a16="http://schemas.microsoft.com/office/drawing/2014/main" id="{07577F0F-021A-7CB8-895B-5507A23E4C8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useBgFill="1">
        <p:nvSpPr>
          <p:cNvPr id="33" name="Rectangle 32">
            <a:extLst>
              <a:ext uri="{FF2B5EF4-FFF2-40B4-BE49-F238E27FC236}">
                <a16:creationId xmlns:a16="http://schemas.microsoft.com/office/drawing/2014/main" id="{6454EE20-C2EA-29E6-F7A7-C1EC2C439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C98600B-CE1C-5C69-47AF-C7AA51EF874A}"/>
              </a:ext>
            </a:extLst>
          </p:cNvPr>
          <p:cNvSpPr>
            <a:spLocks noGrp="1"/>
          </p:cNvSpPr>
          <p:nvPr>
            <p:ph type="title"/>
          </p:nvPr>
        </p:nvSpPr>
        <p:spPr>
          <a:xfrm>
            <a:off x="723898" y="1346370"/>
            <a:ext cx="5168390" cy="1204068"/>
          </a:xfrm>
        </p:spPr>
        <p:txBody>
          <a:bodyPr vert="horz" lIns="91440" tIns="45720" rIns="91440" bIns="45720" rtlCol="0" anchor="b">
            <a:normAutofit/>
          </a:bodyPr>
          <a:lstStyle/>
          <a:p>
            <a:r>
              <a:rPr lang="en-US" sz="4800" dirty="0"/>
              <a:t>REFERENCE BOOK</a:t>
            </a:r>
          </a:p>
        </p:txBody>
      </p:sp>
      <p:sp>
        <p:nvSpPr>
          <p:cNvPr id="3" name="Text Placeholder 2">
            <a:extLst>
              <a:ext uri="{FF2B5EF4-FFF2-40B4-BE49-F238E27FC236}">
                <a16:creationId xmlns:a16="http://schemas.microsoft.com/office/drawing/2014/main" id="{077549C1-2FE2-72C5-D143-5EB095B188C3}"/>
              </a:ext>
            </a:extLst>
          </p:cNvPr>
          <p:cNvSpPr>
            <a:spLocks noGrp="1"/>
          </p:cNvSpPr>
          <p:nvPr>
            <p:ph type="body" idx="1"/>
          </p:nvPr>
        </p:nvSpPr>
        <p:spPr>
          <a:xfrm>
            <a:off x="634741" y="2814350"/>
            <a:ext cx="6147060" cy="1371600"/>
          </a:xfrm>
        </p:spPr>
        <p:txBody>
          <a:bodyPr vert="horz" lIns="91440" tIns="45720" rIns="91440" bIns="45720" rtlCol="0">
            <a:noAutofit/>
          </a:bodyPr>
          <a:lstStyle/>
          <a:p>
            <a:pPr algn="just">
              <a:lnSpc>
                <a:spcPct val="130000"/>
              </a:lnSpc>
            </a:pPr>
            <a:r>
              <a:rPr lang="en-US" sz="1800" dirty="0">
                <a:solidFill>
                  <a:schemeClr val="tx1"/>
                </a:solidFill>
              </a:rPr>
              <a:t>2. Software Engineering: A Practitioner’s Approach, Roger S. Pressman, Bruce R. Maxim, 8th Ed, McGraw-Hill Education, 2015. 3. </a:t>
            </a:r>
          </a:p>
          <a:p>
            <a:pPr algn="just">
              <a:lnSpc>
                <a:spcPct val="130000"/>
              </a:lnSpc>
            </a:pPr>
            <a:r>
              <a:rPr lang="en-US" sz="1800" dirty="0">
                <a:solidFill>
                  <a:schemeClr val="tx1"/>
                </a:solidFill>
              </a:rPr>
              <a:t>3. Essential Software Architecture, Gorton I., latest Edition, Springer – Verlag</a:t>
            </a:r>
          </a:p>
        </p:txBody>
      </p:sp>
      <p:sp>
        <p:nvSpPr>
          <p:cNvPr id="6" name="Date Placeholder 5">
            <a:extLst>
              <a:ext uri="{FF2B5EF4-FFF2-40B4-BE49-F238E27FC236}">
                <a16:creationId xmlns:a16="http://schemas.microsoft.com/office/drawing/2014/main" id="{D108F121-032C-C102-D1D3-DBF4DB947346}"/>
              </a:ext>
            </a:extLst>
          </p:cNvPr>
          <p:cNvSpPr>
            <a:spLocks noGrp="1"/>
          </p:cNvSpPr>
          <p:nvPr>
            <p:ph type="dt" sz="half" idx="10"/>
          </p:nvPr>
        </p:nvSpPr>
        <p:spPr>
          <a:xfrm>
            <a:off x="3675268" y="981244"/>
            <a:ext cx="2217018" cy="365125"/>
          </a:xfrm>
        </p:spPr>
        <p:txBody>
          <a:bodyPr vert="horz" lIns="91440" tIns="45720" rIns="91440" bIns="45720" rtlCol="0" anchor="ctr">
            <a:normAutofit/>
          </a:bodyPr>
          <a:lstStyle/>
          <a:p>
            <a:pPr defTabSz="457200" eaLnBrk="1" hangingPunct="1">
              <a:spcAft>
                <a:spcPts val="600"/>
              </a:spcAft>
              <a:defRPr/>
            </a:pPr>
            <a:fld id="{AD74E148-B29D-4916-8C6E-569145F11FF2}" type="datetime4">
              <a:rPr lang="en-US" altLang="en-US" smtClean="0">
                <a:latin typeface="+mn-lt"/>
                <a:ea typeface="+mn-ea"/>
              </a:rPr>
              <a:pPr defTabSz="457200" eaLnBrk="1" hangingPunct="1">
                <a:spcAft>
                  <a:spcPts val="600"/>
                </a:spcAft>
                <a:defRPr/>
              </a:pPr>
              <a:t>March 5, 2024</a:t>
            </a:fld>
            <a:endParaRPr lang="en-US" altLang="en-US">
              <a:latin typeface="+mn-lt"/>
              <a:ea typeface="+mn-ea"/>
            </a:endParaRPr>
          </a:p>
        </p:txBody>
      </p:sp>
      <p:sp>
        <p:nvSpPr>
          <p:cNvPr id="7" name="Slide Number Placeholder 6">
            <a:extLst>
              <a:ext uri="{FF2B5EF4-FFF2-40B4-BE49-F238E27FC236}">
                <a16:creationId xmlns:a16="http://schemas.microsoft.com/office/drawing/2014/main" id="{70641879-EF71-BB79-DE0F-8F7510E4BAAB}"/>
              </a:ext>
            </a:extLst>
          </p:cNvPr>
          <p:cNvSpPr>
            <a:spLocks noGrp="1"/>
          </p:cNvSpPr>
          <p:nvPr>
            <p:ph type="sldNum" sz="quarter" idx="12"/>
          </p:nvPr>
        </p:nvSpPr>
        <p:spPr>
          <a:xfrm>
            <a:off x="5892287" y="981244"/>
            <a:ext cx="482599" cy="365125"/>
          </a:xfrm>
        </p:spPr>
        <p:txBody>
          <a:bodyPr vert="horz" lIns="91440" tIns="45720" rIns="91440" bIns="45720" rtlCol="0" anchor="ctr">
            <a:normAutofit/>
          </a:bodyPr>
          <a:lstStyle/>
          <a:p>
            <a:pPr defTabSz="457200" eaLnBrk="1" hangingPunct="1">
              <a:spcAft>
                <a:spcPts val="600"/>
              </a:spcAft>
              <a:defRPr/>
            </a:pPr>
            <a:fld id="{04D8FD4F-45E7-4072-8800-E1C10689F0F2}" type="slidenum">
              <a:rPr lang="en-US" altLang="en-US" kern="1200" dirty="0">
                <a:solidFill>
                  <a:schemeClr val="tx1"/>
                </a:solidFill>
                <a:latin typeface="+mn-lt"/>
                <a:ea typeface="+mn-ea"/>
                <a:cs typeface="+mn-cs"/>
              </a:rPr>
              <a:pPr defTabSz="457200" eaLnBrk="1" hangingPunct="1">
                <a:spcAft>
                  <a:spcPts val="600"/>
                </a:spcAft>
                <a:defRPr/>
              </a:pPr>
              <a:t>4</a:t>
            </a:fld>
            <a:endParaRPr lang="en-US" altLang="en-US" kern="1200" dirty="0">
              <a:solidFill>
                <a:schemeClr val="tx1"/>
              </a:solidFill>
              <a:latin typeface="+mn-lt"/>
              <a:ea typeface="+mn-ea"/>
              <a:cs typeface="+mn-cs"/>
            </a:endParaRPr>
          </a:p>
        </p:txBody>
      </p:sp>
      <p:sp useBgFill="1">
        <p:nvSpPr>
          <p:cNvPr id="35" name="Rectangle 34">
            <a:extLst>
              <a:ext uri="{FF2B5EF4-FFF2-40B4-BE49-F238E27FC236}">
                <a16:creationId xmlns:a16="http://schemas.microsoft.com/office/drawing/2014/main" id="{37E22C81-7E79-366E-ED5A-C16BC5C49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98784" y="0"/>
            <a:ext cx="2045215" cy="6858000"/>
          </a:xfrm>
          <a:prstGeom prst="rect">
            <a:avLst/>
          </a:prstGeom>
          <a:ln>
            <a:noFill/>
          </a:ln>
          <a:effectLst>
            <a:outerShdw blurRad="88900" dist="254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4E69B1A9-A4C9-EB32-1534-4BED69E090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98784" y="0"/>
            <a:ext cx="2045216" cy="6858000"/>
          </a:xfrm>
          <a:prstGeom prst="rect">
            <a:avLst/>
          </a:prstGeom>
          <a:solidFill>
            <a:schemeClr val="tx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9" name="Picture 38">
            <a:extLst>
              <a:ext uri="{FF2B5EF4-FFF2-40B4-BE49-F238E27FC236}">
                <a16:creationId xmlns:a16="http://schemas.microsoft.com/office/drawing/2014/main" id="{7C99F6A3-4DAB-1001-3AA6-1EB4BF797D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15620" t="1120" r="54326" b="73832"/>
          <a:stretch/>
        </p:blipFill>
        <p:spPr>
          <a:xfrm>
            <a:off x="7098785" y="4417"/>
            <a:ext cx="1738843" cy="1086886"/>
          </a:xfrm>
          <a:prstGeom prst="rect">
            <a:avLst/>
          </a:prstGeom>
        </p:spPr>
      </p:pic>
      <p:pic>
        <p:nvPicPr>
          <p:cNvPr id="41" name="Picture 40">
            <a:extLst>
              <a:ext uri="{FF2B5EF4-FFF2-40B4-BE49-F238E27FC236}">
                <a16:creationId xmlns:a16="http://schemas.microsoft.com/office/drawing/2014/main" id="{AAC416FF-42FC-BFED-A889-F83EE55634B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73623" t="43915" r="1" b="10213"/>
          <a:stretch/>
        </p:blipFill>
        <p:spPr>
          <a:xfrm>
            <a:off x="7459132" y="3287359"/>
            <a:ext cx="1684868" cy="2197653"/>
          </a:xfrm>
          <a:prstGeom prst="rect">
            <a:avLst/>
          </a:prstGeom>
        </p:spPr>
      </p:pic>
      <p:pic>
        <p:nvPicPr>
          <p:cNvPr id="43" name="Picture 42">
            <a:extLst>
              <a:ext uri="{FF2B5EF4-FFF2-40B4-BE49-F238E27FC236}">
                <a16:creationId xmlns:a16="http://schemas.microsoft.com/office/drawing/2014/main" id="{A6821855-BCF6-B1A5-1543-67E47363A3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46466" t="75007" r="30510"/>
          <a:stretch/>
        </p:blipFill>
        <p:spPr>
          <a:xfrm>
            <a:off x="7911445" y="2550437"/>
            <a:ext cx="1232555" cy="1003467"/>
          </a:xfrm>
          <a:custGeom>
            <a:avLst/>
            <a:gdLst>
              <a:gd name="connsiteX0" fmla="*/ 2051608 w 4103216"/>
              <a:gd name="connsiteY0" fmla="*/ 0 h 1714050"/>
              <a:gd name="connsiteX1" fmla="*/ 4103216 w 4103216"/>
              <a:gd name="connsiteY1" fmla="*/ 1266738 h 1714050"/>
              <a:gd name="connsiteX2" fmla="*/ 4010980 w 4103216"/>
              <a:gd name="connsiteY2" fmla="*/ 1643427 h 1714050"/>
              <a:gd name="connsiteX3" fmla="*/ 3969116 w 4103216"/>
              <a:gd name="connsiteY3" fmla="*/ 1714050 h 1714050"/>
              <a:gd name="connsiteX4" fmla="*/ 134100 w 4103216"/>
              <a:gd name="connsiteY4" fmla="*/ 1714050 h 1714050"/>
              <a:gd name="connsiteX5" fmla="*/ 92237 w 4103216"/>
              <a:gd name="connsiteY5" fmla="*/ 1643427 h 1714050"/>
              <a:gd name="connsiteX6" fmla="*/ 0 w 4103216"/>
              <a:gd name="connsiteY6" fmla="*/ 1266738 h 1714050"/>
              <a:gd name="connsiteX7" fmla="*/ 2051608 w 4103216"/>
              <a:gd name="connsiteY7" fmla="*/ 0 h 1714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03216" h="1714050">
                <a:moveTo>
                  <a:pt x="2051608" y="0"/>
                </a:moveTo>
                <a:cubicBezTo>
                  <a:pt x="3184680" y="0"/>
                  <a:pt x="4103216" y="567138"/>
                  <a:pt x="4103216" y="1266738"/>
                </a:cubicBezTo>
                <a:cubicBezTo>
                  <a:pt x="4103216" y="1397913"/>
                  <a:pt x="4070924" y="1524431"/>
                  <a:pt x="4010980" y="1643427"/>
                </a:cubicBezTo>
                <a:lnTo>
                  <a:pt x="3969116" y="1714050"/>
                </a:lnTo>
                <a:lnTo>
                  <a:pt x="134100" y="1714050"/>
                </a:lnTo>
                <a:lnTo>
                  <a:pt x="92237" y="1643427"/>
                </a:lnTo>
                <a:cubicBezTo>
                  <a:pt x="32293" y="1524431"/>
                  <a:pt x="0" y="1397913"/>
                  <a:pt x="0" y="1266738"/>
                </a:cubicBezTo>
                <a:cubicBezTo>
                  <a:pt x="0" y="567138"/>
                  <a:pt x="918536" y="0"/>
                  <a:pt x="2051608" y="0"/>
                </a:cubicBezTo>
                <a:close/>
              </a:path>
            </a:pathLst>
          </a:custGeom>
        </p:spPr>
      </p:pic>
      <p:pic>
        <p:nvPicPr>
          <p:cNvPr id="45" name="Picture 44">
            <a:extLst>
              <a:ext uri="{FF2B5EF4-FFF2-40B4-BE49-F238E27FC236}">
                <a16:creationId xmlns:a16="http://schemas.microsoft.com/office/drawing/2014/main" id="{51D1FFA2-B076-093F-F417-665BC99C2FC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68940" t="81531" r="19879"/>
          <a:stretch/>
        </p:blipFill>
        <p:spPr>
          <a:xfrm>
            <a:off x="7098786" y="5597114"/>
            <a:ext cx="1017693" cy="1260885"/>
          </a:xfrm>
          <a:custGeom>
            <a:avLst/>
            <a:gdLst>
              <a:gd name="connsiteX0" fmla="*/ 2051608 w 4103216"/>
              <a:gd name="connsiteY0" fmla="*/ 0 h 1714050"/>
              <a:gd name="connsiteX1" fmla="*/ 4103216 w 4103216"/>
              <a:gd name="connsiteY1" fmla="*/ 1266738 h 1714050"/>
              <a:gd name="connsiteX2" fmla="*/ 4010980 w 4103216"/>
              <a:gd name="connsiteY2" fmla="*/ 1643427 h 1714050"/>
              <a:gd name="connsiteX3" fmla="*/ 3969116 w 4103216"/>
              <a:gd name="connsiteY3" fmla="*/ 1714050 h 1714050"/>
              <a:gd name="connsiteX4" fmla="*/ 134100 w 4103216"/>
              <a:gd name="connsiteY4" fmla="*/ 1714050 h 1714050"/>
              <a:gd name="connsiteX5" fmla="*/ 92237 w 4103216"/>
              <a:gd name="connsiteY5" fmla="*/ 1643427 h 1714050"/>
              <a:gd name="connsiteX6" fmla="*/ 0 w 4103216"/>
              <a:gd name="connsiteY6" fmla="*/ 1266738 h 1714050"/>
              <a:gd name="connsiteX7" fmla="*/ 2051608 w 4103216"/>
              <a:gd name="connsiteY7" fmla="*/ 0 h 1714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03216" h="1714050">
                <a:moveTo>
                  <a:pt x="2051608" y="0"/>
                </a:moveTo>
                <a:cubicBezTo>
                  <a:pt x="3184680" y="0"/>
                  <a:pt x="4103216" y="567138"/>
                  <a:pt x="4103216" y="1266738"/>
                </a:cubicBezTo>
                <a:cubicBezTo>
                  <a:pt x="4103216" y="1397913"/>
                  <a:pt x="4070924" y="1524431"/>
                  <a:pt x="4010980" y="1643427"/>
                </a:cubicBezTo>
                <a:lnTo>
                  <a:pt x="3969116" y="1714050"/>
                </a:lnTo>
                <a:lnTo>
                  <a:pt x="134100" y="1714050"/>
                </a:lnTo>
                <a:lnTo>
                  <a:pt x="92237" y="1643427"/>
                </a:lnTo>
                <a:cubicBezTo>
                  <a:pt x="32293" y="1524431"/>
                  <a:pt x="0" y="1397913"/>
                  <a:pt x="0" y="1266738"/>
                </a:cubicBezTo>
                <a:cubicBezTo>
                  <a:pt x="0" y="567138"/>
                  <a:pt x="918536" y="0"/>
                  <a:pt x="2051608" y="0"/>
                </a:cubicBezTo>
                <a:close/>
              </a:path>
            </a:pathLst>
          </a:custGeom>
        </p:spPr>
      </p:pic>
    </p:spTree>
    <p:extLst>
      <p:ext uri="{BB962C8B-B14F-4D97-AF65-F5344CB8AC3E}">
        <p14:creationId xmlns:p14="http://schemas.microsoft.com/office/powerpoint/2010/main" val="810945076"/>
      </p:ext>
    </p:extLst>
  </p:cSld>
  <p:clrMapOvr>
    <a:overrideClrMapping bg1="dk1" tx1="lt1" bg2="dk2" tx2="lt2" accent1="accent1" accent2="accent2" accent3="accent3" accent4="accent4" accent5="accent5" accent6="accent6" hlink="hlink" folHlink="folHlink"/>
  </p:clrMapOvr>
  <p:transition>
    <p:random/>
  </p:transition>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pic>
        <p:nvPicPr>
          <p:cNvPr id="48147" name="Picture 2">
            <a:extLst>
              <a:ext uri="{FF2B5EF4-FFF2-40B4-BE49-F238E27FC236}">
                <a16:creationId xmlns:a16="http://schemas.microsoft.com/office/drawing/2014/main" id="{25496B42-CC46-4183-B481-887CD3E8C72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9144002" cy="6858001"/>
          </a:xfrm>
          <a:prstGeom prst="rect">
            <a:avLst/>
          </a:prstGeom>
          <a:noFill/>
          <a:extLst>
            <a:ext uri="{909E8E84-426E-40DD-AFC4-6F175D3DCCD1}">
              <a14:hiddenFill xmlns:a14="http://schemas.microsoft.com/office/drawing/2010/main">
                <a:solidFill>
                  <a:srgbClr val="FFFFFF"/>
                </a:solidFill>
              </a14:hiddenFill>
            </a:ext>
          </a:extLst>
        </p:spPr>
      </p:pic>
      <p:pic>
        <p:nvPicPr>
          <p:cNvPr id="48148" name="Picture 48147">
            <a:extLst>
              <a:ext uri="{FF2B5EF4-FFF2-40B4-BE49-F238E27FC236}">
                <a16:creationId xmlns:a16="http://schemas.microsoft.com/office/drawing/2014/main" id="{765E2D7E-B7BD-404F-9F71-D6620D37B90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useBgFill="1">
        <p:nvSpPr>
          <p:cNvPr id="48149" name="Rectangle 48148">
            <a:extLst>
              <a:ext uri="{FF2B5EF4-FFF2-40B4-BE49-F238E27FC236}">
                <a16:creationId xmlns:a16="http://schemas.microsoft.com/office/drawing/2014/main" id="{446F2B05-D14A-46C1-B94D-81BAFA34CA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8150" name="Graphic 48149" descr="Programmer">
            <a:extLst>
              <a:ext uri="{FF2B5EF4-FFF2-40B4-BE49-F238E27FC236}">
                <a16:creationId xmlns:a16="http://schemas.microsoft.com/office/drawing/2014/main" id="{111E8B78-98F3-5A93-1415-6940050DE5A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10110" y="2004596"/>
            <a:ext cx="2880612" cy="2880612"/>
          </a:xfrm>
          <a:prstGeom prst="rect">
            <a:avLst/>
          </a:prstGeom>
        </p:spPr>
      </p:pic>
      <p:sp>
        <p:nvSpPr>
          <p:cNvPr id="6" name="TextBox 5">
            <a:extLst>
              <a:ext uri="{FF2B5EF4-FFF2-40B4-BE49-F238E27FC236}">
                <a16:creationId xmlns:a16="http://schemas.microsoft.com/office/drawing/2014/main" id="{76141208-E628-1AC7-DD58-E9B289DB97EF}"/>
              </a:ext>
            </a:extLst>
          </p:cNvPr>
          <p:cNvSpPr txBox="1"/>
          <p:nvPr/>
        </p:nvSpPr>
        <p:spPr>
          <a:xfrm>
            <a:off x="3961888" y="2127916"/>
            <a:ext cx="4391561" cy="3847444"/>
          </a:xfrm>
          <a:prstGeom prst="rect">
            <a:avLst/>
          </a:prstGeom>
        </p:spPr>
        <p:txBody>
          <a:bodyPr vert="horz" lIns="91440" tIns="45720" rIns="91440" bIns="45720" rtlCol="0">
            <a:normAutofit fontScale="92500" lnSpcReduction="20000"/>
          </a:bodyPr>
          <a:lstStyle/>
          <a:p>
            <a:pPr eaLnBrk="1" hangingPunct="1">
              <a:lnSpc>
                <a:spcPct val="120000"/>
              </a:lnSpc>
              <a:spcAft>
                <a:spcPts val="600"/>
              </a:spcAft>
              <a:buClr>
                <a:schemeClr val="tx1"/>
              </a:buClr>
            </a:pPr>
            <a:r>
              <a:rPr lang="en-US" sz="2400" b="0" i="0" dirty="0">
                <a:solidFill>
                  <a:srgbClr val="333333"/>
                </a:solidFill>
                <a:effectLst/>
                <a:latin typeface="inter-regular"/>
              </a:rPr>
              <a:t>Software design is a mechanism to transform user requirements into some suitable form, which helps the programmer in software coding and implementation. It deals with representing the client's requirement, as described in SRS (Software Requirement Specification) document, into a form, i.e., easily implementable using programming language..</a:t>
            </a:r>
            <a:endParaRPr lang="en-US" sz="2400" cap="all" dirty="0">
              <a:latin typeface="+mn-lt"/>
              <a:ea typeface="+mn-ea"/>
            </a:endParaRPr>
          </a:p>
        </p:txBody>
      </p:sp>
      <p:pic>
        <p:nvPicPr>
          <p:cNvPr id="48151" name="Picture 48150">
            <a:extLst>
              <a:ext uri="{FF2B5EF4-FFF2-40B4-BE49-F238E27FC236}">
                <a16:creationId xmlns:a16="http://schemas.microsoft.com/office/drawing/2014/main" id="{DC21F734-A85A-4FEA-8CB8-6C72B8195C3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Slide Number Placeholder 2">
            <a:extLst>
              <a:ext uri="{FF2B5EF4-FFF2-40B4-BE49-F238E27FC236}">
                <a16:creationId xmlns:a16="http://schemas.microsoft.com/office/drawing/2014/main" id="{884BE14B-BB45-E670-0ED6-4B60F384DB02}"/>
              </a:ext>
            </a:extLst>
          </p:cNvPr>
          <p:cNvSpPr>
            <a:spLocks noGrp="1"/>
          </p:cNvSpPr>
          <p:nvPr>
            <p:ph type="sldNum" sz="quarter" idx="12"/>
          </p:nvPr>
        </p:nvSpPr>
        <p:spPr>
          <a:xfrm>
            <a:off x="7885508" y="6263640"/>
            <a:ext cx="573161" cy="365125"/>
          </a:xfrm>
        </p:spPr>
        <p:txBody>
          <a:bodyPr vert="horz" lIns="91440" tIns="45720" rIns="91440" bIns="45720" rtlCol="0" anchor="ctr">
            <a:normAutofit/>
          </a:bodyPr>
          <a:lstStyle/>
          <a:p>
            <a:pPr eaLnBrk="1" hangingPunct="1">
              <a:spcAft>
                <a:spcPts val="600"/>
              </a:spcAft>
              <a:defRPr/>
            </a:pPr>
            <a:fld id="{CC516D0E-CD58-4E49-9F6D-689564ED6CA6}" type="slidenum">
              <a:rPr lang="en-US" altLang="en-US" smtClean="0">
                <a:latin typeface="+mn-lt"/>
                <a:ea typeface="+mn-ea"/>
              </a:rPr>
              <a:pPr eaLnBrk="1" hangingPunct="1">
                <a:spcAft>
                  <a:spcPts val="600"/>
                </a:spcAft>
                <a:defRPr/>
              </a:pPr>
              <a:t>5</a:t>
            </a:fld>
            <a:endParaRPr lang="en-US" altLang="en-US">
              <a:latin typeface="+mn-lt"/>
              <a:ea typeface="+mn-ea"/>
            </a:endParaRPr>
          </a:p>
        </p:txBody>
      </p:sp>
      <p:sp>
        <p:nvSpPr>
          <p:cNvPr id="2" name="Date Placeholder 1">
            <a:extLst>
              <a:ext uri="{FF2B5EF4-FFF2-40B4-BE49-F238E27FC236}">
                <a16:creationId xmlns:a16="http://schemas.microsoft.com/office/drawing/2014/main" id="{B8A59F32-2C80-E3CF-4E8F-11224A409AA6}"/>
              </a:ext>
            </a:extLst>
          </p:cNvPr>
          <p:cNvSpPr>
            <a:spLocks noGrp="1"/>
          </p:cNvSpPr>
          <p:nvPr>
            <p:ph type="dt" sz="half" idx="10"/>
          </p:nvPr>
        </p:nvSpPr>
        <p:spPr>
          <a:xfrm>
            <a:off x="5759052" y="6263640"/>
            <a:ext cx="2057400" cy="365125"/>
          </a:xfrm>
        </p:spPr>
        <p:txBody>
          <a:bodyPr vert="horz" lIns="91440" tIns="45720" rIns="91440" bIns="45720" rtlCol="0" anchor="ctr">
            <a:normAutofit/>
          </a:bodyPr>
          <a:lstStyle/>
          <a:p>
            <a:pPr eaLnBrk="1" hangingPunct="1">
              <a:spcAft>
                <a:spcPts val="600"/>
              </a:spcAft>
              <a:defRPr/>
            </a:pPr>
            <a:fld id="{28CBB6C6-97BA-466E-9280-40CB1DB9EF95}" type="datetime4">
              <a:rPr lang="en-US" altLang="en-US" smtClean="0">
                <a:latin typeface="+mn-lt"/>
                <a:ea typeface="+mn-ea"/>
              </a:rPr>
              <a:pPr eaLnBrk="1" hangingPunct="1">
                <a:spcAft>
                  <a:spcPts val="600"/>
                </a:spcAft>
                <a:defRPr/>
              </a:pPr>
              <a:t>March 5, 2024</a:t>
            </a:fld>
            <a:endParaRPr lang="en-US" altLang="en-US">
              <a:latin typeface="+mn-lt"/>
              <a:ea typeface="+mn-ea"/>
            </a:endParaRPr>
          </a:p>
        </p:txBody>
      </p:sp>
      <p:sp>
        <p:nvSpPr>
          <p:cNvPr id="48132" name="Rectangle 2">
            <a:extLst>
              <a:ext uri="{FF2B5EF4-FFF2-40B4-BE49-F238E27FC236}">
                <a16:creationId xmlns:a16="http://schemas.microsoft.com/office/drawing/2014/main" id="{E6FA0602-9C9A-49C1-8B20-57D8FBA725C9}"/>
              </a:ext>
            </a:extLst>
          </p:cNvPr>
          <p:cNvSpPr>
            <a:spLocks noGrp="1" noChangeArrowheads="1"/>
          </p:cNvSpPr>
          <p:nvPr>
            <p:ph type="title" idx="4294967295"/>
          </p:nvPr>
        </p:nvSpPr>
        <p:spPr>
          <a:xfrm>
            <a:off x="3961890" y="618517"/>
            <a:ext cx="4391562" cy="1596177"/>
          </a:xfrm>
        </p:spPr>
        <p:txBody>
          <a:bodyPr vert="horz" lIns="91440" tIns="45720" rIns="91440" bIns="45720" rtlCol="0" anchor="ctr">
            <a:normAutofit/>
          </a:bodyPr>
          <a:lstStyle/>
          <a:p>
            <a:r>
              <a:rPr lang="en-US" altLang="zh-TW" dirty="0"/>
              <a:t> SOFTWARE DESIGN</a:t>
            </a:r>
          </a:p>
        </p:txBody>
      </p:sp>
    </p:spTree>
  </p:cSld>
  <p:clrMapOvr>
    <a:masterClrMapping/>
  </p:clrMapOvr>
  <p:transition>
    <p:rand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ABFAA08-5FE3-84BF-7B28-4A1F4867C6C1}"/>
              </a:ext>
            </a:extLst>
          </p:cNvPr>
          <p:cNvSpPr>
            <a:spLocks noGrp="1"/>
          </p:cNvSpPr>
          <p:nvPr>
            <p:ph type="dt" sz="half" idx="10"/>
          </p:nvPr>
        </p:nvSpPr>
        <p:spPr/>
        <p:txBody>
          <a:bodyPr/>
          <a:lstStyle/>
          <a:p>
            <a:pPr>
              <a:defRPr/>
            </a:pPr>
            <a:fld id="{8FC35119-4326-4B12-8C41-028122D81B5B}" type="datetime4">
              <a:rPr lang="en-US" altLang="en-US" smtClean="0"/>
              <a:t>March 5, 2024</a:t>
            </a:fld>
            <a:endParaRPr lang="en-US" altLang="en-US"/>
          </a:p>
        </p:txBody>
      </p:sp>
      <p:sp>
        <p:nvSpPr>
          <p:cNvPr id="3" name="Slide Number Placeholder 2">
            <a:extLst>
              <a:ext uri="{FF2B5EF4-FFF2-40B4-BE49-F238E27FC236}">
                <a16:creationId xmlns:a16="http://schemas.microsoft.com/office/drawing/2014/main" id="{7B472485-77D8-55A4-24BD-09889D80663B}"/>
              </a:ext>
            </a:extLst>
          </p:cNvPr>
          <p:cNvSpPr>
            <a:spLocks noGrp="1"/>
          </p:cNvSpPr>
          <p:nvPr>
            <p:ph type="sldNum" sz="quarter" idx="12"/>
          </p:nvPr>
        </p:nvSpPr>
        <p:spPr/>
        <p:txBody>
          <a:bodyPr/>
          <a:lstStyle/>
          <a:p>
            <a:pPr>
              <a:defRPr/>
            </a:pPr>
            <a:fld id="{CC516D0E-CD58-4E49-9F6D-689564ED6CA6}" type="slidenum">
              <a:rPr lang="en-US" altLang="en-US" smtClean="0"/>
              <a:pPr>
                <a:defRPr/>
              </a:pPr>
              <a:t>6</a:t>
            </a:fld>
            <a:endParaRPr lang="en-US" altLang="en-US"/>
          </a:p>
        </p:txBody>
      </p:sp>
      <p:sp>
        <p:nvSpPr>
          <p:cNvPr id="5" name="TextBox 4">
            <a:extLst>
              <a:ext uri="{FF2B5EF4-FFF2-40B4-BE49-F238E27FC236}">
                <a16:creationId xmlns:a16="http://schemas.microsoft.com/office/drawing/2014/main" id="{8C3832E1-F649-F31F-2BF3-EE567CACA1FC}"/>
              </a:ext>
            </a:extLst>
          </p:cNvPr>
          <p:cNvSpPr txBox="1"/>
          <p:nvPr/>
        </p:nvSpPr>
        <p:spPr>
          <a:xfrm>
            <a:off x="381000" y="1724086"/>
            <a:ext cx="8229600" cy="4247317"/>
          </a:xfrm>
          <a:prstGeom prst="rect">
            <a:avLst/>
          </a:prstGeom>
          <a:noFill/>
        </p:spPr>
        <p:txBody>
          <a:bodyPr wrap="square">
            <a:spAutoFit/>
          </a:bodyPr>
          <a:lstStyle/>
          <a:p>
            <a:pPr algn="l">
              <a:buFont typeface="+mj-lt"/>
              <a:buAutoNum type="arabicPeriod"/>
            </a:pPr>
            <a:r>
              <a:rPr lang="en-US" b="1" i="0" dirty="0">
                <a:solidFill>
                  <a:srgbClr val="0D0D0D"/>
                </a:solidFill>
                <a:effectLst/>
                <a:latin typeface="Söhne"/>
              </a:rPr>
              <a:t>Translation of Requirements:</a:t>
            </a:r>
            <a:endParaRPr lang="en-US" b="0" i="0" dirty="0">
              <a:solidFill>
                <a:srgbClr val="0D0D0D"/>
              </a:solidFill>
              <a:effectLst/>
              <a:latin typeface="Söhne"/>
            </a:endParaRPr>
          </a:p>
          <a:p>
            <a:pPr marL="742950" lvl="1" indent="-285750" algn="l">
              <a:buFont typeface="+mj-lt"/>
              <a:buAutoNum type="arabicPeriod"/>
            </a:pPr>
            <a:r>
              <a:rPr lang="en-US" b="1" i="0" dirty="0">
                <a:solidFill>
                  <a:srgbClr val="0D0D0D"/>
                </a:solidFill>
                <a:effectLst/>
                <a:latin typeface="Söhne"/>
              </a:rPr>
              <a:t>Objective:</a:t>
            </a:r>
            <a:r>
              <a:rPr lang="en-US" b="0" i="0" dirty="0">
                <a:solidFill>
                  <a:srgbClr val="0D0D0D"/>
                </a:solidFill>
                <a:effectLst/>
                <a:latin typeface="Söhne"/>
              </a:rPr>
              <a:t> To translate the system requirements into a detailed and complete design that can be implemented.</a:t>
            </a:r>
          </a:p>
          <a:p>
            <a:pPr marL="742950" lvl="1" indent="-285750" algn="l">
              <a:buFont typeface="+mj-lt"/>
              <a:buAutoNum type="arabicPeriod"/>
            </a:pPr>
            <a:r>
              <a:rPr lang="en-US" b="1" i="0" dirty="0">
                <a:solidFill>
                  <a:srgbClr val="0D0D0D"/>
                </a:solidFill>
                <a:effectLst/>
                <a:latin typeface="Söhne"/>
              </a:rPr>
              <a:t>Importance:</a:t>
            </a:r>
            <a:r>
              <a:rPr lang="en-US" b="0" i="0" dirty="0">
                <a:solidFill>
                  <a:srgbClr val="0D0D0D"/>
                </a:solidFill>
                <a:effectLst/>
                <a:latin typeface="Söhne"/>
              </a:rPr>
              <a:t> Helps in understanding how the software will fulfill the specified needs and functionalities.</a:t>
            </a:r>
          </a:p>
          <a:p>
            <a:pPr algn="l">
              <a:buFont typeface="+mj-lt"/>
              <a:buAutoNum type="arabicPeriod"/>
            </a:pPr>
            <a:r>
              <a:rPr lang="en-US" b="1" i="0" dirty="0">
                <a:solidFill>
                  <a:srgbClr val="0D0D0D"/>
                </a:solidFill>
                <a:effectLst/>
                <a:latin typeface="Söhne"/>
              </a:rPr>
              <a:t>Blueprint for Construction:</a:t>
            </a:r>
            <a:endParaRPr lang="en-US" b="0" i="0" dirty="0">
              <a:solidFill>
                <a:srgbClr val="0D0D0D"/>
              </a:solidFill>
              <a:effectLst/>
              <a:latin typeface="Söhne"/>
            </a:endParaRPr>
          </a:p>
          <a:p>
            <a:pPr marL="742950" lvl="1" indent="-285750" algn="l">
              <a:buFont typeface="+mj-lt"/>
              <a:buAutoNum type="arabicPeriod"/>
            </a:pPr>
            <a:r>
              <a:rPr lang="en-US" b="1" i="0" dirty="0">
                <a:solidFill>
                  <a:srgbClr val="0D0D0D"/>
                </a:solidFill>
                <a:effectLst/>
                <a:latin typeface="Söhne"/>
              </a:rPr>
              <a:t>Objective:</a:t>
            </a:r>
            <a:r>
              <a:rPr lang="en-US" b="0" i="0" dirty="0">
                <a:solidFill>
                  <a:srgbClr val="0D0D0D"/>
                </a:solidFill>
                <a:effectLst/>
                <a:latin typeface="Söhne"/>
              </a:rPr>
              <a:t> To provide a blueprint or plan for the construction of the software system.</a:t>
            </a:r>
          </a:p>
          <a:p>
            <a:pPr marL="742950" lvl="1" indent="-285750" algn="l">
              <a:buFont typeface="+mj-lt"/>
              <a:buAutoNum type="arabicPeriod"/>
            </a:pPr>
            <a:r>
              <a:rPr lang="en-US" b="1" i="0" dirty="0">
                <a:solidFill>
                  <a:srgbClr val="0D0D0D"/>
                </a:solidFill>
                <a:effectLst/>
                <a:latin typeface="Söhne"/>
              </a:rPr>
              <a:t>Importance:</a:t>
            </a:r>
            <a:r>
              <a:rPr lang="en-US" b="0" i="0" dirty="0">
                <a:solidFill>
                  <a:srgbClr val="0D0D0D"/>
                </a:solidFill>
                <a:effectLst/>
                <a:latin typeface="Söhne"/>
              </a:rPr>
              <a:t> Serves as a guide for developers, ensuring a systematic and organized implementation process.</a:t>
            </a:r>
          </a:p>
          <a:p>
            <a:pPr algn="l">
              <a:buFont typeface="+mj-lt"/>
              <a:buAutoNum type="arabicPeriod"/>
            </a:pPr>
            <a:r>
              <a:rPr lang="en-US" b="1" i="0" dirty="0">
                <a:solidFill>
                  <a:srgbClr val="0D0D0D"/>
                </a:solidFill>
                <a:effectLst/>
                <a:latin typeface="Söhne"/>
              </a:rPr>
              <a:t>Communication:</a:t>
            </a:r>
            <a:endParaRPr lang="en-US" b="0" i="0" dirty="0">
              <a:solidFill>
                <a:srgbClr val="0D0D0D"/>
              </a:solidFill>
              <a:effectLst/>
              <a:latin typeface="Söhne"/>
            </a:endParaRPr>
          </a:p>
          <a:p>
            <a:pPr marL="742950" lvl="1" indent="-285750" algn="l">
              <a:buFont typeface="+mj-lt"/>
              <a:buAutoNum type="arabicPeriod"/>
            </a:pPr>
            <a:r>
              <a:rPr lang="en-US" b="1" i="0" dirty="0">
                <a:solidFill>
                  <a:srgbClr val="0D0D0D"/>
                </a:solidFill>
                <a:effectLst/>
                <a:latin typeface="Söhne"/>
              </a:rPr>
              <a:t>Objective:</a:t>
            </a:r>
            <a:r>
              <a:rPr lang="en-US" b="0" i="0" dirty="0">
                <a:solidFill>
                  <a:srgbClr val="0D0D0D"/>
                </a:solidFill>
                <a:effectLst/>
                <a:latin typeface="Söhne"/>
              </a:rPr>
              <a:t> To facilitate communication among team members, stakeholders, and other involved parties.</a:t>
            </a:r>
          </a:p>
          <a:p>
            <a:pPr marL="742950" lvl="1" indent="-285750" algn="l">
              <a:buFont typeface="+mj-lt"/>
              <a:buAutoNum type="arabicPeriod"/>
            </a:pPr>
            <a:r>
              <a:rPr lang="en-US" b="1" i="0" dirty="0">
                <a:solidFill>
                  <a:srgbClr val="0D0D0D"/>
                </a:solidFill>
                <a:effectLst/>
                <a:latin typeface="Söhne"/>
              </a:rPr>
              <a:t>Importance:</a:t>
            </a:r>
            <a:r>
              <a:rPr lang="en-US" b="0" i="0" dirty="0">
                <a:solidFill>
                  <a:srgbClr val="0D0D0D"/>
                </a:solidFill>
                <a:effectLst/>
                <a:latin typeface="Söhne"/>
              </a:rPr>
              <a:t> Ensures a common understanding of the software's architecture and design decisions, reducing the risk of misinterpretation.</a:t>
            </a:r>
          </a:p>
        </p:txBody>
      </p:sp>
      <p:sp>
        <p:nvSpPr>
          <p:cNvPr id="6" name="Rectangle 2">
            <a:extLst>
              <a:ext uri="{FF2B5EF4-FFF2-40B4-BE49-F238E27FC236}">
                <a16:creationId xmlns:a16="http://schemas.microsoft.com/office/drawing/2014/main" id="{34C49D3E-A597-BA16-5D1C-D4DE4329D12A}"/>
              </a:ext>
            </a:extLst>
          </p:cNvPr>
          <p:cNvSpPr txBox="1">
            <a:spLocks noChangeArrowheads="1"/>
          </p:cNvSpPr>
          <p:nvPr/>
        </p:nvSpPr>
        <p:spPr>
          <a:xfrm>
            <a:off x="2133600" y="304800"/>
            <a:ext cx="4391562" cy="1596177"/>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a:lstStyle>
          <a:p>
            <a:pPr fontAlgn="auto">
              <a:spcAft>
                <a:spcPts val="0"/>
              </a:spcAft>
            </a:pPr>
            <a:r>
              <a:rPr lang="en-US" altLang="zh-TW" dirty="0"/>
              <a:t> purpose of SOFTWARE DESIGN</a:t>
            </a:r>
          </a:p>
        </p:txBody>
      </p:sp>
    </p:spTree>
    <p:extLst>
      <p:ext uri="{BB962C8B-B14F-4D97-AF65-F5344CB8AC3E}">
        <p14:creationId xmlns:p14="http://schemas.microsoft.com/office/powerpoint/2010/main" val="155802820"/>
      </p:ext>
    </p:extLst>
  </p:cSld>
  <p:clrMapOvr>
    <a:masterClrMapping/>
  </p:clrMapOvr>
  <p:transition>
    <p:rand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C9A021-F979-AD63-AAAE-EEA4C029795C}"/>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806A9A10-49F7-96B3-BEB4-60B498502512}"/>
              </a:ext>
            </a:extLst>
          </p:cNvPr>
          <p:cNvSpPr>
            <a:spLocks noGrp="1"/>
          </p:cNvSpPr>
          <p:nvPr>
            <p:ph type="dt" sz="half" idx="10"/>
          </p:nvPr>
        </p:nvSpPr>
        <p:spPr/>
        <p:txBody>
          <a:bodyPr/>
          <a:lstStyle/>
          <a:p>
            <a:pPr>
              <a:defRPr/>
            </a:pPr>
            <a:fld id="{8FC35119-4326-4B12-8C41-028122D81B5B}" type="datetime4">
              <a:rPr lang="en-US" altLang="en-US" smtClean="0"/>
              <a:t>March 5, 2024</a:t>
            </a:fld>
            <a:endParaRPr lang="en-US" altLang="en-US"/>
          </a:p>
        </p:txBody>
      </p:sp>
      <p:sp>
        <p:nvSpPr>
          <p:cNvPr id="3" name="Slide Number Placeholder 2">
            <a:extLst>
              <a:ext uri="{FF2B5EF4-FFF2-40B4-BE49-F238E27FC236}">
                <a16:creationId xmlns:a16="http://schemas.microsoft.com/office/drawing/2014/main" id="{26D680F6-DF4B-5A45-5124-367ED89FB4AF}"/>
              </a:ext>
            </a:extLst>
          </p:cNvPr>
          <p:cNvSpPr>
            <a:spLocks noGrp="1"/>
          </p:cNvSpPr>
          <p:nvPr>
            <p:ph type="sldNum" sz="quarter" idx="12"/>
          </p:nvPr>
        </p:nvSpPr>
        <p:spPr/>
        <p:txBody>
          <a:bodyPr/>
          <a:lstStyle/>
          <a:p>
            <a:pPr>
              <a:defRPr/>
            </a:pPr>
            <a:fld id="{CC516D0E-CD58-4E49-9F6D-689564ED6CA6}" type="slidenum">
              <a:rPr lang="en-US" altLang="en-US" smtClean="0"/>
              <a:pPr>
                <a:defRPr/>
              </a:pPr>
              <a:t>7</a:t>
            </a:fld>
            <a:endParaRPr lang="en-US" altLang="en-US"/>
          </a:p>
        </p:txBody>
      </p:sp>
      <p:sp>
        <p:nvSpPr>
          <p:cNvPr id="5" name="TextBox 4">
            <a:extLst>
              <a:ext uri="{FF2B5EF4-FFF2-40B4-BE49-F238E27FC236}">
                <a16:creationId xmlns:a16="http://schemas.microsoft.com/office/drawing/2014/main" id="{5656ABCB-C73F-E8D7-7DC7-F451366F1411}"/>
              </a:ext>
            </a:extLst>
          </p:cNvPr>
          <p:cNvSpPr txBox="1"/>
          <p:nvPr/>
        </p:nvSpPr>
        <p:spPr>
          <a:xfrm>
            <a:off x="532208" y="1164470"/>
            <a:ext cx="8459391" cy="4801314"/>
          </a:xfrm>
          <a:prstGeom prst="rect">
            <a:avLst/>
          </a:prstGeom>
          <a:noFill/>
        </p:spPr>
        <p:txBody>
          <a:bodyPr wrap="square">
            <a:spAutoFit/>
          </a:bodyPr>
          <a:lstStyle/>
          <a:p>
            <a:pPr marL="742950" lvl="1" indent="-285750" algn="l">
              <a:buFont typeface="+mj-lt"/>
              <a:buAutoNum type="arabicPeriod"/>
            </a:pPr>
            <a:endParaRPr lang="en-US" b="0" i="0" dirty="0">
              <a:solidFill>
                <a:srgbClr val="0D0D0D"/>
              </a:solidFill>
              <a:effectLst/>
              <a:latin typeface="Söhne"/>
            </a:endParaRPr>
          </a:p>
          <a:p>
            <a:pPr marL="342900" indent="-342900" algn="l">
              <a:buFont typeface="+mj-lt"/>
              <a:buAutoNum type="arabicPeriod" startAt="4"/>
            </a:pPr>
            <a:r>
              <a:rPr lang="en-US" b="1" i="0" dirty="0">
                <a:solidFill>
                  <a:srgbClr val="0D0D0D"/>
                </a:solidFill>
                <a:effectLst/>
                <a:latin typeface="Söhne"/>
              </a:rPr>
              <a:t>Risk Reduction:</a:t>
            </a:r>
            <a:endParaRPr lang="en-US" b="0" i="0" dirty="0">
              <a:solidFill>
                <a:srgbClr val="0D0D0D"/>
              </a:solidFill>
              <a:effectLst/>
              <a:latin typeface="Söhne"/>
            </a:endParaRPr>
          </a:p>
          <a:p>
            <a:pPr marL="800100" lvl="1" indent="-342900" algn="l">
              <a:buFont typeface="+mj-lt"/>
              <a:buAutoNum type="arabicPeriod"/>
            </a:pPr>
            <a:r>
              <a:rPr lang="en-US" b="1" i="0" dirty="0">
                <a:solidFill>
                  <a:srgbClr val="0D0D0D"/>
                </a:solidFill>
                <a:effectLst/>
                <a:latin typeface="Söhne"/>
              </a:rPr>
              <a:t>Objective:</a:t>
            </a:r>
            <a:r>
              <a:rPr lang="en-US" b="0" i="0" dirty="0">
                <a:solidFill>
                  <a:srgbClr val="0D0D0D"/>
                </a:solidFill>
                <a:effectLst/>
                <a:latin typeface="Söhne"/>
              </a:rPr>
              <a:t> To identify and address potential risks and challenges early in the development process.</a:t>
            </a:r>
          </a:p>
          <a:p>
            <a:pPr marL="800100" lvl="1" indent="-342900" algn="l">
              <a:buFont typeface="+mj-lt"/>
              <a:buAutoNum type="arabicPeriod"/>
            </a:pPr>
            <a:r>
              <a:rPr lang="en-US" b="1" i="0" dirty="0">
                <a:solidFill>
                  <a:srgbClr val="0D0D0D"/>
                </a:solidFill>
                <a:effectLst/>
                <a:latin typeface="Söhne"/>
              </a:rPr>
              <a:t>Importance:</a:t>
            </a:r>
            <a:r>
              <a:rPr lang="en-US" b="0" i="0" dirty="0">
                <a:solidFill>
                  <a:srgbClr val="0D0D0D"/>
                </a:solidFill>
                <a:effectLst/>
                <a:latin typeface="Söhne"/>
              </a:rPr>
              <a:t> Minimizes the likelihood of errors, design flaws, and misunderstandings that could lead to costly corrections later in the development cycle.</a:t>
            </a:r>
          </a:p>
          <a:p>
            <a:pPr algn="l">
              <a:buFont typeface="+mj-lt"/>
              <a:buAutoNum type="arabicPeriod" startAt="4"/>
            </a:pPr>
            <a:r>
              <a:rPr lang="en-US" b="1" i="0" dirty="0">
                <a:solidFill>
                  <a:srgbClr val="0D0D0D"/>
                </a:solidFill>
                <a:effectLst/>
                <a:latin typeface="Söhne"/>
              </a:rPr>
              <a:t>Maintenance and Evolution:</a:t>
            </a:r>
            <a:endParaRPr lang="en-US" b="0" i="0" dirty="0">
              <a:solidFill>
                <a:srgbClr val="0D0D0D"/>
              </a:solidFill>
              <a:effectLst/>
              <a:latin typeface="Söhne"/>
            </a:endParaRPr>
          </a:p>
          <a:p>
            <a:pPr marL="742950" lvl="1" indent="-285750" algn="l">
              <a:buFont typeface="+mj-lt"/>
              <a:buAutoNum type="arabicPeriod"/>
            </a:pPr>
            <a:r>
              <a:rPr lang="en-US" b="1" i="0" dirty="0">
                <a:solidFill>
                  <a:srgbClr val="0D0D0D"/>
                </a:solidFill>
                <a:effectLst/>
                <a:latin typeface="Söhne"/>
              </a:rPr>
              <a:t>Objective:</a:t>
            </a:r>
            <a:r>
              <a:rPr lang="en-US" b="0" i="0" dirty="0">
                <a:solidFill>
                  <a:srgbClr val="0D0D0D"/>
                </a:solidFill>
                <a:effectLst/>
                <a:latin typeface="Söhne"/>
              </a:rPr>
              <a:t> To create a design that is modular, adaptable, and easy to maintain.</a:t>
            </a:r>
          </a:p>
          <a:p>
            <a:pPr marL="742950" lvl="1" indent="-285750" algn="l">
              <a:buFont typeface="+mj-lt"/>
              <a:buAutoNum type="arabicPeriod"/>
            </a:pPr>
            <a:r>
              <a:rPr lang="en-US" b="1" i="0" dirty="0">
                <a:solidFill>
                  <a:srgbClr val="0D0D0D"/>
                </a:solidFill>
                <a:effectLst/>
                <a:latin typeface="Söhne"/>
              </a:rPr>
              <a:t>Importance:</a:t>
            </a:r>
            <a:r>
              <a:rPr lang="en-US" b="0" i="0" dirty="0">
                <a:solidFill>
                  <a:srgbClr val="0D0D0D"/>
                </a:solidFill>
                <a:effectLst/>
                <a:latin typeface="Söhne"/>
              </a:rPr>
              <a:t> Facilitates future updates, modifications, and enhancements to the software system, extending its lifespan and usability.</a:t>
            </a:r>
          </a:p>
          <a:p>
            <a:pPr algn="l">
              <a:buFont typeface="+mj-lt"/>
              <a:buAutoNum type="arabicPeriod" startAt="4"/>
            </a:pPr>
            <a:r>
              <a:rPr lang="en-US" b="1" i="0" dirty="0">
                <a:solidFill>
                  <a:srgbClr val="0D0D0D"/>
                </a:solidFill>
                <a:effectLst/>
                <a:latin typeface="Söhne"/>
              </a:rPr>
              <a:t>Resource Optimization:</a:t>
            </a:r>
            <a:endParaRPr lang="en-US" b="0" i="0" dirty="0">
              <a:solidFill>
                <a:srgbClr val="0D0D0D"/>
              </a:solidFill>
              <a:effectLst/>
              <a:latin typeface="Söhne"/>
            </a:endParaRPr>
          </a:p>
          <a:p>
            <a:pPr marL="742950" lvl="1" indent="-285750" algn="l">
              <a:buFont typeface="+mj-lt"/>
              <a:buAutoNum type="arabicPeriod"/>
            </a:pPr>
            <a:r>
              <a:rPr lang="en-US" b="1" i="0" dirty="0">
                <a:solidFill>
                  <a:srgbClr val="0D0D0D"/>
                </a:solidFill>
                <a:effectLst/>
                <a:latin typeface="Söhne"/>
              </a:rPr>
              <a:t>Objective:</a:t>
            </a:r>
            <a:r>
              <a:rPr lang="en-US" b="0" i="0" dirty="0">
                <a:solidFill>
                  <a:srgbClr val="0D0D0D"/>
                </a:solidFill>
                <a:effectLst/>
                <a:latin typeface="Söhne"/>
              </a:rPr>
              <a:t> To optimize the use of resources such as time, memory, and processing power.</a:t>
            </a:r>
          </a:p>
          <a:p>
            <a:pPr marL="742950" lvl="1" indent="-285750" algn="l">
              <a:buFont typeface="+mj-lt"/>
              <a:buAutoNum type="arabicPeriod"/>
            </a:pPr>
            <a:r>
              <a:rPr lang="en-US" b="1" i="0" dirty="0">
                <a:solidFill>
                  <a:srgbClr val="0D0D0D"/>
                </a:solidFill>
                <a:effectLst/>
                <a:latin typeface="Söhne"/>
              </a:rPr>
              <a:t>Importance:</a:t>
            </a:r>
            <a:r>
              <a:rPr lang="en-US" b="0" i="0" dirty="0">
                <a:solidFill>
                  <a:srgbClr val="0D0D0D"/>
                </a:solidFill>
                <a:effectLst/>
                <a:latin typeface="Söhne"/>
              </a:rPr>
              <a:t> Ensures that the software is efficient and performs well, meeting performance expectations and requirements.</a:t>
            </a:r>
          </a:p>
          <a:p>
            <a:pPr algn="l"/>
            <a:endParaRPr lang="en-US" b="0" i="0" dirty="0">
              <a:solidFill>
                <a:srgbClr val="0D0D0D"/>
              </a:solidFill>
              <a:effectLst/>
              <a:latin typeface="Söhne"/>
            </a:endParaRPr>
          </a:p>
        </p:txBody>
      </p:sp>
      <p:sp>
        <p:nvSpPr>
          <p:cNvPr id="4" name="Rectangle 2">
            <a:extLst>
              <a:ext uri="{FF2B5EF4-FFF2-40B4-BE49-F238E27FC236}">
                <a16:creationId xmlns:a16="http://schemas.microsoft.com/office/drawing/2014/main" id="{9A6F2C6E-63A4-3163-E9A8-B782A16128CB}"/>
              </a:ext>
            </a:extLst>
          </p:cNvPr>
          <p:cNvSpPr txBox="1">
            <a:spLocks noChangeArrowheads="1"/>
          </p:cNvSpPr>
          <p:nvPr/>
        </p:nvSpPr>
        <p:spPr>
          <a:xfrm>
            <a:off x="2209800" y="116311"/>
            <a:ext cx="4391562" cy="1596177"/>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a:lstStyle>
          <a:p>
            <a:pPr fontAlgn="auto">
              <a:spcAft>
                <a:spcPts val="0"/>
              </a:spcAft>
            </a:pPr>
            <a:r>
              <a:rPr lang="en-US" altLang="zh-TW" dirty="0"/>
              <a:t> purpose of SOFTWARE DESIGN</a:t>
            </a:r>
          </a:p>
        </p:txBody>
      </p:sp>
    </p:spTree>
    <p:extLst>
      <p:ext uri="{BB962C8B-B14F-4D97-AF65-F5344CB8AC3E}">
        <p14:creationId xmlns:p14="http://schemas.microsoft.com/office/powerpoint/2010/main" val="2650565348"/>
      </p:ext>
    </p:extLst>
  </p:cSld>
  <p:clrMapOvr>
    <a:masterClrMapping/>
  </p:clrMapOvr>
  <p:transition>
    <p:rand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3BCE451-73DE-495A-939D-7705EE5BF1E5}"/>
              </a:ext>
            </a:extLst>
          </p:cNvPr>
          <p:cNvSpPr>
            <a:spLocks noGrp="1"/>
          </p:cNvSpPr>
          <p:nvPr>
            <p:ph type="dt" sz="half" idx="10"/>
          </p:nvPr>
        </p:nvSpPr>
        <p:spPr/>
        <p:txBody>
          <a:bodyPr/>
          <a:lstStyle/>
          <a:p>
            <a:pPr>
              <a:defRPr/>
            </a:pPr>
            <a:fld id="{8FC35119-4326-4B12-8C41-028122D81B5B}" type="datetime4">
              <a:rPr lang="en-US" altLang="en-US" smtClean="0"/>
              <a:t>March 5, 2024</a:t>
            </a:fld>
            <a:endParaRPr lang="en-US" altLang="en-US"/>
          </a:p>
        </p:txBody>
      </p:sp>
      <p:sp>
        <p:nvSpPr>
          <p:cNvPr id="3" name="Slide Number Placeholder 2">
            <a:extLst>
              <a:ext uri="{FF2B5EF4-FFF2-40B4-BE49-F238E27FC236}">
                <a16:creationId xmlns:a16="http://schemas.microsoft.com/office/drawing/2014/main" id="{0842F9B7-7A65-D9B3-EA76-B61ECC397860}"/>
              </a:ext>
            </a:extLst>
          </p:cNvPr>
          <p:cNvSpPr>
            <a:spLocks noGrp="1"/>
          </p:cNvSpPr>
          <p:nvPr>
            <p:ph type="sldNum" sz="quarter" idx="12"/>
          </p:nvPr>
        </p:nvSpPr>
        <p:spPr/>
        <p:txBody>
          <a:bodyPr/>
          <a:lstStyle/>
          <a:p>
            <a:pPr>
              <a:defRPr/>
            </a:pPr>
            <a:fld id="{CC516D0E-CD58-4E49-9F6D-689564ED6CA6}" type="slidenum">
              <a:rPr lang="en-US" altLang="en-US" smtClean="0"/>
              <a:pPr>
                <a:defRPr/>
              </a:pPr>
              <a:t>8</a:t>
            </a:fld>
            <a:endParaRPr lang="en-US" altLang="en-US"/>
          </a:p>
        </p:txBody>
      </p:sp>
      <p:sp>
        <p:nvSpPr>
          <p:cNvPr id="5" name="TextBox 4">
            <a:extLst>
              <a:ext uri="{FF2B5EF4-FFF2-40B4-BE49-F238E27FC236}">
                <a16:creationId xmlns:a16="http://schemas.microsoft.com/office/drawing/2014/main" id="{34E251DD-CBBD-EDA3-2C69-82555C1333DB}"/>
              </a:ext>
            </a:extLst>
          </p:cNvPr>
          <p:cNvSpPr txBox="1"/>
          <p:nvPr/>
        </p:nvSpPr>
        <p:spPr>
          <a:xfrm>
            <a:off x="495065" y="1720840"/>
            <a:ext cx="8153870" cy="3416320"/>
          </a:xfrm>
          <a:prstGeom prst="rect">
            <a:avLst/>
          </a:prstGeom>
          <a:noFill/>
        </p:spPr>
        <p:txBody>
          <a:bodyPr wrap="square">
            <a:spAutoFit/>
          </a:bodyPr>
          <a:lstStyle/>
          <a:p>
            <a:pPr marL="285750" indent="-285750" algn="l">
              <a:buFont typeface="Arial" panose="020B0604020202020204" pitchFamily="34" charset="0"/>
              <a:buChar char="•"/>
            </a:pPr>
            <a:r>
              <a:rPr lang="en-US" b="1" i="0" dirty="0">
                <a:solidFill>
                  <a:srgbClr val="0D0D0D"/>
                </a:solidFill>
                <a:effectLst/>
                <a:latin typeface="Söhne"/>
              </a:rPr>
              <a:t>Architectural Design:</a:t>
            </a:r>
            <a:endParaRPr lang="en-US" b="0" i="0" dirty="0">
              <a:solidFill>
                <a:srgbClr val="0D0D0D"/>
              </a:solidFill>
              <a:effectLst/>
              <a:latin typeface="Söhne"/>
            </a:endParaRPr>
          </a:p>
          <a:p>
            <a:pPr marL="742950" lvl="1" indent="-285750" algn="l">
              <a:buFont typeface="Arial" panose="020B0604020202020204" pitchFamily="34" charset="0"/>
              <a:buChar char="•"/>
            </a:pPr>
            <a:r>
              <a:rPr lang="en-US" b="1" i="0" dirty="0">
                <a:solidFill>
                  <a:srgbClr val="0D0D0D"/>
                </a:solidFill>
                <a:effectLst/>
                <a:latin typeface="Söhne"/>
              </a:rPr>
              <a:t>Description:</a:t>
            </a:r>
            <a:r>
              <a:rPr lang="en-US" b="0" i="0" dirty="0">
                <a:solidFill>
                  <a:srgbClr val="0D0D0D"/>
                </a:solidFill>
                <a:effectLst/>
                <a:latin typeface="Söhne"/>
              </a:rPr>
              <a:t> Defines the overall structure of the software, including components, modules, and their relationships.</a:t>
            </a:r>
          </a:p>
          <a:p>
            <a:pPr marL="742950" lvl="1" indent="-285750" algn="l">
              <a:buFont typeface="Arial" panose="020B0604020202020204" pitchFamily="34" charset="0"/>
              <a:buChar char="•"/>
            </a:pPr>
            <a:r>
              <a:rPr lang="en-US" b="1" i="0" dirty="0">
                <a:solidFill>
                  <a:srgbClr val="0D0D0D"/>
                </a:solidFill>
                <a:effectLst/>
                <a:latin typeface="Söhne"/>
              </a:rPr>
              <a:t>Components:</a:t>
            </a:r>
            <a:r>
              <a:rPr lang="en-US" b="0" i="0" dirty="0">
                <a:solidFill>
                  <a:srgbClr val="0D0D0D"/>
                </a:solidFill>
                <a:effectLst/>
                <a:latin typeface="Söhne"/>
              </a:rPr>
              <a:t> High-level design, system architecture.</a:t>
            </a:r>
          </a:p>
          <a:p>
            <a:pPr marL="285750" indent="-285750" algn="l">
              <a:buFont typeface="Arial" panose="020B0604020202020204" pitchFamily="34" charset="0"/>
              <a:buChar char="•"/>
            </a:pPr>
            <a:r>
              <a:rPr lang="en-US" b="1" i="0" dirty="0">
                <a:solidFill>
                  <a:srgbClr val="0D0D0D"/>
                </a:solidFill>
                <a:effectLst/>
                <a:latin typeface="Söhne"/>
              </a:rPr>
              <a:t>Module Design:</a:t>
            </a:r>
            <a:endParaRPr lang="en-US" b="0" i="0" dirty="0">
              <a:solidFill>
                <a:srgbClr val="0D0D0D"/>
              </a:solidFill>
              <a:effectLst/>
              <a:latin typeface="Söhne"/>
            </a:endParaRPr>
          </a:p>
          <a:p>
            <a:pPr marL="742950" lvl="1" indent="-285750" algn="l">
              <a:buFont typeface="Arial" panose="020B0604020202020204" pitchFamily="34" charset="0"/>
              <a:buChar char="•"/>
            </a:pPr>
            <a:r>
              <a:rPr lang="en-US" b="1" i="0" dirty="0">
                <a:solidFill>
                  <a:srgbClr val="0D0D0D"/>
                </a:solidFill>
                <a:effectLst/>
                <a:latin typeface="Söhne"/>
              </a:rPr>
              <a:t>Description:</a:t>
            </a:r>
            <a:r>
              <a:rPr lang="en-US" b="0" i="0" dirty="0">
                <a:solidFill>
                  <a:srgbClr val="0D0D0D"/>
                </a:solidFill>
                <a:effectLst/>
                <a:latin typeface="Söhne"/>
              </a:rPr>
              <a:t> Breaks down the system into smaller, manageable modules with well-defined responsibilities.</a:t>
            </a:r>
          </a:p>
          <a:p>
            <a:pPr marL="742950" lvl="1" indent="-285750" algn="l">
              <a:buFont typeface="Arial" panose="020B0604020202020204" pitchFamily="34" charset="0"/>
              <a:buChar char="•"/>
            </a:pPr>
            <a:r>
              <a:rPr lang="en-US" b="1" i="0" dirty="0">
                <a:solidFill>
                  <a:srgbClr val="0D0D0D"/>
                </a:solidFill>
                <a:effectLst/>
                <a:latin typeface="Söhne"/>
              </a:rPr>
              <a:t>Components:</a:t>
            </a:r>
            <a:r>
              <a:rPr lang="en-US" b="0" i="0" dirty="0">
                <a:solidFill>
                  <a:srgbClr val="0D0D0D"/>
                </a:solidFill>
                <a:effectLst/>
                <a:latin typeface="Söhne"/>
              </a:rPr>
              <a:t> Module specifications, interface design.</a:t>
            </a:r>
          </a:p>
          <a:p>
            <a:pPr marL="285750" indent="-285750" algn="l">
              <a:buFont typeface="Arial" panose="020B0604020202020204" pitchFamily="34" charset="0"/>
              <a:buChar char="•"/>
            </a:pPr>
            <a:r>
              <a:rPr lang="en-US" b="1" i="0" dirty="0">
                <a:solidFill>
                  <a:srgbClr val="0D0D0D"/>
                </a:solidFill>
                <a:effectLst/>
                <a:latin typeface="Söhne"/>
              </a:rPr>
              <a:t>Data Design:</a:t>
            </a:r>
            <a:endParaRPr lang="en-US" b="0" i="0" dirty="0">
              <a:solidFill>
                <a:srgbClr val="0D0D0D"/>
              </a:solidFill>
              <a:effectLst/>
              <a:latin typeface="Söhne"/>
            </a:endParaRPr>
          </a:p>
          <a:p>
            <a:pPr marL="742950" lvl="1" indent="-285750" algn="l">
              <a:buFont typeface="Arial" panose="020B0604020202020204" pitchFamily="34" charset="0"/>
              <a:buChar char="•"/>
            </a:pPr>
            <a:r>
              <a:rPr lang="en-US" b="1" i="0" dirty="0">
                <a:solidFill>
                  <a:srgbClr val="0D0D0D"/>
                </a:solidFill>
                <a:effectLst/>
                <a:latin typeface="Söhne"/>
              </a:rPr>
              <a:t>Description:</a:t>
            </a:r>
            <a:r>
              <a:rPr lang="en-US" b="0" i="0" dirty="0">
                <a:solidFill>
                  <a:srgbClr val="0D0D0D"/>
                </a:solidFill>
                <a:effectLst/>
                <a:latin typeface="Söhne"/>
              </a:rPr>
              <a:t> Specifies the data structures, databases, and data flow within the software.</a:t>
            </a:r>
          </a:p>
          <a:p>
            <a:pPr marL="742950" lvl="1" indent="-285750" algn="l">
              <a:buFont typeface="Arial" panose="020B0604020202020204" pitchFamily="34" charset="0"/>
              <a:buChar char="•"/>
            </a:pPr>
            <a:r>
              <a:rPr lang="en-US" b="1" i="0" dirty="0">
                <a:solidFill>
                  <a:srgbClr val="0D0D0D"/>
                </a:solidFill>
                <a:effectLst/>
                <a:latin typeface="Söhne"/>
              </a:rPr>
              <a:t>Components:</a:t>
            </a:r>
            <a:r>
              <a:rPr lang="en-US" b="0" i="0" dirty="0">
                <a:solidFill>
                  <a:srgbClr val="0D0D0D"/>
                </a:solidFill>
                <a:effectLst/>
                <a:latin typeface="Söhne"/>
              </a:rPr>
              <a:t> Data models, database design.</a:t>
            </a:r>
          </a:p>
        </p:txBody>
      </p:sp>
      <p:sp>
        <p:nvSpPr>
          <p:cNvPr id="7" name="TextBox 6">
            <a:extLst>
              <a:ext uri="{FF2B5EF4-FFF2-40B4-BE49-F238E27FC236}">
                <a16:creationId xmlns:a16="http://schemas.microsoft.com/office/drawing/2014/main" id="{6C16F021-DC8A-0345-48FB-EA3ADBBF8B47}"/>
              </a:ext>
            </a:extLst>
          </p:cNvPr>
          <p:cNvSpPr txBox="1"/>
          <p:nvPr/>
        </p:nvSpPr>
        <p:spPr>
          <a:xfrm>
            <a:off x="1219200" y="701451"/>
            <a:ext cx="7543800" cy="646331"/>
          </a:xfrm>
          <a:prstGeom prst="rect">
            <a:avLst/>
          </a:prstGeom>
          <a:noFill/>
        </p:spPr>
        <p:txBody>
          <a:bodyPr wrap="square">
            <a:spAutoFit/>
          </a:bodyPr>
          <a:lstStyle/>
          <a:p>
            <a:pPr algn="l"/>
            <a:r>
              <a:rPr lang="en-US" sz="3600" cap="all" dirty="0">
                <a:latin typeface="+mj-lt"/>
                <a:ea typeface="+mj-ea"/>
                <a:cs typeface="+mj-cs"/>
              </a:rPr>
              <a:t>Elements of Software Design:</a:t>
            </a:r>
          </a:p>
        </p:txBody>
      </p:sp>
    </p:spTree>
    <p:extLst>
      <p:ext uri="{BB962C8B-B14F-4D97-AF65-F5344CB8AC3E}">
        <p14:creationId xmlns:p14="http://schemas.microsoft.com/office/powerpoint/2010/main" val="407327219"/>
      </p:ext>
    </p:extLst>
  </p:cSld>
  <p:clrMapOvr>
    <a:masterClrMapping/>
  </p:clrMapOvr>
  <p:transition>
    <p:rand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CD3CBE-F2B1-84C1-2CA3-F2E8E818525E}"/>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D14F2765-C7AF-3AC7-9B59-3D24FE53EEB4}"/>
              </a:ext>
            </a:extLst>
          </p:cNvPr>
          <p:cNvSpPr>
            <a:spLocks noGrp="1"/>
          </p:cNvSpPr>
          <p:nvPr>
            <p:ph type="dt" sz="half" idx="10"/>
          </p:nvPr>
        </p:nvSpPr>
        <p:spPr/>
        <p:txBody>
          <a:bodyPr/>
          <a:lstStyle/>
          <a:p>
            <a:pPr>
              <a:defRPr/>
            </a:pPr>
            <a:fld id="{8FC35119-4326-4B12-8C41-028122D81B5B}" type="datetime4">
              <a:rPr lang="en-US" altLang="en-US" smtClean="0"/>
              <a:t>March 5, 2024</a:t>
            </a:fld>
            <a:endParaRPr lang="en-US" altLang="en-US"/>
          </a:p>
        </p:txBody>
      </p:sp>
      <p:sp>
        <p:nvSpPr>
          <p:cNvPr id="3" name="Slide Number Placeholder 2">
            <a:extLst>
              <a:ext uri="{FF2B5EF4-FFF2-40B4-BE49-F238E27FC236}">
                <a16:creationId xmlns:a16="http://schemas.microsoft.com/office/drawing/2014/main" id="{CA396514-CECD-F5E7-48B6-21F24A263633}"/>
              </a:ext>
            </a:extLst>
          </p:cNvPr>
          <p:cNvSpPr>
            <a:spLocks noGrp="1"/>
          </p:cNvSpPr>
          <p:nvPr>
            <p:ph type="sldNum" sz="quarter" idx="12"/>
          </p:nvPr>
        </p:nvSpPr>
        <p:spPr/>
        <p:txBody>
          <a:bodyPr/>
          <a:lstStyle/>
          <a:p>
            <a:pPr>
              <a:defRPr/>
            </a:pPr>
            <a:fld id="{CC516D0E-CD58-4E49-9F6D-689564ED6CA6}" type="slidenum">
              <a:rPr lang="en-US" altLang="en-US" smtClean="0"/>
              <a:pPr>
                <a:defRPr/>
              </a:pPr>
              <a:t>9</a:t>
            </a:fld>
            <a:endParaRPr lang="en-US" altLang="en-US"/>
          </a:p>
        </p:txBody>
      </p:sp>
      <p:sp>
        <p:nvSpPr>
          <p:cNvPr id="5" name="TextBox 4">
            <a:extLst>
              <a:ext uri="{FF2B5EF4-FFF2-40B4-BE49-F238E27FC236}">
                <a16:creationId xmlns:a16="http://schemas.microsoft.com/office/drawing/2014/main" id="{F2E11D77-6099-B646-1108-AF8AE14A647C}"/>
              </a:ext>
            </a:extLst>
          </p:cNvPr>
          <p:cNvSpPr txBox="1"/>
          <p:nvPr/>
        </p:nvSpPr>
        <p:spPr>
          <a:xfrm>
            <a:off x="624348" y="1358961"/>
            <a:ext cx="8153870" cy="4524315"/>
          </a:xfrm>
          <a:prstGeom prst="rect">
            <a:avLst/>
          </a:prstGeom>
          <a:noFill/>
        </p:spPr>
        <p:txBody>
          <a:bodyPr wrap="square">
            <a:spAutoFit/>
          </a:bodyPr>
          <a:lstStyle/>
          <a:p>
            <a:pPr marL="742950" lvl="1" indent="-285750" algn="l">
              <a:buFont typeface="Arial" panose="020B0604020202020204" pitchFamily="34" charset="0"/>
              <a:buChar char="•"/>
            </a:pPr>
            <a:endParaRPr lang="en-US" b="0" i="0" dirty="0">
              <a:solidFill>
                <a:srgbClr val="0D0D0D"/>
              </a:solidFill>
              <a:effectLst/>
              <a:latin typeface="Söhne"/>
            </a:endParaRPr>
          </a:p>
          <a:p>
            <a:pPr marL="285750" indent="-285750" algn="l">
              <a:buFont typeface="Arial" panose="020B0604020202020204" pitchFamily="34" charset="0"/>
              <a:buChar char="•"/>
            </a:pPr>
            <a:r>
              <a:rPr lang="en-US" b="1" i="0" dirty="0">
                <a:solidFill>
                  <a:srgbClr val="0D0D0D"/>
                </a:solidFill>
                <a:effectLst/>
                <a:latin typeface="Söhne"/>
              </a:rPr>
              <a:t>Interface Design:</a:t>
            </a:r>
            <a:endParaRPr lang="en-US" b="0" i="0" dirty="0">
              <a:solidFill>
                <a:srgbClr val="0D0D0D"/>
              </a:solidFill>
              <a:effectLst/>
              <a:latin typeface="Söhne"/>
            </a:endParaRPr>
          </a:p>
          <a:p>
            <a:pPr marL="742950" lvl="1" indent="-285750" algn="l">
              <a:buFont typeface="Arial" panose="020B0604020202020204" pitchFamily="34" charset="0"/>
              <a:buChar char="•"/>
            </a:pPr>
            <a:r>
              <a:rPr lang="en-US" b="1" i="0" dirty="0">
                <a:solidFill>
                  <a:srgbClr val="0D0D0D"/>
                </a:solidFill>
                <a:effectLst/>
                <a:latin typeface="Söhne"/>
              </a:rPr>
              <a:t>Description:</a:t>
            </a:r>
            <a:r>
              <a:rPr lang="en-US" b="0" i="0" dirty="0">
                <a:solidFill>
                  <a:srgbClr val="0D0D0D"/>
                </a:solidFill>
                <a:effectLst/>
                <a:latin typeface="Söhne"/>
              </a:rPr>
              <a:t> Defines how different components or modules interact with each other and with external entities.</a:t>
            </a:r>
          </a:p>
          <a:p>
            <a:pPr marL="742950" lvl="1" indent="-285750" algn="l">
              <a:buFont typeface="Arial" panose="020B0604020202020204" pitchFamily="34" charset="0"/>
              <a:buChar char="•"/>
            </a:pPr>
            <a:r>
              <a:rPr lang="en-US" b="1" i="0" dirty="0">
                <a:solidFill>
                  <a:srgbClr val="0D0D0D"/>
                </a:solidFill>
                <a:effectLst/>
                <a:latin typeface="Söhne"/>
              </a:rPr>
              <a:t>Components:</a:t>
            </a:r>
            <a:r>
              <a:rPr lang="en-US" b="0" i="0" dirty="0">
                <a:solidFill>
                  <a:srgbClr val="0D0D0D"/>
                </a:solidFill>
                <a:effectLst/>
                <a:latin typeface="Söhne"/>
              </a:rPr>
              <a:t> Interface specifications, communication protocols.</a:t>
            </a:r>
          </a:p>
          <a:p>
            <a:pPr marL="285750" indent="-285750" algn="l">
              <a:buFont typeface="Arial" panose="020B0604020202020204" pitchFamily="34" charset="0"/>
              <a:buChar char="•"/>
            </a:pPr>
            <a:r>
              <a:rPr lang="en-US" b="1" i="0" dirty="0">
                <a:solidFill>
                  <a:srgbClr val="0D0D0D"/>
                </a:solidFill>
                <a:effectLst/>
                <a:latin typeface="Söhne"/>
              </a:rPr>
              <a:t>Algorithmic Design:</a:t>
            </a:r>
            <a:endParaRPr lang="en-US" b="0" i="0" dirty="0">
              <a:solidFill>
                <a:srgbClr val="0D0D0D"/>
              </a:solidFill>
              <a:effectLst/>
              <a:latin typeface="Söhne"/>
            </a:endParaRPr>
          </a:p>
          <a:p>
            <a:pPr marL="742950" lvl="1" indent="-285750" algn="l">
              <a:buFont typeface="Arial" panose="020B0604020202020204" pitchFamily="34" charset="0"/>
              <a:buChar char="•"/>
            </a:pPr>
            <a:r>
              <a:rPr lang="en-US" b="1" i="0" dirty="0">
                <a:solidFill>
                  <a:srgbClr val="0D0D0D"/>
                </a:solidFill>
                <a:effectLst/>
                <a:latin typeface="Söhne"/>
              </a:rPr>
              <a:t>Description:</a:t>
            </a:r>
            <a:r>
              <a:rPr lang="en-US" b="0" i="0" dirty="0">
                <a:solidFill>
                  <a:srgbClr val="0D0D0D"/>
                </a:solidFill>
                <a:effectLst/>
                <a:latin typeface="Söhne"/>
              </a:rPr>
              <a:t> Involves designing algorithms and procedures to perform specific tasks efficiently.</a:t>
            </a:r>
          </a:p>
          <a:p>
            <a:pPr marL="742950" lvl="1" indent="-285750" algn="l">
              <a:buFont typeface="Arial" panose="020B0604020202020204" pitchFamily="34" charset="0"/>
              <a:buChar char="•"/>
            </a:pPr>
            <a:r>
              <a:rPr lang="en-US" b="1" i="0" dirty="0">
                <a:solidFill>
                  <a:srgbClr val="0D0D0D"/>
                </a:solidFill>
                <a:effectLst/>
                <a:latin typeface="Söhne"/>
              </a:rPr>
              <a:t>Components:</a:t>
            </a:r>
            <a:r>
              <a:rPr lang="en-US" b="0" i="0" dirty="0">
                <a:solidFill>
                  <a:srgbClr val="0D0D0D"/>
                </a:solidFill>
                <a:effectLst/>
                <a:latin typeface="Söhne"/>
              </a:rPr>
              <a:t> Algorithm design, decision structures.</a:t>
            </a:r>
          </a:p>
          <a:p>
            <a:pPr marL="285750" indent="-285750" algn="l">
              <a:buFont typeface="Arial" panose="020B0604020202020204" pitchFamily="34" charset="0"/>
              <a:buChar char="•"/>
            </a:pPr>
            <a:r>
              <a:rPr lang="en-US" b="1" i="0" dirty="0">
                <a:solidFill>
                  <a:srgbClr val="0D0D0D"/>
                </a:solidFill>
                <a:effectLst/>
                <a:latin typeface="Söhne"/>
              </a:rPr>
              <a:t>User Interface (UI) Design:</a:t>
            </a:r>
            <a:endParaRPr lang="en-US" b="0" i="0" dirty="0">
              <a:solidFill>
                <a:srgbClr val="0D0D0D"/>
              </a:solidFill>
              <a:effectLst/>
              <a:latin typeface="Söhne"/>
            </a:endParaRPr>
          </a:p>
          <a:p>
            <a:pPr marL="742950" lvl="1" indent="-285750" algn="l">
              <a:buFont typeface="Arial" panose="020B0604020202020204" pitchFamily="34" charset="0"/>
              <a:buChar char="•"/>
            </a:pPr>
            <a:r>
              <a:rPr lang="en-US" b="1" i="0" dirty="0">
                <a:solidFill>
                  <a:srgbClr val="0D0D0D"/>
                </a:solidFill>
                <a:effectLst/>
                <a:latin typeface="Söhne"/>
              </a:rPr>
              <a:t>Description:</a:t>
            </a:r>
            <a:r>
              <a:rPr lang="en-US" b="0" i="0" dirty="0">
                <a:solidFill>
                  <a:srgbClr val="0D0D0D"/>
                </a:solidFill>
                <a:effectLst/>
                <a:latin typeface="Söhne"/>
              </a:rPr>
              <a:t> Focuses on creating a positive and intuitive user experience.</a:t>
            </a:r>
          </a:p>
          <a:p>
            <a:pPr marL="742950" lvl="1" indent="-285750" algn="l">
              <a:buFont typeface="Arial" panose="020B0604020202020204" pitchFamily="34" charset="0"/>
              <a:buChar char="•"/>
            </a:pPr>
            <a:r>
              <a:rPr lang="en-US" b="1" i="0" dirty="0">
                <a:solidFill>
                  <a:srgbClr val="0D0D0D"/>
                </a:solidFill>
                <a:effectLst/>
                <a:latin typeface="Söhne"/>
              </a:rPr>
              <a:t>Components:</a:t>
            </a:r>
            <a:r>
              <a:rPr lang="en-US" b="0" i="0" dirty="0">
                <a:solidFill>
                  <a:srgbClr val="0D0D0D"/>
                </a:solidFill>
                <a:effectLst/>
                <a:latin typeface="Söhne"/>
              </a:rPr>
              <a:t> Layout, navigation, visual elements.</a:t>
            </a:r>
          </a:p>
          <a:p>
            <a:pPr marL="285750" indent="-285750" algn="l">
              <a:buFont typeface="Arial" panose="020B0604020202020204" pitchFamily="34" charset="0"/>
              <a:buChar char="•"/>
            </a:pPr>
            <a:r>
              <a:rPr lang="en-US" b="1" i="0" dirty="0">
                <a:solidFill>
                  <a:srgbClr val="0D0D0D"/>
                </a:solidFill>
                <a:effectLst/>
                <a:latin typeface="Söhne"/>
              </a:rPr>
              <a:t>Error Handling and Exception Handling:</a:t>
            </a:r>
            <a:endParaRPr lang="en-US" b="0" i="0" dirty="0">
              <a:solidFill>
                <a:srgbClr val="0D0D0D"/>
              </a:solidFill>
              <a:effectLst/>
              <a:latin typeface="Söhne"/>
            </a:endParaRPr>
          </a:p>
          <a:p>
            <a:pPr marL="742950" lvl="1" indent="-285750" algn="l">
              <a:buFont typeface="Arial" panose="020B0604020202020204" pitchFamily="34" charset="0"/>
              <a:buChar char="•"/>
            </a:pPr>
            <a:r>
              <a:rPr lang="en-US" b="1" i="0" dirty="0">
                <a:solidFill>
                  <a:srgbClr val="0D0D0D"/>
                </a:solidFill>
                <a:effectLst/>
                <a:latin typeface="Söhne"/>
              </a:rPr>
              <a:t>Description:</a:t>
            </a:r>
            <a:r>
              <a:rPr lang="en-US" b="0" i="0" dirty="0">
                <a:solidFill>
                  <a:srgbClr val="0D0D0D"/>
                </a:solidFill>
                <a:effectLst/>
                <a:latin typeface="Söhne"/>
              </a:rPr>
              <a:t> Plans for how the software will respond to unexpected situations or errors.</a:t>
            </a:r>
          </a:p>
          <a:p>
            <a:pPr marL="742950" lvl="1" indent="-285750" algn="l">
              <a:buFont typeface="Arial" panose="020B0604020202020204" pitchFamily="34" charset="0"/>
              <a:buChar char="•"/>
            </a:pPr>
            <a:r>
              <a:rPr lang="en-US" b="1" i="0" dirty="0">
                <a:solidFill>
                  <a:srgbClr val="0D0D0D"/>
                </a:solidFill>
                <a:effectLst/>
                <a:latin typeface="Söhne"/>
              </a:rPr>
              <a:t>Components:</a:t>
            </a:r>
            <a:r>
              <a:rPr lang="en-US" b="0" i="0" dirty="0">
                <a:solidFill>
                  <a:srgbClr val="0D0D0D"/>
                </a:solidFill>
                <a:effectLst/>
                <a:latin typeface="Söhne"/>
              </a:rPr>
              <a:t> Error detection, recovery strategies.</a:t>
            </a:r>
          </a:p>
        </p:txBody>
      </p:sp>
      <p:sp>
        <p:nvSpPr>
          <p:cNvPr id="4" name="TextBox 3">
            <a:extLst>
              <a:ext uri="{FF2B5EF4-FFF2-40B4-BE49-F238E27FC236}">
                <a16:creationId xmlns:a16="http://schemas.microsoft.com/office/drawing/2014/main" id="{E2041A56-436B-92A1-5FBB-953654F681DF}"/>
              </a:ext>
            </a:extLst>
          </p:cNvPr>
          <p:cNvSpPr txBox="1"/>
          <p:nvPr/>
        </p:nvSpPr>
        <p:spPr>
          <a:xfrm>
            <a:off x="975852" y="742127"/>
            <a:ext cx="7543800" cy="646331"/>
          </a:xfrm>
          <a:prstGeom prst="rect">
            <a:avLst/>
          </a:prstGeom>
          <a:noFill/>
        </p:spPr>
        <p:txBody>
          <a:bodyPr wrap="square">
            <a:spAutoFit/>
          </a:bodyPr>
          <a:lstStyle/>
          <a:p>
            <a:pPr algn="l"/>
            <a:r>
              <a:rPr lang="en-US" sz="3600" cap="all" dirty="0">
                <a:latin typeface="+mj-lt"/>
                <a:ea typeface="+mj-ea"/>
                <a:cs typeface="+mj-cs"/>
              </a:rPr>
              <a:t>Elements of Software Design:</a:t>
            </a:r>
          </a:p>
        </p:txBody>
      </p:sp>
    </p:spTree>
    <p:extLst>
      <p:ext uri="{BB962C8B-B14F-4D97-AF65-F5344CB8AC3E}">
        <p14:creationId xmlns:p14="http://schemas.microsoft.com/office/powerpoint/2010/main" val="2756095573"/>
      </p:ext>
    </p:extLst>
  </p:cSld>
  <p:clrMapOvr>
    <a:masterClrMapping/>
  </p:clrMapOvr>
  <p:transition>
    <p:random/>
  </p:transition>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pic>
        <p:nvPicPr>
          <p:cNvPr id="86023" name="Picture 2">
            <a:extLst>
              <a:ext uri="{FF2B5EF4-FFF2-40B4-BE49-F238E27FC236}">
                <a16:creationId xmlns:a16="http://schemas.microsoft.com/office/drawing/2014/main" id="{25496B42-CC46-4183-B481-887CD3E8C72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9144002" cy="6858001"/>
          </a:xfrm>
          <a:prstGeom prst="rect">
            <a:avLst/>
          </a:prstGeom>
          <a:noFill/>
          <a:extLst>
            <a:ext uri="{909E8E84-426E-40DD-AFC4-6F175D3DCCD1}">
              <a14:hiddenFill xmlns:a14="http://schemas.microsoft.com/office/drawing/2010/main">
                <a:solidFill>
                  <a:srgbClr val="FFFFFF"/>
                </a:solidFill>
              </a14:hiddenFill>
            </a:ext>
          </a:extLst>
        </p:spPr>
      </p:pic>
      <p:pic>
        <p:nvPicPr>
          <p:cNvPr id="86025" name="Picture 86024">
            <a:extLst>
              <a:ext uri="{FF2B5EF4-FFF2-40B4-BE49-F238E27FC236}">
                <a16:creationId xmlns:a16="http://schemas.microsoft.com/office/drawing/2014/main" id="{E2758CE0-F916-4DCE-88D1-71430BE441B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useBgFill="1">
        <p:nvSpPr>
          <p:cNvPr id="86027" name="Rectangle 86026">
            <a:extLst>
              <a:ext uri="{FF2B5EF4-FFF2-40B4-BE49-F238E27FC236}">
                <a16:creationId xmlns:a16="http://schemas.microsoft.com/office/drawing/2014/main" id="{48EC41B9-2D25-48A6-BC40-DA8F79F3EB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close-up of a text&#10;&#10;Description automatically generated">
            <a:extLst>
              <a:ext uri="{FF2B5EF4-FFF2-40B4-BE49-F238E27FC236}">
                <a16:creationId xmlns:a16="http://schemas.microsoft.com/office/drawing/2014/main" id="{D4C6B7B7-759A-7526-63B3-D6B15B24EE19}"/>
              </a:ext>
            </a:extLst>
          </p:cNvPr>
          <p:cNvPicPr>
            <a:picLocks noChangeAspect="1"/>
          </p:cNvPicPr>
          <p:nvPr/>
        </p:nvPicPr>
        <p:blipFill>
          <a:blip r:embed="rId4"/>
          <a:stretch>
            <a:fillRect/>
          </a:stretch>
        </p:blipFill>
        <p:spPr>
          <a:xfrm>
            <a:off x="1333500" y="1449696"/>
            <a:ext cx="7124700" cy="4541996"/>
          </a:xfrm>
          <a:prstGeom prst="roundRect">
            <a:avLst>
              <a:gd name="adj" fmla="val 5301"/>
            </a:avLst>
          </a:prstGeom>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pic>
      <p:pic>
        <p:nvPicPr>
          <p:cNvPr id="86029" name="Picture 86028">
            <a:extLst>
              <a:ext uri="{FF2B5EF4-FFF2-40B4-BE49-F238E27FC236}">
                <a16:creationId xmlns:a16="http://schemas.microsoft.com/office/drawing/2014/main" id="{F8F21547-A433-450A-B2A3-930DCFABD93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r="71324"/>
          <a:stretch/>
        </p:blipFill>
        <p:spPr>
          <a:xfrm>
            <a:off x="0" y="0"/>
            <a:ext cx="2622176" cy="6858000"/>
          </a:xfrm>
          <a:prstGeom prst="rect">
            <a:avLst/>
          </a:prstGeom>
        </p:spPr>
      </p:pic>
      <p:pic>
        <p:nvPicPr>
          <p:cNvPr id="86031" name="Picture 86030">
            <a:extLst>
              <a:ext uri="{FF2B5EF4-FFF2-40B4-BE49-F238E27FC236}">
                <a16:creationId xmlns:a16="http://schemas.microsoft.com/office/drawing/2014/main" id="{A73B520B-D7E7-436A-B263-0682940B4FB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61810" r="21258"/>
          <a:stretch/>
        </p:blipFill>
        <p:spPr>
          <a:xfrm>
            <a:off x="0" y="4238951"/>
            <a:ext cx="7200177" cy="2619049"/>
          </a:xfrm>
          <a:prstGeom prst="rect">
            <a:avLst/>
          </a:prstGeom>
        </p:spPr>
      </p:pic>
      <p:sp>
        <p:nvSpPr>
          <p:cNvPr id="8" name="Rectangle 2">
            <a:extLst>
              <a:ext uri="{FF2B5EF4-FFF2-40B4-BE49-F238E27FC236}">
                <a16:creationId xmlns:a16="http://schemas.microsoft.com/office/drawing/2014/main" id="{42D68331-6E94-ABA7-7106-FAF9D1688BB6}"/>
              </a:ext>
            </a:extLst>
          </p:cNvPr>
          <p:cNvSpPr>
            <a:spLocks noGrp="1" noChangeArrowheads="1"/>
          </p:cNvSpPr>
          <p:nvPr>
            <p:ph type="title"/>
          </p:nvPr>
        </p:nvSpPr>
        <p:spPr>
          <a:xfrm>
            <a:off x="685800" y="619125"/>
            <a:ext cx="7772400" cy="828675"/>
          </a:xfrm>
        </p:spPr>
        <p:txBody>
          <a:bodyPr vert="horz" lIns="91440" tIns="45720" rIns="91440" bIns="45720" rtlCol="0" anchor="b">
            <a:normAutofit/>
          </a:bodyPr>
          <a:lstStyle/>
          <a:p>
            <a:r>
              <a:rPr lang="en-US" altLang="en-US" sz="4800" dirty="0"/>
              <a:t>Flow of events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a:extLst>
            <a:ext uri="{FF2B5EF4-FFF2-40B4-BE49-F238E27FC236}">
              <a16:creationId xmlns:a16="http://schemas.microsoft.com/office/drawing/2014/main" id="{982B5D65-D05C-FD76-D060-1FCA8AEB1562}"/>
            </a:ext>
          </a:extLst>
        </p:cNvPr>
        <p:cNvGrpSpPr/>
        <p:nvPr/>
      </p:nvGrpSpPr>
      <p:grpSpPr>
        <a:xfrm>
          <a:off x="0" y="0"/>
          <a:ext cx="0" cy="0"/>
          <a:chOff x="0" y="0"/>
          <a:chExt cx="0" cy="0"/>
        </a:xfrm>
      </p:grpSpPr>
      <p:pic>
        <p:nvPicPr>
          <p:cNvPr id="86023" name="Picture 2">
            <a:extLst>
              <a:ext uri="{FF2B5EF4-FFF2-40B4-BE49-F238E27FC236}">
                <a16:creationId xmlns:a16="http://schemas.microsoft.com/office/drawing/2014/main" id="{FD3D74AF-E0FB-1D85-432B-169161C1EDF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9144002" cy="6858001"/>
          </a:xfrm>
          <a:prstGeom prst="rect">
            <a:avLst/>
          </a:prstGeom>
          <a:noFill/>
          <a:extLst>
            <a:ext uri="{909E8E84-426E-40DD-AFC4-6F175D3DCCD1}">
              <a14:hiddenFill xmlns:a14="http://schemas.microsoft.com/office/drawing/2010/main">
                <a:solidFill>
                  <a:srgbClr val="FFFFFF"/>
                </a:solidFill>
              </a14:hiddenFill>
            </a:ext>
          </a:extLst>
        </p:spPr>
      </p:pic>
      <p:pic>
        <p:nvPicPr>
          <p:cNvPr id="86025" name="Picture 86024">
            <a:extLst>
              <a:ext uri="{FF2B5EF4-FFF2-40B4-BE49-F238E27FC236}">
                <a16:creationId xmlns:a16="http://schemas.microsoft.com/office/drawing/2014/main" id="{7A61988E-A9E4-F462-77E7-3CECBEE5ED1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useBgFill="1">
        <p:nvSpPr>
          <p:cNvPr id="86027" name="Rectangle 86026">
            <a:extLst>
              <a:ext uri="{FF2B5EF4-FFF2-40B4-BE49-F238E27FC236}">
                <a16:creationId xmlns:a16="http://schemas.microsoft.com/office/drawing/2014/main" id="{ED4C395A-AA12-0D77-9215-EF8BE3F6A4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6029" name="Picture 86028">
            <a:extLst>
              <a:ext uri="{FF2B5EF4-FFF2-40B4-BE49-F238E27FC236}">
                <a16:creationId xmlns:a16="http://schemas.microsoft.com/office/drawing/2014/main" id="{2BA6936F-0DC6-4122-B5F4-765AABA475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r="71324"/>
          <a:stretch/>
        </p:blipFill>
        <p:spPr>
          <a:xfrm>
            <a:off x="0" y="0"/>
            <a:ext cx="2622176" cy="6858000"/>
          </a:xfrm>
          <a:prstGeom prst="rect">
            <a:avLst/>
          </a:prstGeom>
        </p:spPr>
      </p:pic>
      <p:pic>
        <p:nvPicPr>
          <p:cNvPr id="86031" name="Picture 86030">
            <a:extLst>
              <a:ext uri="{FF2B5EF4-FFF2-40B4-BE49-F238E27FC236}">
                <a16:creationId xmlns:a16="http://schemas.microsoft.com/office/drawing/2014/main" id="{04A2EDF7-B62B-C1D0-693F-D0A5FB83C2B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61810" r="21258"/>
          <a:stretch/>
        </p:blipFill>
        <p:spPr>
          <a:xfrm>
            <a:off x="0" y="4238951"/>
            <a:ext cx="7200177" cy="2619049"/>
          </a:xfrm>
          <a:prstGeom prst="rect">
            <a:avLst/>
          </a:prstGeom>
        </p:spPr>
      </p:pic>
      <p:sp>
        <p:nvSpPr>
          <p:cNvPr id="8" name="Rectangle 2">
            <a:extLst>
              <a:ext uri="{FF2B5EF4-FFF2-40B4-BE49-F238E27FC236}">
                <a16:creationId xmlns:a16="http://schemas.microsoft.com/office/drawing/2014/main" id="{9F565851-2FAB-F733-C744-1A6042F16315}"/>
              </a:ext>
            </a:extLst>
          </p:cNvPr>
          <p:cNvSpPr>
            <a:spLocks noGrp="1" noChangeArrowheads="1"/>
          </p:cNvSpPr>
          <p:nvPr>
            <p:ph type="title"/>
          </p:nvPr>
        </p:nvSpPr>
        <p:spPr>
          <a:xfrm>
            <a:off x="685800" y="619125"/>
            <a:ext cx="7772400" cy="828675"/>
          </a:xfrm>
        </p:spPr>
        <p:txBody>
          <a:bodyPr vert="horz" lIns="91440" tIns="45720" rIns="91440" bIns="45720" rtlCol="0" anchor="b">
            <a:normAutofit/>
          </a:bodyPr>
          <a:lstStyle/>
          <a:p>
            <a:r>
              <a:rPr lang="en-US" altLang="en-US" sz="4800" dirty="0"/>
              <a:t>Flow of events </a:t>
            </a:r>
          </a:p>
        </p:txBody>
      </p:sp>
      <p:pic>
        <p:nvPicPr>
          <p:cNvPr id="3" name="Picture 2">
            <a:extLst>
              <a:ext uri="{FF2B5EF4-FFF2-40B4-BE49-F238E27FC236}">
                <a16:creationId xmlns:a16="http://schemas.microsoft.com/office/drawing/2014/main" id="{10688177-46BE-7A0A-982E-F0C6BD6CC969}"/>
              </a:ext>
            </a:extLst>
          </p:cNvPr>
          <p:cNvPicPr>
            <a:picLocks noChangeAspect="1"/>
          </p:cNvPicPr>
          <p:nvPr/>
        </p:nvPicPr>
        <p:blipFill rotWithShape="1">
          <a:blip r:embed="rId5"/>
          <a:srcRect t="19670" r="44475"/>
          <a:stretch/>
        </p:blipFill>
        <p:spPr>
          <a:xfrm>
            <a:off x="2262347" y="1828799"/>
            <a:ext cx="4937830" cy="3200400"/>
          </a:xfrm>
          <a:prstGeom prst="rect">
            <a:avLst/>
          </a:prstGeom>
        </p:spPr>
      </p:pic>
    </p:spTree>
    <p:extLst>
      <p:ext uri="{BB962C8B-B14F-4D97-AF65-F5344CB8AC3E}">
        <p14:creationId xmlns:p14="http://schemas.microsoft.com/office/powerpoint/2010/main" val="3608080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1" name="Picture 2">
            <a:extLst>
              <a:ext uri="{FF2B5EF4-FFF2-40B4-BE49-F238E27FC236}">
                <a16:creationId xmlns:a16="http://schemas.microsoft.com/office/drawing/2014/main" id="{9A0F0AC6-A89F-416B-9FA4-48E664065E7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9144002" cy="6858001"/>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2">
            <a:extLst>
              <a:ext uri="{FF2B5EF4-FFF2-40B4-BE49-F238E27FC236}">
                <a16:creationId xmlns:a16="http://schemas.microsoft.com/office/drawing/2014/main" id="{C31AA009-40AD-4098-8AE7-680CA35C6EA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useBgFill="1">
        <p:nvSpPr>
          <p:cNvPr id="25" name="Rectangle 24">
            <a:extLst>
              <a:ext uri="{FF2B5EF4-FFF2-40B4-BE49-F238E27FC236}">
                <a16:creationId xmlns:a16="http://schemas.microsoft.com/office/drawing/2014/main" id="{4E50CAEE-CAC0-4F18-9593-F09A3338C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7" name="Picture 26">
            <a:extLst>
              <a:ext uri="{FF2B5EF4-FFF2-40B4-BE49-F238E27FC236}">
                <a16:creationId xmlns:a16="http://schemas.microsoft.com/office/drawing/2014/main" id="{D2DA77D5-12C4-446D-AC72-A514960A553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73623" t="43915" r="1" b="10213"/>
          <a:stretch/>
        </p:blipFill>
        <p:spPr>
          <a:xfrm>
            <a:off x="6149767" y="290557"/>
            <a:ext cx="2994233" cy="3905520"/>
          </a:xfrm>
          <a:prstGeom prst="rect">
            <a:avLst/>
          </a:prstGeom>
        </p:spPr>
      </p:pic>
      <p:pic>
        <p:nvPicPr>
          <p:cNvPr id="29" name="Picture 28">
            <a:extLst>
              <a:ext uri="{FF2B5EF4-FFF2-40B4-BE49-F238E27FC236}">
                <a16:creationId xmlns:a16="http://schemas.microsoft.com/office/drawing/2014/main" id="{19E04E4F-6B32-4651-ACE0-DACABF1FC25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12450" t="1120" r="54326" b="73832"/>
          <a:stretch/>
        </p:blipFill>
        <p:spPr>
          <a:xfrm>
            <a:off x="3435997" y="0"/>
            <a:ext cx="5071806" cy="2867764"/>
          </a:xfrm>
          <a:prstGeom prst="rect">
            <a:avLst/>
          </a:prstGeom>
        </p:spPr>
      </p:pic>
      <p:sp>
        <p:nvSpPr>
          <p:cNvPr id="2" name="Title 1">
            <a:extLst>
              <a:ext uri="{FF2B5EF4-FFF2-40B4-BE49-F238E27FC236}">
                <a16:creationId xmlns:a16="http://schemas.microsoft.com/office/drawing/2014/main" id="{55053873-2BA5-A39D-0129-C2024245C9B8}"/>
              </a:ext>
            </a:extLst>
          </p:cNvPr>
          <p:cNvSpPr>
            <a:spLocks noGrp="1"/>
          </p:cNvSpPr>
          <p:nvPr>
            <p:ph type="title"/>
          </p:nvPr>
        </p:nvSpPr>
        <p:spPr>
          <a:xfrm>
            <a:off x="965199" y="2213361"/>
            <a:ext cx="4685791" cy="2204815"/>
          </a:xfrm>
        </p:spPr>
        <p:txBody>
          <a:bodyPr vert="horz" lIns="91440" tIns="45720" rIns="91440" bIns="45720" rtlCol="0" anchor="b">
            <a:normAutofit/>
          </a:bodyPr>
          <a:lstStyle/>
          <a:p>
            <a:pPr algn="l"/>
            <a:r>
              <a:rPr lang="en-US" sz="4800"/>
              <a:t>Uml </a:t>
            </a:r>
            <a:r>
              <a:rPr lang="en-US" sz="4800" dirty="0"/>
              <a:t>to code </a:t>
            </a:r>
            <a:endParaRPr lang="en-US" sz="4800"/>
          </a:p>
        </p:txBody>
      </p:sp>
      <p:pic>
        <p:nvPicPr>
          <p:cNvPr id="31" name="Picture 30">
            <a:extLst>
              <a:ext uri="{FF2B5EF4-FFF2-40B4-BE49-F238E27FC236}">
                <a16:creationId xmlns:a16="http://schemas.microsoft.com/office/drawing/2014/main" id="{13D4F2B0-7771-46FC-9763-240E8F55F14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65973" t="81531" r="19879"/>
          <a:stretch/>
        </p:blipFill>
        <p:spPr>
          <a:xfrm>
            <a:off x="7684805" y="5429242"/>
            <a:ext cx="1459195" cy="1428758"/>
          </a:xfrm>
          <a:custGeom>
            <a:avLst/>
            <a:gdLst>
              <a:gd name="connsiteX0" fmla="*/ 2051608 w 4103216"/>
              <a:gd name="connsiteY0" fmla="*/ 0 h 1714050"/>
              <a:gd name="connsiteX1" fmla="*/ 4103216 w 4103216"/>
              <a:gd name="connsiteY1" fmla="*/ 1266738 h 1714050"/>
              <a:gd name="connsiteX2" fmla="*/ 4010980 w 4103216"/>
              <a:gd name="connsiteY2" fmla="*/ 1643427 h 1714050"/>
              <a:gd name="connsiteX3" fmla="*/ 3969116 w 4103216"/>
              <a:gd name="connsiteY3" fmla="*/ 1714050 h 1714050"/>
              <a:gd name="connsiteX4" fmla="*/ 134100 w 4103216"/>
              <a:gd name="connsiteY4" fmla="*/ 1714050 h 1714050"/>
              <a:gd name="connsiteX5" fmla="*/ 92237 w 4103216"/>
              <a:gd name="connsiteY5" fmla="*/ 1643427 h 1714050"/>
              <a:gd name="connsiteX6" fmla="*/ 0 w 4103216"/>
              <a:gd name="connsiteY6" fmla="*/ 1266738 h 1714050"/>
              <a:gd name="connsiteX7" fmla="*/ 2051608 w 4103216"/>
              <a:gd name="connsiteY7" fmla="*/ 0 h 1714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03216" h="1714050">
                <a:moveTo>
                  <a:pt x="2051608" y="0"/>
                </a:moveTo>
                <a:cubicBezTo>
                  <a:pt x="3184680" y="0"/>
                  <a:pt x="4103216" y="567138"/>
                  <a:pt x="4103216" y="1266738"/>
                </a:cubicBezTo>
                <a:cubicBezTo>
                  <a:pt x="4103216" y="1397913"/>
                  <a:pt x="4070924" y="1524431"/>
                  <a:pt x="4010980" y="1643427"/>
                </a:cubicBezTo>
                <a:lnTo>
                  <a:pt x="3969116" y="1714050"/>
                </a:lnTo>
                <a:lnTo>
                  <a:pt x="134100" y="1714050"/>
                </a:lnTo>
                <a:lnTo>
                  <a:pt x="92237" y="1643427"/>
                </a:lnTo>
                <a:cubicBezTo>
                  <a:pt x="32293" y="1524431"/>
                  <a:pt x="0" y="1397913"/>
                  <a:pt x="0" y="1266738"/>
                </a:cubicBezTo>
                <a:cubicBezTo>
                  <a:pt x="0" y="567138"/>
                  <a:pt x="918536" y="0"/>
                  <a:pt x="2051608" y="0"/>
                </a:cubicBezTo>
                <a:close/>
              </a:path>
            </a:pathLst>
          </a:custGeom>
        </p:spPr>
      </p:pic>
      <p:pic>
        <p:nvPicPr>
          <p:cNvPr id="33" name="Picture 32">
            <a:extLst>
              <a:ext uri="{FF2B5EF4-FFF2-40B4-BE49-F238E27FC236}">
                <a16:creationId xmlns:a16="http://schemas.microsoft.com/office/drawing/2014/main" id="{6164F387-6750-4AFF-8A10-65C64D31ECA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46466" t="75007" r="30510"/>
          <a:stretch/>
        </p:blipFill>
        <p:spPr>
          <a:xfrm>
            <a:off x="7346744" y="4064996"/>
            <a:ext cx="2037502" cy="1658803"/>
          </a:xfrm>
          <a:custGeom>
            <a:avLst/>
            <a:gdLst>
              <a:gd name="connsiteX0" fmla="*/ 2051608 w 4103216"/>
              <a:gd name="connsiteY0" fmla="*/ 0 h 1714050"/>
              <a:gd name="connsiteX1" fmla="*/ 4103216 w 4103216"/>
              <a:gd name="connsiteY1" fmla="*/ 1266738 h 1714050"/>
              <a:gd name="connsiteX2" fmla="*/ 4010980 w 4103216"/>
              <a:gd name="connsiteY2" fmla="*/ 1643427 h 1714050"/>
              <a:gd name="connsiteX3" fmla="*/ 3969116 w 4103216"/>
              <a:gd name="connsiteY3" fmla="*/ 1714050 h 1714050"/>
              <a:gd name="connsiteX4" fmla="*/ 134100 w 4103216"/>
              <a:gd name="connsiteY4" fmla="*/ 1714050 h 1714050"/>
              <a:gd name="connsiteX5" fmla="*/ 92237 w 4103216"/>
              <a:gd name="connsiteY5" fmla="*/ 1643427 h 1714050"/>
              <a:gd name="connsiteX6" fmla="*/ 0 w 4103216"/>
              <a:gd name="connsiteY6" fmla="*/ 1266738 h 1714050"/>
              <a:gd name="connsiteX7" fmla="*/ 2051608 w 4103216"/>
              <a:gd name="connsiteY7" fmla="*/ 0 h 1714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03216" h="1714050">
                <a:moveTo>
                  <a:pt x="2051608" y="0"/>
                </a:moveTo>
                <a:cubicBezTo>
                  <a:pt x="3184680" y="0"/>
                  <a:pt x="4103216" y="567138"/>
                  <a:pt x="4103216" y="1266738"/>
                </a:cubicBezTo>
                <a:cubicBezTo>
                  <a:pt x="4103216" y="1397913"/>
                  <a:pt x="4070924" y="1524431"/>
                  <a:pt x="4010980" y="1643427"/>
                </a:cubicBezTo>
                <a:lnTo>
                  <a:pt x="3969116" y="1714050"/>
                </a:lnTo>
                <a:lnTo>
                  <a:pt x="134100" y="1714050"/>
                </a:lnTo>
                <a:lnTo>
                  <a:pt x="92237" y="1643427"/>
                </a:lnTo>
                <a:cubicBezTo>
                  <a:pt x="32293" y="1524431"/>
                  <a:pt x="0" y="1397913"/>
                  <a:pt x="0" y="1266738"/>
                </a:cubicBezTo>
                <a:cubicBezTo>
                  <a:pt x="0" y="567138"/>
                  <a:pt x="918536" y="0"/>
                  <a:pt x="2051608" y="0"/>
                </a:cubicBezTo>
                <a:close/>
              </a:path>
            </a:pathLst>
          </a:custGeom>
        </p:spPr>
      </p:pic>
    </p:spTree>
    <p:extLst>
      <p:ext uri="{BB962C8B-B14F-4D97-AF65-F5344CB8AC3E}">
        <p14:creationId xmlns:p14="http://schemas.microsoft.com/office/powerpoint/2010/main" val="1814967146"/>
      </p:ext>
    </p:extLst>
  </p:cSld>
  <p:clrMapOvr>
    <a:overrideClrMapping bg1="dk1" tx1="lt1" bg2="dk2" tx2="lt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9622D21-C2AB-E321-3EBF-84F70B24437A}"/>
              </a:ext>
            </a:extLst>
          </p:cNvPr>
          <p:cNvPicPr>
            <a:picLocks noChangeAspect="1"/>
          </p:cNvPicPr>
          <p:nvPr/>
        </p:nvPicPr>
        <p:blipFill>
          <a:blip r:embed="rId2"/>
          <a:stretch>
            <a:fillRect/>
          </a:stretch>
        </p:blipFill>
        <p:spPr>
          <a:xfrm>
            <a:off x="609600" y="714375"/>
            <a:ext cx="7324725" cy="5429250"/>
          </a:xfrm>
          <a:prstGeom prst="rect">
            <a:avLst/>
          </a:prstGeom>
        </p:spPr>
      </p:pic>
    </p:spTree>
    <p:extLst>
      <p:ext uri="{BB962C8B-B14F-4D97-AF65-F5344CB8AC3E}">
        <p14:creationId xmlns:p14="http://schemas.microsoft.com/office/powerpoint/2010/main" val="14418834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 name="Picture 2">
            <a:extLst>
              <a:ext uri="{FF2B5EF4-FFF2-40B4-BE49-F238E27FC236}">
                <a16:creationId xmlns:a16="http://schemas.microsoft.com/office/drawing/2014/main" id="{22790EC5-ACA7-4536-8066-B60199F3C6D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9144002" cy="6858001"/>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CAD20AEA-7CAF-4A83-BE2E-EAF010B8B7F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useBgFill="1">
        <p:nvSpPr>
          <p:cNvPr id="15" name="Rectangle 14">
            <a:extLst>
              <a:ext uri="{FF2B5EF4-FFF2-40B4-BE49-F238E27FC236}">
                <a16:creationId xmlns:a16="http://schemas.microsoft.com/office/drawing/2014/main" id="{B40FCD49-2060-48B9-8212-8A5F1DF472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calculus formula">
            <a:extLst>
              <a:ext uri="{FF2B5EF4-FFF2-40B4-BE49-F238E27FC236}">
                <a16:creationId xmlns:a16="http://schemas.microsoft.com/office/drawing/2014/main" id="{F8EC0DD8-BA93-1EF0-005F-6A16226D32D0}"/>
              </a:ext>
            </a:extLst>
          </p:cNvPr>
          <p:cNvPicPr>
            <a:picLocks noChangeAspect="1"/>
          </p:cNvPicPr>
          <p:nvPr/>
        </p:nvPicPr>
        <p:blipFill rotWithShape="1">
          <a:blip r:embed="rId4">
            <a:alphaModFix amt="35000"/>
          </a:blip>
          <a:srcRect l="2478" r="8521" b="-1"/>
          <a:stretch/>
        </p:blipFill>
        <p:spPr>
          <a:xfrm>
            <a:off x="20" y="10"/>
            <a:ext cx="9143980" cy="6857990"/>
          </a:xfrm>
          <a:prstGeom prst="rect">
            <a:avLst/>
          </a:prstGeom>
        </p:spPr>
      </p:pic>
      <p:pic>
        <p:nvPicPr>
          <p:cNvPr id="17" name="Picture 16">
            <a:extLst>
              <a:ext uri="{FF2B5EF4-FFF2-40B4-BE49-F238E27FC236}">
                <a16:creationId xmlns:a16="http://schemas.microsoft.com/office/drawing/2014/main" id="{83A45DCD-B5FB-4A86-88D2-91088C7FFC5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5" name="TextBox 4">
            <a:extLst>
              <a:ext uri="{FF2B5EF4-FFF2-40B4-BE49-F238E27FC236}">
                <a16:creationId xmlns:a16="http://schemas.microsoft.com/office/drawing/2014/main" id="{DB951E61-DB41-F8FB-D4B4-AB81F7154242}"/>
              </a:ext>
            </a:extLst>
          </p:cNvPr>
          <p:cNvSpPr txBox="1"/>
          <p:nvPr/>
        </p:nvSpPr>
        <p:spPr>
          <a:xfrm>
            <a:off x="1313259" y="1300785"/>
            <a:ext cx="6517482" cy="2509213"/>
          </a:xfrm>
          <a:prstGeom prst="rect">
            <a:avLst/>
          </a:prstGeom>
        </p:spPr>
        <p:txBody>
          <a:bodyPr vert="horz" lIns="91440" tIns="45720" rIns="91440" bIns="45720" rtlCol="0" anchor="b">
            <a:normAutofit/>
          </a:bodyPr>
          <a:lstStyle/>
          <a:p>
            <a:pPr algn="ctr" eaLnBrk="1" hangingPunct="1">
              <a:lnSpc>
                <a:spcPct val="90000"/>
              </a:lnSpc>
              <a:spcAft>
                <a:spcPts val="600"/>
              </a:spcAft>
            </a:pPr>
            <a:r>
              <a:rPr lang="en-US" sz="4800" cap="all">
                <a:latin typeface="+mj-lt"/>
                <a:ea typeface="+mj-ea"/>
                <a:cs typeface="+mj-cs"/>
              </a:rPr>
              <a:t>CLASS DIAGRAM</a:t>
            </a:r>
          </a:p>
        </p:txBody>
      </p:sp>
    </p:spTree>
    <p:extLst>
      <p:ext uri="{BB962C8B-B14F-4D97-AF65-F5344CB8AC3E}">
        <p14:creationId xmlns:p14="http://schemas.microsoft.com/office/powerpoint/2010/main" val="269827572"/>
      </p:ext>
    </p:extLst>
  </p:cSld>
  <p:clrMapOvr>
    <a:overrideClrMapping bg1="dk1" tx1="lt1" bg2="dk2" tx2="lt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D50EF-AEEC-74DF-82E8-96A89F18E3ED}"/>
              </a:ext>
            </a:extLst>
          </p:cNvPr>
          <p:cNvSpPr>
            <a:spLocks noGrp="1"/>
          </p:cNvSpPr>
          <p:nvPr>
            <p:ph type="title"/>
          </p:nvPr>
        </p:nvSpPr>
        <p:spPr/>
        <p:txBody>
          <a:bodyPr/>
          <a:lstStyle/>
          <a:p>
            <a:r>
              <a:rPr lang="en-US" dirty="0"/>
              <a:t>Common Notation </a:t>
            </a:r>
          </a:p>
        </p:txBody>
      </p:sp>
      <p:sp>
        <p:nvSpPr>
          <p:cNvPr id="5" name="TextBox 4">
            <a:extLst>
              <a:ext uri="{FF2B5EF4-FFF2-40B4-BE49-F238E27FC236}">
                <a16:creationId xmlns:a16="http://schemas.microsoft.com/office/drawing/2014/main" id="{5D57B9DD-3213-DA92-D682-5F7DFCF8FF3E}"/>
              </a:ext>
            </a:extLst>
          </p:cNvPr>
          <p:cNvSpPr txBox="1"/>
          <p:nvPr/>
        </p:nvSpPr>
        <p:spPr>
          <a:xfrm>
            <a:off x="738762" y="2214695"/>
            <a:ext cx="4572000" cy="369332"/>
          </a:xfrm>
          <a:prstGeom prst="rect">
            <a:avLst/>
          </a:prstGeom>
          <a:noFill/>
        </p:spPr>
        <p:txBody>
          <a:bodyPr wrap="square">
            <a:spAutoFit/>
          </a:bodyPr>
          <a:lstStyle/>
          <a:p>
            <a:r>
              <a:rPr lang="en-US" b="1" i="0" dirty="0">
                <a:solidFill>
                  <a:srgbClr val="222222"/>
                </a:solidFill>
                <a:effectLst/>
                <a:latin typeface="Source Sans Pro" panose="020F0502020204030204" pitchFamily="34" charset="0"/>
              </a:rPr>
              <a:t>Class:</a:t>
            </a:r>
            <a:endParaRPr lang="en-US" dirty="0"/>
          </a:p>
        </p:txBody>
      </p:sp>
      <p:pic>
        <p:nvPicPr>
          <p:cNvPr id="7" name="Picture 6">
            <a:extLst>
              <a:ext uri="{FF2B5EF4-FFF2-40B4-BE49-F238E27FC236}">
                <a16:creationId xmlns:a16="http://schemas.microsoft.com/office/drawing/2014/main" id="{A0A0964E-D20A-F33D-C93E-02882FDF43BF}"/>
              </a:ext>
            </a:extLst>
          </p:cNvPr>
          <p:cNvPicPr>
            <a:picLocks noChangeAspect="1"/>
          </p:cNvPicPr>
          <p:nvPr/>
        </p:nvPicPr>
        <p:blipFill>
          <a:blip r:embed="rId2"/>
          <a:stretch>
            <a:fillRect/>
          </a:stretch>
        </p:blipFill>
        <p:spPr>
          <a:xfrm>
            <a:off x="1905000" y="2137109"/>
            <a:ext cx="2019300" cy="2069071"/>
          </a:xfrm>
          <a:prstGeom prst="rect">
            <a:avLst/>
          </a:prstGeom>
        </p:spPr>
      </p:pic>
      <p:sp>
        <p:nvSpPr>
          <p:cNvPr id="9" name="TextBox 8">
            <a:extLst>
              <a:ext uri="{FF2B5EF4-FFF2-40B4-BE49-F238E27FC236}">
                <a16:creationId xmlns:a16="http://schemas.microsoft.com/office/drawing/2014/main" id="{ECC3E004-088C-DB5F-D4A9-06D63D489E7E}"/>
              </a:ext>
            </a:extLst>
          </p:cNvPr>
          <p:cNvSpPr txBox="1"/>
          <p:nvPr/>
        </p:nvSpPr>
        <p:spPr>
          <a:xfrm>
            <a:off x="4191000" y="2107615"/>
            <a:ext cx="4572000" cy="369332"/>
          </a:xfrm>
          <a:prstGeom prst="rect">
            <a:avLst/>
          </a:prstGeom>
          <a:noFill/>
        </p:spPr>
        <p:txBody>
          <a:bodyPr wrap="square">
            <a:spAutoFit/>
          </a:bodyPr>
          <a:lstStyle/>
          <a:p>
            <a:r>
              <a:rPr lang="en-US" b="1" i="0" dirty="0">
                <a:solidFill>
                  <a:srgbClr val="222222"/>
                </a:solidFill>
                <a:effectLst/>
                <a:latin typeface="Source Sans Pro" panose="020B0503030403020204" pitchFamily="34" charset="0"/>
              </a:rPr>
              <a:t>Interface:</a:t>
            </a:r>
            <a:endParaRPr lang="en-US" dirty="0"/>
          </a:p>
        </p:txBody>
      </p:sp>
      <p:pic>
        <p:nvPicPr>
          <p:cNvPr id="11" name="Picture 10">
            <a:extLst>
              <a:ext uri="{FF2B5EF4-FFF2-40B4-BE49-F238E27FC236}">
                <a16:creationId xmlns:a16="http://schemas.microsoft.com/office/drawing/2014/main" id="{B8940652-DE0F-40EE-19AD-B79B7A1CB26B}"/>
              </a:ext>
            </a:extLst>
          </p:cNvPr>
          <p:cNvPicPr>
            <a:picLocks noChangeAspect="1"/>
          </p:cNvPicPr>
          <p:nvPr/>
        </p:nvPicPr>
        <p:blipFill>
          <a:blip r:embed="rId3"/>
          <a:stretch>
            <a:fillRect/>
          </a:stretch>
        </p:blipFill>
        <p:spPr>
          <a:xfrm>
            <a:off x="5718533" y="2137109"/>
            <a:ext cx="2228850" cy="1495425"/>
          </a:xfrm>
          <a:prstGeom prst="rect">
            <a:avLst/>
          </a:prstGeom>
        </p:spPr>
      </p:pic>
      <p:sp>
        <p:nvSpPr>
          <p:cNvPr id="13" name="TextBox 12">
            <a:extLst>
              <a:ext uri="{FF2B5EF4-FFF2-40B4-BE49-F238E27FC236}">
                <a16:creationId xmlns:a16="http://schemas.microsoft.com/office/drawing/2014/main" id="{0678DADB-C780-7BF9-7027-C64F5138E0FA}"/>
              </a:ext>
            </a:extLst>
          </p:cNvPr>
          <p:cNvSpPr txBox="1"/>
          <p:nvPr/>
        </p:nvSpPr>
        <p:spPr>
          <a:xfrm>
            <a:off x="1917940" y="4770034"/>
            <a:ext cx="4572000" cy="369332"/>
          </a:xfrm>
          <a:prstGeom prst="rect">
            <a:avLst/>
          </a:prstGeom>
          <a:noFill/>
        </p:spPr>
        <p:txBody>
          <a:bodyPr wrap="square">
            <a:spAutoFit/>
          </a:bodyPr>
          <a:lstStyle/>
          <a:p>
            <a:r>
              <a:rPr lang="en-US" b="1" i="0" dirty="0">
                <a:solidFill>
                  <a:srgbClr val="222222"/>
                </a:solidFill>
                <a:effectLst/>
                <a:latin typeface="Source Sans Pro" panose="020B0503030403020204" pitchFamily="34" charset="0"/>
              </a:rPr>
              <a:t>Collaboration:</a:t>
            </a:r>
            <a:endParaRPr lang="en-US" dirty="0"/>
          </a:p>
        </p:txBody>
      </p:sp>
      <p:pic>
        <p:nvPicPr>
          <p:cNvPr id="15" name="Picture 14">
            <a:extLst>
              <a:ext uri="{FF2B5EF4-FFF2-40B4-BE49-F238E27FC236}">
                <a16:creationId xmlns:a16="http://schemas.microsoft.com/office/drawing/2014/main" id="{978225C9-BAC0-E72D-D689-DB67220AC833}"/>
              </a:ext>
            </a:extLst>
          </p:cNvPr>
          <p:cNvPicPr>
            <a:picLocks noChangeAspect="1"/>
          </p:cNvPicPr>
          <p:nvPr/>
        </p:nvPicPr>
        <p:blipFill>
          <a:blip r:embed="rId4"/>
          <a:stretch>
            <a:fillRect/>
          </a:stretch>
        </p:blipFill>
        <p:spPr>
          <a:xfrm>
            <a:off x="4564094" y="4381054"/>
            <a:ext cx="2834328" cy="1902766"/>
          </a:xfrm>
          <a:prstGeom prst="rect">
            <a:avLst/>
          </a:prstGeom>
        </p:spPr>
      </p:pic>
    </p:spTree>
    <p:extLst>
      <p:ext uri="{BB962C8B-B14F-4D97-AF65-F5344CB8AC3E}">
        <p14:creationId xmlns:p14="http://schemas.microsoft.com/office/powerpoint/2010/main" val="12405829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C126EC-68F7-C7AF-11E2-BF5B4EDB43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91C315-30CA-2E59-3BC7-78A6A8FDF937}"/>
              </a:ext>
            </a:extLst>
          </p:cNvPr>
          <p:cNvSpPr>
            <a:spLocks noGrp="1"/>
          </p:cNvSpPr>
          <p:nvPr>
            <p:ph type="title"/>
          </p:nvPr>
        </p:nvSpPr>
        <p:spPr/>
        <p:txBody>
          <a:bodyPr/>
          <a:lstStyle/>
          <a:p>
            <a:r>
              <a:rPr lang="en-US" dirty="0"/>
              <a:t>Common Notation </a:t>
            </a:r>
          </a:p>
        </p:txBody>
      </p:sp>
      <p:sp>
        <p:nvSpPr>
          <p:cNvPr id="5" name="TextBox 4">
            <a:extLst>
              <a:ext uri="{FF2B5EF4-FFF2-40B4-BE49-F238E27FC236}">
                <a16:creationId xmlns:a16="http://schemas.microsoft.com/office/drawing/2014/main" id="{068F5176-4EBC-2AFD-073B-F6EFBA090CE1}"/>
              </a:ext>
            </a:extLst>
          </p:cNvPr>
          <p:cNvSpPr txBox="1"/>
          <p:nvPr/>
        </p:nvSpPr>
        <p:spPr>
          <a:xfrm>
            <a:off x="319835" y="2214695"/>
            <a:ext cx="4572000" cy="369332"/>
          </a:xfrm>
          <a:prstGeom prst="rect">
            <a:avLst/>
          </a:prstGeom>
          <a:noFill/>
        </p:spPr>
        <p:txBody>
          <a:bodyPr wrap="square">
            <a:spAutoFit/>
          </a:bodyPr>
          <a:lstStyle/>
          <a:p>
            <a:r>
              <a:rPr lang="en-US" b="1" i="0" dirty="0">
                <a:solidFill>
                  <a:srgbClr val="222222"/>
                </a:solidFill>
                <a:effectLst/>
                <a:latin typeface="Source Sans Pro" panose="020B0503030403020204" pitchFamily="34" charset="0"/>
              </a:rPr>
              <a:t>Component:</a:t>
            </a:r>
            <a:r>
              <a:rPr lang="en-US" b="1" i="0" dirty="0">
                <a:solidFill>
                  <a:srgbClr val="222222"/>
                </a:solidFill>
                <a:effectLst/>
                <a:latin typeface="Source Sans Pro" panose="020F0502020204030204" pitchFamily="34" charset="0"/>
              </a:rPr>
              <a:t>:</a:t>
            </a:r>
            <a:endParaRPr lang="en-US" dirty="0"/>
          </a:p>
        </p:txBody>
      </p:sp>
      <p:sp>
        <p:nvSpPr>
          <p:cNvPr id="9" name="TextBox 8">
            <a:extLst>
              <a:ext uri="{FF2B5EF4-FFF2-40B4-BE49-F238E27FC236}">
                <a16:creationId xmlns:a16="http://schemas.microsoft.com/office/drawing/2014/main" id="{EC02C29D-87E4-52E9-9AA1-F933400D3045}"/>
              </a:ext>
            </a:extLst>
          </p:cNvPr>
          <p:cNvSpPr txBox="1"/>
          <p:nvPr/>
        </p:nvSpPr>
        <p:spPr>
          <a:xfrm>
            <a:off x="4814855" y="2064059"/>
            <a:ext cx="4572000" cy="369332"/>
          </a:xfrm>
          <a:prstGeom prst="rect">
            <a:avLst/>
          </a:prstGeom>
          <a:noFill/>
        </p:spPr>
        <p:txBody>
          <a:bodyPr wrap="square">
            <a:spAutoFit/>
          </a:bodyPr>
          <a:lstStyle/>
          <a:p>
            <a:r>
              <a:rPr lang="en-US" b="1" i="0" dirty="0">
                <a:solidFill>
                  <a:srgbClr val="222222"/>
                </a:solidFill>
                <a:effectLst/>
                <a:latin typeface="Source Sans Pro" panose="020B0503030403020204" pitchFamily="34" charset="0"/>
              </a:rPr>
              <a:t>Node:</a:t>
            </a:r>
            <a:endParaRPr lang="en-US" dirty="0"/>
          </a:p>
        </p:txBody>
      </p:sp>
      <p:sp>
        <p:nvSpPr>
          <p:cNvPr id="13" name="TextBox 12">
            <a:extLst>
              <a:ext uri="{FF2B5EF4-FFF2-40B4-BE49-F238E27FC236}">
                <a16:creationId xmlns:a16="http://schemas.microsoft.com/office/drawing/2014/main" id="{B18FFA50-88A5-2727-8611-303B0981E51C}"/>
              </a:ext>
            </a:extLst>
          </p:cNvPr>
          <p:cNvSpPr txBox="1"/>
          <p:nvPr/>
        </p:nvSpPr>
        <p:spPr>
          <a:xfrm>
            <a:off x="337088" y="4741556"/>
            <a:ext cx="4572000" cy="369332"/>
          </a:xfrm>
          <a:prstGeom prst="rect">
            <a:avLst/>
          </a:prstGeom>
          <a:noFill/>
        </p:spPr>
        <p:txBody>
          <a:bodyPr wrap="square">
            <a:spAutoFit/>
          </a:bodyPr>
          <a:lstStyle/>
          <a:p>
            <a:r>
              <a:rPr lang="en-US" b="1" i="0" dirty="0">
                <a:solidFill>
                  <a:srgbClr val="222222"/>
                </a:solidFill>
                <a:effectLst/>
                <a:latin typeface="Source Sans Pro" panose="020B0503030403020204" pitchFamily="34" charset="0"/>
              </a:rPr>
              <a:t>Deployment diagram:</a:t>
            </a:r>
            <a:endParaRPr lang="en-US" dirty="0"/>
          </a:p>
        </p:txBody>
      </p:sp>
      <p:pic>
        <p:nvPicPr>
          <p:cNvPr id="4" name="Picture 3">
            <a:extLst>
              <a:ext uri="{FF2B5EF4-FFF2-40B4-BE49-F238E27FC236}">
                <a16:creationId xmlns:a16="http://schemas.microsoft.com/office/drawing/2014/main" id="{94231F25-8568-00F3-4DF9-CD5999D248C9}"/>
              </a:ext>
            </a:extLst>
          </p:cNvPr>
          <p:cNvPicPr>
            <a:picLocks noChangeAspect="1"/>
          </p:cNvPicPr>
          <p:nvPr/>
        </p:nvPicPr>
        <p:blipFill>
          <a:blip r:embed="rId2"/>
          <a:stretch>
            <a:fillRect/>
          </a:stretch>
        </p:blipFill>
        <p:spPr>
          <a:xfrm>
            <a:off x="1910626" y="1872277"/>
            <a:ext cx="2653467" cy="2139445"/>
          </a:xfrm>
          <a:prstGeom prst="rect">
            <a:avLst/>
          </a:prstGeom>
        </p:spPr>
      </p:pic>
      <p:pic>
        <p:nvPicPr>
          <p:cNvPr id="8" name="Picture 7">
            <a:extLst>
              <a:ext uri="{FF2B5EF4-FFF2-40B4-BE49-F238E27FC236}">
                <a16:creationId xmlns:a16="http://schemas.microsoft.com/office/drawing/2014/main" id="{7BBFE930-7266-2E28-1C5C-0E47FF318AF0}"/>
              </a:ext>
            </a:extLst>
          </p:cNvPr>
          <p:cNvPicPr>
            <a:picLocks noChangeAspect="1"/>
          </p:cNvPicPr>
          <p:nvPr/>
        </p:nvPicPr>
        <p:blipFill>
          <a:blip r:embed="rId3"/>
          <a:stretch>
            <a:fillRect/>
          </a:stretch>
        </p:blipFill>
        <p:spPr>
          <a:xfrm>
            <a:off x="5617587" y="1616776"/>
            <a:ext cx="3305175" cy="2476500"/>
          </a:xfrm>
          <a:prstGeom prst="rect">
            <a:avLst/>
          </a:prstGeom>
        </p:spPr>
      </p:pic>
      <p:pic>
        <p:nvPicPr>
          <p:cNvPr id="12" name="Picture 11">
            <a:extLst>
              <a:ext uri="{FF2B5EF4-FFF2-40B4-BE49-F238E27FC236}">
                <a16:creationId xmlns:a16="http://schemas.microsoft.com/office/drawing/2014/main" id="{0A7FA603-E422-50BA-B9B7-95D40997F80B}"/>
              </a:ext>
            </a:extLst>
          </p:cNvPr>
          <p:cNvPicPr>
            <a:picLocks noChangeAspect="1"/>
          </p:cNvPicPr>
          <p:nvPr/>
        </p:nvPicPr>
        <p:blipFill>
          <a:blip r:embed="rId4"/>
          <a:stretch>
            <a:fillRect/>
          </a:stretch>
        </p:blipFill>
        <p:spPr>
          <a:xfrm>
            <a:off x="2896070" y="4599322"/>
            <a:ext cx="5562600" cy="1495425"/>
          </a:xfrm>
          <a:prstGeom prst="rect">
            <a:avLst/>
          </a:prstGeom>
        </p:spPr>
      </p:pic>
    </p:spTree>
    <p:extLst>
      <p:ext uri="{BB962C8B-B14F-4D97-AF65-F5344CB8AC3E}">
        <p14:creationId xmlns:p14="http://schemas.microsoft.com/office/powerpoint/2010/main" val="30110956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pic>
        <p:nvPicPr>
          <p:cNvPr id="10" name="Picture 2">
            <a:extLst>
              <a:ext uri="{FF2B5EF4-FFF2-40B4-BE49-F238E27FC236}">
                <a16:creationId xmlns:a16="http://schemas.microsoft.com/office/drawing/2014/main" id="{25496B42-CC46-4183-B481-887CD3E8C72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9144002" cy="6858001"/>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E2758CE0-F916-4DCE-88D1-71430BE441B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useBgFill="1">
        <p:nvSpPr>
          <p:cNvPr id="14" name="Rectangle 13">
            <a:extLst>
              <a:ext uri="{FF2B5EF4-FFF2-40B4-BE49-F238E27FC236}">
                <a16:creationId xmlns:a16="http://schemas.microsoft.com/office/drawing/2014/main" id="{31CA2540-FD07-4286-91E4-8D0DE4E50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6E0B9E6-7200-C702-6C1A-643C28378919}"/>
              </a:ext>
            </a:extLst>
          </p:cNvPr>
          <p:cNvSpPr>
            <a:spLocks noGrp="1"/>
          </p:cNvSpPr>
          <p:nvPr>
            <p:ph type="title"/>
          </p:nvPr>
        </p:nvSpPr>
        <p:spPr>
          <a:xfrm>
            <a:off x="845071" y="1227279"/>
            <a:ext cx="3246614" cy="2509213"/>
          </a:xfrm>
        </p:spPr>
        <p:txBody>
          <a:bodyPr vert="horz" lIns="91440" tIns="45720" rIns="91440" bIns="45720" rtlCol="0" anchor="b">
            <a:normAutofit/>
          </a:bodyPr>
          <a:lstStyle/>
          <a:p>
            <a:r>
              <a:rPr lang="en-US" sz="3400" b="1" i="0"/>
              <a:t>Relationships</a:t>
            </a:r>
            <a:br>
              <a:rPr lang="en-US" sz="3400" b="1" i="0"/>
            </a:br>
            <a:endParaRPr lang="en-US" sz="3400"/>
          </a:p>
        </p:txBody>
      </p:sp>
      <p:pic>
        <p:nvPicPr>
          <p:cNvPr id="16" name="Picture 15">
            <a:extLst>
              <a:ext uri="{FF2B5EF4-FFF2-40B4-BE49-F238E27FC236}">
                <a16:creationId xmlns:a16="http://schemas.microsoft.com/office/drawing/2014/main" id="{214924F5-CDC2-4DFA-82F3-4843ADD678A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55295" t="89389" r="26987" b="24"/>
          <a:stretch/>
        </p:blipFill>
        <p:spPr>
          <a:xfrm flipH="1">
            <a:off x="0" y="-1"/>
            <a:ext cx="1947333" cy="872709"/>
          </a:xfrm>
          <a:prstGeom prst="rect">
            <a:avLst/>
          </a:prstGeom>
        </p:spPr>
      </p:pic>
      <p:pic>
        <p:nvPicPr>
          <p:cNvPr id="18" name="Picture 17">
            <a:extLst>
              <a:ext uri="{FF2B5EF4-FFF2-40B4-BE49-F238E27FC236}">
                <a16:creationId xmlns:a16="http://schemas.microsoft.com/office/drawing/2014/main" id="{AED59812-6820-446C-B994-0D059C97DC3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91927" t="72411" b="13751"/>
          <a:stretch/>
        </p:blipFill>
        <p:spPr>
          <a:xfrm>
            <a:off x="7855495" y="5564567"/>
            <a:ext cx="1006159" cy="1293433"/>
          </a:xfrm>
          <a:custGeom>
            <a:avLst/>
            <a:gdLst>
              <a:gd name="connsiteX0" fmla="*/ 0 w 1341545"/>
              <a:gd name="connsiteY0" fmla="*/ 0 h 1293433"/>
              <a:gd name="connsiteX1" fmla="*/ 1341545 w 1341545"/>
              <a:gd name="connsiteY1" fmla="*/ 0 h 1293433"/>
              <a:gd name="connsiteX2" fmla="*/ 1341545 w 1341545"/>
              <a:gd name="connsiteY2" fmla="*/ 1293433 h 1293433"/>
              <a:gd name="connsiteX3" fmla="*/ 150847 w 1341545"/>
              <a:gd name="connsiteY3" fmla="*/ 1293433 h 1293433"/>
              <a:gd name="connsiteX4" fmla="*/ 66240 w 1341545"/>
              <a:gd name="connsiteY4" fmla="*/ 1183451 h 1293433"/>
              <a:gd name="connsiteX5" fmla="*/ 0 w 1341545"/>
              <a:gd name="connsiteY5" fmla="*/ 1061841 h 1293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1545" h="1293433">
                <a:moveTo>
                  <a:pt x="0" y="0"/>
                </a:moveTo>
                <a:lnTo>
                  <a:pt x="1341545" y="0"/>
                </a:lnTo>
                <a:lnTo>
                  <a:pt x="1341545" y="1293433"/>
                </a:lnTo>
                <a:lnTo>
                  <a:pt x="150847" y="1293433"/>
                </a:lnTo>
                <a:lnTo>
                  <a:pt x="66240" y="1183451"/>
                </a:lnTo>
                <a:lnTo>
                  <a:pt x="0" y="1061841"/>
                </a:lnTo>
                <a:close/>
              </a:path>
            </a:pathLst>
          </a:custGeom>
        </p:spPr>
      </p:pic>
      <p:pic>
        <p:nvPicPr>
          <p:cNvPr id="5" name="Picture 4" descr="A diagram of a diagram&#10;&#10;Description automatically generated">
            <a:extLst>
              <a:ext uri="{FF2B5EF4-FFF2-40B4-BE49-F238E27FC236}">
                <a16:creationId xmlns:a16="http://schemas.microsoft.com/office/drawing/2014/main" id="{C5D10CC7-FE93-769E-5242-EDF5A0D8690F}"/>
              </a:ext>
            </a:extLst>
          </p:cNvPr>
          <p:cNvPicPr>
            <a:picLocks noChangeAspect="1"/>
          </p:cNvPicPr>
          <p:nvPr/>
        </p:nvPicPr>
        <p:blipFill>
          <a:blip r:embed="rId5"/>
          <a:stretch>
            <a:fillRect/>
          </a:stretch>
        </p:blipFill>
        <p:spPr>
          <a:xfrm>
            <a:off x="4572000" y="1267040"/>
            <a:ext cx="3849243" cy="4105858"/>
          </a:xfrm>
          <a:prstGeom prst="rect">
            <a:avLst/>
          </a:prstGeom>
        </p:spPr>
      </p:pic>
      <p:pic>
        <p:nvPicPr>
          <p:cNvPr id="20" name="Picture 19">
            <a:extLst>
              <a:ext uri="{FF2B5EF4-FFF2-40B4-BE49-F238E27FC236}">
                <a16:creationId xmlns:a16="http://schemas.microsoft.com/office/drawing/2014/main" id="{E844ED7C-1917-40D8-8B42-1B1C27BC5A5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73623" t="43915" r="1" b="18252"/>
          <a:stretch/>
        </p:blipFill>
        <p:spPr>
          <a:xfrm flipH="1">
            <a:off x="0" y="3142319"/>
            <a:ext cx="3454004" cy="3715682"/>
          </a:xfrm>
          <a:prstGeom prst="rect">
            <a:avLst/>
          </a:prstGeom>
        </p:spPr>
      </p:pic>
    </p:spTree>
    <p:extLst>
      <p:ext uri="{BB962C8B-B14F-4D97-AF65-F5344CB8AC3E}">
        <p14:creationId xmlns:p14="http://schemas.microsoft.com/office/powerpoint/2010/main" val="37734859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2">
            <a:extLst>
              <a:ext uri="{FF2B5EF4-FFF2-40B4-BE49-F238E27FC236}">
                <a16:creationId xmlns:a16="http://schemas.microsoft.com/office/drawing/2014/main" id="{9A0F0AC6-A89F-416B-9FA4-48E664065E7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9144002" cy="685800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C31AA009-40AD-4098-8AE7-680CA35C6EA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useBgFill="1">
        <p:nvSpPr>
          <p:cNvPr id="11" name="Rectangle 10">
            <a:extLst>
              <a:ext uri="{FF2B5EF4-FFF2-40B4-BE49-F238E27FC236}">
                <a16:creationId xmlns:a16="http://schemas.microsoft.com/office/drawing/2014/main" id="{4E50CAEE-CAC0-4F18-9593-F09A3338C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Picture 12">
            <a:extLst>
              <a:ext uri="{FF2B5EF4-FFF2-40B4-BE49-F238E27FC236}">
                <a16:creationId xmlns:a16="http://schemas.microsoft.com/office/drawing/2014/main" id="{D2DA77D5-12C4-446D-AC72-A514960A553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73623" t="43915" r="1" b="10213"/>
          <a:stretch/>
        </p:blipFill>
        <p:spPr>
          <a:xfrm>
            <a:off x="6149767" y="290557"/>
            <a:ext cx="2994233" cy="3905520"/>
          </a:xfrm>
          <a:prstGeom prst="rect">
            <a:avLst/>
          </a:prstGeom>
        </p:spPr>
      </p:pic>
      <p:pic>
        <p:nvPicPr>
          <p:cNvPr id="15" name="Picture 14">
            <a:extLst>
              <a:ext uri="{FF2B5EF4-FFF2-40B4-BE49-F238E27FC236}">
                <a16:creationId xmlns:a16="http://schemas.microsoft.com/office/drawing/2014/main" id="{19E04E4F-6B32-4651-ACE0-DACABF1FC25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12450" t="1120" r="54326" b="73832"/>
          <a:stretch/>
        </p:blipFill>
        <p:spPr>
          <a:xfrm>
            <a:off x="3435997" y="0"/>
            <a:ext cx="5071806" cy="2867764"/>
          </a:xfrm>
          <a:prstGeom prst="rect">
            <a:avLst/>
          </a:prstGeom>
        </p:spPr>
      </p:pic>
      <p:sp>
        <p:nvSpPr>
          <p:cNvPr id="2" name="Title 1">
            <a:extLst>
              <a:ext uri="{FF2B5EF4-FFF2-40B4-BE49-F238E27FC236}">
                <a16:creationId xmlns:a16="http://schemas.microsoft.com/office/drawing/2014/main" id="{26BC6A7E-AB9F-D798-1B27-6C326AD9EF14}"/>
              </a:ext>
            </a:extLst>
          </p:cNvPr>
          <p:cNvSpPr>
            <a:spLocks noGrp="1"/>
          </p:cNvSpPr>
          <p:nvPr>
            <p:ph type="title"/>
          </p:nvPr>
        </p:nvSpPr>
        <p:spPr>
          <a:xfrm>
            <a:off x="852857" y="2774598"/>
            <a:ext cx="4685791" cy="1215639"/>
          </a:xfrm>
        </p:spPr>
        <p:txBody>
          <a:bodyPr vert="horz" lIns="91440" tIns="45720" rIns="91440" bIns="45720" rtlCol="0" anchor="b">
            <a:normAutofit/>
          </a:bodyPr>
          <a:lstStyle/>
          <a:p>
            <a:pPr algn="l"/>
            <a:r>
              <a:rPr lang="en-US" sz="4800" dirty="0"/>
              <a:t>Association </a:t>
            </a:r>
          </a:p>
        </p:txBody>
      </p:sp>
      <p:pic>
        <p:nvPicPr>
          <p:cNvPr id="17" name="Picture 16">
            <a:extLst>
              <a:ext uri="{FF2B5EF4-FFF2-40B4-BE49-F238E27FC236}">
                <a16:creationId xmlns:a16="http://schemas.microsoft.com/office/drawing/2014/main" id="{13D4F2B0-7771-46FC-9763-240E8F55F14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65973" t="81531" r="19879"/>
          <a:stretch/>
        </p:blipFill>
        <p:spPr>
          <a:xfrm>
            <a:off x="7684805" y="5429242"/>
            <a:ext cx="1459195" cy="1428758"/>
          </a:xfrm>
          <a:custGeom>
            <a:avLst/>
            <a:gdLst>
              <a:gd name="connsiteX0" fmla="*/ 2051608 w 4103216"/>
              <a:gd name="connsiteY0" fmla="*/ 0 h 1714050"/>
              <a:gd name="connsiteX1" fmla="*/ 4103216 w 4103216"/>
              <a:gd name="connsiteY1" fmla="*/ 1266738 h 1714050"/>
              <a:gd name="connsiteX2" fmla="*/ 4010980 w 4103216"/>
              <a:gd name="connsiteY2" fmla="*/ 1643427 h 1714050"/>
              <a:gd name="connsiteX3" fmla="*/ 3969116 w 4103216"/>
              <a:gd name="connsiteY3" fmla="*/ 1714050 h 1714050"/>
              <a:gd name="connsiteX4" fmla="*/ 134100 w 4103216"/>
              <a:gd name="connsiteY4" fmla="*/ 1714050 h 1714050"/>
              <a:gd name="connsiteX5" fmla="*/ 92237 w 4103216"/>
              <a:gd name="connsiteY5" fmla="*/ 1643427 h 1714050"/>
              <a:gd name="connsiteX6" fmla="*/ 0 w 4103216"/>
              <a:gd name="connsiteY6" fmla="*/ 1266738 h 1714050"/>
              <a:gd name="connsiteX7" fmla="*/ 2051608 w 4103216"/>
              <a:gd name="connsiteY7" fmla="*/ 0 h 1714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03216" h="1714050">
                <a:moveTo>
                  <a:pt x="2051608" y="0"/>
                </a:moveTo>
                <a:cubicBezTo>
                  <a:pt x="3184680" y="0"/>
                  <a:pt x="4103216" y="567138"/>
                  <a:pt x="4103216" y="1266738"/>
                </a:cubicBezTo>
                <a:cubicBezTo>
                  <a:pt x="4103216" y="1397913"/>
                  <a:pt x="4070924" y="1524431"/>
                  <a:pt x="4010980" y="1643427"/>
                </a:cubicBezTo>
                <a:lnTo>
                  <a:pt x="3969116" y="1714050"/>
                </a:lnTo>
                <a:lnTo>
                  <a:pt x="134100" y="1714050"/>
                </a:lnTo>
                <a:lnTo>
                  <a:pt x="92237" y="1643427"/>
                </a:lnTo>
                <a:cubicBezTo>
                  <a:pt x="32293" y="1524431"/>
                  <a:pt x="0" y="1397913"/>
                  <a:pt x="0" y="1266738"/>
                </a:cubicBezTo>
                <a:cubicBezTo>
                  <a:pt x="0" y="567138"/>
                  <a:pt x="918536" y="0"/>
                  <a:pt x="2051608" y="0"/>
                </a:cubicBezTo>
                <a:close/>
              </a:path>
            </a:pathLst>
          </a:custGeom>
        </p:spPr>
      </p:pic>
      <p:pic>
        <p:nvPicPr>
          <p:cNvPr id="19" name="Picture 18">
            <a:extLst>
              <a:ext uri="{FF2B5EF4-FFF2-40B4-BE49-F238E27FC236}">
                <a16:creationId xmlns:a16="http://schemas.microsoft.com/office/drawing/2014/main" id="{6164F387-6750-4AFF-8A10-65C64D31ECA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46466" t="75007" r="30510"/>
          <a:stretch/>
        </p:blipFill>
        <p:spPr>
          <a:xfrm>
            <a:off x="7346744" y="4064996"/>
            <a:ext cx="2037502" cy="1658803"/>
          </a:xfrm>
          <a:custGeom>
            <a:avLst/>
            <a:gdLst>
              <a:gd name="connsiteX0" fmla="*/ 2051608 w 4103216"/>
              <a:gd name="connsiteY0" fmla="*/ 0 h 1714050"/>
              <a:gd name="connsiteX1" fmla="*/ 4103216 w 4103216"/>
              <a:gd name="connsiteY1" fmla="*/ 1266738 h 1714050"/>
              <a:gd name="connsiteX2" fmla="*/ 4010980 w 4103216"/>
              <a:gd name="connsiteY2" fmla="*/ 1643427 h 1714050"/>
              <a:gd name="connsiteX3" fmla="*/ 3969116 w 4103216"/>
              <a:gd name="connsiteY3" fmla="*/ 1714050 h 1714050"/>
              <a:gd name="connsiteX4" fmla="*/ 134100 w 4103216"/>
              <a:gd name="connsiteY4" fmla="*/ 1714050 h 1714050"/>
              <a:gd name="connsiteX5" fmla="*/ 92237 w 4103216"/>
              <a:gd name="connsiteY5" fmla="*/ 1643427 h 1714050"/>
              <a:gd name="connsiteX6" fmla="*/ 0 w 4103216"/>
              <a:gd name="connsiteY6" fmla="*/ 1266738 h 1714050"/>
              <a:gd name="connsiteX7" fmla="*/ 2051608 w 4103216"/>
              <a:gd name="connsiteY7" fmla="*/ 0 h 1714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03216" h="1714050">
                <a:moveTo>
                  <a:pt x="2051608" y="0"/>
                </a:moveTo>
                <a:cubicBezTo>
                  <a:pt x="3184680" y="0"/>
                  <a:pt x="4103216" y="567138"/>
                  <a:pt x="4103216" y="1266738"/>
                </a:cubicBezTo>
                <a:cubicBezTo>
                  <a:pt x="4103216" y="1397913"/>
                  <a:pt x="4070924" y="1524431"/>
                  <a:pt x="4010980" y="1643427"/>
                </a:cubicBezTo>
                <a:lnTo>
                  <a:pt x="3969116" y="1714050"/>
                </a:lnTo>
                <a:lnTo>
                  <a:pt x="134100" y="1714050"/>
                </a:lnTo>
                <a:lnTo>
                  <a:pt x="92237" y="1643427"/>
                </a:lnTo>
                <a:cubicBezTo>
                  <a:pt x="32293" y="1524431"/>
                  <a:pt x="0" y="1397913"/>
                  <a:pt x="0" y="1266738"/>
                </a:cubicBezTo>
                <a:cubicBezTo>
                  <a:pt x="0" y="567138"/>
                  <a:pt x="918536" y="0"/>
                  <a:pt x="2051608" y="0"/>
                </a:cubicBezTo>
                <a:close/>
              </a:path>
            </a:pathLst>
          </a:custGeom>
        </p:spPr>
      </p:pic>
    </p:spTree>
    <p:extLst>
      <p:ext uri="{BB962C8B-B14F-4D97-AF65-F5344CB8AC3E}">
        <p14:creationId xmlns:p14="http://schemas.microsoft.com/office/powerpoint/2010/main" val="1025351861"/>
      </p:ext>
    </p:extLst>
  </p:cSld>
  <p:clrMapOvr>
    <a:overrideClrMapping bg1="dk1" tx1="lt1" bg2="dk2" tx2="lt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Image 1">
            <a:extLst>
              <a:ext uri="{FF2B5EF4-FFF2-40B4-BE49-F238E27FC236}">
                <a16:creationId xmlns:a16="http://schemas.microsoft.com/office/drawing/2014/main" id="{3E147826-1130-5C0C-D6E5-E59CB396EA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2684" y="4009987"/>
            <a:ext cx="5599632" cy="254321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Diagram 4">
            <a:extLst>
              <a:ext uri="{FF2B5EF4-FFF2-40B4-BE49-F238E27FC236}">
                <a16:creationId xmlns:a16="http://schemas.microsoft.com/office/drawing/2014/main" id="{B6F36D5D-8A4E-ED06-930C-ADACE1EFE32C}"/>
              </a:ext>
            </a:extLst>
          </p:cNvPr>
          <p:cNvGraphicFramePr/>
          <p:nvPr>
            <p:extLst>
              <p:ext uri="{D42A27DB-BD31-4B8C-83A1-F6EECF244321}">
                <p14:modId xmlns:p14="http://schemas.microsoft.com/office/powerpoint/2010/main" val="3944726450"/>
              </p:ext>
            </p:extLst>
          </p:nvPr>
        </p:nvGraphicFramePr>
        <p:xfrm>
          <a:off x="2057400" y="304800"/>
          <a:ext cx="5410200" cy="3327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319814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BADFB9-0577-32D8-A4E8-6839F68A7969}"/>
              </a:ext>
            </a:extLst>
          </p:cNvPr>
          <p:cNvSpPr>
            <a:spLocks noGrp="1"/>
          </p:cNvSpPr>
          <p:nvPr>
            <p:ph idx="1"/>
          </p:nvPr>
        </p:nvSpPr>
        <p:spPr>
          <a:xfrm>
            <a:off x="457200" y="228601"/>
            <a:ext cx="7773339" cy="2362200"/>
          </a:xfrm>
        </p:spPr>
        <p:txBody>
          <a:bodyPr>
            <a:normAutofit lnSpcReduction="10000"/>
          </a:bodyPr>
          <a:lstStyle/>
          <a:p>
            <a:pPr algn="l"/>
            <a:r>
              <a:rPr lang="en-US" b="1" i="0" dirty="0">
                <a:solidFill>
                  <a:srgbClr val="111111"/>
                </a:solidFill>
                <a:effectLst/>
                <a:latin typeface="Segoe UI" panose="020B0502040204020203" pitchFamily="34" charset="0"/>
              </a:rPr>
              <a:t>Unidirectional Association</a:t>
            </a:r>
            <a:r>
              <a:rPr lang="en-US" b="0" i="0" dirty="0">
                <a:solidFill>
                  <a:srgbClr val="111111"/>
                </a:solidFill>
                <a:effectLst/>
                <a:latin typeface="Segoe UI" panose="020B0502040204020203" pitchFamily="34" charset="0"/>
              </a:rPr>
              <a:t> is a specialized form of association where one object is associated with another object, but the reverse is not true. It is like one way communication.</a:t>
            </a:r>
          </a:p>
          <a:p>
            <a:pPr algn="l"/>
            <a:r>
              <a:rPr lang="en-US" b="0" i="0" dirty="0">
                <a:solidFill>
                  <a:srgbClr val="111111"/>
                </a:solidFill>
                <a:effectLst/>
                <a:latin typeface="Segoe UI" panose="020B0502040204020203" pitchFamily="34" charset="0"/>
              </a:rPr>
              <a:t>Let’s take examples of multiple students can associate with a single teacher.</a:t>
            </a:r>
          </a:p>
        </p:txBody>
      </p:sp>
      <p:pic>
        <p:nvPicPr>
          <p:cNvPr id="6" name="Picture 5">
            <a:extLst>
              <a:ext uri="{FF2B5EF4-FFF2-40B4-BE49-F238E27FC236}">
                <a16:creationId xmlns:a16="http://schemas.microsoft.com/office/drawing/2014/main" id="{54A1084A-EFF0-9DD8-10F9-B088206F6C8E}"/>
              </a:ext>
            </a:extLst>
          </p:cNvPr>
          <p:cNvPicPr>
            <a:picLocks noChangeAspect="1"/>
          </p:cNvPicPr>
          <p:nvPr/>
        </p:nvPicPr>
        <p:blipFill>
          <a:blip r:embed="rId2"/>
          <a:stretch>
            <a:fillRect/>
          </a:stretch>
        </p:blipFill>
        <p:spPr>
          <a:xfrm>
            <a:off x="685800" y="2590801"/>
            <a:ext cx="8001000" cy="3038475"/>
          </a:xfrm>
          <a:prstGeom prst="rect">
            <a:avLst/>
          </a:prstGeom>
        </p:spPr>
      </p:pic>
    </p:spTree>
    <p:extLst>
      <p:ext uri="{BB962C8B-B14F-4D97-AF65-F5344CB8AC3E}">
        <p14:creationId xmlns:p14="http://schemas.microsoft.com/office/powerpoint/2010/main" val="26614085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2C8CF-3A6E-674B-FC90-A3C4CBD00EC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113F0D8-13EB-C5B5-3380-1EEF835FC730}"/>
              </a:ext>
            </a:extLst>
          </p:cNvPr>
          <p:cNvSpPr>
            <a:spLocks noGrp="1"/>
          </p:cNvSpPr>
          <p:nvPr>
            <p:ph idx="1"/>
          </p:nvPr>
        </p:nvSpPr>
        <p:spPr>
          <a:xfrm>
            <a:off x="1066800" y="762000"/>
            <a:ext cx="7773339" cy="2362200"/>
          </a:xfrm>
        </p:spPr>
        <p:txBody>
          <a:bodyPr>
            <a:normAutofit/>
          </a:bodyPr>
          <a:lstStyle/>
          <a:p>
            <a:pPr marL="0" indent="0" algn="l">
              <a:buNone/>
            </a:pPr>
            <a:r>
              <a:rPr lang="en-US" b="1" i="0" dirty="0">
                <a:solidFill>
                  <a:srgbClr val="111111"/>
                </a:solidFill>
                <a:effectLst/>
                <a:latin typeface="Segoe UI" panose="020B0502040204020203" pitchFamily="34" charset="0"/>
              </a:rPr>
              <a:t>bidirectional Association</a:t>
            </a:r>
            <a:endParaRPr lang="en-US" b="0" i="0" dirty="0">
              <a:solidFill>
                <a:srgbClr val="111111"/>
              </a:solidFill>
              <a:effectLst/>
              <a:latin typeface="Segoe UI" panose="020B0502040204020203" pitchFamily="34" charset="0"/>
            </a:endParaRPr>
          </a:p>
        </p:txBody>
      </p:sp>
      <p:pic>
        <p:nvPicPr>
          <p:cNvPr id="4" name="Picture 3">
            <a:extLst>
              <a:ext uri="{FF2B5EF4-FFF2-40B4-BE49-F238E27FC236}">
                <a16:creationId xmlns:a16="http://schemas.microsoft.com/office/drawing/2014/main" id="{5FB17D2F-ECF7-C1BF-B79B-1B31191C7529}"/>
              </a:ext>
            </a:extLst>
          </p:cNvPr>
          <p:cNvPicPr>
            <a:picLocks noChangeAspect="1"/>
          </p:cNvPicPr>
          <p:nvPr/>
        </p:nvPicPr>
        <p:blipFill>
          <a:blip r:embed="rId2"/>
          <a:stretch>
            <a:fillRect/>
          </a:stretch>
        </p:blipFill>
        <p:spPr>
          <a:xfrm>
            <a:off x="1966912" y="1943100"/>
            <a:ext cx="5210175" cy="2971800"/>
          </a:xfrm>
          <a:prstGeom prst="rect">
            <a:avLst/>
          </a:prstGeom>
        </p:spPr>
      </p:pic>
    </p:spTree>
    <p:extLst>
      <p:ext uri="{BB962C8B-B14F-4D97-AF65-F5344CB8AC3E}">
        <p14:creationId xmlns:p14="http://schemas.microsoft.com/office/powerpoint/2010/main" val="11442679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C22D8-A9B8-F7D9-DFD8-78A8D7DDD9B6}"/>
              </a:ext>
            </a:extLst>
          </p:cNvPr>
          <p:cNvSpPr>
            <a:spLocks noGrp="1"/>
          </p:cNvSpPr>
          <p:nvPr>
            <p:ph type="title"/>
          </p:nvPr>
        </p:nvSpPr>
        <p:spPr/>
        <p:txBody>
          <a:bodyPr/>
          <a:lstStyle/>
          <a:p>
            <a:r>
              <a:rPr lang="en-US" dirty="0"/>
              <a:t>Aggregation</a:t>
            </a:r>
          </a:p>
        </p:txBody>
      </p:sp>
      <p:sp>
        <p:nvSpPr>
          <p:cNvPr id="3" name="Content Placeholder 2">
            <a:extLst>
              <a:ext uri="{FF2B5EF4-FFF2-40B4-BE49-F238E27FC236}">
                <a16:creationId xmlns:a16="http://schemas.microsoft.com/office/drawing/2014/main" id="{FFC0F9D0-8F25-D00C-51EE-74FFF2FCFA8E}"/>
              </a:ext>
            </a:extLst>
          </p:cNvPr>
          <p:cNvSpPr>
            <a:spLocks noGrp="1"/>
          </p:cNvSpPr>
          <p:nvPr>
            <p:ph idx="1"/>
          </p:nvPr>
        </p:nvSpPr>
        <p:spPr/>
        <p:txBody>
          <a:bodyPr/>
          <a:lstStyle/>
          <a:p>
            <a:r>
              <a:rPr lang="en-US" b="1" i="0">
                <a:solidFill>
                  <a:srgbClr val="111111"/>
                </a:solidFill>
                <a:effectLst/>
                <a:latin typeface="Segoe UI" panose="020B0502040204020203" pitchFamily="34" charset="0"/>
              </a:rPr>
              <a:t>Aggregation</a:t>
            </a:r>
            <a:r>
              <a:rPr lang="en-US" b="0" i="0">
                <a:solidFill>
                  <a:srgbClr val="111111"/>
                </a:solidFill>
                <a:effectLst/>
                <a:latin typeface="Segoe UI" panose="020B0502040204020203" pitchFamily="34" charset="0"/>
              </a:rPr>
              <a:t> is a specialized form of Association where all objects have their own life cycle but there is ownership and child object cannot belong to another parent object.</a:t>
            </a:r>
            <a:endParaRPr lang="en-US" dirty="0"/>
          </a:p>
        </p:txBody>
      </p:sp>
    </p:spTree>
    <p:extLst>
      <p:ext uri="{BB962C8B-B14F-4D97-AF65-F5344CB8AC3E}">
        <p14:creationId xmlns:p14="http://schemas.microsoft.com/office/powerpoint/2010/main" val="30137194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B062B-B382-4ACD-3DA4-1E15B67A9F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798226-A03A-3092-DFF7-56F0F64E5918}"/>
              </a:ext>
            </a:extLst>
          </p:cNvPr>
          <p:cNvSpPr>
            <a:spLocks noGrp="1"/>
          </p:cNvSpPr>
          <p:nvPr>
            <p:ph type="title"/>
          </p:nvPr>
        </p:nvSpPr>
        <p:spPr/>
        <p:txBody>
          <a:bodyPr/>
          <a:lstStyle/>
          <a:p>
            <a:r>
              <a:rPr lang="en-US" dirty="0"/>
              <a:t>Aggregation</a:t>
            </a:r>
          </a:p>
        </p:txBody>
      </p:sp>
      <p:pic>
        <p:nvPicPr>
          <p:cNvPr id="5122" name="Picture 2" descr="Image 3">
            <a:extLst>
              <a:ext uri="{FF2B5EF4-FFF2-40B4-BE49-F238E27FC236}">
                <a16:creationId xmlns:a16="http://schemas.microsoft.com/office/drawing/2014/main" id="{07AD33D5-FF22-C089-F50B-133EF4D5DB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4137" y="2833212"/>
            <a:ext cx="3895725" cy="285750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3E0760F1-02B0-9928-78A9-D4B27179A074}"/>
              </a:ext>
            </a:extLst>
          </p:cNvPr>
          <p:cNvSpPr txBox="1"/>
          <p:nvPr/>
        </p:nvSpPr>
        <p:spPr>
          <a:xfrm>
            <a:off x="1066800" y="1446736"/>
            <a:ext cx="7391868" cy="1077218"/>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0" i="0" u="none" strike="noStrike" cap="none" normalizeH="0" baseline="0" dirty="0">
                <a:ln>
                  <a:noFill/>
                </a:ln>
                <a:solidFill>
                  <a:srgbClr val="111111"/>
                </a:solidFill>
                <a:effectLst/>
                <a:latin typeface="Segoe UI" panose="020B0502040204020203" pitchFamily="34" charset="0"/>
                <a:cs typeface="Segoe UI" panose="020B0502040204020203" pitchFamily="34" charset="0"/>
              </a:rPr>
              <a:t>A </a:t>
            </a:r>
            <a:r>
              <a:rPr kumimoji="0" lang="en-US" altLang="en-US" sz="1600" b="0" i="0" u="none" strike="noStrike" cap="none" normalizeH="0" baseline="0" dirty="0">
                <a:ln>
                  <a:noFill/>
                </a:ln>
                <a:solidFill>
                  <a:srgbClr val="990000"/>
                </a:solidFill>
                <a:effectLst/>
                <a:latin typeface="Consolas" panose="020B0609020204030204" pitchFamily="49" charset="0"/>
                <a:cs typeface="Segoe UI" panose="020B0502040204020203" pitchFamily="34" charset="0"/>
              </a:rPr>
              <a:t>car</a:t>
            </a:r>
            <a:r>
              <a:rPr kumimoji="0" lang="en-US" altLang="en-US" sz="1800" b="0" i="0" u="none" strike="noStrike" cap="none" normalizeH="0" baseline="0" dirty="0">
                <a:ln>
                  <a:noFill/>
                </a:ln>
                <a:solidFill>
                  <a:srgbClr val="111111"/>
                </a:solidFill>
                <a:effectLst/>
                <a:latin typeface="Segoe UI" panose="020B0502040204020203" pitchFamily="34" charset="0"/>
                <a:cs typeface="Segoe UI" panose="020B0502040204020203" pitchFamily="34" charset="0"/>
              </a:rPr>
              <a:t> object is an aggregation of engine, seat, wheels and other objects</a:t>
            </a:r>
            <a:endParaRPr lang="en-US" dirty="0"/>
          </a:p>
        </p:txBody>
      </p:sp>
    </p:spTree>
    <p:extLst>
      <p:ext uri="{BB962C8B-B14F-4D97-AF65-F5344CB8AC3E}">
        <p14:creationId xmlns:p14="http://schemas.microsoft.com/office/powerpoint/2010/main" val="7709777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F81A5-35F6-812A-07D8-12BF5F48F5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260608-6F9C-4C09-C356-BE2494BA2C9D}"/>
              </a:ext>
            </a:extLst>
          </p:cNvPr>
          <p:cNvSpPr>
            <a:spLocks noGrp="1"/>
          </p:cNvSpPr>
          <p:nvPr>
            <p:ph type="title"/>
          </p:nvPr>
        </p:nvSpPr>
        <p:spPr/>
        <p:txBody>
          <a:bodyPr/>
          <a:lstStyle/>
          <a:p>
            <a:r>
              <a:rPr lang="en-US" dirty="0"/>
              <a:t>Aggregation</a:t>
            </a:r>
          </a:p>
        </p:txBody>
      </p:sp>
      <p:sp>
        <p:nvSpPr>
          <p:cNvPr id="8" name="TextBox 7">
            <a:extLst>
              <a:ext uri="{FF2B5EF4-FFF2-40B4-BE49-F238E27FC236}">
                <a16:creationId xmlns:a16="http://schemas.microsoft.com/office/drawing/2014/main" id="{9B1566BA-FCAA-A5DA-40DF-16A4811AB20D}"/>
              </a:ext>
            </a:extLst>
          </p:cNvPr>
          <p:cNvSpPr txBox="1"/>
          <p:nvPr/>
        </p:nvSpPr>
        <p:spPr>
          <a:xfrm>
            <a:off x="1066800" y="1446736"/>
            <a:ext cx="7391868" cy="1077218"/>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0" i="0" u="none" strike="noStrike" cap="none" normalizeH="0" baseline="0" dirty="0">
                <a:ln>
                  <a:noFill/>
                </a:ln>
                <a:solidFill>
                  <a:srgbClr val="111111"/>
                </a:solidFill>
                <a:effectLst/>
                <a:latin typeface="Segoe UI" panose="020B0502040204020203" pitchFamily="34" charset="0"/>
                <a:cs typeface="Segoe UI" panose="020B0502040204020203" pitchFamily="34" charset="0"/>
              </a:rPr>
              <a:t>A </a:t>
            </a:r>
            <a:r>
              <a:rPr kumimoji="0" lang="en-US" altLang="en-US" sz="1600" b="0" i="0" u="none" strike="noStrike" cap="none" normalizeH="0" baseline="0" dirty="0">
                <a:ln>
                  <a:noFill/>
                </a:ln>
                <a:solidFill>
                  <a:srgbClr val="990000"/>
                </a:solidFill>
                <a:effectLst/>
                <a:latin typeface="Consolas" panose="020B0609020204030204" pitchFamily="49" charset="0"/>
                <a:cs typeface="Segoe UI" panose="020B0502040204020203" pitchFamily="34" charset="0"/>
              </a:rPr>
              <a:t>car</a:t>
            </a:r>
            <a:r>
              <a:rPr kumimoji="0" lang="en-US" altLang="en-US" sz="1800" b="0" i="0" u="none" strike="noStrike" cap="none" normalizeH="0" baseline="0" dirty="0">
                <a:ln>
                  <a:noFill/>
                </a:ln>
                <a:solidFill>
                  <a:srgbClr val="111111"/>
                </a:solidFill>
                <a:effectLst/>
                <a:latin typeface="Segoe UI" panose="020B0502040204020203" pitchFamily="34" charset="0"/>
                <a:cs typeface="Segoe UI" panose="020B0502040204020203" pitchFamily="34" charset="0"/>
              </a:rPr>
              <a:t> object is an aggregation of engine, seat, wheels and other objects</a:t>
            </a:r>
            <a:endParaRPr lang="en-US" dirty="0"/>
          </a:p>
        </p:txBody>
      </p:sp>
      <p:pic>
        <p:nvPicPr>
          <p:cNvPr id="5" name="Picture 4">
            <a:extLst>
              <a:ext uri="{FF2B5EF4-FFF2-40B4-BE49-F238E27FC236}">
                <a16:creationId xmlns:a16="http://schemas.microsoft.com/office/drawing/2014/main" id="{C00F40FC-5187-269B-EBEA-99A5D12BC993}"/>
              </a:ext>
            </a:extLst>
          </p:cNvPr>
          <p:cNvPicPr>
            <a:picLocks noChangeAspect="1"/>
          </p:cNvPicPr>
          <p:nvPr/>
        </p:nvPicPr>
        <p:blipFill>
          <a:blip r:embed="rId2"/>
          <a:stretch>
            <a:fillRect/>
          </a:stretch>
        </p:blipFill>
        <p:spPr>
          <a:xfrm>
            <a:off x="1905000" y="2559897"/>
            <a:ext cx="6553668" cy="2962275"/>
          </a:xfrm>
          <a:prstGeom prst="rect">
            <a:avLst/>
          </a:prstGeom>
        </p:spPr>
      </p:pic>
      <p:sp>
        <p:nvSpPr>
          <p:cNvPr id="7" name="TextBox 6">
            <a:extLst>
              <a:ext uri="{FF2B5EF4-FFF2-40B4-BE49-F238E27FC236}">
                <a16:creationId xmlns:a16="http://schemas.microsoft.com/office/drawing/2014/main" id="{C6376113-E1C6-BE4F-0190-680EB35A516F}"/>
              </a:ext>
            </a:extLst>
          </p:cNvPr>
          <p:cNvSpPr txBox="1"/>
          <p:nvPr/>
        </p:nvSpPr>
        <p:spPr>
          <a:xfrm>
            <a:off x="2895834" y="5861524"/>
            <a:ext cx="4572000" cy="369332"/>
          </a:xfrm>
          <a:prstGeom prst="rect">
            <a:avLst/>
          </a:prstGeom>
          <a:noFill/>
        </p:spPr>
        <p:txBody>
          <a:bodyPr wrap="square">
            <a:spAutoFit/>
          </a:bodyPr>
          <a:lstStyle/>
          <a:p>
            <a:r>
              <a:rPr lang="en-US" b="0" i="0" dirty="0">
                <a:solidFill>
                  <a:srgbClr val="111111"/>
                </a:solidFill>
                <a:effectLst/>
                <a:latin typeface="Segoe UI" panose="020B0502040204020203" pitchFamily="34" charset="0"/>
              </a:rPr>
              <a:t>We can think about “has-a” relationship.</a:t>
            </a:r>
            <a:endParaRPr lang="en-US" dirty="0"/>
          </a:p>
        </p:txBody>
      </p:sp>
    </p:spTree>
    <p:extLst>
      <p:ext uri="{BB962C8B-B14F-4D97-AF65-F5344CB8AC3E}">
        <p14:creationId xmlns:p14="http://schemas.microsoft.com/office/powerpoint/2010/main" val="14972812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F974E-E88A-EAB4-8D85-9B5F34C8FBD1}"/>
              </a:ext>
            </a:extLst>
          </p:cNvPr>
          <p:cNvSpPr>
            <a:spLocks noGrp="1"/>
          </p:cNvSpPr>
          <p:nvPr>
            <p:ph type="title"/>
          </p:nvPr>
        </p:nvSpPr>
        <p:spPr/>
        <p:txBody>
          <a:bodyPr/>
          <a:lstStyle/>
          <a:p>
            <a:r>
              <a:rPr lang="en-US" b="1" i="0" dirty="0">
                <a:solidFill>
                  <a:srgbClr val="111111"/>
                </a:solidFill>
                <a:effectLst/>
                <a:latin typeface="Segoe UI" panose="020B0502040204020203" pitchFamily="34" charset="0"/>
              </a:rPr>
              <a:t>Composition</a:t>
            </a:r>
            <a:r>
              <a:rPr lang="en-US" b="0" i="0" dirty="0">
                <a:solidFill>
                  <a:srgbClr val="111111"/>
                </a:solidFill>
                <a:effectLst/>
                <a:latin typeface="Segoe UI" panose="020B0502040204020203" pitchFamily="34" charset="0"/>
              </a:rPr>
              <a:t> </a:t>
            </a:r>
            <a:endParaRPr lang="en-US" dirty="0"/>
          </a:p>
        </p:txBody>
      </p:sp>
      <p:sp>
        <p:nvSpPr>
          <p:cNvPr id="3" name="Content Placeholder 2">
            <a:extLst>
              <a:ext uri="{FF2B5EF4-FFF2-40B4-BE49-F238E27FC236}">
                <a16:creationId xmlns:a16="http://schemas.microsoft.com/office/drawing/2014/main" id="{65414AAB-9245-BCCD-0703-F1D31154DE24}"/>
              </a:ext>
            </a:extLst>
          </p:cNvPr>
          <p:cNvSpPr>
            <a:spLocks noGrp="1"/>
          </p:cNvSpPr>
          <p:nvPr>
            <p:ph idx="1"/>
          </p:nvPr>
        </p:nvSpPr>
        <p:spPr/>
        <p:txBody>
          <a:bodyPr/>
          <a:lstStyle/>
          <a:p>
            <a:r>
              <a:rPr lang="en-US" b="1" i="0" dirty="0">
                <a:solidFill>
                  <a:srgbClr val="111111"/>
                </a:solidFill>
                <a:effectLst/>
                <a:latin typeface="Segoe UI" panose="020B0502040204020203" pitchFamily="34" charset="0"/>
              </a:rPr>
              <a:t>Composition</a:t>
            </a:r>
            <a:r>
              <a:rPr lang="en-US" b="0" i="0" dirty="0">
                <a:solidFill>
                  <a:srgbClr val="111111"/>
                </a:solidFill>
                <a:effectLst/>
                <a:latin typeface="Segoe UI" panose="020B0502040204020203" pitchFamily="34" charset="0"/>
              </a:rPr>
              <a:t> is again a specialized form of Aggregation and we can call this as a “death” relationship. It is a strong type of Aggregation. A child object does not have its life cycle and if parent object deletes, all child objects will also be deleted.</a:t>
            </a:r>
            <a:endParaRPr lang="en-US" dirty="0"/>
          </a:p>
        </p:txBody>
      </p:sp>
    </p:spTree>
    <p:extLst>
      <p:ext uri="{BB962C8B-B14F-4D97-AF65-F5344CB8AC3E}">
        <p14:creationId xmlns:p14="http://schemas.microsoft.com/office/powerpoint/2010/main" val="5166691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A6277D-426E-88BF-4A31-3D58D6703C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486CB1-D460-C62B-4FFF-82231B9BA379}"/>
              </a:ext>
            </a:extLst>
          </p:cNvPr>
          <p:cNvSpPr>
            <a:spLocks noGrp="1"/>
          </p:cNvSpPr>
          <p:nvPr>
            <p:ph type="title"/>
          </p:nvPr>
        </p:nvSpPr>
        <p:spPr/>
        <p:txBody>
          <a:bodyPr/>
          <a:lstStyle/>
          <a:p>
            <a:r>
              <a:rPr lang="en-US" b="1" i="0" dirty="0">
                <a:solidFill>
                  <a:srgbClr val="111111"/>
                </a:solidFill>
                <a:effectLst/>
                <a:latin typeface="Segoe UI" panose="020B0502040204020203" pitchFamily="34" charset="0"/>
              </a:rPr>
              <a:t>Composition</a:t>
            </a:r>
            <a:r>
              <a:rPr lang="en-US" b="0" i="0" dirty="0">
                <a:solidFill>
                  <a:srgbClr val="111111"/>
                </a:solidFill>
                <a:effectLst/>
                <a:latin typeface="Segoe UI" panose="020B0502040204020203" pitchFamily="34" charset="0"/>
              </a:rPr>
              <a:t> </a:t>
            </a:r>
            <a:endParaRPr lang="en-US" dirty="0"/>
          </a:p>
        </p:txBody>
      </p:sp>
      <p:pic>
        <p:nvPicPr>
          <p:cNvPr id="7" name="Picture 6">
            <a:extLst>
              <a:ext uri="{FF2B5EF4-FFF2-40B4-BE49-F238E27FC236}">
                <a16:creationId xmlns:a16="http://schemas.microsoft.com/office/drawing/2014/main" id="{23D59536-C533-BA09-1111-ACAA93B762E8}"/>
              </a:ext>
            </a:extLst>
          </p:cNvPr>
          <p:cNvPicPr>
            <a:picLocks noChangeAspect="1"/>
          </p:cNvPicPr>
          <p:nvPr/>
        </p:nvPicPr>
        <p:blipFill>
          <a:blip r:embed="rId2"/>
          <a:stretch>
            <a:fillRect/>
          </a:stretch>
        </p:blipFill>
        <p:spPr>
          <a:xfrm>
            <a:off x="457200" y="2000250"/>
            <a:ext cx="8382000" cy="3486150"/>
          </a:xfrm>
          <a:prstGeom prst="rect">
            <a:avLst/>
          </a:prstGeom>
        </p:spPr>
      </p:pic>
    </p:spTree>
    <p:extLst>
      <p:ext uri="{BB962C8B-B14F-4D97-AF65-F5344CB8AC3E}">
        <p14:creationId xmlns:p14="http://schemas.microsoft.com/office/powerpoint/2010/main" val="6288757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ADD4B-AD22-0F1D-94D5-1FDFBE5AAC61}"/>
              </a:ext>
            </a:extLst>
          </p:cNvPr>
          <p:cNvSpPr>
            <a:spLocks noGrp="1"/>
          </p:cNvSpPr>
          <p:nvPr>
            <p:ph type="title"/>
          </p:nvPr>
        </p:nvSpPr>
        <p:spPr/>
        <p:txBody>
          <a:bodyPr/>
          <a:lstStyle/>
          <a:p>
            <a:r>
              <a:rPr lang="en-US" dirty="0"/>
              <a:t>Reflexive association</a:t>
            </a:r>
          </a:p>
        </p:txBody>
      </p:sp>
      <p:sp>
        <p:nvSpPr>
          <p:cNvPr id="3" name="Content Placeholder 2">
            <a:extLst>
              <a:ext uri="{FF2B5EF4-FFF2-40B4-BE49-F238E27FC236}">
                <a16:creationId xmlns:a16="http://schemas.microsoft.com/office/drawing/2014/main" id="{F6BA4A39-591F-3397-F784-E250FE209157}"/>
              </a:ext>
            </a:extLst>
          </p:cNvPr>
          <p:cNvSpPr>
            <a:spLocks noGrp="1"/>
          </p:cNvSpPr>
          <p:nvPr>
            <p:ph idx="1"/>
          </p:nvPr>
        </p:nvSpPr>
        <p:spPr/>
        <p:txBody>
          <a:bodyPr/>
          <a:lstStyle/>
          <a:p>
            <a:pPr algn="l" fontAlgn="base"/>
            <a:r>
              <a:rPr lang="en-US" b="0" i="0">
                <a:solidFill>
                  <a:srgbClr val="333333"/>
                </a:solidFill>
                <a:effectLst/>
                <a:latin typeface="guardian-text-oreilly"/>
              </a:rPr>
              <a:t>Links can exist between instances of the same class, for example, between nodes in a ring network or authors of a book. Associations that have the same class at both ends are known as reflexive associations.</a:t>
            </a:r>
          </a:p>
          <a:p>
            <a:pPr algn="l" fontAlgn="base"/>
            <a:r>
              <a:rPr lang="en-US" b="0" i="0">
                <a:solidFill>
                  <a:srgbClr val="333333"/>
                </a:solidFill>
                <a:effectLst/>
                <a:latin typeface="guardian-text-oreilly"/>
              </a:rPr>
              <a:t>Definition: A reflexive association is an association between instances of the same class.</a:t>
            </a:r>
          </a:p>
        </p:txBody>
      </p:sp>
    </p:spTree>
    <p:extLst>
      <p:ext uri="{BB962C8B-B14F-4D97-AF65-F5344CB8AC3E}">
        <p14:creationId xmlns:p14="http://schemas.microsoft.com/office/powerpoint/2010/main" val="18208859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7E83E-C120-A98D-C9B6-11AA460DF0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6ADB43-AE09-D966-9688-388AEA180BE8}"/>
              </a:ext>
            </a:extLst>
          </p:cNvPr>
          <p:cNvSpPr>
            <a:spLocks noGrp="1"/>
          </p:cNvSpPr>
          <p:nvPr>
            <p:ph type="title"/>
          </p:nvPr>
        </p:nvSpPr>
        <p:spPr/>
        <p:txBody>
          <a:bodyPr/>
          <a:lstStyle/>
          <a:p>
            <a:r>
              <a:rPr lang="en-US"/>
              <a:t>Reflexive association</a:t>
            </a:r>
            <a:endParaRPr lang="en-US" dirty="0"/>
          </a:p>
        </p:txBody>
      </p:sp>
      <p:pic>
        <p:nvPicPr>
          <p:cNvPr id="7" name="Picture 6">
            <a:extLst>
              <a:ext uri="{FF2B5EF4-FFF2-40B4-BE49-F238E27FC236}">
                <a16:creationId xmlns:a16="http://schemas.microsoft.com/office/drawing/2014/main" id="{949B08FE-8A95-B626-9AD2-679E927A94B3}"/>
              </a:ext>
            </a:extLst>
          </p:cNvPr>
          <p:cNvPicPr>
            <a:picLocks noChangeAspect="1"/>
          </p:cNvPicPr>
          <p:nvPr/>
        </p:nvPicPr>
        <p:blipFill>
          <a:blip r:embed="rId2"/>
          <a:stretch>
            <a:fillRect/>
          </a:stretch>
        </p:blipFill>
        <p:spPr>
          <a:xfrm>
            <a:off x="1857375" y="2236261"/>
            <a:ext cx="5429250" cy="3905250"/>
          </a:xfrm>
          <a:prstGeom prst="rect">
            <a:avLst/>
          </a:prstGeom>
        </p:spPr>
      </p:pic>
    </p:spTree>
    <p:extLst>
      <p:ext uri="{BB962C8B-B14F-4D97-AF65-F5344CB8AC3E}">
        <p14:creationId xmlns:p14="http://schemas.microsoft.com/office/powerpoint/2010/main" val="39687508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pic>
        <p:nvPicPr>
          <p:cNvPr id="3079" name="Picture 2">
            <a:extLst>
              <a:ext uri="{FF2B5EF4-FFF2-40B4-BE49-F238E27FC236}">
                <a16:creationId xmlns:a16="http://schemas.microsoft.com/office/drawing/2014/main" id="{25496B42-CC46-4183-B481-887CD3E8C72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9144002" cy="6858001"/>
          </a:xfrm>
          <a:prstGeom prst="rect">
            <a:avLst/>
          </a:prstGeom>
          <a:noFill/>
          <a:extLst>
            <a:ext uri="{909E8E84-426E-40DD-AFC4-6F175D3DCCD1}">
              <a14:hiddenFill xmlns:a14="http://schemas.microsoft.com/office/drawing/2010/main">
                <a:solidFill>
                  <a:srgbClr val="FFFFFF"/>
                </a:solidFill>
              </a14:hiddenFill>
            </a:ext>
          </a:extLst>
        </p:spPr>
      </p:pic>
      <p:pic>
        <p:nvPicPr>
          <p:cNvPr id="3081" name="Picture 3080">
            <a:extLst>
              <a:ext uri="{FF2B5EF4-FFF2-40B4-BE49-F238E27FC236}">
                <a16:creationId xmlns:a16="http://schemas.microsoft.com/office/drawing/2014/main" id="{E2758CE0-F916-4DCE-88D1-71430BE441B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useBgFill="1">
        <p:nvSpPr>
          <p:cNvPr id="3083" name="Rectangle 3082">
            <a:extLst>
              <a:ext uri="{FF2B5EF4-FFF2-40B4-BE49-F238E27FC236}">
                <a16:creationId xmlns:a16="http://schemas.microsoft.com/office/drawing/2014/main" id="{48EC41B9-2D25-48A6-BC40-DA8F79F3EB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descr="UML Class Notation">
            <a:extLst>
              <a:ext uri="{FF2B5EF4-FFF2-40B4-BE49-F238E27FC236}">
                <a16:creationId xmlns:a16="http://schemas.microsoft.com/office/drawing/2014/main" id="{D501FDA5-66A5-664D-9AB9-86448C5BC6E0}"/>
              </a:ext>
            </a:extLst>
          </p:cNvPr>
          <p:cNvPicPr>
            <a:picLocks noGrp="1" noChangeAspect="1" noChangeArrowheads="1"/>
          </p:cNvPicPr>
          <p:nvPr>
            <p:ph idx="1"/>
          </p:nvPr>
        </p:nvPicPr>
        <p:blipFill>
          <a:blip r:embed="rId4">
            <a:extLst>
              <a:ext uri="{28A0092B-C50C-407E-A947-70E740481C1C}">
                <a14:useLocalDpi xmlns:a14="http://schemas.microsoft.com/office/drawing/2010/main" val="0"/>
              </a:ext>
            </a:extLst>
          </a:blip>
          <a:stretch>
            <a:fillRect/>
          </a:stretch>
        </p:blipFill>
        <p:spPr bwMode="auto">
          <a:xfrm>
            <a:off x="789670" y="3000407"/>
            <a:ext cx="7738579" cy="2548068"/>
          </a:xfrm>
          <a:prstGeom prst="roundRect">
            <a:avLst>
              <a:gd name="adj" fmla="val 530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a:extLst>
            <a:ext uri="{909E8E84-426E-40DD-AFC4-6F175D3DCCD1}">
              <a14:hiddenFill xmlns:a14="http://schemas.microsoft.com/office/drawing/2010/main">
                <a:solidFill>
                  <a:srgbClr val="FFFFFF"/>
                </a:solidFill>
              </a14:hiddenFill>
            </a:ext>
          </a:extLst>
        </p:spPr>
      </p:pic>
      <p:pic>
        <p:nvPicPr>
          <p:cNvPr id="3085" name="Picture 3084">
            <a:extLst>
              <a:ext uri="{FF2B5EF4-FFF2-40B4-BE49-F238E27FC236}">
                <a16:creationId xmlns:a16="http://schemas.microsoft.com/office/drawing/2014/main" id="{F8F21547-A433-450A-B2A3-930DCFABD93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r="71324"/>
          <a:stretch/>
        </p:blipFill>
        <p:spPr>
          <a:xfrm>
            <a:off x="0" y="0"/>
            <a:ext cx="2622176" cy="6858000"/>
          </a:xfrm>
          <a:prstGeom prst="rect">
            <a:avLst/>
          </a:prstGeom>
        </p:spPr>
      </p:pic>
      <p:pic>
        <p:nvPicPr>
          <p:cNvPr id="3087" name="Picture 3086">
            <a:extLst>
              <a:ext uri="{FF2B5EF4-FFF2-40B4-BE49-F238E27FC236}">
                <a16:creationId xmlns:a16="http://schemas.microsoft.com/office/drawing/2014/main" id="{A73B520B-D7E7-436A-B263-0682940B4FB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61810" r="21258"/>
          <a:stretch/>
        </p:blipFill>
        <p:spPr>
          <a:xfrm>
            <a:off x="0" y="4238951"/>
            <a:ext cx="7200177" cy="2619049"/>
          </a:xfrm>
          <a:prstGeom prst="rect">
            <a:avLst/>
          </a:prstGeom>
        </p:spPr>
      </p:pic>
      <p:sp>
        <p:nvSpPr>
          <p:cNvPr id="4" name="Rectangle 1">
            <a:extLst>
              <a:ext uri="{FF2B5EF4-FFF2-40B4-BE49-F238E27FC236}">
                <a16:creationId xmlns:a16="http://schemas.microsoft.com/office/drawing/2014/main" id="{D70D458F-B0F6-B3C3-7F07-E93B041073B0}"/>
              </a:ext>
            </a:extLst>
          </p:cNvPr>
          <p:cNvSpPr>
            <a:spLocks noChangeArrowheads="1"/>
          </p:cNvSpPr>
          <p:nvPr/>
        </p:nvSpPr>
        <p:spPr bwMode="auto">
          <a:xfrm>
            <a:off x="0" y="67665"/>
            <a:ext cx="65" cy="32186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44436"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spcBef>
                <a:spcPct val="0"/>
              </a:spcBef>
              <a:spcAft>
                <a:spcPts val="60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TextBox 7">
            <a:extLst>
              <a:ext uri="{FF2B5EF4-FFF2-40B4-BE49-F238E27FC236}">
                <a16:creationId xmlns:a16="http://schemas.microsoft.com/office/drawing/2014/main" id="{D4E55B4D-BB5A-B48F-6353-BF2B169F414D}"/>
              </a:ext>
            </a:extLst>
          </p:cNvPr>
          <p:cNvSpPr txBox="1"/>
          <p:nvPr/>
        </p:nvSpPr>
        <p:spPr>
          <a:xfrm>
            <a:off x="1003212" y="913746"/>
            <a:ext cx="7525037" cy="1585049"/>
          </a:xfrm>
          <a:prstGeom prst="rect">
            <a:avLst/>
          </a:prstGeom>
          <a:noFill/>
        </p:spPr>
        <p:txBody>
          <a:bodyPr wrap="square">
            <a:spAutoFit/>
          </a:bodyPr>
          <a:lstStyle/>
          <a:p>
            <a:pPr marL="0" marR="0" lvl="0" indent="0" algn="l" defTabSz="914400" rtl="0" eaLnBrk="0" fontAlgn="base" latinLnBrk="0" hangingPunct="0">
              <a:spcBef>
                <a:spcPct val="0"/>
              </a:spcBef>
              <a:spcAft>
                <a:spcPts val="600"/>
              </a:spcAft>
              <a:buClrTx/>
              <a:buSzTx/>
              <a:buFontTx/>
              <a:buNone/>
              <a:tabLst/>
            </a:pPr>
            <a:r>
              <a:rPr kumimoji="0" lang="en-US" altLang="en-US" sz="2000" b="1" i="0" u="none" strike="noStrike" cap="none" normalizeH="0" baseline="0" dirty="0">
                <a:ln>
                  <a:noFill/>
                </a:ln>
                <a:effectLst/>
                <a:latin typeface="open sans" panose="020B0606030504020204" pitchFamily="34" charset="0"/>
              </a:rPr>
              <a:t>UML Class Notation</a:t>
            </a:r>
          </a:p>
          <a:p>
            <a:pPr marL="0" marR="0" lvl="0" indent="0" algn="l" defTabSz="914400" rtl="0" eaLnBrk="0" fontAlgn="base" latinLnBrk="0" hangingPunct="0">
              <a:spcBef>
                <a:spcPct val="0"/>
              </a:spcBef>
              <a:spcAft>
                <a:spcPts val="600"/>
              </a:spcAft>
              <a:buClrTx/>
              <a:buSzTx/>
              <a:buFontTx/>
              <a:buNone/>
              <a:tabLst/>
            </a:pPr>
            <a:r>
              <a:rPr kumimoji="0" lang="en-US" altLang="en-US" sz="1800" b="0" i="0" u="none" strike="noStrike" cap="none" normalizeH="0" baseline="0" dirty="0">
                <a:ln>
                  <a:noFill/>
                </a:ln>
                <a:effectLst/>
                <a:latin typeface="open sans" panose="020B0606030504020204" pitchFamily="34" charset="0"/>
              </a:rPr>
              <a:t>A class represent a concept which encapsulates state (</a:t>
            </a:r>
            <a:r>
              <a:rPr kumimoji="0" lang="en-US" altLang="en-US" sz="1800" b="1" i="0" u="none" strike="noStrike" cap="none" normalizeH="0" baseline="0" dirty="0">
                <a:ln>
                  <a:noFill/>
                </a:ln>
                <a:effectLst/>
                <a:latin typeface="open sans" panose="020B0606030504020204" pitchFamily="34" charset="0"/>
              </a:rPr>
              <a:t>attributes</a:t>
            </a:r>
            <a:r>
              <a:rPr kumimoji="0" lang="en-US" altLang="en-US" sz="1800" b="0" i="0" u="none" strike="noStrike" cap="none" normalizeH="0" baseline="0" dirty="0">
                <a:ln>
                  <a:noFill/>
                </a:ln>
                <a:effectLst/>
                <a:latin typeface="open sans" panose="020B0606030504020204" pitchFamily="34" charset="0"/>
              </a:rPr>
              <a:t>) and behavior (</a:t>
            </a:r>
            <a:r>
              <a:rPr kumimoji="0" lang="en-US" altLang="en-US" sz="1800" b="1" i="0" u="none" strike="noStrike" cap="none" normalizeH="0" baseline="0" dirty="0">
                <a:ln>
                  <a:noFill/>
                </a:ln>
                <a:effectLst/>
                <a:latin typeface="open sans" panose="020B0606030504020204" pitchFamily="34" charset="0"/>
              </a:rPr>
              <a:t>operations</a:t>
            </a:r>
            <a:r>
              <a:rPr kumimoji="0" lang="en-US" altLang="en-US" sz="1800" b="0" i="0" u="none" strike="noStrike" cap="none" normalizeH="0" baseline="0" dirty="0">
                <a:ln>
                  <a:noFill/>
                </a:ln>
                <a:effectLst/>
                <a:latin typeface="open sans" panose="020B0606030504020204" pitchFamily="34" charset="0"/>
              </a:rPr>
              <a:t>). Each attribute has a type. Each </a:t>
            </a:r>
            <a:r>
              <a:rPr kumimoji="0" lang="en-US" altLang="en-US" sz="1800" b="1" i="0" u="none" strike="noStrike" cap="none" normalizeH="0" baseline="0" dirty="0">
                <a:ln>
                  <a:noFill/>
                </a:ln>
                <a:effectLst/>
                <a:latin typeface="open sans" panose="020B0606030504020204" pitchFamily="34" charset="0"/>
              </a:rPr>
              <a:t>operation</a:t>
            </a:r>
            <a:r>
              <a:rPr kumimoji="0" lang="en-US" altLang="en-US" sz="1800" b="0" i="0" u="none" strike="noStrike" cap="none" normalizeH="0" baseline="0" dirty="0">
                <a:ln>
                  <a:noFill/>
                </a:ln>
                <a:effectLst/>
                <a:latin typeface="open sans" panose="020B0606030504020204" pitchFamily="34" charset="0"/>
              </a:rPr>
              <a:t> has a </a:t>
            </a:r>
            <a:r>
              <a:rPr kumimoji="0" lang="en-US" altLang="en-US" sz="1800" b="1" i="0" u="none" strike="noStrike" cap="none" normalizeH="0" baseline="0" dirty="0">
                <a:ln>
                  <a:noFill/>
                </a:ln>
                <a:effectLst/>
                <a:latin typeface="open sans" panose="020B0606030504020204" pitchFamily="34" charset="0"/>
              </a:rPr>
              <a:t>signature</a:t>
            </a:r>
            <a:r>
              <a:rPr kumimoji="0" lang="en-US" altLang="en-US" sz="1800" b="0" i="0" u="none" strike="noStrike" cap="none" normalizeH="0" baseline="0" dirty="0">
                <a:ln>
                  <a:noFill/>
                </a:ln>
                <a:effectLst/>
                <a:latin typeface="open sans" panose="020B0606030504020204" pitchFamily="34" charset="0"/>
              </a:rPr>
              <a:t>. </a:t>
            </a:r>
            <a:r>
              <a:rPr kumimoji="0" lang="en-US" altLang="en-US" sz="1800" b="0" i="1" u="none" strike="noStrike" cap="none" normalizeH="0" baseline="0" dirty="0">
                <a:ln>
                  <a:noFill/>
                </a:ln>
                <a:effectLst/>
                <a:latin typeface="open sans" panose="020B0606030504020204" pitchFamily="34" charset="0"/>
              </a:rPr>
              <a:t>The class name is the </a:t>
            </a:r>
            <a:r>
              <a:rPr kumimoji="0" lang="en-US" altLang="en-US" sz="1800" b="1" i="1" u="none" strike="noStrike" cap="none" normalizeH="0" baseline="0" dirty="0">
                <a:ln>
                  <a:noFill/>
                </a:ln>
                <a:effectLst/>
                <a:latin typeface="open sans" panose="020B0606030504020204" pitchFamily="34" charset="0"/>
              </a:rPr>
              <a:t>only mandatory information</a:t>
            </a:r>
            <a:r>
              <a:rPr kumimoji="0" lang="en-US" altLang="en-US" sz="1800" b="0" i="0" u="none" strike="noStrike" cap="none" normalizeH="0" baseline="0" dirty="0">
                <a:ln>
                  <a:noFill/>
                </a:ln>
                <a:effectLst/>
                <a:latin typeface="open sans" panose="020B0606030504020204" pitchFamily="34" charset="0"/>
              </a:rPr>
              <a:t>.</a:t>
            </a:r>
            <a:endParaRPr kumimoji="0" lang="en-US" altLang="en-US" sz="1050" b="0" i="0" u="none" strike="noStrike" cap="none" normalizeH="0" baseline="0" dirty="0">
              <a:ln>
                <a:noFill/>
              </a:ln>
              <a:effectLst/>
            </a:endParaRPr>
          </a:p>
        </p:txBody>
      </p:sp>
    </p:spTree>
    <p:extLst>
      <p:ext uri="{BB962C8B-B14F-4D97-AF65-F5344CB8AC3E}">
        <p14:creationId xmlns:p14="http://schemas.microsoft.com/office/powerpoint/2010/main" val="20300947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36BB9339-260D-2A88-FB12-AFBB13AA088E}"/>
              </a:ext>
            </a:extLst>
          </p:cNvPr>
          <p:cNvSpPr>
            <a:spLocks noGrp="1" noChangeArrowheads="1"/>
          </p:cNvSpPr>
          <p:nvPr>
            <p:ph type="title"/>
          </p:nvPr>
        </p:nvSpPr>
        <p:spPr>
          <a:xfrm>
            <a:off x="666281" y="-120596"/>
            <a:ext cx="7773338" cy="1596177"/>
          </a:xfrm>
        </p:spPr>
        <p:txBody>
          <a:bodyPr/>
          <a:lstStyle/>
          <a:p>
            <a:r>
              <a:rPr lang="en-US" altLang="en-US" dirty="0"/>
              <a:t>UML first pass: Class diagrams</a:t>
            </a:r>
          </a:p>
        </p:txBody>
      </p:sp>
      <p:sp>
        <p:nvSpPr>
          <p:cNvPr id="82956" name="Rectangle 12">
            <a:extLst>
              <a:ext uri="{FF2B5EF4-FFF2-40B4-BE49-F238E27FC236}">
                <a16:creationId xmlns:a16="http://schemas.microsoft.com/office/drawing/2014/main" id="{DC20D699-8D03-BE49-EDDF-1367D3F13F1D}"/>
              </a:ext>
            </a:extLst>
          </p:cNvPr>
          <p:cNvSpPr>
            <a:spLocks noChangeArrowheads="1"/>
          </p:cNvSpPr>
          <p:nvPr/>
        </p:nvSpPr>
        <p:spPr bwMode="auto">
          <a:xfrm>
            <a:off x="3795713" y="3165475"/>
            <a:ext cx="98425"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en-US" sz="1300">
                <a:solidFill>
                  <a:srgbClr val="000000"/>
                </a:solidFill>
                <a:latin typeface="Courier" charset="0"/>
              </a:rPr>
              <a:t>1</a:t>
            </a:r>
            <a:endParaRPr lang="en-US" altLang="en-US" b="0">
              <a:solidFill>
                <a:schemeClr val="tx1"/>
              </a:solidFill>
            </a:endParaRPr>
          </a:p>
        </p:txBody>
      </p:sp>
      <p:sp>
        <p:nvSpPr>
          <p:cNvPr id="82957" name="Rectangle 13">
            <a:extLst>
              <a:ext uri="{FF2B5EF4-FFF2-40B4-BE49-F238E27FC236}">
                <a16:creationId xmlns:a16="http://schemas.microsoft.com/office/drawing/2014/main" id="{0ECA6D8B-F26F-06E7-387B-D4AB815BC6A4}"/>
              </a:ext>
            </a:extLst>
          </p:cNvPr>
          <p:cNvSpPr>
            <a:spLocks noChangeArrowheads="1"/>
          </p:cNvSpPr>
          <p:nvPr/>
        </p:nvSpPr>
        <p:spPr bwMode="auto">
          <a:xfrm>
            <a:off x="1193800" y="3463925"/>
            <a:ext cx="98425"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en-US" sz="1300">
                <a:solidFill>
                  <a:srgbClr val="000000"/>
                </a:solidFill>
                <a:latin typeface="Courier" charset="0"/>
              </a:rPr>
              <a:t>2</a:t>
            </a:r>
            <a:endParaRPr lang="en-US" altLang="en-US" b="0">
              <a:solidFill>
                <a:schemeClr val="tx1"/>
              </a:solidFill>
            </a:endParaRPr>
          </a:p>
        </p:txBody>
      </p:sp>
      <p:sp>
        <p:nvSpPr>
          <p:cNvPr id="82960" name="Rectangle 16">
            <a:extLst>
              <a:ext uri="{FF2B5EF4-FFF2-40B4-BE49-F238E27FC236}">
                <a16:creationId xmlns:a16="http://schemas.microsoft.com/office/drawing/2014/main" id="{DF95ADCA-E1EF-E466-56D8-CB3C78E09CE0}"/>
              </a:ext>
            </a:extLst>
          </p:cNvPr>
          <p:cNvSpPr>
            <a:spLocks noChangeArrowheads="1"/>
          </p:cNvSpPr>
          <p:nvPr/>
        </p:nvSpPr>
        <p:spPr bwMode="auto">
          <a:xfrm>
            <a:off x="628650" y="3627438"/>
            <a:ext cx="1574800" cy="317500"/>
          </a:xfrm>
          <a:prstGeom prst="rect">
            <a:avLst/>
          </a:prstGeom>
          <a:noFill/>
          <a:ln w="158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961" name="Rectangle 17">
            <a:extLst>
              <a:ext uri="{FF2B5EF4-FFF2-40B4-BE49-F238E27FC236}">
                <a16:creationId xmlns:a16="http://schemas.microsoft.com/office/drawing/2014/main" id="{83C704C7-F3BB-7486-3E62-ED214C697E74}"/>
              </a:ext>
            </a:extLst>
          </p:cNvPr>
          <p:cNvSpPr>
            <a:spLocks noChangeArrowheads="1"/>
          </p:cNvSpPr>
          <p:nvPr/>
        </p:nvSpPr>
        <p:spPr bwMode="auto">
          <a:xfrm>
            <a:off x="835025" y="4152900"/>
            <a:ext cx="8858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en-US" sz="1300">
                <a:solidFill>
                  <a:srgbClr val="000000"/>
                </a:solidFill>
                <a:latin typeface="Courier" charset="0"/>
              </a:rPr>
              <a:t>push()</a:t>
            </a:r>
            <a:br>
              <a:rPr lang="en-US" altLang="en-US" sz="1300">
                <a:solidFill>
                  <a:srgbClr val="000000"/>
                </a:solidFill>
                <a:latin typeface="Courier" charset="0"/>
              </a:rPr>
            </a:br>
            <a:r>
              <a:rPr lang="en-US" altLang="en-US" sz="1300">
                <a:solidFill>
                  <a:srgbClr val="000000"/>
                </a:solidFill>
                <a:latin typeface="Courier" charset="0"/>
              </a:rPr>
              <a:t>release()</a:t>
            </a:r>
            <a:endParaRPr lang="en-US" altLang="en-US" b="0">
              <a:solidFill>
                <a:schemeClr val="tx1"/>
              </a:solidFill>
            </a:endParaRPr>
          </a:p>
        </p:txBody>
      </p:sp>
      <p:sp>
        <p:nvSpPr>
          <p:cNvPr id="82962" name="Freeform 18">
            <a:extLst>
              <a:ext uri="{FF2B5EF4-FFF2-40B4-BE49-F238E27FC236}">
                <a16:creationId xmlns:a16="http://schemas.microsoft.com/office/drawing/2014/main" id="{08DC0334-B267-07FB-8A9E-C3EFF4A78C31}"/>
              </a:ext>
            </a:extLst>
          </p:cNvPr>
          <p:cNvSpPr>
            <a:spLocks/>
          </p:cNvSpPr>
          <p:nvPr/>
        </p:nvSpPr>
        <p:spPr bwMode="auto">
          <a:xfrm>
            <a:off x="1368425" y="3113088"/>
            <a:ext cx="2568575" cy="496887"/>
          </a:xfrm>
          <a:custGeom>
            <a:avLst/>
            <a:gdLst>
              <a:gd name="T0" fmla="*/ 0 w 1618"/>
              <a:gd name="T1" fmla="*/ 313 h 313"/>
              <a:gd name="T2" fmla="*/ 0 w 1618"/>
              <a:gd name="T3" fmla="*/ 188 h 313"/>
              <a:gd name="T4" fmla="*/ 1618 w 1618"/>
              <a:gd name="T5" fmla="*/ 188 h 313"/>
              <a:gd name="T6" fmla="*/ 1618 w 1618"/>
              <a:gd name="T7" fmla="*/ 0 h 313"/>
            </a:gdLst>
            <a:ahLst/>
            <a:cxnLst>
              <a:cxn ang="0">
                <a:pos x="T0" y="T1"/>
              </a:cxn>
              <a:cxn ang="0">
                <a:pos x="T2" y="T3"/>
              </a:cxn>
              <a:cxn ang="0">
                <a:pos x="T4" y="T5"/>
              </a:cxn>
              <a:cxn ang="0">
                <a:pos x="T6" y="T7"/>
              </a:cxn>
            </a:cxnLst>
            <a:rect l="0" t="0" r="r" b="b"/>
            <a:pathLst>
              <a:path w="1618" h="313">
                <a:moveTo>
                  <a:pt x="0" y="313"/>
                </a:moveTo>
                <a:lnTo>
                  <a:pt x="0" y="188"/>
                </a:lnTo>
                <a:lnTo>
                  <a:pt x="1618" y="188"/>
                </a:lnTo>
                <a:lnTo>
                  <a:pt x="1618" y="0"/>
                </a:lnTo>
              </a:path>
            </a:pathLst>
          </a:custGeom>
          <a:noFill/>
          <a:ln w="158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971" name="Rectangle 27">
            <a:extLst>
              <a:ext uri="{FF2B5EF4-FFF2-40B4-BE49-F238E27FC236}">
                <a16:creationId xmlns:a16="http://schemas.microsoft.com/office/drawing/2014/main" id="{840FCC0C-9A4E-32F0-7013-81E3FB371EEE}"/>
              </a:ext>
            </a:extLst>
          </p:cNvPr>
          <p:cNvSpPr>
            <a:spLocks noChangeArrowheads="1"/>
          </p:cNvSpPr>
          <p:nvPr/>
        </p:nvSpPr>
        <p:spPr bwMode="auto">
          <a:xfrm>
            <a:off x="638175" y="3952875"/>
            <a:ext cx="1574800" cy="182563"/>
          </a:xfrm>
          <a:prstGeom prst="rect">
            <a:avLst/>
          </a:prstGeom>
          <a:noFill/>
          <a:ln w="158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972" name="Rectangle 28">
            <a:extLst>
              <a:ext uri="{FF2B5EF4-FFF2-40B4-BE49-F238E27FC236}">
                <a16:creationId xmlns:a16="http://schemas.microsoft.com/office/drawing/2014/main" id="{F0FEBA59-AC05-4AF1-743E-5D1D4F586ED8}"/>
              </a:ext>
            </a:extLst>
          </p:cNvPr>
          <p:cNvSpPr>
            <a:spLocks noChangeArrowheads="1"/>
          </p:cNvSpPr>
          <p:nvPr/>
        </p:nvSpPr>
        <p:spPr bwMode="auto">
          <a:xfrm>
            <a:off x="628650" y="4143375"/>
            <a:ext cx="1574800" cy="431800"/>
          </a:xfrm>
          <a:prstGeom prst="rect">
            <a:avLst/>
          </a:prstGeom>
          <a:noFill/>
          <a:ln w="158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82993" name="Group 49">
            <a:extLst>
              <a:ext uri="{FF2B5EF4-FFF2-40B4-BE49-F238E27FC236}">
                <a16:creationId xmlns:a16="http://schemas.microsoft.com/office/drawing/2014/main" id="{B366D62B-7053-4D7C-A866-39BCFE5C7EEB}"/>
              </a:ext>
            </a:extLst>
          </p:cNvPr>
          <p:cNvGrpSpPr>
            <a:grpSpLocks/>
          </p:cNvGrpSpPr>
          <p:nvPr/>
        </p:nvGrpSpPr>
        <p:grpSpPr bwMode="auto">
          <a:xfrm>
            <a:off x="2689225" y="3130550"/>
            <a:ext cx="1644650" cy="2052638"/>
            <a:chOff x="1694" y="1972"/>
            <a:chExt cx="1036" cy="1293"/>
          </a:xfrm>
        </p:grpSpPr>
        <p:sp>
          <p:nvSpPr>
            <p:cNvPr id="82955" name="Freeform 11">
              <a:extLst>
                <a:ext uri="{FF2B5EF4-FFF2-40B4-BE49-F238E27FC236}">
                  <a16:creationId xmlns:a16="http://schemas.microsoft.com/office/drawing/2014/main" id="{2D29539A-0148-F630-C4FD-23126CAB41A2}"/>
                </a:ext>
              </a:extLst>
            </p:cNvPr>
            <p:cNvSpPr>
              <a:spLocks/>
            </p:cNvSpPr>
            <p:nvPr/>
          </p:nvSpPr>
          <p:spPr bwMode="auto">
            <a:xfrm>
              <a:off x="2135" y="1972"/>
              <a:ext cx="595" cy="313"/>
            </a:xfrm>
            <a:custGeom>
              <a:avLst/>
              <a:gdLst>
                <a:gd name="T0" fmla="*/ 0 w 595"/>
                <a:gd name="T1" fmla="*/ 313 h 313"/>
                <a:gd name="T2" fmla="*/ 0 w 595"/>
                <a:gd name="T3" fmla="*/ 240 h 313"/>
                <a:gd name="T4" fmla="*/ 595 w 595"/>
                <a:gd name="T5" fmla="*/ 240 h 313"/>
                <a:gd name="T6" fmla="*/ 595 w 595"/>
                <a:gd name="T7" fmla="*/ 0 h 313"/>
              </a:gdLst>
              <a:ahLst/>
              <a:cxnLst>
                <a:cxn ang="0">
                  <a:pos x="T0" y="T1"/>
                </a:cxn>
                <a:cxn ang="0">
                  <a:pos x="T2" y="T3"/>
                </a:cxn>
                <a:cxn ang="0">
                  <a:pos x="T4" y="T5"/>
                </a:cxn>
                <a:cxn ang="0">
                  <a:pos x="T6" y="T7"/>
                </a:cxn>
              </a:cxnLst>
              <a:rect l="0" t="0" r="r" b="b"/>
              <a:pathLst>
                <a:path w="595" h="313">
                  <a:moveTo>
                    <a:pt x="0" y="313"/>
                  </a:moveTo>
                  <a:lnTo>
                    <a:pt x="0" y="240"/>
                  </a:lnTo>
                  <a:lnTo>
                    <a:pt x="595" y="240"/>
                  </a:lnTo>
                  <a:lnTo>
                    <a:pt x="595" y="0"/>
                  </a:lnTo>
                </a:path>
              </a:pathLst>
            </a:custGeom>
            <a:noFill/>
            <a:ln w="158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963" name="Rectangle 19">
              <a:extLst>
                <a:ext uri="{FF2B5EF4-FFF2-40B4-BE49-F238E27FC236}">
                  <a16:creationId xmlns:a16="http://schemas.microsoft.com/office/drawing/2014/main" id="{419FF4A7-AEF0-B75D-C4C7-190DE66A0636}"/>
                </a:ext>
              </a:extLst>
            </p:cNvPr>
            <p:cNvSpPr>
              <a:spLocks noChangeArrowheads="1"/>
            </p:cNvSpPr>
            <p:nvPr/>
          </p:nvSpPr>
          <p:spPr bwMode="auto">
            <a:xfrm>
              <a:off x="2662" y="1994"/>
              <a:ext cx="6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en-US" sz="1300">
                  <a:solidFill>
                    <a:srgbClr val="000000"/>
                  </a:solidFill>
                  <a:latin typeface="Courier" charset="0"/>
                </a:rPr>
                <a:t>1</a:t>
              </a:r>
              <a:endParaRPr lang="en-US" altLang="en-US" b="0">
                <a:solidFill>
                  <a:schemeClr val="tx1"/>
                </a:solidFill>
              </a:endParaRPr>
            </a:p>
          </p:txBody>
        </p:sp>
        <p:sp>
          <p:nvSpPr>
            <p:cNvPr id="82964" name="Rectangle 20">
              <a:extLst>
                <a:ext uri="{FF2B5EF4-FFF2-40B4-BE49-F238E27FC236}">
                  <a16:creationId xmlns:a16="http://schemas.microsoft.com/office/drawing/2014/main" id="{2D6AD5C1-9A44-D111-AC65-E133643C6749}"/>
                </a:ext>
              </a:extLst>
            </p:cNvPr>
            <p:cNvSpPr>
              <a:spLocks noChangeArrowheads="1"/>
            </p:cNvSpPr>
            <p:nvPr/>
          </p:nvSpPr>
          <p:spPr bwMode="auto">
            <a:xfrm>
              <a:off x="2025" y="2182"/>
              <a:ext cx="6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en-US" sz="1300">
                  <a:solidFill>
                    <a:srgbClr val="000000"/>
                  </a:solidFill>
                  <a:latin typeface="Courier" charset="0"/>
                </a:rPr>
                <a:t>1</a:t>
              </a:r>
              <a:endParaRPr lang="en-US" altLang="en-US" b="0">
                <a:solidFill>
                  <a:schemeClr val="tx1"/>
                </a:solidFill>
              </a:endParaRPr>
            </a:p>
          </p:txBody>
        </p:sp>
        <p:grpSp>
          <p:nvGrpSpPr>
            <p:cNvPr id="82986" name="Group 42">
              <a:extLst>
                <a:ext uri="{FF2B5EF4-FFF2-40B4-BE49-F238E27FC236}">
                  <a16:creationId xmlns:a16="http://schemas.microsoft.com/office/drawing/2014/main" id="{8F7A9BF4-17DA-AFEB-5098-F2F7408672F3}"/>
                </a:ext>
              </a:extLst>
            </p:cNvPr>
            <p:cNvGrpSpPr>
              <a:grpSpLocks/>
            </p:cNvGrpSpPr>
            <p:nvPr/>
          </p:nvGrpSpPr>
          <p:grpSpPr bwMode="auto">
            <a:xfrm>
              <a:off x="1694" y="2285"/>
              <a:ext cx="1008" cy="980"/>
              <a:chOff x="1694" y="2285"/>
              <a:chExt cx="1008" cy="980"/>
            </a:xfrm>
          </p:grpSpPr>
          <p:sp>
            <p:nvSpPr>
              <p:cNvPr id="82975" name="Text Box 31">
                <a:extLst>
                  <a:ext uri="{FF2B5EF4-FFF2-40B4-BE49-F238E27FC236}">
                    <a16:creationId xmlns:a16="http://schemas.microsoft.com/office/drawing/2014/main" id="{FC38BE2F-A787-42D2-FB1A-023438311CB3}"/>
                  </a:ext>
                </a:extLst>
              </p:cNvPr>
              <p:cNvSpPr txBox="1">
                <a:spLocks noChangeArrowheads="1"/>
              </p:cNvSpPr>
              <p:nvPr/>
            </p:nvSpPr>
            <p:spPr bwMode="auto">
              <a:xfrm>
                <a:off x="1718" y="2457"/>
                <a:ext cx="984" cy="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en-US" sz="1300">
                    <a:solidFill>
                      <a:srgbClr val="000000"/>
                    </a:solidFill>
                    <a:latin typeface="Courier" charset="0"/>
                  </a:rPr>
                  <a:t>blinkIdx</a:t>
                </a:r>
              </a:p>
              <a:p>
                <a:pPr algn="l"/>
                <a:r>
                  <a:rPr lang="en-US" altLang="en-US" sz="1300">
                    <a:solidFill>
                      <a:srgbClr val="000000"/>
                    </a:solidFill>
                    <a:latin typeface="Courier" charset="0"/>
                  </a:rPr>
                  <a:t>blinkSeconds()</a:t>
                </a:r>
              </a:p>
              <a:p>
                <a:pPr algn="l"/>
                <a:r>
                  <a:rPr lang="en-US" altLang="en-US" sz="1300">
                    <a:solidFill>
                      <a:srgbClr val="000000"/>
                    </a:solidFill>
                    <a:latin typeface="Courier" charset="0"/>
                  </a:rPr>
                  <a:t>blinkMinutes()</a:t>
                </a:r>
              </a:p>
              <a:p>
                <a:pPr algn="l"/>
                <a:r>
                  <a:rPr lang="en-US" altLang="en-US" sz="1300">
                    <a:solidFill>
                      <a:srgbClr val="000000"/>
                    </a:solidFill>
                    <a:latin typeface="Courier" charset="0"/>
                  </a:rPr>
                  <a:t>blinkHours()</a:t>
                </a:r>
              </a:p>
              <a:p>
                <a:pPr algn="l"/>
                <a:r>
                  <a:rPr lang="en-US" altLang="en-US" sz="1300">
                    <a:solidFill>
                      <a:srgbClr val="000000"/>
                    </a:solidFill>
                    <a:latin typeface="Courier" charset="0"/>
                  </a:rPr>
                  <a:t>stopBlinking()</a:t>
                </a:r>
              </a:p>
              <a:p>
                <a:pPr algn="l"/>
                <a:r>
                  <a:rPr lang="en-US" altLang="en-US" sz="1300">
                    <a:solidFill>
                      <a:srgbClr val="000000"/>
                    </a:solidFill>
                    <a:latin typeface="Courier" charset="0"/>
                  </a:rPr>
                  <a:t>referesh()</a:t>
                </a:r>
                <a:endParaRPr lang="en-US" altLang="en-US" b="0">
                  <a:solidFill>
                    <a:schemeClr val="tx1"/>
                  </a:solidFill>
                </a:endParaRPr>
              </a:p>
            </p:txBody>
          </p:sp>
          <p:sp>
            <p:nvSpPr>
              <p:cNvPr id="82951" name="Rectangle 7">
                <a:extLst>
                  <a:ext uri="{FF2B5EF4-FFF2-40B4-BE49-F238E27FC236}">
                    <a16:creationId xmlns:a16="http://schemas.microsoft.com/office/drawing/2014/main" id="{0D9D757D-354F-A22C-D4DF-CD89F67BDD2E}"/>
                  </a:ext>
                </a:extLst>
              </p:cNvPr>
              <p:cNvSpPr>
                <a:spLocks noChangeArrowheads="1"/>
              </p:cNvSpPr>
              <p:nvPr/>
            </p:nvSpPr>
            <p:spPr bwMode="auto">
              <a:xfrm>
                <a:off x="1697" y="2285"/>
                <a:ext cx="989" cy="201"/>
              </a:xfrm>
              <a:prstGeom prst="rect">
                <a:avLst/>
              </a:prstGeom>
              <a:noFill/>
              <a:ln w="158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952" name="Rectangle 8">
                <a:extLst>
                  <a:ext uri="{FF2B5EF4-FFF2-40B4-BE49-F238E27FC236}">
                    <a16:creationId xmlns:a16="http://schemas.microsoft.com/office/drawing/2014/main" id="{CB4FB8CF-97D4-AD6B-AF84-DB7CBC5B3705}"/>
                  </a:ext>
                </a:extLst>
              </p:cNvPr>
              <p:cNvSpPr>
                <a:spLocks noChangeArrowheads="1"/>
              </p:cNvSpPr>
              <p:nvPr/>
            </p:nvSpPr>
            <p:spPr bwMode="auto">
              <a:xfrm>
                <a:off x="1876" y="2352"/>
                <a:ext cx="620"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en-US" sz="1300">
                    <a:solidFill>
                      <a:srgbClr val="000000"/>
                    </a:solidFill>
                    <a:latin typeface="Courier" charset="0"/>
                  </a:rPr>
                  <a:t>LCDDisplay</a:t>
                </a:r>
              </a:p>
            </p:txBody>
          </p:sp>
          <p:sp>
            <p:nvSpPr>
              <p:cNvPr id="82973" name="Rectangle 29">
                <a:extLst>
                  <a:ext uri="{FF2B5EF4-FFF2-40B4-BE49-F238E27FC236}">
                    <a16:creationId xmlns:a16="http://schemas.microsoft.com/office/drawing/2014/main" id="{DC56AB49-292C-4CAB-CA43-262D39AA169F}"/>
                  </a:ext>
                </a:extLst>
              </p:cNvPr>
              <p:cNvSpPr>
                <a:spLocks noChangeArrowheads="1"/>
              </p:cNvSpPr>
              <p:nvPr/>
            </p:nvSpPr>
            <p:spPr bwMode="auto">
              <a:xfrm>
                <a:off x="1694" y="2488"/>
                <a:ext cx="992" cy="115"/>
              </a:xfrm>
              <a:prstGeom prst="rect">
                <a:avLst/>
              </a:prstGeom>
              <a:noFill/>
              <a:ln w="158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974" name="Rectangle 30">
                <a:extLst>
                  <a:ext uri="{FF2B5EF4-FFF2-40B4-BE49-F238E27FC236}">
                    <a16:creationId xmlns:a16="http://schemas.microsoft.com/office/drawing/2014/main" id="{B3221D7C-F397-C371-CCBE-A75534A4D462}"/>
                  </a:ext>
                </a:extLst>
              </p:cNvPr>
              <p:cNvSpPr>
                <a:spLocks noChangeArrowheads="1"/>
              </p:cNvSpPr>
              <p:nvPr/>
            </p:nvSpPr>
            <p:spPr bwMode="auto">
              <a:xfrm>
                <a:off x="1696" y="2596"/>
                <a:ext cx="992" cy="656"/>
              </a:xfrm>
              <a:prstGeom prst="rect">
                <a:avLst/>
              </a:prstGeom>
              <a:noFill/>
              <a:ln w="158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grpSp>
        <p:nvGrpSpPr>
          <p:cNvPr id="82989" name="Group 45">
            <a:extLst>
              <a:ext uri="{FF2B5EF4-FFF2-40B4-BE49-F238E27FC236}">
                <a16:creationId xmlns:a16="http://schemas.microsoft.com/office/drawing/2014/main" id="{25D9F1F2-CD84-BBF0-8F73-96A9B6066417}"/>
              </a:ext>
            </a:extLst>
          </p:cNvPr>
          <p:cNvGrpSpPr>
            <a:grpSpLocks/>
          </p:cNvGrpSpPr>
          <p:nvPr/>
        </p:nvGrpSpPr>
        <p:grpSpPr bwMode="auto">
          <a:xfrm>
            <a:off x="4632325" y="3130550"/>
            <a:ext cx="1709738" cy="1000125"/>
            <a:chOff x="2918" y="1972"/>
            <a:chExt cx="1077" cy="630"/>
          </a:xfrm>
        </p:grpSpPr>
        <p:sp>
          <p:nvSpPr>
            <p:cNvPr id="82953" name="Rectangle 9">
              <a:extLst>
                <a:ext uri="{FF2B5EF4-FFF2-40B4-BE49-F238E27FC236}">
                  <a16:creationId xmlns:a16="http://schemas.microsoft.com/office/drawing/2014/main" id="{5A239DD8-7E19-078F-1282-01BC440A4410}"/>
                </a:ext>
              </a:extLst>
            </p:cNvPr>
            <p:cNvSpPr>
              <a:spLocks noChangeArrowheads="1"/>
            </p:cNvSpPr>
            <p:nvPr/>
          </p:nvSpPr>
          <p:spPr bwMode="auto">
            <a:xfrm>
              <a:off x="3002" y="2285"/>
              <a:ext cx="993" cy="184"/>
            </a:xfrm>
            <a:prstGeom prst="rect">
              <a:avLst/>
            </a:prstGeom>
            <a:noFill/>
            <a:ln w="158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954" name="Rectangle 10">
              <a:extLst>
                <a:ext uri="{FF2B5EF4-FFF2-40B4-BE49-F238E27FC236}">
                  <a16:creationId xmlns:a16="http://schemas.microsoft.com/office/drawing/2014/main" id="{D0396FC0-E713-4A5D-23EB-5B084BC49252}"/>
                </a:ext>
              </a:extLst>
            </p:cNvPr>
            <p:cNvSpPr>
              <a:spLocks noChangeArrowheads="1"/>
            </p:cNvSpPr>
            <p:nvPr/>
          </p:nvSpPr>
          <p:spPr bwMode="auto">
            <a:xfrm>
              <a:off x="3271" y="2352"/>
              <a:ext cx="43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en-US" sz="1300">
                  <a:solidFill>
                    <a:srgbClr val="000000"/>
                  </a:solidFill>
                  <a:latin typeface="Courier" charset="0"/>
                </a:rPr>
                <a:t>Battery</a:t>
              </a:r>
            </a:p>
            <a:p>
              <a:pPr algn="l"/>
              <a:r>
                <a:rPr lang="en-US" altLang="en-US" sz="1300">
                  <a:solidFill>
                    <a:srgbClr val="000000"/>
                  </a:solidFill>
                  <a:latin typeface="Courier" charset="0"/>
                </a:rPr>
                <a:t>load</a:t>
              </a:r>
              <a:endParaRPr lang="en-US" altLang="en-US" b="0">
                <a:solidFill>
                  <a:schemeClr val="tx1"/>
                </a:solidFill>
              </a:endParaRPr>
            </a:p>
          </p:txBody>
        </p:sp>
        <p:sp>
          <p:nvSpPr>
            <p:cNvPr id="82965" name="Freeform 21">
              <a:extLst>
                <a:ext uri="{FF2B5EF4-FFF2-40B4-BE49-F238E27FC236}">
                  <a16:creationId xmlns:a16="http://schemas.microsoft.com/office/drawing/2014/main" id="{D5D1AD94-38ED-4187-EA39-3478750D48FF}"/>
                </a:ext>
              </a:extLst>
            </p:cNvPr>
            <p:cNvSpPr>
              <a:spLocks/>
            </p:cNvSpPr>
            <p:nvPr/>
          </p:nvSpPr>
          <p:spPr bwMode="auto">
            <a:xfrm>
              <a:off x="2918" y="1972"/>
              <a:ext cx="595" cy="302"/>
            </a:xfrm>
            <a:custGeom>
              <a:avLst/>
              <a:gdLst>
                <a:gd name="T0" fmla="*/ 595 w 595"/>
                <a:gd name="T1" fmla="*/ 302 h 302"/>
                <a:gd name="T2" fmla="*/ 595 w 595"/>
                <a:gd name="T3" fmla="*/ 229 h 302"/>
                <a:gd name="T4" fmla="*/ 0 w 595"/>
                <a:gd name="T5" fmla="*/ 229 h 302"/>
                <a:gd name="T6" fmla="*/ 0 w 595"/>
                <a:gd name="T7" fmla="*/ 0 h 302"/>
              </a:gdLst>
              <a:ahLst/>
              <a:cxnLst>
                <a:cxn ang="0">
                  <a:pos x="T0" y="T1"/>
                </a:cxn>
                <a:cxn ang="0">
                  <a:pos x="T2" y="T3"/>
                </a:cxn>
                <a:cxn ang="0">
                  <a:pos x="T4" y="T5"/>
                </a:cxn>
                <a:cxn ang="0">
                  <a:pos x="T6" y="T7"/>
                </a:cxn>
              </a:cxnLst>
              <a:rect l="0" t="0" r="r" b="b"/>
              <a:pathLst>
                <a:path w="595" h="302">
                  <a:moveTo>
                    <a:pt x="595" y="302"/>
                  </a:moveTo>
                  <a:lnTo>
                    <a:pt x="595" y="229"/>
                  </a:lnTo>
                  <a:lnTo>
                    <a:pt x="0" y="229"/>
                  </a:lnTo>
                  <a:lnTo>
                    <a:pt x="0" y="0"/>
                  </a:lnTo>
                </a:path>
              </a:pathLst>
            </a:custGeom>
            <a:noFill/>
            <a:ln w="158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969" name="Rectangle 25">
              <a:extLst>
                <a:ext uri="{FF2B5EF4-FFF2-40B4-BE49-F238E27FC236}">
                  <a16:creationId xmlns:a16="http://schemas.microsoft.com/office/drawing/2014/main" id="{40FFC8D9-9674-7E7E-42F5-FF0747CB670E}"/>
                </a:ext>
              </a:extLst>
            </p:cNvPr>
            <p:cNvSpPr>
              <a:spLocks noChangeArrowheads="1"/>
            </p:cNvSpPr>
            <p:nvPr/>
          </p:nvSpPr>
          <p:spPr bwMode="auto">
            <a:xfrm>
              <a:off x="2954" y="1987"/>
              <a:ext cx="6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en-US" sz="1300">
                  <a:solidFill>
                    <a:srgbClr val="000000"/>
                  </a:solidFill>
                  <a:latin typeface="Courier" charset="0"/>
                </a:rPr>
                <a:t>1</a:t>
              </a:r>
              <a:endParaRPr lang="en-US" altLang="en-US" b="0">
                <a:solidFill>
                  <a:schemeClr val="tx1"/>
                </a:solidFill>
              </a:endParaRPr>
            </a:p>
          </p:txBody>
        </p:sp>
        <p:sp>
          <p:nvSpPr>
            <p:cNvPr id="82970" name="Rectangle 26">
              <a:extLst>
                <a:ext uri="{FF2B5EF4-FFF2-40B4-BE49-F238E27FC236}">
                  <a16:creationId xmlns:a16="http://schemas.microsoft.com/office/drawing/2014/main" id="{88B5C305-3B3D-6723-70E8-46CF7BC0D2B1}"/>
                </a:ext>
              </a:extLst>
            </p:cNvPr>
            <p:cNvSpPr>
              <a:spLocks noChangeArrowheads="1"/>
            </p:cNvSpPr>
            <p:nvPr/>
          </p:nvSpPr>
          <p:spPr bwMode="auto">
            <a:xfrm>
              <a:off x="3570" y="2175"/>
              <a:ext cx="6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en-US" sz="1300">
                  <a:solidFill>
                    <a:srgbClr val="000000"/>
                  </a:solidFill>
                  <a:latin typeface="Courier" charset="0"/>
                </a:rPr>
                <a:t>2</a:t>
              </a:r>
              <a:endParaRPr lang="en-US" altLang="en-US" b="0">
                <a:solidFill>
                  <a:schemeClr val="tx1"/>
                </a:solidFill>
              </a:endParaRPr>
            </a:p>
          </p:txBody>
        </p:sp>
        <p:sp>
          <p:nvSpPr>
            <p:cNvPr id="82976" name="Rectangle 32">
              <a:extLst>
                <a:ext uri="{FF2B5EF4-FFF2-40B4-BE49-F238E27FC236}">
                  <a16:creationId xmlns:a16="http://schemas.microsoft.com/office/drawing/2014/main" id="{4D082705-94B3-4737-60C5-8A37C874E201}"/>
                </a:ext>
              </a:extLst>
            </p:cNvPr>
            <p:cNvSpPr>
              <a:spLocks noChangeArrowheads="1"/>
            </p:cNvSpPr>
            <p:nvPr/>
          </p:nvSpPr>
          <p:spPr bwMode="auto">
            <a:xfrm>
              <a:off x="3002" y="2468"/>
              <a:ext cx="992" cy="131"/>
            </a:xfrm>
            <a:prstGeom prst="rect">
              <a:avLst/>
            </a:prstGeom>
            <a:noFill/>
            <a:ln w="158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82992" name="Group 48">
            <a:extLst>
              <a:ext uri="{FF2B5EF4-FFF2-40B4-BE49-F238E27FC236}">
                <a16:creationId xmlns:a16="http://schemas.microsoft.com/office/drawing/2014/main" id="{A4C65CD5-7868-D23E-4236-C333FFB0E6FE}"/>
              </a:ext>
            </a:extLst>
          </p:cNvPr>
          <p:cNvGrpSpPr>
            <a:grpSpLocks/>
          </p:cNvGrpSpPr>
          <p:nvPr/>
        </p:nvGrpSpPr>
        <p:grpSpPr bwMode="auto">
          <a:xfrm>
            <a:off x="5030788" y="3113088"/>
            <a:ext cx="3363912" cy="1017587"/>
            <a:chOff x="3169" y="1961"/>
            <a:chExt cx="2119" cy="641"/>
          </a:xfrm>
        </p:grpSpPr>
        <p:sp>
          <p:nvSpPr>
            <p:cNvPr id="82966" name="Rectangle 22">
              <a:extLst>
                <a:ext uri="{FF2B5EF4-FFF2-40B4-BE49-F238E27FC236}">
                  <a16:creationId xmlns:a16="http://schemas.microsoft.com/office/drawing/2014/main" id="{BD2CEE48-4C20-DF34-85E5-0E9DB0D3B15B}"/>
                </a:ext>
              </a:extLst>
            </p:cNvPr>
            <p:cNvSpPr>
              <a:spLocks noChangeArrowheads="1"/>
            </p:cNvSpPr>
            <p:nvPr/>
          </p:nvSpPr>
          <p:spPr bwMode="auto">
            <a:xfrm>
              <a:off x="3205" y="1987"/>
              <a:ext cx="6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en-US" sz="1300">
                  <a:solidFill>
                    <a:srgbClr val="000000"/>
                  </a:solidFill>
                  <a:latin typeface="Courier" charset="0"/>
                </a:rPr>
                <a:t>1</a:t>
              </a:r>
              <a:endParaRPr lang="en-US" altLang="en-US" b="0">
                <a:solidFill>
                  <a:schemeClr val="tx1"/>
                </a:solidFill>
              </a:endParaRPr>
            </a:p>
          </p:txBody>
        </p:sp>
        <p:grpSp>
          <p:nvGrpSpPr>
            <p:cNvPr id="82991" name="Group 47">
              <a:extLst>
                <a:ext uri="{FF2B5EF4-FFF2-40B4-BE49-F238E27FC236}">
                  <a16:creationId xmlns:a16="http://schemas.microsoft.com/office/drawing/2014/main" id="{3D75CD7F-DC00-4ABE-5CAF-D23B35E77969}"/>
                </a:ext>
              </a:extLst>
            </p:cNvPr>
            <p:cNvGrpSpPr>
              <a:grpSpLocks/>
            </p:cNvGrpSpPr>
            <p:nvPr/>
          </p:nvGrpSpPr>
          <p:grpSpPr bwMode="auto">
            <a:xfrm>
              <a:off x="3169" y="1961"/>
              <a:ext cx="2119" cy="641"/>
              <a:chOff x="3169" y="1961"/>
              <a:chExt cx="2119" cy="641"/>
            </a:xfrm>
          </p:grpSpPr>
          <p:sp>
            <p:nvSpPr>
              <p:cNvPr id="82958" name="Rectangle 14">
                <a:extLst>
                  <a:ext uri="{FF2B5EF4-FFF2-40B4-BE49-F238E27FC236}">
                    <a16:creationId xmlns:a16="http://schemas.microsoft.com/office/drawing/2014/main" id="{E2C644C9-F051-C519-657E-7F2978755927}"/>
                  </a:ext>
                </a:extLst>
              </p:cNvPr>
              <p:cNvSpPr>
                <a:spLocks noChangeArrowheads="1"/>
              </p:cNvSpPr>
              <p:nvPr/>
            </p:nvSpPr>
            <p:spPr bwMode="auto">
              <a:xfrm>
                <a:off x="4296" y="2285"/>
                <a:ext cx="992" cy="196"/>
              </a:xfrm>
              <a:prstGeom prst="rect">
                <a:avLst/>
              </a:prstGeom>
              <a:noFill/>
              <a:ln w="158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82990" name="Group 46">
                <a:extLst>
                  <a:ext uri="{FF2B5EF4-FFF2-40B4-BE49-F238E27FC236}">
                    <a16:creationId xmlns:a16="http://schemas.microsoft.com/office/drawing/2014/main" id="{60AEF375-DAF9-9F95-DD42-1B796B9B9754}"/>
                  </a:ext>
                </a:extLst>
              </p:cNvPr>
              <p:cNvGrpSpPr>
                <a:grpSpLocks/>
              </p:cNvGrpSpPr>
              <p:nvPr/>
            </p:nvGrpSpPr>
            <p:grpSpPr bwMode="auto">
              <a:xfrm>
                <a:off x="3169" y="1961"/>
                <a:ext cx="2117" cy="641"/>
                <a:chOff x="3169" y="1961"/>
                <a:chExt cx="2117" cy="641"/>
              </a:xfrm>
            </p:grpSpPr>
            <p:sp>
              <p:nvSpPr>
                <p:cNvPr id="82959" name="Rectangle 15">
                  <a:extLst>
                    <a:ext uri="{FF2B5EF4-FFF2-40B4-BE49-F238E27FC236}">
                      <a16:creationId xmlns:a16="http://schemas.microsoft.com/office/drawing/2014/main" id="{D581632D-B90E-B9A0-25B0-F487C7F3F95B}"/>
                    </a:ext>
                  </a:extLst>
                </p:cNvPr>
                <p:cNvSpPr>
                  <a:spLocks noChangeArrowheads="1"/>
                </p:cNvSpPr>
                <p:nvPr/>
              </p:nvSpPr>
              <p:spPr bwMode="auto">
                <a:xfrm>
                  <a:off x="4666" y="2352"/>
                  <a:ext cx="24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en-US" sz="1300">
                      <a:solidFill>
                        <a:srgbClr val="000000"/>
                      </a:solidFill>
                      <a:latin typeface="Courier" charset="0"/>
                    </a:rPr>
                    <a:t>Time</a:t>
                  </a:r>
                </a:p>
                <a:p>
                  <a:pPr algn="l"/>
                  <a:r>
                    <a:rPr lang="en-US" altLang="en-US" sz="1300">
                      <a:solidFill>
                        <a:srgbClr val="000000"/>
                      </a:solidFill>
                      <a:latin typeface="Courier" charset="0"/>
                    </a:rPr>
                    <a:t>now</a:t>
                  </a:r>
                  <a:endParaRPr lang="en-US" altLang="en-US" b="0">
                    <a:solidFill>
                      <a:schemeClr val="tx1"/>
                    </a:solidFill>
                  </a:endParaRPr>
                </a:p>
              </p:txBody>
            </p:sp>
            <p:sp>
              <p:nvSpPr>
                <p:cNvPr id="82967" name="Rectangle 23">
                  <a:extLst>
                    <a:ext uri="{FF2B5EF4-FFF2-40B4-BE49-F238E27FC236}">
                      <a16:creationId xmlns:a16="http://schemas.microsoft.com/office/drawing/2014/main" id="{4EFDE612-FE7A-E6EA-57E8-315D4F1E9B7D}"/>
                    </a:ext>
                  </a:extLst>
                </p:cNvPr>
                <p:cNvSpPr>
                  <a:spLocks noChangeArrowheads="1"/>
                </p:cNvSpPr>
                <p:nvPr/>
              </p:nvSpPr>
              <p:spPr bwMode="auto">
                <a:xfrm>
                  <a:off x="4844" y="2175"/>
                  <a:ext cx="6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en-US" sz="1300">
                      <a:solidFill>
                        <a:srgbClr val="000000"/>
                      </a:solidFill>
                      <a:latin typeface="Courier" charset="0"/>
                    </a:rPr>
                    <a:t>1</a:t>
                  </a:r>
                  <a:endParaRPr lang="en-US" altLang="en-US" b="0">
                    <a:solidFill>
                      <a:schemeClr val="tx1"/>
                    </a:solidFill>
                  </a:endParaRPr>
                </a:p>
              </p:txBody>
            </p:sp>
            <p:sp>
              <p:nvSpPr>
                <p:cNvPr id="82968" name="Freeform 24">
                  <a:extLst>
                    <a:ext uri="{FF2B5EF4-FFF2-40B4-BE49-F238E27FC236}">
                      <a16:creationId xmlns:a16="http://schemas.microsoft.com/office/drawing/2014/main" id="{9ECE5DFD-7EF5-A527-0E20-FB8C1D581CC7}"/>
                    </a:ext>
                  </a:extLst>
                </p:cNvPr>
                <p:cNvSpPr>
                  <a:spLocks/>
                </p:cNvSpPr>
                <p:nvPr/>
              </p:nvSpPr>
              <p:spPr bwMode="auto">
                <a:xfrm>
                  <a:off x="3169" y="1961"/>
                  <a:ext cx="1618" cy="313"/>
                </a:xfrm>
                <a:custGeom>
                  <a:avLst/>
                  <a:gdLst>
                    <a:gd name="T0" fmla="*/ 1618 w 1618"/>
                    <a:gd name="T1" fmla="*/ 313 h 313"/>
                    <a:gd name="T2" fmla="*/ 1618 w 1618"/>
                    <a:gd name="T3" fmla="*/ 188 h 313"/>
                    <a:gd name="T4" fmla="*/ 0 w 1618"/>
                    <a:gd name="T5" fmla="*/ 188 h 313"/>
                    <a:gd name="T6" fmla="*/ 0 w 1618"/>
                    <a:gd name="T7" fmla="*/ 0 h 313"/>
                  </a:gdLst>
                  <a:ahLst/>
                  <a:cxnLst>
                    <a:cxn ang="0">
                      <a:pos x="T0" y="T1"/>
                    </a:cxn>
                    <a:cxn ang="0">
                      <a:pos x="T2" y="T3"/>
                    </a:cxn>
                    <a:cxn ang="0">
                      <a:pos x="T4" y="T5"/>
                    </a:cxn>
                    <a:cxn ang="0">
                      <a:pos x="T6" y="T7"/>
                    </a:cxn>
                  </a:cxnLst>
                  <a:rect l="0" t="0" r="r" b="b"/>
                  <a:pathLst>
                    <a:path w="1618" h="313">
                      <a:moveTo>
                        <a:pt x="1618" y="313"/>
                      </a:moveTo>
                      <a:lnTo>
                        <a:pt x="1618" y="188"/>
                      </a:lnTo>
                      <a:lnTo>
                        <a:pt x="0" y="188"/>
                      </a:lnTo>
                      <a:lnTo>
                        <a:pt x="0" y="0"/>
                      </a:lnTo>
                    </a:path>
                  </a:pathLst>
                </a:custGeom>
                <a:noFill/>
                <a:ln w="158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977" name="Rectangle 33">
                  <a:extLst>
                    <a:ext uri="{FF2B5EF4-FFF2-40B4-BE49-F238E27FC236}">
                      <a16:creationId xmlns:a16="http://schemas.microsoft.com/office/drawing/2014/main" id="{58011F13-62CC-D6D4-9082-3A473104AAA8}"/>
                    </a:ext>
                  </a:extLst>
                </p:cNvPr>
                <p:cNvSpPr>
                  <a:spLocks noChangeArrowheads="1"/>
                </p:cNvSpPr>
                <p:nvPr/>
              </p:nvSpPr>
              <p:spPr bwMode="auto">
                <a:xfrm>
                  <a:off x="4294" y="2480"/>
                  <a:ext cx="992" cy="115"/>
                </a:xfrm>
                <a:prstGeom prst="rect">
                  <a:avLst/>
                </a:prstGeom>
                <a:noFill/>
                <a:ln w="158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grpSp>
      <p:sp>
        <p:nvSpPr>
          <p:cNvPr id="82949" name="Rectangle 5">
            <a:extLst>
              <a:ext uri="{FF2B5EF4-FFF2-40B4-BE49-F238E27FC236}">
                <a16:creationId xmlns:a16="http://schemas.microsoft.com/office/drawing/2014/main" id="{C698AA82-95C1-5966-0327-0707AB90404D}"/>
              </a:ext>
            </a:extLst>
          </p:cNvPr>
          <p:cNvSpPr>
            <a:spLocks noChangeArrowheads="1"/>
          </p:cNvSpPr>
          <p:nvPr/>
        </p:nvSpPr>
        <p:spPr bwMode="auto">
          <a:xfrm>
            <a:off x="3738563" y="2747963"/>
            <a:ext cx="1573212" cy="382587"/>
          </a:xfrm>
          <a:prstGeom prst="rect">
            <a:avLst/>
          </a:prstGeom>
          <a:solidFill>
            <a:schemeClr val="bg1"/>
          </a:solidFill>
          <a:ln w="15875">
            <a:solidFill>
              <a:srgbClr val="000000"/>
            </a:solidFill>
            <a:miter lim="800000"/>
            <a:headEnd/>
            <a:tailEnd/>
          </a:ln>
        </p:spPr>
        <p:txBody>
          <a:bodyPr/>
          <a:lstStyle/>
          <a:p>
            <a:endParaRPr lang="en-US"/>
          </a:p>
        </p:txBody>
      </p:sp>
      <p:sp>
        <p:nvSpPr>
          <p:cNvPr id="82950" name="Rectangle 6">
            <a:extLst>
              <a:ext uri="{FF2B5EF4-FFF2-40B4-BE49-F238E27FC236}">
                <a16:creationId xmlns:a16="http://schemas.microsoft.com/office/drawing/2014/main" id="{00114E3B-085E-B49B-489E-639D643A615F}"/>
              </a:ext>
            </a:extLst>
          </p:cNvPr>
          <p:cNvSpPr>
            <a:spLocks noChangeArrowheads="1"/>
          </p:cNvSpPr>
          <p:nvPr/>
        </p:nvSpPr>
        <p:spPr bwMode="auto">
          <a:xfrm>
            <a:off x="4306888" y="2840038"/>
            <a:ext cx="49212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Courier" charset="0"/>
              </a:rPr>
              <a:t>Watch</a:t>
            </a:r>
            <a:endParaRPr lang="en-US" altLang="en-US" b="0">
              <a:solidFill>
                <a:schemeClr val="tx1"/>
              </a:solidFill>
            </a:endParaRPr>
          </a:p>
        </p:txBody>
      </p:sp>
      <p:sp>
        <p:nvSpPr>
          <p:cNvPr id="82979" name="AutoShape 35">
            <a:extLst>
              <a:ext uri="{FF2B5EF4-FFF2-40B4-BE49-F238E27FC236}">
                <a16:creationId xmlns:a16="http://schemas.microsoft.com/office/drawing/2014/main" id="{F631C8A2-52DA-F734-DB25-9D56E366B109}"/>
              </a:ext>
            </a:extLst>
          </p:cNvPr>
          <p:cNvSpPr>
            <a:spLocks noChangeArrowheads="1"/>
          </p:cNvSpPr>
          <p:nvPr/>
        </p:nvSpPr>
        <p:spPr bwMode="auto">
          <a:xfrm>
            <a:off x="5461000" y="1866900"/>
            <a:ext cx="914400" cy="609600"/>
          </a:xfrm>
          <a:prstGeom prst="wedgeRoundRectCallout">
            <a:avLst>
              <a:gd name="adj1" fmla="val -138194"/>
              <a:gd name="adj2" fmla="val 86718"/>
              <a:gd name="adj3" fmla="val 16667"/>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0"/>
              <a:t>Class</a:t>
            </a:r>
          </a:p>
        </p:txBody>
      </p:sp>
      <p:sp>
        <p:nvSpPr>
          <p:cNvPr id="82980" name="AutoShape 36">
            <a:extLst>
              <a:ext uri="{FF2B5EF4-FFF2-40B4-BE49-F238E27FC236}">
                <a16:creationId xmlns:a16="http://schemas.microsoft.com/office/drawing/2014/main" id="{A7DBBE40-959B-0AF4-44D7-3A36E1BCC290}"/>
              </a:ext>
            </a:extLst>
          </p:cNvPr>
          <p:cNvSpPr>
            <a:spLocks noChangeArrowheads="1"/>
          </p:cNvSpPr>
          <p:nvPr/>
        </p:nvSpPr>
        <p:spPr bwMode="auto">
          <a:xfrm>
            <a:off x="1231900" y="1498600"/>
            <a:ext cx="1676400" cy="609600"/>
          </a:xfrm>
          <a:prstGeom prst="wedgeRoundRectCallout">
            <a:avLst>
              <a:gd name="adj1" fmla="val 74620"/>
              <a:gd name="adj2" fmla="val 257551"/>
              <a:gd name="adj3" fmla="val 16667"/>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0"/>
              <a:t>Association</a:t>
            </a:r>
          </a:p>
        </p:txBody>
      </p:sp>
      <p:sp>
        <p:nvSpPr>
          <p:cNvPr id="82981" name="AutoShape 37">
            <a:extLst>
              <a:ext uri="{FF2B5EF4-FFF2-40B4-BE49-F238E27FC236}">
                <a16:creationId xmlns:a16="http://schemas.microsoft.com/office/drawing/2014/main" id="{4E5154FF-AFDE-D54A-AC93-5A7ADB0BB4D1}"/>
              </a:ext>
            </a:extLst>
          </p:cNvPr>
          <p:cNvSpPr>
            <a:spLocks noChangeArrowheads="1"/>
          </p:cNvSpPr>
          <p:nvPr/>
        </p:nvSpPr>
        <p:spPr bwMode="auto">
          <a:xfrm>
            <a:off x="457200" y="2565400"/>
            <a:ext cx="1574800" cy="609600"/>
          </a:xfrm>
          <a:prstGeom prst="wedgeRoundRectCallout">
            <a:avLst>
              <a:gd name="adj1" fmla="val -403"/>
              <a:gd name="adj2" fmla="val 88801"/>
              <a:gd name="adj3" fmla="val 16667"/>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0"/>
              <a:t>Multiplicity</a:t>
            </a:r>
          </a:p>
        </p:txBody>
      </p:sp>
      <p:sp>
        <p:nvSpPr>
          <p:cNvPr id="82983" name="AutoShape 39">
            <a:extLst>
              <a:ext uri="{FF2B5EF4-FFF2-40B4-BE49-F238E27FC236}">
                <a16:creationId xmlns:a16="http://schemas.microsoft.com/office/drawing/2014/main" id="{BA205E8C-6FAC-FD24-E463-9E7BCD2818A9}"/>
              </a:ext>
            </a:extLst>
          </p:cNvPr>
          <p:cNvSpPr>
            <a:spLocks noChangeArrowheads="1"/>
          </p:cNvSpPr>
          <p:nvPr/>
        </p:nvSpPr>
        <p:spPr bwMode="auto">
          <a:xfrm>
            <a:off x="228600" y="5295900"/>
            <a:ext cx="1384300" cy="609600"/>
          </a:xfrm>
          <a:prstGeom prst="wedgeRoundRectCallout">
            <a:avLst>
              <a:gd name="adj1" fmla="val -7338"/>
              <a:gd name="adj2" fmla="val -252866"/>
              <a:gd name="adj3" fmla="val 16667"/>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0"/>
              <a:t>Attribute</a:t>
            </a:r>
          </a:p>
        </p:txBody>
      </p:sp>
      <p:sp>
        <p:nvSpPr>
          <p:cNvPr id="82984" name="AutoShape 40">
            <a:extLst>
              <a:ext uri="{FF2B5EF4-FFF2-40B4-BE49-F238E27FC236}">
                <a16:creationId xmlns:a16="http://schemas.microsoft.com/office/drawing/2014/main" id="{6C68FFEA-76C1-76BC-83D7-63205412F3B5}"/>
              </a:ext>
            </a:extLst>
          </p:cNvPr>
          <p:cNvSpPr>
            <a:spLocks noChangeArrowheads="1"/>
          </p:cNvSpPr>
          <p:nvPr/>
        </p:nvSpPr>
        <p:spPr bwMode="auto">
          <a:xfrm>
            <a:off x="1879600" y="5461000"/>
            <a:ext cx="1574800" cy="609600"/>
          </a:xfrm>
          <a:prstGeom prst="wedgeRoundRectCallout">
            <a:avLst>
              <a:gd name="adj1" fmla="val -54435"/>
              <a:gd name="adj2" fmla="val -219532"/>
              <a:gd name="adj3" fmla="val 16667"/>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0"/>
              <a:t>Operations</a:t>
            </a:r>
          </a:p>
        </p:txBody>
      </p:sp>
      <p:sp>
        <p:nvSpPr>
          <p:cNvPr id="82987" name="Rectangle 43">
            <a:extLst>
              <a:ext uri="{FF2B5EF4-FFF2-40B4-BE49-F238E27FC236}">
                <a16:creationId xmlns:a16="http://schemas.microsoft.com/office/drawing/2014/main" id="{97092C73-1EF2-6853-AC34-FAA4EF8902CB}"/>
              </a:ext>
            </a:extLst>
          </p:cNvPr>
          <p:cNvSpPr>
            <a:spLocks noChangeArrowheads="1"/>
          </p:cNvSpPr>
          <p:nvPr/>
        </p:nvSpPr>
        <p:spPr bwMode="auto">
          <a:xfrm>
            <a:off x="847725" y="3949700"/>
            <a:ext cx="492125"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en-US" sz="1300">
                <a:solidFill>
                  <a:srgbClr val="000000"/>
                </a:solidFill>
                <a:latin typeface="Courier" charset="0"/>
              </a:rPr>
              <a:t>state</a:t>
            </a:r>
          </a:p>
        </p:txBody>
      </p:sp>
      <p:sp>
        <p:nvSpPr>
          <p:cNvPr id="82988" name="Rectangle 44">
            <a:extLst>
              <a:ext uri="{FF2B5EF4-FFF2-40B4-BE49-F238E27FC236}">
                <a16:creationId xmlns:a16="http://schemas.microsoft.com/office/drawing/2014/main" id="{896AD237-84E4-1899-7D6B-1027621DDF16}"/>
              </a:ext>
            </a:extLst>
          </p:cNvPr>
          <p:cNvSpPr>
            <a:spLocks noChangeArrowheads="1"/>
          </p:cNvSpPr>
          <p:nvPr/>
        </p:nvSpPr>
        <p:spPr bwMode="auto">
          <a:xfrm>
            <a:off x="1012825" y="3708400"/>
            <a:ext cx="98425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en-US" sz="1300">
                <a:solidFill>
                  <a:srgbClr val="000000"/>
                </a:solidFill>
                <a:latin typeface="Courier" charset="0"/>
              </a:rPr>
              <a:t>PushButton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82950">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82988">
                                            <p:txEl>
                                              <p:pRg st="0" end="0"/>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82949"/>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82960"/>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82979"/>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7" presetClass="entr" presetSubtype="10" fill="hold" nodeType="clickEffect">
                                  <p:stCondLst>
                                    <p:cond delay="0"/>
                                  </p:stCondLst>
                                  <p:childTnLst>
                                    <p:set>
                                      <p:cBhvr>
                                        <p:cTn id="26" dur="1" fill="hold">
                                          <p:stCondLst>
                                            <p:cond delay="0"/>
                                          </p:stCondLst>
                                        </p:cTn>
                                        <p:tgtEl>
                                          <p:spTgt spid="82962"/>
                                        </p:tgtEl>
                                        <p:attrNameLst>
                                          <p:attrName>style.visibility</p:attrName>
                                        </p:attrNameLst>
                                      </p:cBhvr>
                                      <p:to>
                                        <p:strVal val="visible"/>
                                      </p:to>
                                    </p:set>
                                    <p:anim calcmode="lin" valueType="num">
                                      <p:cBhvr>
                                        <p:cTn id="27" dur="500" fill="hold"/>
                                        <p:tgtEl>
                                          <p:spTgt spid="82962"/>
                                        </p:tgtEl>
                                        <p:attrNameLst>
                                          <p:attrName>ppt_w</p:attrName>
                                        </p:attrNameLst>
                                      </p:cBhvr>
                                      <p:tavLst>
                                        <p:tav tm="0">
                                          <p:val>
                                            <p:fltVal val="0"/>
                                          </p:val>
                                        </p:tav>
                                        <p:tav tm="100000">
                                          <p:val>
                                            <p:strVal val="#ppt_w"/>
                                          </p:val>
                                        </p:tav>
                                      </p:tavLst>
                                    </p:anim>
                                    <p:anim calcmode="lin" valueType="num">
                                      <p:cBhvr>
                                        <p:cTn id="28" dur="500" fill="hold"/>
                                        <p:tgtEl>
                                          <p:spTgt spid="82962"/>
                                        </p:tgtEl>
                                        <p:attrNameLst>
                                          <p:attrName>ppt_h</p:attrName>
                                        </p:attrNameLst>
                                      </p:cBhvr>
                                      <p:tavLst>
                                        <p:tav tm="0">
                                          <p:val>
                                            <p:strVal val="#ppt_h"/>
                                          </p:val>
                                        </p:tav>
                                        <p:tav tm="100000">
                                          <p:val>
                                            <p:strVal val="#ppt_h"/>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499"/>
                                          </p:stCondLst>
                                        </p:cTn>
                                        <p:tgtEl>
                                          <p:spTgt spid="82980"/>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nodeType="clickEffect">
                                  <p:stCondLst>
                                    <p:cond delay="0"/>
                                  </p:stCondLst>
                                  <p:childTnLst>
                                    <p:set>
                                      <p:cBhvr>
                                        <p:cTn id="36" dur="1" fill="hold">
                                          <p:stCondLst>
                                            <p:cond delay="499"/>
                                          </p:stCondLst>
                                        </p:cTn>
                                        <p:tgtEl>
                                          <p:spTgt spid="82987">
                                            <p:txEl>
                                              <p:pRg st="0" end="0"/>
                                            </p:txEl>
                                          </p:spTgt>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nodeType="clickEffect">
                                  <p:stCondLst>
                                    <p:cond delay="0"/>
                                  </p:stCondLst>
                                  <p:childTnLst>
                                    <p:set>
                                      <p:cBhvr>
                                        <p:cTn id="40" dur="1" fill="hold">
                                          <p:stCondLst>
                                            <p:cond delay="499"/>
                                          </p:stCondLst>
                                        </p:cTn>
                                        <p:tgtEl>
                                          <p:spTgt spid="82971"/>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nodeType="clickEffect">
                                  <p:stCondLst>
                                    <p:cond delay="0"/>
                                  </p:stCondLst>
                                  <p:childTnLst>
                                    <p:set>
                                      <p:cBhvr>
                                        <p:cTn id="44" dur="1" fill="hold">
                                          <p:stCondLst>
                                            <p:cond delay="499"/>
                                          </p:stCondLst>
                                        </p:cTn>
                                        <p:tgtEl>
                                          <p:spTgt spid="82983"/>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ntr" presetSubtype="0" fill="hold" nodeType="clickEffect">
                                  <p:stCondLst>
                                    <p:cond delay="0"/>
                                  </p:stCondLst>
                                  <p:childTnLst>
                                    <p:set>
                                      <p:cBhvr>
                                        <p:cTn id="48" dur="1" fill="hold">
                                          <p:stCondLst>
                                            <p:cond delay="499"/>
                                          </p:stCondLst>
                                        </p:cTn>
                                        <p:tgtEl>
                                          <p:spTgt spid="82961">
                                            <p:txEl>
                                              <p:pRg st="0" end="0"/>
                                            </p:txEl>
                                          </p:spTgt>
                                        </p:tgtEl>
                                        <p:attrNameLst>
                                          <p:attrName>style.visibility</p:attrName>
                                        </p:attrNameLst>
                                      </p:cBhvr>
                                      <p:to>
                                        <p:strVal val="visible"/>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1" presetClass="entr" presetSubtype="0" fill="hold" nodeType="clickEffect">
                                  <p:stCondLst>
                                    <p:cond delay="0"/>
                                  </p:stCondLst>
                                  <p:childTnLst>
                                    <p:set>
                                      <p:cBhvr>
                                        <p:cTn id="52" dur="1" fill="hold">
                                          <p:stCondLst>
                                            <p:cond delay="499"/>
                                          </p:stCondLst>
                                        </p:cTn>
                                        <p:tgtEl>
                                          <p:spTgt spid="82972"/>
                                        </p:tgtEl>
                                        <p:attrNameLst>
                                          <p:attrName>style.visibility</p:attrName>
                                        </p:attrNameLst>
                                      </p:cBhvr>
                                      <p:to>
                                        <p:strVal val="visible"/>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1" presetClass="entr" presetSubtype="0" fill="hold" nodeType="clickEffect">
                                  <p:stCondLst>
                                    <p:cond delay="0"/>
                                  </p:stCondLst>
                                  <p:childTnLst>
                                    <p:set>
                                      <p:cBhvr>
                                        <p:cTn id="56" dur="1" fill="hold">
                                          <p:stCondLst>
                                            <p:cond delay="499"/>
                                          </p:stCondLst>
                                        </p:cTn>
                                        <p:tgtEl>
                                          <p:spTgt spid="82984"/>
                                        </p:tgtEl>
                                        <p:attrNameLst>
                                          <p:attrName>style.visibility</p:attrName>
                                        </p:attrNameLst>
                                      </p:cBhvr>
                                      <p:to>
                                        <p:strVal val="visible"/>
                                      </p:to>
                                    </p:set>
                                  </p:childTnLst>
                                </p:cTn>
                              </p:par>
                            </p:childTnLst>
                          </p:cTn>
                        </p:par>
                      </p:childTnLst>
                    </p:cTn>
                  </p:par>
                  <p:par>
                    <p:cTn id="57" fill="hold" nodeType="clickPar">
                      <p:stCondLst>
                        <p:cond delay="indefinite"/>
                      </p:stCondLst>
                      <p:childTnLst>
                        <p:par>
                          <p:cTn id="58" fill="hold" nodeType="withGroup">
                            <p:stCondLst>
                              <p:cond delay="0"/>
                            </p:stCondLst>
                            <p:childTnLst>
                              <p:par>
                                <p:cTn id="59" presetID="1" presetClass="entr" presetSubtype="0" fill="hold" nodeType="clickEffect">
                                  <p:stCondLst>
                                    <p:cond delay="0"/>
                                  </p:stCondLst>
                                  <p:childTnLst>
                                    <p:set>
                                      <p:cBhvr>
                                        <p:cTn id="60" dur="1" fill="hold">
                                          <p:stCondLst>
                                            <p:cond delay="499"/>
                                          </p:stCondLst>
                                        </p:cTn>
                                        <p:tgtEl>
                                          <p:spTgt spid="82993"/>
                                        </p:tgtEl>
                                        <p:attrNameLst>
                                          <p:attrName>style.visibility</p:attrName>
                                        </p:attrNameLst>
                                      </p:cBhvr>
                                      <p:to>
                                        <p:strVal val="visible"/>
                                      </p:to>
                                    </p:set>
                                  </p:childTnLst>
                                </p:cTn>
                              </p:par>
                            </p:childTnLst>
                          </p:cTn>
                        </p:par>
                      </p:childTnLst>
                    </p:cTn>
                  </p:par>
                  <p:par>
                    <p:cTn id="61" fill="hold" nodeType="clickPar">
                      <p:stCondLst>
                        <p:cond delay="indefinite"/>
                      </p:stCondLst>
                      <p:childTnLst>
                        <p:par>
                          <p:cTn id="62" fill="hold" nodeType="withGroup">
                            <p:stCondLst>
                              <p:cond delay="0"/>
                            </p:stCondLst>
                            <p:childTnLst>
                              <p:par>
                                <p:cTn id="63" presetID="1" presetClass="entr" presetSubtype="0" fill="hold" nodeType="clickEffect">
                                  <p:stCondLst>
                                    <p:cond delay="0"/>
                                  </p:stCondLst>
                                  <p:childTnLst>
                                    <p:set>
                                      <p:cBhvr>
                                        <p:cTn id="64" dur="1" fill="hold">
                                          <p:stCondLst>
                                            <p:cond delay="499"/>
                                          </p:stCondLst>
                                        </p:cTn>
                                        <p:tgtEl>
                                          <p:spTgt spid="82956">
                                            <p:txEl>
                                              <p:pRg st="0" end="0"/>
                                            </p:txEl>
                                          </p:spTgt>
                                        </p:tgtEl>
                                        <p:attrNameLst>
                                          <p:attrName>style.visibility</p:attrName>
                                        </p:attrNameLst>
                                      </p:cBhvr>
                                      <p:to>
                                        <p:strVal val="visible"/>
                                      </p:to>
                                    </p:set>
                                  </p:childTnLst>
                                </p:cTn>
                              </p:par>
                            </p:childTnLst>
                          </p:cTn>
                        </p:par>
                      </p:childTnLst>
                    </p:cTn>
                  </p:par>
                  <p:par>
                    <p:cTn id="65" fill="hold" nodeType="clickPar">
                      <p:stCondLst>
                        <p:cond delay="indefinite"/>
                      </p:stCondLst>
                      <p:childTnLst>
                        <p:par>
                          <p:cTn id="66" fill="hold" nodeType="withGroup">
                            <p:stCondLst>
                              <p:cond delay="0"/>
                            </p:stCondLst>
                            <p:childTnLst>
                              <p:par>
                                <p:cTn id="67" presetID="1" presetClass="entr" presetSubtype="0" fill="hold" nodeType="clickEffect">
                                  <p:stCondLst>
                                    <p:cond delay="0"/>
                                  </p:stCondLst>
                                  <p:childTnLst>
                                    <p:set>
                                      <p:cBhvr>
                                        <p:cTn id="68" dur="1" fill="hold">
                                          <p:stCondLst>
                                            <p:cond delay="499"/>
                                          </p:stCondLst>
                                        </p:cTn>
                                        <p:tgtEl>
                                          <p:spTgt spid="82957">
                                            <p:txEl>
                                              <p:pRg st="0" end="0"/>
                                            </p:txEl>
                                          </p:spTgt>
                                        </p:tgtEl>
                                        <p:attrNameLst>
                                          <p:attrName>style.visibility</p:attrName>
                                        </p:attrNameLst>
                                      </p:cBhvr>
                                      <p:to>
                                        <p:strVal val="visible"/>
                                      </p:to>
                                    </p:set>
                                  </p:childTnLst>
                                </p:cTn>
                              </p:par>
                            </p:childTnLst>
                          </p:cTn>
                        </p:par>
                      </p:childTnLst>
                    </p:cTn>
                  </p:par>
                  <p:par>
                    <p:cTn id="69" fill="hold" nodeType="clickPar">
                      <p:stCondLst>
                        <p:cond delay="indefinite"/>
                      </p:stCondLst>
                      <p:childTnLst>
                        <p:par>
                          <p:cTn id="70" fill="hold" nodeType="withGroup">
                            <p:stCondLst>
                              <p:cond delay="0"/>
                            </p:stCondLst>
                            <p:childTnLst>
                              <p:par>
                                <p:cTn id="71" presetID="1" presetClass="entr" presetSubtype="0" fill="hold" nodeType="clickEffect">
                                  <p:stCondLst>
                                    <p:cond delay="0"/>
                                  </p:stCondLst>
                                  <p:childTnLst>
                                    <p:set>
                                      <p:cBhvr>
                                        <p:cTn id="72" dur="1" fill="hold">
                                          <p:stCondLst>
                                            <p:cond delay="499"/>
                                          </p:stCondLst>
                                        </p:cTn>
                                        <p:tgtEl>
                                          <p:spTgt spid="82981"/>
                                        </p:tgtEl>
                                        <p:attrNameLst>
                                          <p:attrName>style.visibility</p:attrName>
                                        </p:attrNameLst>
                                      </p:cBhvr>
                                      <p:to>
                                        <p:strVal val="visible"/>
                                      </p:to>
                                    </p:set>
                                  </p:childTnLst>
                                </p:cTn>
                              </p:par>
                            </p:childTnLst>
                          </p:cTn>
                        </p:par>
                      </p:childTnLst>
                    </p:cTn>
                  </p:par>
                  <p:par>
                    <p:cTn id="73" fill="hold" nodeType="clickPar">
                      <p:stCondLst>
                        <p:cond delay="indefinite"/>
                      </p:stCondLst>
                      <p:childTnLst>
                        <p:par>
                          <p:cTn id="74" fill="hold" nodeType="withGroup">
                            <p:stCondLst>
                              <p:cond delay="0"/>
                            </p:stCondLst>
                            <p:childTnLst>
                              <p:par>
                                <p:cTn id="75" presetID="1" presetClass="entr" presetSubtype="0" fill="hold" nodeType="clickEffect">
                                  <p:stCondLst>
                                    <p:cond delay="0"/>
                                  </p:stCondLst>
                                  <p:childTnLst>
                                    <p:set>
                                      <p:cBhvr>
                                        <p:cTn id="76" dur="1" fill="hold">
                                          <p:stCondLst>
                                            <p:cond delay="499"/>
                                          </p:stCondLst>
                                        </p:cTn>
                                        <p:tgtEl>
                                          <p:spTgt spid="82989"/>
                                        </p:tgtEl>
                                        <p:attrNameLst>
                                          <p:attrName>style.visibility</p:attrName>
                                        </p:attrNameLst>
                                      </p:cBhvr>
                                      <p:to>
                                        <p:strVal val="visible"/>
                                      </p:to>
                                    </p:set>
                                  </p:childTnLst>
                                </p:cTn>
                              </p:par>
                            </p:childTnLst>
                          </p:cTn>
                        </p:par>
                      </p:childTnLst>
                    </p:cTn>
                  </p:par>
                  <p:par>
                    <p:cTn id="77" fill="hold" nodeType="clickPar">
                      <p:stCondLst>
                        <p:cond delay="indefinite"/>
                      </p:stCondLst>
                      <p:childTnLst>
                        <p:par>
                          <p:cTn id="78" fill="hold" nodeType="withGroup">
                            <p:stCondLst>
                              <p:cond delay="0"/>
                            </p:stCondLst>
                            <p:childTnLst>
                              <p:par>
                                <p:cTn id="79" presetID="1" presetClass="entr" presetSubtype="0" fill="hold" nodeType="clickEffect">
                                  <p:stCondLst>
                                    <p:cond delay="0"/>
                                  </p:stCondLst>
                                  <p:childTnLst>
                                    <p:set>
                                      <p:cBhvr>
                                        <p:cTn id="80" dur="1" fill="hold">
                                          <p:stCondLst>
                                            <p:cond delay="499"/>
                                          </p:stCondLst>
                                        </p:cTn>
                                        <p:tgtEl>
                                          <p:spTgt spid="829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56" grpId="0" build="p" autoUpdateAnimBg="0"/>
      <p:bldP spid="82957" grpId="0" build="p" autoUpdateAnimBg="0"/>
      <p:bldP spid="82961" grpId="0" build="p" autoUpdateAnimBg="0"/>
      <p:bldP spid="82950" grpId="0" build="p" autoUpdateAnimBg="0"/>
      <p:bldP spid="82979" grpId="0" animBg="1" autoUpdateAnimBg="0"/>
      <p:bldP spid="82980" grpId="0" animBg="1" autoUpdateAnimBg="0"/>
      <p:bldP spid="82981" grpId="0" animBg="1" autoUpdateAnimBg="0"/>
      <p:bldP spid="82983" grpId="0" animBg="1" autoUpdateAnimBg="0"/>
      <p:bldP spid="82984" grpId="0" animBg="1" autoUpdateAnimBg="0"/>
      <p:bldP spid="82987" grpId="0" build="p" autoUpdateAnimBg="0"/>
      <p:bldP spid="82988" grpId="0" build="p"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EEDCD-6B35-6857-403D-BD0047EC7374}"/>
              </a:ext>
            </a:extLst>
          </p:cNvPr>
          <p:cNvSpPr>
            <a:spLocks noGrp="1"/>
          </p:cNvSpPr>
          <p:nvPr>
            <p:ph type="title"/>
          </p:nvPr>
        </p:nvSpPr>
        <p:spPr/>
        <p:txBody>
          <a:bodyPr/>
          <a:lstStyle/>
          <a:p>
            <a:r>
              <a:rPr lang="en-US" dirty="0"/>
              <a:t>Some links </a:t>
            </a:r>
          </a:p>
        </p:txBody>
      </p:sp>
      <p:sp>
        <p:nvSpPr>
          <p:cNvPr id="3" name="Content Placeholder 2">
            <a:extLst>
              <a:ext uri="{FF2B5EF4-FFF2-40B4-BE49-F238E27FC236}">
                <a16:creationId xmlns:a16="http://schemas.microsoft.com/office/drawing/2014/main" id="{46E01E67-3C78-CF42-C412-29F70084EED8}"/>
              </a:ext>
            </a:extLst>
          </p:cNvPr>
          <p:cNvSpPr>
            <a:spLocks noGrp="1"/>
          </p:cNvSpPr>
          <p:nvPr>
            <p:ph idx="1"/>
          </p:nvPr>
        </p:nvSpPr>
        <p:spPr/>
        <p:txBody>
          <a:bodyPr/>
          <a:lstStyle/>
          <a:p>
            <a:r>
              <a:rPr lang="en-US" sz="1800" u="sng" dirty="0">
                <a:effectLst/>
                <a:latin typeface="Calibri" panose="020F0502020204030204" pitchFamily="34" charset="0"/>
                <a:ea typeface="Calibri" panose="020F0502020204030204" pitchFamily="34" charset="0"/>
                <a:cs typeface="Times New Roman" panose="02020603050405020304" pitchFamily="18" charset="0"/>
                <a:hlinkClick r:id="rId2">
                  <a:extLst>
                    <a:ext uri="{A12FA001-AC4F-418D-AE19-62706E023703}">
                      <ahyp:hlinkClr xmlns:ahyp="http://schemas.microsoft.com/office/drawing/2018/hyperlinkcolor" val="tx"/>
                    </a:ext>
                  </a:extLst>
                </a:hlinkClick>
              </a:rPr>
              <a:t>https://www.uml-diagrams.org/uml-25-diagrams.html</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800" u="sng" dirty="0">
                <a:effectLst/>
                <a:latin typeface="Calibri" panose="020F0502020204030204" pitchFamily="34" charset="0"/>
                <a:ea typeface="Calibri" panose="020F0502020204030204" pitchFamily="34" charset="0"/>
                <a:cs typeface="Times New Roman" panose="02020603050405020304" pitchFamily="18" charset="0"/>
                <a:hlinkClick r:id="rId3">
                  <a:extLst>
                    <a:ext uri="{A12FA001-AC4F-418D-AE19-62706E023703}">
                      <ahyp:hlinkClr xmlns:ahyp="http://schemas.microsoft.com/office/drawing/2018/hyperlinkcolor" val="tx"/>
                    </a:ext>
                  </a:extLst>
                </a:hlinkClick>
              </a:rPr>
              <a:t>https://www.lucidchart.com/pages/what-is-UML-unified-modeling-language/#section_0</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2105980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E0AD64-9592-9058-08EB-A5937A510195}"/>
              </a:ext>
            </a:extLst>
          </p:cNvPr>
          <p:cNvSpPr>
            <a:spLocks noGrp="1"/>
          </p:cNvSpPr>
          <p:nvPr>
            <p:ph idx="1"/>
          </p:nvPr>
        </p:nvSpPr>
        <p:spPr>
          <a:xfrm>
            <a:off x="1341164" y="2971800"/>
            <a:ext cx="7773339" cy="3424107"/>
          </a:xfrm>
        </p:spPr>
        <p:txBody>
          <a:bodyPr>
            <a:normAutofit/>
          </a:bodyPr>
          <a:lstStyle/>
          <a:p>
            <a:pPr marL="0" indent="0">
              <a:buNone/>
            </a:pPr>
            <a:r>
              <a:rPr lang="en-US" sz="4400" dirty="0"/>
              <a:t>Any thing to ask ??</a:t>
            </a:r>
          </a:p>
        </p:txBody>
      </p:sp>
    </p:spTree>
    <p:extLst>
      <p:ext uri="{BB962C8B-B14F-4D97-AF65-F5344CB8AC3E}">
        <p14:creationId xmlns:p14="http://schemas.microsoft.com/office/powerpoint/2010/main" val="4079085215"/>
      </p:ext>
    </p:extLst>
  </p:cSld>
  <p:clrMapOvr>
    <a:masterClrMapping/>
  </p:clrMapOvr>
</p:sld>
</file>

<file path=ppt/theme/theme1.xml><?xml version="1.0" encoding="utf-8"?>
<a:theme xmlns:a="http://schemas.openxmlformats.org/drawingml/2006/main" name="Layers">
  <a:themeElements>
    <a:clrScheme name="Layers 6">
      <a:dk1>
        <a:srgbClr val="000000"/>
      </a:dk1>
      <a:lt1>
        <a:srgbClr val="FFFFE1"/>
      </a:lt1>
      <a:dk2>
        <a:srgbClr val="330033"/>
      </a:dk2>
      <a:lt2>
        <a:srgbClr val="330033"/>
      </a:lt2>
      <a:accent1>
        <a:srgbClr val="CCCC99"/>
      </a:accent1>
      <a:accent2>
        <a:srgbClr val="FF0000"/>
      </a:accent2>
      <a:accent3>
        <a:srgbClr val="FFFFEE"/>
      </a:accent3>
      <a:accent4>
        <a:srgbClr val="000000"/>
      </a:accent4>
      <a:accent5>
        <a:srgbClr val="E2E2CA"/>
      </a:accent5>
      <a:accent6>
        <a:srgbClr val="E70000"/>
      </a:accent6>
      <a:hlink>
        <a:srgbClr val="990033"/>
      </a:hlink>
      <a:folHlink>
        <a:srgbClr val="B2B2B2"/>
      </a:folHlink>
    </a:clrScheme>
    <a:fontScheme name="Layers">
      <a:majorFont>
        <a:latin typeface="Times New Roman"/>
        <a:ea typeface=""/>
        <a:cs typeface="Arial"/>
      </a:majorFont>
      <a:minorFont>
        <a:latin typeface="Arial"/>
        <a:ea typeface=""/>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0000" tIns="46800" rIns="90000" bIns="4680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th-TH" altLang="en-US" sz="1800" b="0" i="0" u="none" strike="noStrike" cap="none" normalizeH="0" baseline="0" smtClean="0">
            <a:ln>
              <a:noFill/>
            </a:ln>
            <a:solidFill>
              <a:schemeClr val="tx1"/>
            </a:solidFill>
            <a:effectLst/>
            <a:latin typeface="Arial" panose="020B0604020202020204" pitchFamily="34" charset="0"/>
            <a:ea typeface="Angsana New" panose="02020603050405020304" pitchFamily="18" charset="-34"/>
            <a:cs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0000" tIns="46800" rIns="90000" bIns="4680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th-TH" altLang="en-US" sz="1800" b="0" i="0" u="none" strike="noStrike" cap="none" normalizeH="0" baseline="0" smtClean="0">
            <a:ln>
              <a:noFill/>
            </a:ln>
            <a:solidFill>
              <a:schemeClr val="tx1"/>
            </a:solidFill>
            <a:effectLst/>
            <a:latin typeface="Arial" panose="020B0604020202020204" pitchFamily="34" charset="0"/>
            <a:ea typeface="Angsana New" panose="02020603050405020304" pitchFamily="18" charset="-34"/>
            <a:cs typeface="Arial" panose="020B0604020202020204" pitchFamily="34" charset="0"/>
          </a:defRPr>
        </a:defPPr>
      </a:lstStyle>
    </a:lnDef>
  </a:objectDefaults>
  <a:extraClrSchemeLst>
    <a:extraClrScheme>
      <a:clrScheme name="Layers 1">
        <a:dk1>
          <a:srgbClr val="993300"/>
        </a:dk1>
        <a:lt1>
          <a:srgbClr val="CCCCCC"/>
        </a:lt1>
        <a:dk2>
          <a:srgbClr val="000000"/>
        </a:dk2>
        <a:lt2>
          <a:srgbClr val="FFFFFF"/>
        </a:lt2>
        <a:accent1>
          <a:srgbClr val="576F2B"/>
        </a:accent1>
        <a:accent2>
          <a:srgbClr val="666699"/>
        </a:accent2>
        <a:accent3>
          <a:srgbClr val="AAAAAA"/>
        </a:accent3>
        <a:accent4>
          <a:srgbClr val="AEAEAE"/>
        </a:accent4>
        <a:accent5>
          <a:srgbClr val="B4BBAC"/>
        </a:accent5>
        <a:accent6>
          <a:srgbClr val="5C5C8A"/>
        </a:accent6>
        <a:hlink>
          <a:srgbClr val="993300"/>
        </a:hlink>
        <a:folHlink>
          <a:srgbClr val="CC9900"/>
        </a:folHlink>
      </a:clrScheme>
      <a:clrMap bg1="dk2" tx1="lt1" bg2="dk1" tx2="lt2" accent1="accent1" accent2="accent2" accent3="accent3" accent4="accent4" accent5="accent5" accent6="accent6" hlink="hlink" folHlink="folHlink"/>
    </a:extraClrScheme>
    <a:extraClrScheme>
      <a:clrScheme name="Layers 2">
        <a:dk1>
          <a:srgbClr val="993300"/>
        </a:dk1>
        <a:lt1>
          <a:srgbClr val="CCCCCC"/>
        </a:lt1>
        <a:dk2>
          <a:srgbClr val="330000"/>
        </a:dk2>
        <a:lt2>
          <a:srgbClr val="FFFFFF"/>
        </a:lt2>
        <a:accent1>
          <a:srgbClr val="996633"/>
        </a:accent1>
        <a:accent2>
          <a:srgbClr val="FF0000"/>
        </a:accent2>
        <a:accent3>
          <a:srgbClr val="ADAAAA"/>
        </a:accent3>
        <a:accent4>
          <a:srgbClr val="AEAEAE"/>
        </a:accent4>
        <a:accent5>
          <a:srgbClr val="CAB8AD"/>
        </a:accent5>
        <a:accent6>
          <a:srgbClr val="E70000"/>
        </a:accent6>
        <a:hlink>
          <a:srgbClr val="FF3300"/>
        </a:hlink>
        <a:folHlink>
          <a:srgbClr val="CC9933"/>
        </a:folHlink>
      </a:clrScheme>
      <a:clrMap bg1="dk2" tx1="lt1" bg2="dk1" tx2="lt2" accent1="accent1" accent2="accent2" accent3="accent3" accent4="accent4" accent5="accent5" accent6="accent6" hlink="hlink" folHlink="folHlink"/>
    </a:extraClrScheme>
    <a:extraClrScheme>
      <a:clrScheme name="Layers 3">
        <a:dk1>
          <a:srgbClr val="79788A"/>
        </a:dk1>
        <a:lt1>
          <a:srgbClr val="FFFFFF"/>
        </a:lt1>
        <a:dk2>
          <a:srgbClr val="21203C"/>
        </a:dk2>
        <a:lt2>
          <a:srgbClr val="FFFFCC"/>
        </a:lt2>
        <a:accent1>
          <a:srgbClr val="476077"/>
        </a:accent1>
        <a:accent2>
          <a:srgbClr val="676C5A"/>
        </a:accent2>
        <a:accent3>
          <a:srgbClr val="ABABAF"/>
        </a:accent3>
        <a:accent4>
          <a:srgbClr val="DADADA"/>
        </a:accent4>
        <a:accent5>
          <a:srgbClr val="B1B6BD"/>
        </a:accent5>
        <a:accent6>
          <a:srgbClr val="5D6151"/>
        </a:accent6>
        <a:hlink>
          <a:srgbClr val="666699"/>
        </a:hlink>
        <a:folHlink>
          <a:srgbClr val="8CB0A2"/>
        </a:folHlink>
      </a:clrScheme>
      <a:clrMap bg1="dk2" tx1="lt1" bg2="dk1" tx2="lt2" accent1="accent1" accent2="accent2" accent3="accent3" accent4="accent4" accent5="accent5" accent6="accent6" hlink="hlink" folHlink="folHlink"/>
    </a:extraClrScheme>
    <a:extraClrScheme>
      <a:clrScheme name="Layers 4">
        <a:dk1>
          <a:srgbClr val="455B41"/>
        </a:dk1>
        <a:lt1>
          <a:srgbClr val="FFFFCC"/>
        </a:lt1>
        <a:dk2>
          <a:srgbClr val="79A994"/>
        </a:dk2>
        <a:lt2>
          <a:srgbClr val="FFFFCC"/>
        </a:lt2>
        <a:accent1>
          <a:srgbClr val="517087"/>
        </a:accent1>
        <a:accent2>
          <a:srgbClr val="666699"/>
        </a:accent2>
        <a:accent3>
          <a:srgbClr val="BED1C8"/>
        </a:accent3>
        <a:accent4>
          <a:srgbClr val="DADAAE"/>
        </a:accent4>
        <a:accent5>
          <a:srgbClr val="B3BBC3"/>
        </a:accent5>
        <a:accent6>
          <a:srgbClr val="5C5C8A"/>
        </a:accent6>
        <a:hlink>
          <a:srgbClr val="993300"/>
        </a:hlink>
        <a:folHlink>
          <a:srgbClr val="A4AF6B"/>
        </a:folHlink>
      </a:clrScheme>
      <a:clrMap bg1="dk2" tx1="lt1" bg2="dk1" tx2="lt2" accent1="accent1" accent2="accent2" accent3="accent3" accent4="accent4" accent5="accent5" accent6="accent6" hlink="hlink" folHlink="folHlink"/>
    </a:extraClrScheme>
    <a:extraClrScheme>
      <a:clrScheme name="Layers 5">
        <a:dk1>
          <a:srgbClr val="330000"/>
        </a:dk1>
        <a:lt1>
          <a:srgbClr val="FF9900"/>
        </a:lt1>
        <a:dk2>
          <a:srgbClr val="FFFFFF"/>
        </a:dk2>
        <a:lt2>
          <a:srgbClr val="8B3111"/>
        </a:lt2>
        <a:accent1>
          <a:srgbClr val="DD6D07"/>
        </a:accent1>
        <a:accent2>
          <a:srgbClr val="CC9900"/>
        </a:accent2>
        <a:accent3>
          <a:srgbClr val="FFCAAA"/>
        </a:accent3>
        <a:accent4>
          <a:srgbClr val="2A0000"/>
        </a:accent4>
        <a:accent5>
          <a:srgbClr val="EBBAAA"/>
        </a:accent5>
        <a:accent6>
          <a:srgbClr val="B98A00"/>
        </a:accent6>
        <a:hlink>
          <a:srgbClr val="CC3300"/>
        </a:hlink>
        <a:folHlink>
          <a:srgbClr val="CCCC66"/>
        </a:folHlink>
      </a:clrScheme>
      <a:clrMap bg1="lt1" tx1="dk1" bg2="lt2" tx2="dk2" accent1="accent1" accent2="accent2" accent3="accent3" accent4="accent4" accent5="accent5" accent6="accent6" hlink="hlink" folHlink="folHlink"/>
    </a:extraClrScheme>
    <a:extraClrScheme>
      <a:clrScheme name="Layers 6">
        <a:dk1>
          <a:srgbClr val="000000"/>
        </a:dk1>
        <a:lt1>
          <a:srgbClr val="FFFFE1"/>
        </a:lt1>
        <a:dk2>
          <a:srgbClr val="330033"/>
        </a:dk2>
        <a:lt2>
          <a:srgbClr val="330033"/>
        </a:lt2>
        <a:accent1>
          <a:srgbClr val="CCCC99"/>
        </a:accent1>
        <a:accent2>
          <a:srgbClr val="FF0000"/>
        </a:accent2>
        <a:accent3>
          <a:srgbClr val="FFFFEE"/>
        </a:accent3>
        <a:accent4>
          <a:srgbClr val="000000"/>
        </a:accent4>
        <a:accent5>
          <a:srgbClr val="E2E2CA"/>
        </a:accent5>
        <a:accent6>
          <a:srgbClr val="E70000"/>
        </a:accent6>
        <a:hlink>
          <a:srgbClr val="990033"/>
        </a:hlink>
        <a:folHlink>
          <a:srgbClr val="B2B2B2"/>
        </a:folHlink>
      </a:clrScheme>
      <a:clrMap bg1="lt1" tx1="dk1" bg2="lt2" tx2="dk2" accent1="accent1" accent2="accent2" accent3="accent3" accent4="accent4" accent5="accent5" accent6="accent6" hlink="hlink" folHlink="folHlink"/>
    </a:extraClrScheme>
    <a:extraClrScheme>
      <a:clrScheme name="Layers 7">
        <a:dk1>
          <a:srgbClr val="000000"/>
        </a:dk1>
        <a:lt1>
          <a:srgbClr val="FFFFFF"/>
        </a:lt1>
        <a:dk2>
          <a:srgbClr val="000000"/>
        </a:dk2>
        <a:lt2>
          <a:srgbClr val="891411"/>
        </a:lt2>
        <a:accent1>
          <a:srgbClr val="4F917E"/>
        </a:accent1>
        <a:accent2>
          <a:srgbClr val="CC9900"/>
        </a:accent2>
        <a:accent3>
          <a:srgbClr val="FFFFFF"/>
        </a:accent3>
        <a:accent4>
          <a:srgbClr val="000000"/>
        </a:accent4>
        <a:accent5>
          <a:srgbClr val="B2C7C0"/>
        </a:accent5>
        <a:accent6>
          <a:srgbClr val="B98A00"/>
        </a:accent6>
        <a:hlink>
          <a:srgbClr val="5A84D8"/>
        </a:hlink>
        <a:folHlink>
          <a:srgbClr val="A0C6BA"/>
        </a:folHlink>
      </a:clrScheme>
      <a:clrMap bg1="lt1" tx1="dk1" bg2="lt2" tx2="dk2" accent1="accent1" accent2="accent2" accent3="accent3" accent4="accent4" accent5="accent5" accent6="accent6" hlink="hlink" folHlink="folHlink"/>
    </a:extraClrScheme>
    <a:extraClrScheme>
      <a:clrScheme name="Layers 8">
        <a:dk1>
          <a:srgbClr val="000000"/>
        </a:dk1>
        <a:lt1>
          <a:srgbClr val="FFFFFF"/>
        </a:lt1>
        <a:dk2>
          <a:srgbClr val="CC0000"/>
        </a:dk2>
        <a:lt2>
          <a:srgbClr val="999966"/>
        </a:lt2>
        <a:accent1>
          <a:srgbClr val="CCCCCC"/>
        </a:accent1>
        <a:accent2>
          <a:srgbClr val="CCCC66"/>
        </a:accent2>
        <a:accent3>
          <a:srgbClr val="FFFFFF"/>
        </a:accent3>
        <a:accent4>
          <a:srgbClr val="000000"/>
        </a:accent4>
        <a:accent5>
          <a:srgbClr val="E2E2E2"/>
        </a:accent5>
        <a:accent6>
          <a:srgbClr val="B9B95C"/>
        </a:accent6>
        <a:hlink>
          <a:srgbClr val="666699"/>
        </a:hlink>
        <a:folHlink>
          <a:srgbClr val="CCCC99"/>
        </a:folHlink>
      </a:clrScheme>
      <a:clrMap bg1="lt1" tx1="dk1" bg2="lt2" tx2="dk2" accent1="accent1" accent2="accent2" accent3="accent3" accent4="accent4" accent5="accent5" accent6="accent6" hlink="hlink" folHlink="folHlink"/>
    </a:extraClrScheme>
    <a:extraClrScheme>
      <a:clrScheme name="Layers 9">
        <a:dk1>
          <a:srgbClr val="000000"/>
        </a:dk1>
        <a:lt1>
          <a:srgbClr val="FFFFFF"/>
        </a:lt1>
        <a:dk2>
          <a:srgbClr val="FF0000"/>
        </a:dk2>
        <a:lt2>
          <a:srgbClr val="009999"/>
        </a:lt2>
        <a:accent1>
          <a:srgbClr val="C7B505"/>
        </a:accent1>
        <a:accent2>
          <a:srgbClr val="FFFF66"/>
        </a:accent2>
        <a:accent3>
          <a:srgbClr val="FFFFFF"/>
        </a:accent3>
        <a:accent4>
          <a:srgbClr val="000000"/>
        </a:accent4>
        <a:accent5>
          <a:srgbClr val="E0D7AA"/>
        </a:accent5>
        <a:accent6>
          <a:srgbClr val="E7E75C"/>
        </a:accent6>
        <a:hlink>
          <a:srgbClr val="5A84D8"/>
        </a:hlink>
        <a:folHlink>
          <a:srgbClr val="A0C6BA"/>
        </a:folHlink>
      </a:clrScheme>
      <a:clrMap bg1="lt1" tx1="dk1" bg2="lt2" tx2="dk2" accent1="accent1" accent2="accent2" accent3="accent3" accent4="accent4" accent5="accent5" accent6="accent6" hlink="hlink" folHlink="folHlink"/>
    </a:extraClrScheme>
    <a:extraClrScheme>
      <a:clrScheme name="Layers 10">
        <a:dk1>
          <a:srgbClr val="000000"/>
        </a:dk1>
        <a:lt1>
          <a:srgbClr val="FFFFFF"/>
        </a:lt1>
        <a:dk2>
          <a:srgbClr val="660033"/>
        </a:dk2>
        <a:lt2>
          <a:srgbClr val="666699"/>
        </a:lt2>
        <a:accent1>
          <a:srgbClr val="95A3D1"/>
        </a:accent1>
        <a:accent2>
          <a:srgbClr val="FFFF66"/>
        </a:accent2>
        <a:accent3>
          <a:srgbClr val="FFFFFF"/>
        </a:accent3>
        <a:accent4>
          <a:srgbClr val="000000"/>
        </a:accent4>
        <a:accent5>
          <a:srgbClr val="C8CEE5"/>
        </a:accent5>
        <a:accent6>
          <a:srgbClr val="E7E75C"/>
        </a:accent6>
        <a:hlink>
          <a:srgbClr val="5A84D8"/>
        </a:hlink>
        <a:folHlink>
          <a:srgbClr val="CCCC99"/>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Advantage">
  <a:themeElements>
    <a:clrScheme name="Advantage">
      <a:dk1>
        <a:sysClr val="windowText" lastClr="000000"/>
      </a:dk1>
      <a:lt1>
        <a:sysClr val="window" lastClr="FFFFFF"/>
      </a:lt1>
      <a:dk2>
        <a:srgbClr val="2B142D"/>
      </a:dk2>
      <a:lt2>
        <a:srgbClr val="C3AFCC"/>
      </a:lt2>
      <a:accent1>
        <a:srgbClr val="663366"/>
      </a:accent1>
      <a:accent2>
        <a:srgbClr val="330F42"/>
      </a:accent2>
      <a:accent3>
        <a:srgbClr val="666699"/>
      </a:accent3>
      <a:accent4>
        <a:srgbClr val="999966"/>
      </a:accent4>
      <a:accent5>
        <a:srgbClr val="F7901E"/>
      </a:accent5>
      <a:accent6>
        <a:srgbClr val="A3A101"/>
      </a:accent6>
      <a:hlink>
        <a:srgbClr val="BC5FBC"/>
      </a:hlink>
      <a:folHlink>
        <a:srgbClr val="9775A7"/>
      </a:folHlink>
    </a:clrScheme>
    <a:fontScheme name="Advantage">
      <a:majorFont>
        <a:latin typeface="Rockwell"/>
        <a:ea typeface=""/>
        <a:cs typeface=""/>
        <a:font script="Jpan" typeface="ＭＳ ゴシック"/>
      </a:majorFont>
      <a:minorFont>
        <a:latin typeface="Rockwell"/>
        <a:ea typeface=""/>
        <a:cs typeface=""/>
        <a:font script="Jpan" typeface="ＭＳ ゴシック"/>
      </a:minorFont>
    </a:fontScheme>
    <a:fmtScheme name="Advantage">
      <a:fillStyleLst>
        <a:solidFill>
          <a:schemeClr val="phClr"/>
        </a:solidFill>
        <a:gradFill rotWithShape="1">
          <a:gsLst>
            <a:gs pos="0">
              <a:schemeClr val="phClr">
                <a:tint val="100000"/>
                <a:shade val="40000"/>
                <a:alpha val="100000"/>
                <a:satMod val="150000"/>
                <a:lumMod val="100000"/>
              </a:schemeClr>
            </a:gs>
            <a:gs pos="100000">
              <a:schemeClr val="phClr">
                <a:tint val="70000"/>
                <a:shade val="100000"/>
                <a:alpha val="100000"/>
                <a:satMod val="200000"/>
                <a:lumMod val="100000"/>
              </a:schemeClr>
            </a:gs>
          </a:gsLst>
          <a:lin ang="6000000" scaled="1"/>
        </a:gradFill>
        <a:gradFill rotWithShape="1">
          <a:gsLst>
            <a:gs pos="0">
              <a:schemeClr val="phClr">
                <a:shade val="40000"/>
                <a:alpha val="100000"/>
                <a:satMod val="150000"/>
                <a:lumMod val="100000"/>
              </a:schemeClr>
            </a:gs>
            <a:gs pos="100000">
              <a:schemeClr val="phClr">
                <a:tint val="70000"/>
                <a:shade val="100000"/>
                <a:alpha val="100000"/>
                <a:satMod val="200000"/>
                <a:lumMod val="100000"/>
              </a:schemeClr>
            </a:gs>
          </a:gsLst>
          <a:lin ang="54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innerShdw blurRad="50800" dist="25400" dir="13500000">
              <a:srgbClr val="FFFFFF">
                <a:alpha val="75000"/>
              </a:srgbClr>
            </a:innerShdw>
            <a:outerShdw blurRad="63500" dist="25400" dir="5400000" rotWithShape="0">
              <a:srgbClr val="808080">
                <a:alpha val="75000"/>
              </a:srgbClr>
            </a:outerShdw>
          </a:effectLst>
        </a:effectStyle>
        <a:effectStyle>
          <a:effectLst/>
          <a:scene3d>
            <a:camera prst="orthographicFront">
              <a:rot lat="0" lon="0" rev="0"/>
            </a:camera>
            <a:lightRig rig="twoPt" dir="tl">
              <a:rot lat="0" lon="0" rev="4500000"/>
            </a:lightRig>
          </a:scene3d>
          <a:sp3d>
            <a:bevelT w="63500" h="50800"/>
          </a:sp3d>
        </a:effectStyle>
      </a:effectStyleLst>
      <a:bgFillStyleLst>
        <a:solidFill>
          <a:schemeClr val="phClr"/>
        </a:solidFill>
        <a:gradFill rotWithShape="1">
          <a:gsLst>
            <a:gs pos="0">
              <a:schemeClr val="phClr">
                <a:tint val="40000"/>
                <a:satMod val="1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1_Layers">
  <a:themeElements>
    <a:clrScheme name="Layers 6">
      <a:dk1>
        <a:srgbClr val="000000"/>
      </a:dk1>
      <a:lt1>
        <a:srgbClr val="FFFFE1"/>
      </a:lt1>
      <a:dk2>
        <a:srgbClr val="330033"/>
      </a:dk2>
      <a:lt2>
        <a:srgbClr val="330033"/>
      </a:lt2>
      <a:accent1>
        <a:srgbClr val="CCCC99"/>
      </a:accent1>
      <a:accent2>
        <a:srgbClr val="FF0000"/>
      </a:accent2>
      <a:accent3>
        <a:srgbClr val="FFFFEE"/>
      </a:accent3>
      <a:accent4>
        <a:srgbClr val="000000"/>
      </a:accent4>
      <a:accent5>
        <a:srgbClr val="E2E2CA"/>
      </a:accent5>
      <a:accent6>
        <a:srgbClr val="E70000"/>
      </a:accent6>
      <a:hlink>
        <a:srgbClr val="990033"/>
      </a:hlink>
      <a:folHlink>
        <a:srgbClr val="B2B2B2"/>
      </a:folHlink>
    </a:clrScheme>
    <a:fontScheme name="Layers">
      <a:majorFont>
        <a:latin typeface="Times New Roman"/>
        <a:ea typeface=""/>
        <a:cs typeface="Arial"/>
      </a:majorFont>
      <a:minorFont>
        <a:latin typeface="Arial"/>
        <a:ea typeface=""/>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0000" tIns="46800" rIns="90000" bIns="4680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th-TH" altLang="en-US" sz="1800" b="0" i="0" u="none" strike="noStrike" cap="none" normalizeH="0" baseline="0" smtClean="0">
            <a:ln>
              <a:noFill/>
            </a:ln>
            <a:solidFill>
              <a:schemeClr val="tx1"/>
            </a:solidFill>
            <a:effectLst/>
            <a:latin typeface="Arial" panose="020B0604020202020204" pitchFamily="34" charset="0"/>
            <a:ea typeface="Angsana New" panose="020B0502040204020203" pitchFamily="18" charset="-34"/>
            <a:cs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0000" tIns="46800" rIns="90000" bIns="4680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th-TH" altLang="en-US" sz="1800" b="0" i="0" u="none" strike="noStrike" cap="none" normalizeH="0" baseline="0" smtClean="0">
            <a:ln>
              <a:noFill/>
            </a:ln>
            <a:solidFill>
              <a:schemeClr val="tx1"/>
            </a:solidFill>
            <a:effectLst/>
            <a:latin typeface="Arial" panose="020B0604020202020204" pitchFamily="34" charset="0"/>
            <a:ea typeface="Angsana New" panose="020B0502040204020203" pitchFamily="18" charset="-34"/>
            <a:cs typeface="Arial" panose="020B0604020202020204" pitchFamily="34" charset="0"/>
          </a:defRPr>
        </a:defPPr>
      </a:lstStyle>
    </a:lnDef>
  </a:objectDefaults>
  <a:extraClrSchemeLst>
    <a:extraClrScheme>
      <a:clrScheme name="Layers 1">
        <a:dk1>
          <a:srgbClr val="993300"/>
        </a:dk1>
        <a:lt1>
          <a:srgbClr val="CCCCCC"/>
        </a:lt1>
        <a:dk2>
          <a:srgbClr val="000000"/>
        </a:dk2>
        <a:lt2>
          <a:srgbClr val="FFFFFF"/>
        </a:lt2>
        <a:accent1>
          <a:srgbClr val="576F2B"/>
        </a:accent1>
        <a:accent2>
          <a:srgbClr val="666699"/>
        </a:accent2>
        <a:accent3>
          <a:srgbClr val="AAAAAA"/>
        </a:accent3>
        <a:accent4>
          <a:srgbClr val="AEAEAE"/>
        </a:accent4>
        <a:accent5>
          <a:srgbClr val="B4BBAC"/>
        </a:accent5>
        <a:accent6>
          <a:srgbClr val="5C5C8A"/>
        </a:accent6>
        <a:hlink>
          <a:srgbClr val="993300"/>
        </a:hlink>
        <a:folHlink>
          <a:srgbClr val="CC9900"/>
        </a:folHlink>
      </a:clrScheme>
      <a:clrMap bg1="dk2" tx1="lt1" bg2="dk1" tx2="lt2" accent1="accent1" accent2="accent2" accent3="accent3" accent4="accent4" accent5="accent5" accent6="accent6" hlink="hlink" folHlink="folHlink"/>
    </a:extraClrScheme>
    <a:extraClrScheme>
      <a:clrScheme name="Layers 2">
        <a:dk1>
          <a:srgbClr val="993300"/>
        </a:dk1>
        <a:lt1>
          <a:srgbClr val="CCCCCC"/>
        </a:lt1>
        <a:dk2>
          <a:srgbClr val="330000"/>
        </a:dk2>
        <a:lt2>
          <a:srgbClr val="FFFFFF"/>
        </a:lt2>
        <a:accent1>
          <a:srgbClr val="996633"/>
        </a:accent1>
        <a:accent2>
          <a:srgbClr val="FF0000"/>
        </a:accent2>
        <a:accent3>
          <a:srgbClr val="ADAAAA"/>
        </a:accent3>
        <a:accent4>
          <a:srgbClr val="AEAEAE"/>
        </a:accent4>
        <a:accent5>
          <a:srgbClr val="CAB8AD"/>
        </a:accent5>
        <a:accent6>
          <a:srgbClr val="E70000"/>
        </a:accent6>
        <a:hlink>
          <a:srgbClr val="FF3300"/>
        </a:hlink>
        <a:folHlink>
          <a:srgbClr val="CC9933"/>
        </a:folHlink>
      </a:clrScheme>
      <a:clrMap bg1="dk2" tx1="lt1" bg2="dk1" tx2="lt2" accent1="accent1" accent2="accent2" accent3="accent3" accent4="accent4" accent5="accent5" accent6="accent6" hlink="hlink" folHlink="folHlink"/>
    </a:extraClrScheme>
    <a:extraClrScheme>
      <a:clrScheme name="Layers 3">
        <a:dk1>
          <a:srgbClr val="79788A"/>
        </a:dk1>
        <a:lt1>
          <a:srgbClr val="FFFFFF"/>
        </a:lt1>
        <a:dk2>
          <a:srgbClr val="21203C"/>
        </a:dk2>
        <a:lt2>
          <a:srgbClr val="FFFFCC"/>
        </a:lt2>
        <a:accent1>
          <a:srgbClr val="476077"/>
        </a:accent1>
        <a:accent2>
          <a:srgbClr val="676C5A"/>
        </a:accent2>
        <a:accent3>
          <a:srgbClr val="ABABAF"/>
        </a:accent3>
        <a:accent4>
          <a:srgbClr val="DADADA"/>
        </a:accent4>
        <a:accent5>
          <a:srgbClr val="B1B6BD"/>
        </a:accent5>
        <a:accent6>
          <a:srgbClr val="5D6151"/>
        </a:accent6>
        <a:hlink>
          <a:srgbClr val="666699"/>
        </a:hlink>
        <a:folHlink>
          <a:srgbClr val="8CB0A2"/>
        </a:folHlink>
      </a:clrScheme>
      <a:clrMap bg1="dk2" tx1="lt1" bg2="dk1" tx2="lt2" accent1="accent1" accent2="accent2" accent3="accent3" accent4="accent4" accent5="accent5" accent6="accent6" hlink="hlink" folHlink="folHlink"/>
    </a:extraClrScheme>
    <a:extraClrScheme>
      <a:clrScheme name="Layers 4">
        <a:dk1>
          <a:srgbClr val="455B41"/>
        </a:dk1>
        <a:lt1>
          <a:srgbClr val="FFFFCC"/>
        </a:lt1>
        <a:dk2>
          <a:srgbClr val="79A994"/>
        </a:dk2>
        <a:lt2>
          <a:srgbClr val="FFFFCC"/>
        </a:lt2>
        <a:accent1>
          <a:srgbClr val="517087"/>
        </a:accent1>
        <a:accent2>
          <a:srgbClr val="666699"/>
        </a:accent2>
        <a:accent3>
          <a:srgbClr val="BED1C8"/>
        </a:accent3>
        <a:accent4>
          <a:srgbClr val="DADAAE"/>
        </a:accent4>
        <a:accent5>
          <a:srgbClr val="B3BBC3"/>
        </a:accent5>
        <a:accent6>
          <a:srgbClr val="5C5C8A"/>
        </a:accent6>
        <a:hlink>
          <a:srgbClr val="993300"/>
        </a:hlink>
        <a:folHlink>
          <a:srgbClr val="A4AF6B"/>
        </a:folHlink>
      </a:clrScheme>
      <a:clrMap bg1="dk2" tx1="lt1" bg2="dk1" tx2="lt2" accent1="accent1" accent2="accent2" accent3="accent3" accent4="accent4" accent5="accent5" accent6="accent6" hlink="hlink" folHlink="folHlink"/>
    </a:extraClrScheme>
    <a:extraClrScheme>
      <a:clrScheme name="Layers 5">
        <a:dk1>
          <a:srgbClr val="330000"/>
        </a:dk1>
        <a:lt1>
          <a:srgbClr val="FF9900"/>
        </a:lt1>
        <a:dk2>
          <a:srgbClr val="FFFFFF"/>
        </a:dk2>
        <a:lt2>
          <a:srgbClr val="8B3111"/>
        </a:lt2>
        <a:accent1>
          <a:srgbClr val="DD6D07"/>
        </a:accent1>
        <a:accent2>
          <a:srgbClr val="CC9900"/>
        </a:accent2>
        <a:accent3>
          <a:srgbClr val="FFCAAA"/>
        </a:accent3>
        <a:accent4>
          <a:srgbClr val="2A0000"/>
        </a:accent4>
        <a:accent5>
          <a:srgbClr val="EBBAAA"/>
        </a:accent5>
        <a:accent6>
          <a:srgbClr val="B98A00"/>
        </a:accent6>
        <a:hlink>
          <a:srgbClr val="CC3300"/>
        </a:hlink>
        <a:folHlink>
          <a:srgbClr val="CCCC66"/>
        </a:folHlink>
      </a:clrScheme>
      <a:clrMap bg1="lt1" tx1="dk1" bg2="lt2" tx2="dk2" accent1="accent1" accent2="accent2" accent3="accent3" accent4="accent4" accent5="accent5" accent6="accent6" hlink="hlink" folHlink="folHlink"/>
    </a:extraClrScheme>
    <a:extraClrScheme>
      <a:clrScheme name="Layers 6">
        <a:dk1>
          <a:srgbClr val="000000"/>
        </a:dk1>
        <a:lt1>
          <a:srgbClr val="FFFFE1"/>
        </a:lt1>
        <a:dk2>
          <a:srgbClr val="330033"/>
        </a:dk2>
        <a:lt2>
          <a:srgbClr val="330033"/>
        </a:lt2>
        <a:accent1>
          <a:srgbClr val="CCCC99"/>
        </a:accent1>
        <a:accent2>
          <a:srgbClr val="FF0000"/>
        </a:accent2>
        <a:accent3>
          <a:srgbClr val="FFFFEE"/>
        </a:accent3>
        <a:accent4>
          <a:srgbClr val="000000"/>
        </a:accent4>
        <a:accent5>
          <a:srgbClr val="E2E2CA"/>
        </a:accent5>
        <a:accent6>
          <a:srgbClr val="E70000"/>
        </a:accent6>
        <a:hlink>
          <a:srgbClr val="990033"/>
        </a:hlink>
        <a:folHlink>
          <a:srgbClr val="B2B2B2"/>
        </a:folHlink>
      </a:clrScheme>
      <a:clrMap bg1="lt1" tx1="dk1" bg2="lt2" tx2="dk2" accent1="accent1" accent2="accent2" accent3="accent3" accent4="accent4" accent5="accent5" accent6="accent6" hlink="hlink" folHlink="folHlink"/>
    </a:extraClrScheme>
    <a:extraClrScheme>
      <a:clrScheme name="Layers 7">
        <a:dk1>
          <a:srgbClr val="000000"/>
        </a:dk1>
        <a:lt1>
          <a:srgbClr val="FFFFFF"/>
        </a:lt1>
        <a:dk2>
          <a:srgbClr val="000000"/>
        </a:dk2>
        <a:lt2>
          <a:srgbClr val="891411"/>
        </a:lt2>
        <a:accent1>
          <a:srgbClr val="4F917E"/>
        </a:accent1>
        <a:accent2>
          <a:srgbClr val="CC9900"/>
        </a:accent2>
        <a:accent3>
          <a:srgbClr val="FFFFFF"/>
        </a:accent3>
        <a:accent4>
          <a:srgbClr val="000000"/>
        </a:accent4>
        <a:accent5>
          <a:srgbClr val="B2C7C0"/>
        </a:accent5>
        <a:accent6>
          <a:srgbClr val="B98A00"/>
        </a:accent6>
        <a:hlink>
          <a:srgbClr val="5A84D8"/>
        </a:hlink>
        <a:folHlink>
          <a:srgbClr val="A0C6BA"/>
        </a:folHlink>
      </a:clrScheme>
      <a:clrMap bg1="lt1" tx1="dk1" bg2="lt2" tx2="dk2" accent1="accent1" accent2="accent2" accent3="accent3" accent4="accent4" accent5="accent5" accent6="accent6" hlink="hlink" folHlink="folHlink"/>
    </a:extraClrScheme>
    <a:extraClrScheme>
      <a:clrScheme name="Layers 8">
        <a:dk1>
          <a:srgbClr val="000000"/>
        </a:dk1>
        <a:lt1>
          <a:srgbClr val="FFFFFF"/>
        </a:lt1>
        <a:dk2>
          <a:srgbClr val="CC0000"/>
        </a:dk2>
        <a:lt2>
          <a:srgbClr val="999966"/>
        </a:lt2>
        <a:accent1>
          <a:srgbClr val="CCCCCC"/>
        </a:accent1>
        <a:accent2>
          <a:srgbClr val="CCCC66"/>
        </a:accent2>
        <a:accent3>
          <a:srgbClr val="FFFFFF"/>
        </a:accent3>
        <a:accent4>
          <a:srgbClr val="000000"/>
        </a:accent4>
        <a:accent5>
          <a:srgbClr val="E2E2E2"/>
        </a:accent5>
        <a:accent6>
          <a:srgbClr val="B9B95C"/>
        </a:accent6>
        <a:hlink>
          <a:srgbClr val="666699"/>
        </a:hlink>
        <a:folHlink>
          <a:srgbClr val="CCCC99"/>
        </a:folHlink>
      </a:clrScheme>
      <a:clrMap bg1="lt1" tx1="dk1" bg2="lt2" tx2="dk2" accent1="accent1" accent2="accent2" accent3="accent3" accent4="accent4" accent5="accent5" accent6="accent6" hlink="hlink" folHlink="folHlink"/>
    </a:extraClrScheme>
    <a:extraClrScheme>
      <a:clrScheme name="Layers 9">
        <a:dk1>
          <a:srgbClr val="000000"/>
        </a:dk1>
        <a:lt1>
          <a:srgbClr val="FFFFFF"/>
        </a:lt1>
        <a:dk2>
          <a:srgbClr val="FF0000"/>
        </a:dk2>
        <a:lt2>
          <a:srgbClr val="009999"/>
        </a:lt2>
        <a:accent1>
          <a:srgbClr val="C7B505"/>
        </a:accent1>
        <a:accent2>
          <a:srgbClr val="FFFF66"/>
        </a:accent2>
        <a:accent3>
          <a:srgbClr val="FFFFFF"/>
        </a:accent3>
        <a:accent4>
          <a:srgbClr val="000000"/>
        </a:accent4>
        <a:accent5>
          <a:srgbClr val="E0D7AA"/>
        </a:accent5>
        <a:accent6>
          <a:srgbClr val="E7E75C"/>
        </a:accent6>
        <a:hlink>
          <a:srgbClr val="5A84D8"/>
        </a:hlink>
        <a:folHlink>
          <a:srgbClr val="A0C6BA"/>
        </a:folHlink>
      </a:clrScheme>
      <a:clrMap bg1="lt1" tx1="dk1" bg2="lt2" tx2="dk2" accent1="accent1" accent2="accent2" accent3="accent3" accent4="accent4" accent5="accent5" accent6="accent6" hlink="hlink" folHlink="folHlink"/>
    </a:extraClrScheme>
    <a:extraClrScheme>
      <a:clrScheme name="Layers 10">
        <a:dk1>
          <a:srgbClr val="000000"/>
        </a:dk1>
        <a:lt1>
          <a:srgbClr val="FFFFFF"/>
        </a:lt1>
        <a:dk2>
          <a:srgbClr val="660033"/>
        </a:dk2>
        <a:lt2>
          <a:srgbClr val="666699"/>
        </a:lt2>
        <a:accent1>
          <a:srgbClr val="95A3D1"/>
        </a:accent1>
        <a:accent2>
          <a:srgbClr val="FFFF66"/>
        </a:accent2>
        <a:accent3>
          <a:srgbClr val="FFFFFF"/>
        </a:accent3>
        <a:accent4>
          <a:srgbClr val="000000"/>
        </a:accent4>
        <a:accent5>
          <a:srgbClr val="C8CEE5"/>
        </a:accent5>
        <a:accent6>
          <a:srgbClr val="E7E75C"/>
        </a:accent6>
        <a:hlink>
          <a:srgbClr val="5A84D8"/>
        </a:hlink>
        <a:folHlink>
          <a:srgbClr val="CCCC99"/>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iab97">
  <a:themeElements>
    <a:clrScheme name="">
      <a:dk1>
        <a:srgbClr val="000000"/>
      </a:dk1>
      <a:lt1>
        <a:srgbClr val="FFFFFF"/>
      </a:lt1>
      <a:dk2>
        <a:srgbClr val="000082"/>
      </a:dk2>
      <a:lt2>
        <a:srgbClr val="C0C0C0"/>
      </a:lt2>
      <a:accent1>
        <a:srgbClr val="D01608"/>
      </a:accent1>
      <a:accent2>
        <a:srgbClr val="000082"/>
      </a:accent2>
      <a:accent3>
        <a:srgbClr val="FFFFFF"/>
      </a:accent3>
      <a:accent4>
        <a:srgbClr val="000000"/>
      </a:accent4>
      <a:accent5>
        <a:srgbClr val="E4ABAA"/>
      </a:accent5>
      <a:accent6>
        <a:srgbClr val="000075"/>
      </a:accent6>
      <a:hlink>
        <a:srgbClr val="00C000"/>
      </a:hlink>
      <a:folHlink>
        <a:srgbClr val="800080"/>
      </a:folHlink>
    </a:clrScheme>
    <a:fontScheme name="iab97">
      <a:majorFont>
        <a:latin typeface="Book Antiqua"/>
        <a:ea typeface="新細明體"/>
        <a:cs typeface=""/>
      </a:majorFont>
      <a:minorFont>
        <a:latin typeface="Book Antiqua"/>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400" b="0" i="1" u="sng" strike="noStrike" cap="none" normalizeH="0" baseline="0" smtClean="0">
            <a:ln>
              <a:noFill/>
            </a:ln>
            <a:solidFill>
              <a:srgbClr val="003366"/>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400" b="0" i="1" u="sng" strike="noStrike" cap="none" normalizeH="0" baseline="0" smtClean="0">
            <a:ln>
              <a:noFill/>
            </a:ln>
            <a:solidFill>
              <a:srgbClr val="003366"/>
            </a:solidFill>
            <a:effectLst/>
            <a:latin typeface="Times New Roman" pitchFamily="18" charset="0"/>
          </a:defRPr>
        </a:defPPr>
      </a:lstStyle>
    </a:lnDef>
  </a:objectDefaults>
  <a:extraClrSchemeLst>
    <a:extraClrScheme>
      <a:clrScheme name="iab97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iab97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iab97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iab97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iab97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iab97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iab97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自訂設計">
  <a:themeElements>
    <a:clrScheme name="自訂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訂設計">
      <a:majorFont>
        <a:latin typeface="Arial"/>
        <a:ea typeface="新細明體"/>
        <a:cs typeface=""/>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400" b="0" i="1" u="sng" strike="noStrike" cap="none" normalizeH="0" baseline="0" smtClean="0">
            <a:ln>
              <a:noFill/>
            </a:ln>
            <a:solidFill>
              <a:srgbClr val="003366"/>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400" b="0" i="1" u="sng" strike="noStrike" cap="none" normalizeH="0" baseline="0" smtClean="0">
            <a:ln>
              <a:noFill/>
            </a:ln>
            <a:solidFill>
              <a:srgbClr val="003366"/>
            </a:solidFill>
            <a:effectLst/>
            <a:latin typeface="Times New Roman" pitchFamily="18" charset="0"/>
          </a:defRPr>
        </a:defPPr>
      </a:lstStyle>
    </a:lnDef>
  </a:objectDefaults>
  <a:extraClrSchemeLst>
    <a:extraClrScheme>
      <a:clrScheme name="自訂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訂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訂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訂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訂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訂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訂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訂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訂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訂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訂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訂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7.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3878</TotalTime>
  <Words>1027</Words>
  <Application>Microsoft Office PowerPoint</Application>
  <PresentationFormat>On-screen Show (4:3)</PresentationFormat>
  <Paragraphs>150</Paragraphs>
  <Slides>32</Slides>
  <Notes>1</Notes>
  <HiddenSlides>0</HiddenSlides>
  <MMClips>0</MMClips>
  <ScaleCrop>false</ScaleCrop>
  <HeadingPairs>
    <vt:vector size="6" baseType="variant">
      <vt:variant>
        <vt:lpstr>Fonts Used</vt:lpstr>
      </vt:variant>
      <vt:variant>
        <vt:i4>17</vt:i4>
      </vt:variant>
      <vt:variant>
        <vt:lpstr>Theme</vt:lpstr>
      </vt:variant>
      <vt:variant>
        <vt:i4>6</vt:i4>
      </vt:variant>
      <vt:variant>
        <vt:lpstr>Slide Titles</vt:lpstr>
      </vt:variant>
      <vt:variant>
        <vt:i4>32</vt:i4>
      </vt:variant>
    </vt:vector>
  </HeadingPairs>
  <TitlesOfParts>
    <vt:vector size="55" baseType="lpstr">
      <vt:lpstr>Arial</vt:lpstr>
      <vt:lpstr>Book Antiqua</vt:lpstr>
      <vt:lpstr>Calibri</vt:lpstr>
      <vt:lpstr>Consolas</vt:lpstr>
      <vt:lpstr>Courier</vt:lpstr>
      <vt:lpstr>Georgia</vt:lpstr>
      <vt:lpstr>guardian-text-oreilly</vt:lpstr>
      <vt:lpstr>inter-regular</vt:lpstr>
      <vt:lpstr>open sans</vt:lpstr>
      <vt:lpstr>Rockwell</vt:lpstr>
      <vt:lpstr>Segoe UI</vt:lpstr>
      <vt:lpstr>Söhne</vt:lpstr>
      <vt:lpstr>Source Sans Pro</vt:lpstr>
      <vt:lpstr>Times New Roman</vt:lpstr>
      <vt:lpstr>Tw Cen MT</vt:lpstr>
      <vt:lpstr>Wingdings</vt:lpstr>
      <vt:lpstr>Wingdings 2</vt:lpstr>
      <vt:lpstr>Layers</vt:lpstr>
      <vt:lpstr>Advantage</vt:lpstr>
      <vt:lpstr>1_Layers</vt:lpstr>
      <vt:lpstr>iab97</vt:lpstr>
      <vt:lpstr>自訂設計</vt:lpstr>
      <vt:lpstr>Droplet</vt:lpstr>
      <vt:lpstr>Software Design and Arcitecture(SDA) Lecture 3</vt:lpstr>
      <vt:lpstr>System Design &amp; Software Architecture; Object Design, Mapping Design to Code</vt:lpstr>
      <vt:lpstr>TEXT BOOK</vt:lpstr>
      <vt:lpstr>REFERENCE BOOK</vt:lpstr>
      <vt:lpstr> SOFTWARE DESIGN</vt:lpstr>
      <vt:lpstr>PowerPoint Presentation</vt:lpstr>
      <vt:lpstr>PowerPoint Presentation</vt:lpstr>
      <vt:lpstr>PowerPoint Presentation</vt:lpstr>
      <vt:lpstr>PowerPoint Presentation</vt:lpstr>
      <vt:lpstr>Flow of events </vt:lpstr>
      <vt:lpstr>Flow of events </vt:lpstr>
      <vt:lpstr>Uml to code </vt:lpstr>
      <vt:lpstr>PowerPoint Presentation</vt:lpstr>
      <vt:lpstr>PowerPoint Presentation</vt:lpstr>
      <vt:lpstr>Common Notation </vt:lpstr>
      <vt:lpstr>Common Notation </vt:lpstr>
      <vt:lpstr>Relationships </vt:lpstr>
      <vt:lpstr>Association </vt:lpstr>
      <vt:lpstr>PowerPoint Presentation</vt:lpstr>
      <vt:lpstr>PowerPoint Presentation</vt:lpstr>
      <vt:lpstr>PowerPoint Presentation</vt:lpstr>
      <vt:lpstr>Aggregation</vt:lpstr>
      <vt:lpstr>Aggregation</vt:lpstr>
      <vt:lpstr>Aggregation</vt:lpstr>
      <vt:lpstr>Composition </vt:lpstr>
      <vt:lpstr>Composition </vt:lpstr>
      <vt:lpstr>Reflexive association</vt:lpstr>
      <vt:lpstr>Reflexive association</vt:lpstr>
      <vt:lpstr>PowerPoint Presentation</vt:lpstr>
      <vt:lpstr>UML first pass: Class diagrams</vt:lpstr>
      <vt:lpstr>Some links </vt:lpstr>
      <vt:lpstr>PowerPoint Presentation</vt:lpstr>
    </vt:vector>
  </TitlesOfParts>
  <Manager/>
  <Company>Kasetsart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Organization and Architecture</dc:title>
  <dc:subject/>
  <dc:creator>Pradondet Nilagupta</dc:creator>
  <cp:keywords/>
  <dc:description/>
  <cp:lastModifiedBy>Ramsha Mashood BUKC</cp:lastModifiedBy>
  <cp:revision>115</cp:revision>
  <cp:lastPrinted>1601-01-01T00:00:00Z</cp:lastPrinted>
  <dcterms:created xsi:type="dcterms:W3CDTF">2007-10-31T16:45:31Z</dcterms:created>
  <dcterms:modified xsi:type="dcterms:W3CDTF">2024-03-05T04:59:54Z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TC102037551033</vt:lpwstr>
  </property>
</Properties>
</file>