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3.xml" ContentType="application/vnd.openxmlformats-officedocument.theme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4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5.xml" ContentType="application/vnd.openxmlformats-officedocument.theme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7" r:id="rId1"/>
    <p:sldMasterId id="2147483679" r:id="rId2"/>
    <p:sldMasterId id="2147483703" r:id="rId3"/>
    <p:sldMasterId id="2147483716" r:id="rId4"/>
    <p:sldMasterId id="2147483729" r:id="rId5"/>
    <p:sldMasterId id="2147484092" r:id="rId6"/>
  </p:sldMasterIdLst>
  <p:notesMasterIdLst>
    <p:notesMasterId r:id="rId50"/>
  </p:notesMasterIdLst>
  <p:sldIdLst>
    <p:sldId id="386" r:id="rId7"/>
    <p:sldId id="387" r:id="rId8"/>
    <p:sldId id="275" r:id="rId9"/>
    <p:sldId id="483" r:id="rId10"/>
    <p:sldId id="258" r:id="rId11"/>
    <p:sldId id="268" r:id="rId12"/>
    <p:sldId id="534" r:id="rId13"/>
    <p:sldId id="266" r:id="rId14"/>
    <p:sldId id="491" r:id="rId15"/>
    <p:sldId id="492" r:id="rId16"/>
    <p:sldId id="262" r:id="rId17"/>
    <p:sldId id="263" r:id="rId18"/>
    <p:sldId id="264" r:id="rId19"/>
    <p:sldId id="265" r:id="rId20"/>
    <p:sldId id="535" r:id="rId21"/>
    <p:sldId id="267" r:id="rId22"/>
    <p:sldId id="536" r:id="rId23"/>
    <p:sldId id="269" r:id="rId24"/>
    <p:sldId id="270" r:id="rId25"/>
    <p:sldId id="271" r:id="rId26"/>
    <p:sldId id="272" r:id="rId27"/>
    <p:sldId id="273" r:id="rId28"/>
    <p:sldId id="274" r:id="rId29"/>
    <p:sldId id="537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493" r:id="rId48"/>
    <p:sldId id="432" r:id="rId49"/>
  </p:sldIdLst>
  <p:sldSz cx="9144000" cy="6858000" type="screen4x3"/>
  <p:notesSz cx="7099300" cy="10234613"/>
  <p:defaultTextStyle>
    <a:defPPr>
      <a:defRPr lang="th-TH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Angsana New" panose="02020603050405020304" pitchFamily="18" charset="-34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6FF"/>
    <a:srgbClr val="800080"/>
    <a:srgbClr val="339966"/>
    <a:srgbClr val="CC3300"/>
    <a:srgbClr val="4924A4"/>
    <a:srgbClr val="542ABC"/>
    <a:srgbClr val="8EC1D8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62" autoAdjust="0"/>
    <p:restoredTop sz="94660"/>
  </p:normalViewPr>
  <p:slideViewPr>
    <p:cSldViewPr>
      <p:cViewPr varScale="1">
        <p:scale>
          <a:sx n="65" d="100"/>
          <a:sy n="65" d="100"/>
        </p:scale>
        <p:origin x="153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3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8" Type="http://schemas.openxmlformats.org/officeDocument/2006/relationships/slide" Target="slides/slide2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svg"/><Relationship Id="rId1" Type="http://schemas.openxmlformats.org/officeDocument/2006/relationships/image" Target="../media/image55.png"/><Relationship Id="rId4" Type="http://schemas.openxmlformats.org/officeDocument/2006/relationships/image" Target="../media/image5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svg"/><Relationship Id="rId1" Type="http://schemas.openxmlformats.org/officeDocument/2006/relationships/image" Target="../media/image55.png"/><Relationship Id="rId4" Type="http://schemas.openxmlformats.org/officeDocument/2006/relationships/image" Target="../media/image5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650380-C0C6-4100-B433-BBDF1C6F31D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4D26B11-D6D2-45A4-86CB-B26A6CAB1548}">
      <dgm:prSet custT="1"/>
      <dgm:spPr/>
      <dgm:t>
        <a:bodyPr/>
        <a:lstStyle/>
        <a:p>
          <a:r>
            <a:rPr lang="en-US" sz="2000" b="1" i="0" dirty="0"/>
            <a:t>Creational patterns</a:t>
          </a:r>
          <a:r>
            <a:rPr lang="en-US" sz="2000" b="0" i="0" dirty="0"/>
            <a:t> provide object creation mechanisms that increase flexibility and reuse of existing code.</a:t>
          </a:r>
          <a:endParaRPr lang="en-US" sz="2000" dirty="0"/>
        </a:p>
      </dgm:t>
    </dgm:pt>
    <dgm:pt modelId="{EF532AF6-9BCE-4985-A788-26C70ABDD2BA}" type="parTrans" cxnId="{07EAC5EC-3374-4C78-89BE-F94187D580D7}">
      <dgm:prSet/>
      <dgm:spPr/>
      <dgm:t>
        <a:bodyPr/>
        <a:lstStyle/>
        <a:p>
          <a:endParaRPr lang="en-US" sz="2400"/>
        </a:p>
      </dgm:t>
    </dgm:pt>
    <dgm:pt modelId="{C539648A-B25B-4CEA-ABA4-564587F65DA5}" type="sibTrans" cxnId="{07EAC5EC-3374-4C78-89BE-F94187D580D7}">
      <dgm:prSet/>
      <dgm:spPr/>
      <dgm:t>
        <a:bodyPr/>
        <a:lstStyle/>
        <a:p>
          <a:endParaRPr lang="en-US" sz="2400"/>
        </a:p>
      </dgm:t>
    </dgm:pt>
    <dgm:pt modelId="{01F6E035-0A34-4CDC-81F6-E7F04B0D62E8}">
      <dgm:prSet custT="1"/>
      <dgm:spPr/>
      <dgm:t>
        <a:bodyPr/>
        <a:lstStyle/>
        <a:p>
          <a:r>
            <a:rPr lang="en-US" sz="2000" b="1" i="0" dirty="0"/>
            <a:t>Structural patterns</a:t>
          </a:r>
          <a:r>
            <a:rPr lang="en-US" sz="2000" b="0" i="0" dirty="0"/>
            <a:t> explain how to assemble objects and classes into larger structures, while keeping these structures flexible and efficient.</a:t>
          </a:r>
          <a:endParaRPr lang="en-US" sz="2000" dirty="0"/>
        </a:p>
      </dgm:t>
    </dgm:pt>
    <dgm:pt modelId="{A271A239-19ED-4EFE-BA63-DD1754B04B8D}" type="parTrans" cxnId="{5FA21356-9A0B-4F35-8D0B-976456EC01EC}">
      <dgm:prSet/>
      <dgm:spPr/>
      <dgm:t>
        <a:bodyPr/>
        <a:lstStyle/>
        <a:p>
          <a:endParaRPr lang="en-US" sz="2400"/>
        </a:p>
      </dgm:t>
    </dgm:pt>
    <dgm:pt modelId="{154545DC-95F2-4C04-8259-4D7BF729AB71}" type="sibTrans" cxnId="{5FA21356-9A0B-4F35-8D0B-976456EC01EC}">
      <dgm:prSet/>
      <dgm:spPr/>
      <dgm:t>
        <a:bodyPr/>
        <a:lstStyle/>
        <a:p>
          <a:endParaRPr lang="en-US" sz="2400"/>
        </a:p>
      </dgm:t>
    </dgm:pt>
    <dgm:pt modelId="{4E5FE68E-6A20-4340-8E80-6CE787CA242D}">
      <dgm:prSet custT="1"/>
      <dgm:spPr/>
      <dgm:t>
        <a:bodyPr/>
        <a:lstStyle/>
        <a:p>
          <a:r>
            <a:rPr lang="en-US" sz="2000" b="1" i="0"/>
            <a:t>Behavioral patterns</a:t>
          </a:r>
          <a:r>
            <a:rPr lang="en-US" sz="2000" b="0" i="0"/>
            <a:t> take care of effective communication and the assignment of responsibilities between objects.</a:t>
          </a:r>
          <a:endParaRPr lang="en-US" sz="2000"/>
        </a:p>
      </dgm:t>
    </dgm:pt>
    <dgm:pt modelId="{4EA181D7-81BC-445E-85AA-9B2EBC50362B}" type="parTrans" cxnId="{58F66503-4F55-4106-B23D-BE30766105ED}">
      <dgm:prSet/>
      <dgm:spPr/>
      <dgm:t>
        <a:bodyPr/>
        <a:lstStyle/>
        <a:p>
          <a:endParaRPr lang="en-US" sz="2400"/>
        </a:p>
      </dgm:t>
    </dgm:pt>
    <dgm:pt modelId="{C67AD150-016B-4BC5-B9B7-E8F4575508A6}" type="sibTrans" cxnId="{58F66503-4F55-4106-B23D-BE30766105ED}">
      <dgm:prSet/>
      <dgm:spPr/>
      <dgm:t>
        <a:bodyPr/>
        <a:lstStyle/>
        <a:p>
          <a:endParaRPr lang="en-US" sz="2400"/>
        </a:p>
      </dgm:t>
    </dgm:pt>
    <dgm:pt modelId="{6071C018-6C23-4A5B-9B08-8A606A6A66B6}" type="pres">
      <dgm:prSet presAssocID="{4E650380-C0C6-4100-B433-BBDF1C6F31D7}" presName="root" presStyleCnt="0">
        <dgm:presLayoutVars>
          <dgm:dir/>
          <dgm:resizeHandles val="exact"/>
        </dgm:presLayoutVars>
      </dgm:prSet>
      <dgm:spPr/>
    </dgm:pt>
    <dgm:pt modelId="{FE124D00-9A64-4D53-8678-7130646C6169}" type="pres">
      <dgm:prSet presAssocID="{C4D26B11-D6D2-45A4-86CB-B26A6CAB1548}" presName="compNode" presStyleCnt="0"/>
      <dgm:spPr/>
    </dgm:pt>
    <dgm:pt modelId="{5D2FBA89-8E02-4C67-AB1F-E55C215CFF24}" type="pres">
      <dgm:prSet presAssocID="{C4D26B11-D6D2-45A4-86CB-B26A6CAB1548}" presName="bgRect" presStyleLbl="bgShp" presStyleIdx="0" presStyleCnt="3"/>
      <dgm:spPr/>
    </dgm:pt>
    <dgm:pt modelId="{077B5366-912A-41D7-BF71-A33FE883C97A}" type="pres">
      <dgm:prSet presAssocID="{C4D26B11-D6D2-45A4-86CB-B26A6CAB154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4C9AFFCF-D4B1-4A94-A5C1-2F6D3E11515B}" type="pres">
      <dgm:prSet presAssocID="{C4D26B11-D6D2-45A4-86CB-B26A6CAB1548}" presName="spaceRect" presStyleCnt="0"/>
      <dgm:spPr/>
    </dgm:pt>
    <dgm:pt modelId="{F09E5CF0-358C-4D02-93E6-3E399ACEEC8D}" type="pres">
      <dgm:prSet presAssocID="{C4D26B11-D6D2-45A4-86CB-B26A6CAB1548}" presName="parTx" presStyleLbl="revTx" presStyleIdx="0" presStyleCnt="3">
        <dgm:presLayoutVars>
          <dgm:chMax val="0"/>
          <dgm:chPref val="0"/>
        </dgm:presLayoutVars>
      </dgm:prSet>
      <dgm:spPr/>
    </dgm:pt>
    <dgm:pt modelId="{A93250C7-DFE0-407A-BD52-40A1BD747686}" type="pres">
      <dgm:prSet presAssocID="{C539648A-B25B-4CEA-ABA4-564587F65DA5}" presName="sibTrans" presStyleCnt="0"/>
      <dgm:spPr/>
    </dgm:pt>
    <dgm:pt modelId="{F57875F3-2A08-4793-AAA4-FA0CD945A64B}" type="pres">
      <dgm:prSet presAssocID="{01F6E035-0A34-4CDC-81F6-E7F04B0D62E8}" presName="compNode" presStyleCnt="0"/>
      <dgm:spPr/>
    </dgm:pt>
    <dgm:pt modelId="{11DEC19B-28C8-4D91-92E7-63C756D02525}" type="pres">
      <dgm:prSet presAssocID="{01F6E035-0A34-4CDC-81F6-E7F04B0D62E8}" presName="bgRect" presStyleLbl="bgShp" presStyleIdx="1" presStyleCnt="3"/>
      <dgm:spPr/>
    </dgm:pt>
    <dgm:pt modelId="{5AB1CFC8-FE9F-4AAD-BBE3-9664AE551BD2}" type="pres">
      <dgm:prSet presAssocID="{01F6E035-0A34-4CDC-81F6-E7F04B0D62E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ilding"/>
        </a:ext>
      </dgm:extLst>
    </dgm:pt>
    <dgm:pt modelId="{DFCEE849-1144-4F6B-BC8F-0F6FB96BC08D}" type="pres">
      <dgm:prSet presAssocID="{01F6E035-0A34-4CDC-81F6-E7F04B0D62E8}" presName="spaceRect" presStyleCnt="0"/>
      <dgm:spPr/>
    </dgm:pt>
    <dgm:pt modelId="{10FA04FA-D765-4408-B7AD-D96C25F52EDF}" type="pres">
      <dgm:prSet presAssocID="{01F6E035-0A34-4CDC-81F6-E7F04B0D62E8}" presName="parTx" presStyleLbl="revTx" presStyleIdx="1" presStyleCnt="3">
        <dgm:presLayoutVars>
          <dgm:chMax val="0"/>
          <dgm:chPref val="0"/>
        </dgm:presLayoutVars>
      </dgm:prSet>
      <dgm:spPr/>
    </dgm:pt>
    <dgm:pt modelId="{A661E8C5-35C1-477E-9380-990A32D6D210}" type="pres">
      <dgm:prSet presAssocID="{154545DC-95F2-4C04-8259-4D7BF729AB71}" presName="sibTrans" presStyleCnt="0"/>
      <dgm:spPr/>
    </dgm:pt>
    <dgm:pt modelId="{486962A9-BC9A-407D-BC71-9D77CAA39596}" type="pres">
      <dgm:prSet presAssocID="{4E5FE68E-6A20-4340-8E80-6CE787CA242D}" presName="compNode" presStyleCnt="0"/>
      <dgm:spPr/>
    </dgm:pt>
    <dgm:pt modelId="{EF5222EB-9B6E-4947-A975-519797504A16}" type="pres">
      <dgm:prSet presAssocID="{4E5FE68E-6A20-4340-8E80-6CE787CA242D}" presName="bgRect" presStyleLbl="bgShp" presStyleIdx="2" presStyleCnt="3"/>
      <dgm:spPr/>
    </dgm:pt>
    <dgm:pt modelId="{289F1CA6-35E0-4B8E-B8A0-66FCC522E417}" type="pres">
      <dgm:prSet presAssocID="{4E5FE68E-6A20-4340-8E80-6CE787CA242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3E44798A-A925-43F4-9F5A-059301128625}" type="pres">
      <dgm:prSet presAssocID="{4E5FE68E-6A20-4340-8E80-6CE787CA242D}" presName="spaceRect" presStyleCnt="0"/>
      <dgm:spPr/>
    </dgm:pt>
    <dgm:pt modelId="{8AF0A8B7-20CE-4228-AEC3-B10719ABB06F}" type="pres">
      <dgm:prSet presAssocID="{4E5FE68E-6A20-4340-8E80-6CE787CA242D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8F66503-4F55-4106-B23D-BE30766105ED}" srcId="{4E650380-C0C6-4100-B433-BBDF1C6F31D7}" destId="{4E5FE68E-6A20-4340-8E80-6CE787CA242D}" srcOrd="2" destOrd="0" parTransId="{4EA181D7-81BC-445E-85AA-9B2EBC50362B}" sibTransId="{C67AD150-016B-4BC5-B9B7-E8F4575508A6}"/>
    <dgm:cxn modelId="{97FD0112-A8B0-45EA-BA77-2FA0A066224E}" type="presOf" srcId="{01F6E035-0A34-4CDC-81F6-E7F04B0D62E8}" destId="{10FA04FA-D765-4408-B7AD-D96C25F52EDF}" srcOrd="0" destOrd="0" presId="urn:microsoft.com/office/officeart/2018/2/layout/IconVerticalSolidList"/>
    <dgm:cxn modelId="{5D176C1E-0313-4BD7-88DF-4570B23975E7}" type="presOf" srcId="{C4D26B11-D6D2-45A4-86CB-B26A6CAB1548}" destId="{F09E5CF0-358C-4D02-93E6-3E399ACEEC8D}" srcOrd="0" destOrd="0" presId="urn:microsoft.com/office/officeart/2018/2/layout/IconVerticalSolidList"/>
    <dgm:cxn modelId="{5FA21356-9A0B-4F35-8D0B-976456EC01EC}" srcId="{4E650380-C0C6-4100-B433-BBDF1C6F31D7}" destId="{01F6E035-0A34-4CDC-81F6-E7F04B0D62E8}" srcOrd="1" destOrd="0" parTransId="{A271A239-19ED-4EFE-BA63-DD1754B04B8D}" sibTransId="{154545DC-95F2-4C04-8259-4D7BF729AB71}"/>
    <dgm:cxn modelId="{7BE7B1B3-D629-45FE-B629-FDE8F3F1681D}" type="presOf" srcId="{4E5FE68E-6A20-4340-8E80-6CE787CA242D}" destId="{8AF0A8B7-20CE-4228-AEC3-B10719ABB06F}" srcOrd="0" destOrd="0" presId="urn:microsoft.com/office/officeart/2018/2/layout/IconVerticalSolidList"/>
    <dgm:cxn modelId="{07EAC5EC-3374-4C78-89BE-F94187D580D7}" srcId="{4E650380-C0C6-4100-B433-BBDF1C6F31D7}" destId="{C4D26B11-D6D2-45A4-86CB-B26A6CAB1548}" srcOrd="0" destOrd="0" parTransId="{EF532AF6-9BCE-4985-A788-26C70ABDD2BA}" sibTransId="{C539648A-B25B-4CEA-ABA4-564587F65DA5}"/>
    <dgm:cxn modelId="{176625FD-414F-48DD-B5CA-5B41FEAC3470}" type="presOf" srcId="{4E650380-C0C6-4100-B433-BBDF1C6F31D7}" destId="{6071C018-6C23-4A5B-9B08-8A606A6A66B6}" srcOrd="0" destOrd="0" presId="urn:microsoft.com/office/officeart/2018/2/layout/IconVerticalSolidList"/>
    <dgm:cxn modelId="{F13E61DA-2A00-4BE6-B448-EBC232FC295D}" type="presParOf" srcId="{6071C018-6C23-4A5B-9B08-8A606A6A66B6}" destId="{FE124D00-9A64-4D53-8678-7130646C6169}" srcOrd="0" destOrd="0" presId="urn:microsoft.com/office/officeart/2018/2/layout/IconVerticalSolidList"/>
    <dgm:cxn modelId="{E5785A64-BDF1-4025-B407-FB5CD86122E4}" type="presParOf" srcId="{FE124D00-9A64-4D53-8678-7130646C6169}" destId="{5D2FBA89-8E02-4C67-AB1F-E55C215CFF24}" srcOrd="0" destOrd="0" presId="urn:microsoft.com/office/officeart/2018/2/layout/IconVerticalSolidList"/>
    <dgm:cxn modelId="{160CAA5B-5A36-48C4-904E-68DDD01A26FB}" type="presParOf" srcId="{FE124D00-9A64-4D53-8678-7130646C6169}" destId="{077B5366-912A-41D7-BF71-A33FE883C97A}" srcOrd="1" destOrd="0" presId="urn:microsoft.com/office/officeart/2018/2/layout/IconVerticalSolidList"/>
    <dgm:cxn modelId="{D7F289D5-3B3D-442F-BD11-1D2496B142ED}" type="presParOf" srcId="{FE124D00-9A64-4D53-8678-7130646C6169}" destId="{4C9AFFCF-D4B1-4A94-A5C1-2F6D3E11515B}" srcOrd="2" destOrd="0" presId="urn:microsoft.com/office/officeart/2018/2/layout/IconVerticalSolidList"/>
    <dgm:cxn modelId="{B912134A-CFC5-4625-B781-FE2F4D8C618D}" type="presParOf" srcId="{FE124D00-9A64-4D53-8678-7130646C6169}" destId="{F09E5CF0-358C-4D02-93E6-3E399ACEEC8D}" srcOrd="3" destOrd="0" presId="urn:microsoft.com/office/officeart/2018/2/layout/IconVerticalSolidList"/>
    <dgm:cxn modelId="{65061CD2-7059-4878-AE8C-F0E259195235}" type="presParOf" srcId="{6071C018-6C23-4A5B-9B08-8A606A6A66B6}" destId="{A93250C7-DFE0-407A-BD52-40A1BD747686}" srcOrd="1" destOrd="0" presId="urn:microsoft.com/office/officeart/2018/2/layout/IconVerticalSolidList"/>
    <dgm:cxn modelId="{135B5178-8881-4E4F-AE87-40540F5F279E}" type="presParOf" srcId="{6071C018-6C23-4A5B-9B08-8A606A6A66B6}" destId="{F57875F3-2A08-4793-AAA4-FA0CD945A64B}" srcOrd="2" destOrd="0" presId="urn:microsoft.com/office/officeart/2018/2/layout/IconVerticalSolidList"/>
    <dgm:cxn modelId="{4C14DB85-36EE-4BFB-96F8-2395A82B7A0A}" type="presParOf" srcId="{F57875F3-2A08-4793-AAA4-FA0CD945A64B}" destId="{11DEC19B-28C8-4D91-92E7-63C756D02525}" srcOrd="0" destOrd="0" presId="urn:microsoft.com/office/officeart/2018/2/layout/IconVerticalSolidList"/>
    <dgm:cxn modelId="{A4D261BA-2B91-4AB9-9033-06B50B563CF2}" type="presParOf" srcId="{F57875F3-2A08-4793-AAA4-FA0CD945A64B}" destId="{5AB1CFC8-FE9F-4AAD-BBE3-9664AE551BD2}" srcOrd="1" destOrd="0" presId="urn:microsoft.com/office/officeart/2018/2/layout/IconVerticalSolidList"/>
    <dgm:cxn modelId="{388EFD2A-7899-4180-B494-3AE3553AE8C7}" type="presParOf" srcId="{F57875F3-2A08-4793-AAA4-FA0CD945A64B}" destId="{DFCEE849-1144-4F6B-BC8F-0F6FB96BC08D}" srcOrd="2" destOrd="0" presId="urn:microsoft.com/office/officeart/2018/2/layout/IconVerticalSolidList"/>
    <dgm:cxn modelId="{23E62EC5-F7BD-4BE8-BF6E-F2BA40E8C349}" type="presParOf" srcId="{F57875F3-2A08-4793-AAA4-FA0CD945A64B}" destId="{10FA04FA-D765-4408-B7AD-D96C25F52EDF}" srcOrd="3" destOrd="0" presId="urn:microsoft.com/office/officeart/2018/2/layout/IconVerticalSolidList"/>
    <dgm:cxn modelId="{CF2C0110-CC35-440D-818C-B9FB72A499A5}" type="presParOf" srcId="{6071C018-6C23-4A5B-9B08-8A606A6A66B6}" destId="{A661E8C5-35C1-477E-9380-990A32D6D210}" srcOrd="3" destOrd="0" presId="urn:microsoft.com/office/officeart/2018/2/layout/IconVerticalSolidList"/>
    <dgm:cxn modelId="{56291AA5-93C2-4D3F-8B77-5798E656735C}" type="presParOf" srcId="{6071C018-6C23-4A5B-9B08-8A606A6A66B6}" destId="{486962A9-BC9A-407D-BC71-9D77CAA39596}" srcOrd="4" destOrd="0" presId="urn:microsoft.com/office/officeart/2018/2/layout/IconVerticalSolidList"/>
    <dgm:cxn modelId="{AAC75DBB-56BF-48BB-BF80-AFCDB807ACA2}" type="presParOf" srcId="{486962A9-BC9A-407D-BC71-9D77CAA39596}" destId="{EF5222EB-9B6E-4947-A975-519797504A16}" srcOrd="0" destOrd="0" presId="urn:microsoft.com/office/officeart/2018/2/layout/IconVerticalSolidList"/>
    <dgm:cxn modelId="{B3663067-EA17-4658-9D92-CBCD20AC30F9}" type="presParOf" srcId="{486962A9-BC9A-407D-BC71-9D77CAA39596}" destId="{289F1CA6-35E0-4B8E-B8A0-66FCC522E417}" srcOrd="1" destOrd="0" presId="urn:microsoft.com/office/officeart/2018/2/layout/IconVerticalSolidList"/>
    <dgm:cxn modelId="{D29CE162-1285-4B4B-ACFD-CFCC5B66152B}" type="presParOf" srcId="{486962A9-BC9A-407D-BC71-9D77CAA39596}" destId="{3E44798A-A925-43F4-9F5A-059301128625}" srcOrd="2" destOrd="0" presId="urn:microsoft.com/office/officeart/2018/2/layout/IconVerticalSolidList"/>
    <dgm:cxn modelId="{F7BF3E07-9499-4DB5-B8C1-40D4EA0CF941}" type="presParOf" srcId="{486962A9-BC9A-407D-BC71-9D77CAA39596}" destId="{8AF0A8B7-20CE-4228-AEC3-B10719ABB06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32EF5EE-E9A2-48A9-A743-71C68F484C9C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83999BE7-A801-4127-831C-7147E8BD8CD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aseline="0"/>
            <a:t>Continue….</a:t>
          </a:r>
          <a:endParaRPr lang="en-US"/>
        </a:p>
      </dgm:t>
    </dgm:pt>
    <dgm:pt modelId="{F1B82A8E-B9F5-4F1E-82A3-E2D78B42CA6D}" type="parTrans" cxnId="{6466FC50-D381-4C82-AE80-706412AB5D42}">
      <dgm:prSet/>
      <dgm:spPr/>
      <dgm:t>
        <a:bodyPr/>
        <a:lstStyle/>
        <a:p>
          <a:endParaRPr lang="en-US"/>
        </a:p>
      </dgm:t>
    </dgm:pt>
    <dgm:pt modelId="{63DF31CB-795D-460E-B73F-D1BDBC6AAE38}" type="sibTrans" cxnId="{6466FC50-D381-4C82-AE80-706412AB5D42}">
      <dgm:prSet/>
      <dgm:spPr/>
      <dgm:t>
        <a:bodyPr/>
        <a:lstStyle/>
        <a:p>
          <a:endParaRPr lang="en-US"/>
        </a:p>
      </dgm:t>
    </dgm:pt>
    <dgm:pt modelId="{18A73C39-DB6D-45F5-8158-2F09C0A16A1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aseline="0"/>
            <a:t>Any thing to ask ??</a:t>
          </a:r>
          <a:endParaRPr lang="en-US"/>
        </a:p>
      </dgm:t>
    </dgm:pt>
    <dgm:pt modelId="{2F435F0D-F6FE-41CB-94D1-FCD42309A24E}" type="parTrans" cxnId="{60600C4F-1623-41E8-B219-E212CD40979A}">
      <dgm:prSet/>
      <dgm:spPr/>
      <dgm:t>
        <a:bodyPr/>
        <a:lstStyle/>
        <a:p>
          <a:endParaRPr lang="en-US"/>
        </a:p>
      </dgm:t>
    </dgm:pt>
    <dgm:pt modelId="{1F780F22-08BA-4E47-9B23-1986336A02B5}" type="sibTrans" cxnId="{60600C4F-1623-41E8-B219-E212CD40979A}">
      <dgm:prSet/>
      <dgm:spPr/>
      <dgm:t>
        <a:bodyPr/>
        <a:lstStyle/>
        <a:p>
          <a:endParaRPr lang="en-US"/>
        </a:p>
      </dgm:t>
    </dgm:pt>
    <dgm:pt modelId="{98738B24-6F9B-44AF-B205-212FC0A2BA32}" type="pres">
      <dgm:prSet presAssocID="{932EF5EE-E9A2-48A9-A743-71C68F484C9C}" presName="root" presStyleCnt="0">
        <dgm:presLayoutVars>
          <dgm:dir/>
          <dgm:resizeHandles val="exact"/>
        </dgm:presLayoutVars>
      </dgm:prSet>
      <dgm:spPr/>
    </dgm:pt>
    <dgm:pt modelId="{4FADF25B-51AA-4C54-B845-32D7B9976760}" type="pres">
      <dgm:prSet presAssocID="{83999BE7-A801-4127-831C-7147E8BD8CD2}" presName="compNode" presStyleCnt="0"/>
      <dgm:spPr/>
    </dgm:pt>
    <dgm:pt modelId="{1D99C13F-C867-4479-B693-3AFE974EE0DD}" type="pres">
      <dgm:prSet presAssocID="{83999BE7-A801-4127-831C-7147E8BD8CD2}" presName="iconBgRect" presStyleLbl="bgShp" presStyleIdx="0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01FFF199-E143-43B7-9516-3962AF4D00EA}" type="pres">
      <dgm:prSet presAssocID="{83999BE7-A801-4127-831C-7147E8BD8CD2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ginning"/>
        </a:ext>
      </dgm:extLst>
    </dgm:pt>
    <dgm:pt modelId="{61B9E5EC-7221-4A88-A6EB-2265445AF70A}" type="pres">
      <dgm:prSet presAssocID="{83999BE7-A801-4127-831C-7147E8BD8CD2}" presName="spaceRect" presStyleCnt="0"/>
      <dgm:spPr/>
    </dgm:pt>
    <dgm:pt modelId="{419C95DF-4ADE-4AB1-9759-B3F6DE43E2A0}" type="pres">
      <dgm:prSet presAssocID="{83999BE7-A801-4127-831C-7147E8BD8CD2}" presName="textRect" presStyleLbl="revTx" presStyleIdx="0" presStyleCnt="2">
        <dgm:presLayoutVars>
          <dgm:chMax val="1"/>
          <dgm:chPref val="1"/>
        </dgm:presLayoutVars>
      </dgm:prSet>
      <dgm:spPr/>
    </dgm:pt>
    <dgm:pt modelId="{AFFA1592-3A7C-4A7F-988D-B5353E4C764A}" type="pres">
      <dgm:prSet presAssocID="{63DF31CB-795D-460E-B73F-D1BDBC6AAE38}" presName="sibTrans" presStyleCnt="0"/>
      <dgm:spPr/>
    </dgm:pt>
    <dgm:pt modelId="{A9E89FBF-3E81-4BA6-857D-E769E63ED80B}" type="pres">
      <dgm:prSet presAssocID="{18A73C39-DB6D-45F5-8158-2F09C0A16A13}" presName="compNode" presStyleCnt="0"/>
      <dgm:spPr/>
    </dgm:pt>
    <dgm:pt modelId="{C07AEB07-F129-4A81-A1B0-B1A7A7056C50}" type="pres">
      <dgm:prSet presAssocID="{18A73C39-DB6D-45F5-8158-2F09C0A16A13}" presName="iconBgRect" presStyleLbl="bgShp" presStyleIdx="1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7E64E044-1FBF-42C8-83F4-CE3CAB024BA9}" type="pres">
      <dgm:prSet presAssocID="{18A73C39-DB6D-45F5-8158-2F09C0A16A13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F31725AC-1F2E-462B-9AB8-A9D1F0FD2DD1}" type="pres">
      <dgm:prSet presAssocID="{18A73C39-DB6D-45F5-8158-2F09C0A16A13}" presName="spaceRect" presStyleCnt="0"/>
      <dgm:spPr/>
    </dgm:pt>
    <dgm:pt modelId="{24FDB169-6826-46DA-BC84-554DEA75B280}" type="pres">
      <dgm:prSet presAssocID="{18A73C39-DB6D-45F5-8158-2F09C0A16A13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BC04DF4B-48B4-4357-A3AE-502A98E098FC}" type="presOf" srcId="{18A73C39-DB6D-45F5-8158-2F09C0A16A13}" destId="{24FDB169-6826-46DA-BC84-554DEA75B280}" srcOrd="0" destOrd="0" presId="urn:microsoft.com/office/officeart/2018/5/layout/IconLeafLabelList"/>
    <dgm:cxn modelId="{60600C4F-1623-41E8-B219-E212CD40979A}" srcId="{932EF5EE-E9A2-48A9-A743-71C68F484C9C}" destId="{18A73C39-DB6D-45F5-8158-2F09C0A16A13}" srcOrd="1" destOrd="0" parTransId="{2F435F0D-F6FE-41CB-94D1-FCD42309A24E}" sibTransId="{1F780F22-08BA-4E47-9B23-1986336A02B5}"/>
    <dgm:cxn modelId="{6466FC50-D381-4C82-AE80-706412AB5D42}" srcId="{932EF5EE-E9A2-48A9-A743-71C68F484C9C}" destId="{83999BE7-A801-4127-831C-7147E8BD8CD2}" srcOrd="0" destOrd="0" parTransId="{F1B82A8E-B9F5-4F1E-82A3-E2D78B42CA6D}" sibTransId="{63DF31CB-795D-460E-B73F-D1BDBC6AAE38}"/>
    <dgm:cxn modelId="{D17C3876-4A80-416C-A36D-AA8A079F0036}" type="presOf" srcId="{83999BE7-A801-4127-831C-7147E8BD8CD2}" destId="{419C95DF-4ADE-4AB1-9759-B3F6DE43E2A0}" srcOrd="0" destOrd="0" presId="urn:microsoft.com/office/officeart/2018/5/layout/IconLeafLabelList"/>
    <dgm:cxn modelId="{C9C75F57-478C-489F-A777-F37D2529E0C9}" type="presOf" srcId="{932EF5EE-E9A2-48A9-A743-71C68F484C9C}" destId="{98738B24-6F9B-44AF-B205-212FC0A2BA32}" srcOrd="0" destOrd="0" presId="urn:microsoft.com/office/officeart/2018/5/layout/IconLeafLabelList"/>
    <dgm:cxn modelId="{4DCC2757-9715-4078-BE49-C68ECDABD380}" type="presParOf" srcId="{98738B24-6F9B-44AF-B205-212FC0A2BA32}" destId="{4FADF25B-51AA-4C54-B845-32D7B9976760}" srcOrd="0" destOrd="0" presId="urn:microsoft.com/office/officeart/2018/5/layout/IconLeafLabelList"/>
    <dgm:cxn modelId="{CDFFBCE1-68D6-443B-A56B-AC5DFE75E989}" type="presParOf" srcId="{4FADF25B-51AA-4C54-B845-32D7B9976760}" destId="{1D99C13F-C867-4479-B693-3AFE974EE0DD}" srcOrd="0" destOrd="0" presId="urn:microsoft.com/office/officeart/2018/5/layout/IconLeafLabelList"/>
    <dgm:cxn modelId="{F0255C21-5BA3-44AA-9A7F-C386148EBDA4}" type="presParOf" srcId="{4FADF25B-51AA-4C54-B845-32D7B9976760}" destId="{01FFF199-E143-43B7-9516-3962AF4D00EA}" srcOrd="1" destOrd="0" presId="urn:microsoft.com/office/officeart/2018/5/layout/IconLeafLabelList"/>
    <dgm:cxn modelId="{C86C1066-3026-49CB-B93C-1519034618F3}" type="presParOf" srcId="{4FADF25B-51AA-4C54-B845-32D7B9976760}" destId="{61B9E5EC-7221-4A88-A6EB-2265445AF70A}" srcOrd="2" destOrd="0" presId="urn:microsoft.com/office/officeart/2018/5/layout/IconLeafLabelList"/>
    <dgm:cxn modelId="{36B2A881-BF13-4108-80B4-3B2E2A8AFAAF}" type="presParOf" srcId="{4FADF25B-51AA-4C54-B845-32D7B9976760}" destId="{419C95DF-4ADE-4AB1-9759-B3F6DE43E2A0}" srcOrd="3" destOrd="0" presId="urn:microsoft.com/office/officeart/2018/5/layout/IconLeafLabelList"/>
    <dgm:cxn modelId="{C9B1BBE0-CD61-434E-9AB3-717180E3FFD2}" type="presParOf" srcId="{98738B24-6F9B-44AF-B205-212FC0A2BA32}" destId="{AFFA1592-3A7C-4A7F-988D-B5353E4C764A}" srcOrd="1" destOrd="0" presId="urn:microsoft.com/office/officeart/2018/5/layout/IconLeafLabelList"/>
    <dgm:cxn modelId="{E5713F8F-FE87-4B52-8403-16469C7945FB}" type="presParOf" srcId="{98738B24-6F9B-44AF-B205-212FC0A2BA32}" destId="{A9E89FBF-3E81-4BA6-857D-E769E63ED80B}" srcOrd="2" destOrd="0" presId="urn:microsoft.com/office/officeart/2018/5/layout/IconLeafLabelList"/>
    <dgm:cxn modelId="{05CFA2E0-9B01-4B84-BE0B-75E78081DA85}" type="presParOf" srcId="{A9E89FBF-3E81-4BA6-857D-E769E63ED80B}" destId="{C07AEB07-F129-4A81-A1B0-B1A7A7056C50}" srcOrd="0" destOrd="0" presId="urn:microsoft.com/office/officeart/2018/5/layout/IconLeafLabelList"/>
    <dgm:cxn modelId="{0B39F8E7-00FF-416F-9316-66D055BD47B0}" type="presParOf" srcId="{A9E89FBF-3E81-4BA6-857D-E769E63ED80B}" destId="{7E64E044-1FBF-42C8-83F4-CE3CAB024BA9}" srcOrd="1" destOrd="0" presId="urn:microsoft.com/office/officeart/2018/5/layout/IconLeafLabelList"/>
    <dgm:cxn modelId="{0137E0AD-A6DF-4938-B2E0-DFE626532932}" type="presParOf" srcId="{A9E89FBF-3E81-4BA6-857D-E769E63ED80B}" destId="{F31725AC-1F2E-462B-9AB8-A9D1F0FD2DD1}" srcOrd="2" destOrd="0" presId="urn:microsoft.com/office/officeart/2018/5/layout/IconLeafLabelList"/>
    <dgm:cxn modelId="{37368F36-410F-4C32-BA97-63914DA2DC35}" type="presParOf" srcId="{A9E89FBF-3E81-4BA6-857D-E769E63ED80B}" destId="{24FDB169-6826-46DA-BC84-554DEA75B280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2FBA89-8E02-4C67-AB1F-E55C215CFF24}">
      <dsp:nvSpPr>
        <dsp:cNvPr id="0" name=""/>
        <dsp:cNvSpPr/>
      </dsp:nvSpPr>
      <dsp:spPr>
        <a:xfrm>
          <a:off x="0" y="4725"/>
          <a:ext cx="5622133" cy="149001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7B5366-912A-41D7-BF71-A33FE883C97A}">
      <dsp:nvSpPr>
        <dsp:cNvPr id="0" name=""/>
        <dsp:cNvSpPr/>
      </dsp:nvSpPr>
      <dsp:spPr>
        <a:xfrm>
          <a:off x="450729" y="339978"/>
          <a:ext cx="820308" cy="81950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9E5CF0-358C-4D02-93E6-3E399ACEEC8D}">
      <dsp:nvSpPr>
        <dsp:cNvPr id="0" name=""/>
        <dsp:cNvSpPr/>
      </dsp:nvSpPr>
      <dsp:spPr>
        <a:xfrm>
          <a:off x="1721767" y="4725"/>
          <a:ext cx="3832907" cy="14914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847" tIns="157847" rIns="157847" bIns="157847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dirty="0"/>
            <a:t>Creational patterns</a:t>
          </a:r>
          <a:r>
            <a:rPr lang="en-US" sz="2000" b="0" i="0" kern="1200" dirty="0"/>
            <a:t> provide object creation mechanisms that increase flexibility and reuse of existing code.</a:t>
          </a:r>
          <a:endParaRPr lang="en-US" sz="2000" kern="1200" dirty="0"/>
        </a:p>
      </dsp:txBody>
      <dsp:txXfrm>
        <a:off x="1721767" y="4725"/>
        <a:ext cx="3832907" cy="1491470"/>
      </dsp:txXfrm>
    </dsp:sp>
    <dsp:sp modelId="{11DEC19B-28C8-4D91-92E7-63C756D02525}">
      <dsp:nvSpPr>
        <dsp:cNvPr id="0" name=""/>
        <dsp:cNvSpPr/>
      </dsp:nvSpPr>
      <dsp:spPr>
        <a:xfrm>
          <a:off x="0" y="1857764"/>
          <a:ext cx="5622133" cy="149001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B1CFC8-FE9F-4AAD-BBE3-9664AE551BD2}">
      <dsp:nvSpPr>
        <dsp:cNvPr id="0" name=""/>
        <dsp:cNvSpPr/>
      </dsp:nvSpPr>
      <dsp:spPr>
        <a:xfrm>
          <a:off x="450729" y="2193017"/>
          <a:ext cx="820308" cy="81950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FA04FA-D765-4408-B7AD-D96C25F52EDF}">
      <dsp:nvSpPr>
        <dsp:cNvPr id="0" name=""/>
        <dsp:cNvSpPr/>
      </dsp:nvSpPr>
      <dsp:spPr>
        <a:xfrm>
          <a:off x="1721767" y="1857764"/>
          <a:ext cx="3832907" cy="14914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847" tIns="157847" rIns="157847" bIns="157847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dirty="0"/>
            <a:t>Structural patterns</a:t>
          </a:r>
          <a:r>
            <a:rPr lang="en-US" sz="2000" b="0" i="0" kern="1200" dirty="0"/>
            <a:t> explain how to assemble objects and classes into larger structures, while keeping these structures flexible and efficient.</a:t>
          </a:r>
          <a:endParaRPr lang="en-US" sz="2000" kern="1200" dirty="0"/>
        </a:p>
      </dsp:txBody>
      <dsp:txXfrm>
        <a:off x="1721767" y="1857764"/>
        <a:ext cx="3832907" cy="1491470"/>
      </dsp:txXfrm>
    </dsp:sp>
    <dsp:sp modelId="{EF5222EB-9B6E-4947-A975-519797504A16}">
      <dsp:nvSpPr>
        <dsp:cNvPr id="0" name=""/>
        <dsp:cNvSpPr/>
      </dsp:nvSpPr>
      <dsp:spPr>
        <a:xfrm>
          <a:off x="0" y="3710804"/>
          <a:ext cx="5622133" cy="149001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9F1CA6-35E0-4B8E-B8A0-66FCC522E417}">
      <dsp:nvSpPr>
        <dsp:cNvPr id="0" name=""/>
        <dsp:cNvSpPr/>
      </dsp:nvSpPr>
      <dsp:spPr>
        <a:xfrm>
          <a:off x="450729" y="4046057"/>
          <a:ext cx="820308" cy="81950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F0A8B7-20CE-4228-AEC3-B10719ABB06F}">
      <dsp:nvSpPr>
        <dsp:cNvPr id="0" name=""/>
        <dsp:cNvSpPr/>
      </dsp:nvSpPr>
      <dsp:spPr>
        <a:xfrm>
          <a:off x="1721767" y="3710804"/>
          <a:ext cx="3832907" cy="14914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847" tIns="157847" rIns="157847" bIns="157847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/>
            <a:t>Behavioral patterns</a:t>
          </a:r>
          <a:r>
            <a:rPr lang="en-US" sz="2000" b="0" i="0" kern="1200"/>
            <a:t> take care of effective communication and the assignment of responsibilities between objects.</a:t>
          </a:r>
          <a:endParaRPr lang="en-US" sz="2000" kern="1200"/>
        </a:p>
      </dsp:txBody>
      <dsp:txXfrm>
        <a:off x="1721767" y="3710804"/>
        <a:ext cx="3832907" cy="14914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99C13F-C867-4479-B693-3AFE974EE0DD}">
      <dsp:nvSpPr>
        <dsp:cNvPr id="0" name=""/>
        <dsp:cNvSpPr/>
      </dsp:nvSpPr>
      <dsp:spPr>
        <a:xfrm>
          <a:off x="1325840" y="7033"/>
          <a:ext cx="1749937" cy="17499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FFF199-E143-43B7-9516-3962AF4D00EA}">
      <dsp:nvSpPr>
        <dsp:cNvPr id="0" name=""/>
        <dsp:cNvSpPr/>
      </dsp:nvSpPr>
      <dsp:spPr>
        <a:xfrm>
          <a:off x="1698778" y="379971"/>
          <a:ext cx="1004062" cy="10040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9C95DF-4ADE-4AB1-9759-B3F6DE43E2A0}">
      <dsp:nvSpPr>
        <dsp:cNvPr id="0" name=""/>
        <dsp:cNvSpPr/>
      </dsp:nvSpPr>
      <dsp:spPr>
        <a:xfrm>
          <a:off x="766434" y="2302033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kern="1200" baseline="0"/>
            <a:t>Continue….</a:t>
          </a:r>
          <a:endParaRPr lang="en-US" sz="2600" kern="1200"/>
        </a:p>
      </dsp:txBody>
      <dsp:txXfrm>
        <a:off x="766434" y="2302033"/>
        <a:ext cx="2868750" cy="720000"/>
      </dsp:txXfrm>
    </dsp:sp>
    <dsp:sp modelId="{C07AEB07-F129-4A81-A1B0-B1A7A7056C50}">
      <dsp:nvSpPr>
        <dsp:cNvPr id="0" name=""/>
        <dsp:cNvSpPr/>
      </dsp:nvSpPr>
      <dsp:spPr>
        <a:xfrm>
          <a:off x="4696621" y="7033"/>
          <a:ext cx="1749937" cy="17499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64E044-1FBF-42C8-83F4-CE3CAB024BA9}">
      <dsp:nvSpPr>
        <dsp:cNvPr id="0" name=""/>
        <dsp:cNvSpPr/>
      </dsp:nvSpPr>
      <dsp:spPr>
        <a:xfrm>
          <a:off x="5069559" y="379971"/>
          <a:ext cx="1004062" cy="10040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FDB169-6826-46DA-BC84-554DEA75B280}">
      <dsp:nvSpPr>
        <dsp:cNvPr id="0" name=""/>
        <dsp:cNvSpPr/>
      </dsp:nvSpPr>
      <dsp:spPr>
        <a:xfrm>
          <a:off x="4137215" y="2302033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600" kern="1200" baseline="0"/>
            <a:t>Any thing to ask ??</a:t>
          </a:r>
          <a:endParaRPr lang="en-US" sz="2600" kern="1200"/>
        </a:p>
      </dsp:txBody>
      <dsp:txXfrm>
        <a:off x="4137215" y="2302033"/>
        <a:ext cx="286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>
            <a:extLst>
              <a:ext uri="{FF2B5EF4-FFF2-40B4-BE49-F238E27FC236}">
                <a16:creationId xmlns:a16="http://schemas.microsoft.com/office/drawing/2014/main" id="{0A90D812-285E-45BA-991F-3B053307A42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ea typeface="Angsana New" panose="02020603050405020304" pitchFamily="18" charset="-34"/>
                <a:cs typeface="Angsana New" panose="02020603050405020304" pitchFamily="18" charset="-34"/>
              </a:defRPr>
            </a:lvl1pPr>
          </a:lstStyle>
          <a:p>
            <a:pPr>
              <a:defRPr/>
            </a:pPr>
            <a:endParaRPr lang="th-TH" altLang="en-US"/>
          </a:p>
        </p:txBody>
      </p:sp>
      <p:sp>
        <p:nvSpPr>
          <p:cNvPr id="121859" name="Rectangle 3">
            <a:extLst>
              <a:ext uri="{FF2B5EF4-FFF2-40B4-BE49-F238E27FC236}">
                <a16:creationId xmlns:a16="http://schemas.microsoft.com/office/drawing/2014/main" id="{0F67A946-3E2C-4C51-977C-26A29244F09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ea typeface="Angsana New" panose="02020603050405020304" pitchFamily="18" charset="-34"/>
                <a:cs typeface="Angsana New" panose="02020603050405020304" pitchFamily="18" charset="-34"/>
              </a:defRPr>
            </a:lvl1pPr>
          </a:lstStyle>
          <a:p>
            <a:pPr>
              <a:defRPr/>
            </a:pPr>
            <a:endParaRPr lang="th-TH" altLang="en-US"/>
          </a:p>
        </p:txBody>
      </p:sp>
      <p:sp>
        <p:nvSpPr>
          <p:cNvPr id="44036" name="Rectangle 4">
            <a:extLst>
              <a:ext uri="{FF2B5EF4-FFF2-40B4-BE49-F238E27FC236}">
                <a16:creationId xmlns:a16="http://schemas.microsoft.com/office/drawing/2014/main" id="{15225186-8A11-432F-AA98-2D5E5BDD364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21861" name="Rectangle 5">
            <a:extLst>
              <a:ext uri="{FF2B5EF4-FFF2-40B4-BE49-F238E27FC236}">
                <a16:creationId xmlns:a16="http://schemas.microsoft.com/office/drawing/2014/main" id="{9BC1CC21-6C5F-4763-87E7-383E478E4E08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th-TH" altLang="en-US" noProof="0"/>
              <a:t>Click to edit Master text styles</a:t>
            </a:r>
          </a:p>
          <a:p>
            <a:pPr lvl="1"/>
            <a:r>
              <a:rPr lang="th-TH" altLang="en-US" noProof="0"/>
              <a:t>Second level</a:t>
            </a:r>
          </a:p>
          <a:p>
            <a:pPr lvl="2"/>
            <a:r>
              <a:rPr lang="th-TH" altLang="en-US" noProof="0"/>
              <a:t>Third level</a:t>
            </a:r>
          </a:p>
          <a:p>
            <a:pPr lvl="3"/>
            <a:r>
              <a:rPr lang="th-TH" altLang="en-US" noProof="0"/>
              <a:t>Fourth level</a:t>
            </a:r>
          </a:p>
          <a:p>
            <a:pPr lvl="4"/>
            <a:r>
              <a:rPr lang="th-TH" altLang="en-US" noProof="0"/>
              <a:t>Fifth level</a:t>
            </a:r>
          </a:p>
        </p:txBody>
      </p:sp>
      <p:sp>
        <p:nvSpPr>
          <p:cNvPr id="121862" name="Rectangle 6">
            <a:extLst>
              <a:ext uri="{FF2B5EF4-FFF2-40B4-BE49-F238E27FC236}">
                <a16:creationId xmlns:a16="http://schemas.microsoft.com/office/drawing/2014/main" id="{64EBE8B3-3F9B-456F-B901-2F004D5B654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ea typeface="Angsana New" panose="02020603050405020304" pitchFamily="18" charset="-34"/>
                <a:cs typeface="Angsana New" panose="02020603050405020304" pitchFamily="18" charset="-34"/>
              </a:defRPr>
            </a:lvl1pPr>
          </a:lstStyle>
          <a:p>
            <a:pPr>
              <a:defRPr/>
            </a:pPr>
            <a:endParaRPr lang="th-TH" altLang="en-US"/>
          </a:p>
        </p:txBody>
      </p:sp>
      <p:sp>
        <p:nvSpPr>
          <p:cNvPr id="121863" name="Rectangle 7">
            <a:extLst>
              <a:ext uri="{FF2B5EF4-FFF2-40B4-BE49-F238E27FC236}">
                <a16:creationId xmlns:a16="http://schemas.microsoft.com/office/drawing/2014/main" id="{3D2FC271-3D65-4025-B92F-C7BB2C36009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ea typeface="Angsana New" panose="02020603050405020304" pitchFamily="18" charset="-34"/>
                <a:cs typeface="Angsana New" panose="02020603050405020304" pitchFamily="18" charset="-34"/>
              </a:defRPr>
            </a:lvl1pPr>
          </a:lstStyle>
          <a:p>
            <a:pPr>
              <a:defRPr/>
            </a:pPr>
            <a:fld id="{C07C3744-6EC3-4E79-A53A-5EE949019065}" type="slidenum">
              <a:rPr lang="en-US" altLang="en-US"/>
              <a:pPr>
                <a:defRPr/>
              </a:pPr>
              <a:t>‹#›</a:t>
            </a:fld>
            <a:endParaRPr lang="th-TH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Slide Image Placeholder 1">
            <a:extLst>
              <a:ext uri="{FF2B5EF4-FFF2-40B4-BE49-F238E27FC236}">
                <a16:creationId xmlns:a16="http://schemas.microsoft.com/office/drawing/2014/main" id="{E927BB22-7120-44A8-9731-A2D2E90B139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50938" y="692150"/>
            <a:ext cx="4556125" cy="3416300"/>
          </a:xfrm>
          <a:ln/>
        </p:spPr>
      </p:sp>
      <p:sp>
        <p:nvSpPr>
          <p:cNvPr id="46083" name="Notes Placeholder 2">
            <a:extLst>
              <a:ext uri="{FF2B5EF4-FFF2-40B4-BE49-F238E27FC236}">
                <a16:creationId xmlns:a16="http://schemas.microsoft.com/office/drawing/2014/main" id="{B1D4B81E-0CC1-4B34-931C-D8E6CA3419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  <p:sp>
        <p:nvSpPr>
          <p:cNvPr id="46084" name="Footer Placeholder 3">
            <a:extLst>
              <a:ext uri="{FF2B5EF4-FFF2-40B4-BE49-F238E27FC236}">
                <a16:creationId xmlns:a16="http://schemas.microsoft.com/office/drawing/2014/main" id="{484F9F28-10A3-46CF-9C5F-2B4FA1BD8BE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71800" cy="457200"/>
          </a:xfrm>
          <a:noFill/>
        </p:spPr>
        <p:txBody>
          <a:bodyPr/>
          <a:lstStyle>
            <a:lvl1pPr defTabSz="990600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1pPr>
            <a:lvl2pPr marL="742950" indent="-285750" defTabSz="990600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2pPr>
            <a:lvl3pPr marL="1143000" indent="-228600" defTabSz="990600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3pPr>
            <a:lvl4pPr marL="1600200" indent="-228600" defTabSz="990600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4pPr>
            <a:lvl5pPr marL="2057400" indent="-228600" defTabSz="990600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5pPr>
            <a:lvl6pPr marL="25146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6pPr>
            <a:lvl7pPr marL="29718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7pPr>
            <a:lvl8pPr marL="34290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8pPr>
            <a:lvl9pPr marL="38862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9pPr>
          </a:lstStyle>
          <a:p>
            <a:r>
              <a:rPr lang="en-US" altLang="en-US"/>
              <a:t>© 2016 Pearson Education, Inc., Hoboken, NJ. All rights reserved.</a:t>
            </a:r>
          </a:p>
        </p:txBody>
      </p:sp>
      <p:sp>
        <p:nvSpPr>
          <p:cNvPr id="46085" name="Slide Number Placeholder 4">
            <a:extLst>
              <a:ext uri="{FF2B5EF4-FFF2-40B4-BE49-F238E27FC236}">
                <a16:creationId xmlns:a16="http://schemas.microsoft.com/office/drawing/2014/main" id="{32185DEE-BFE2-45E2-8220-BC578E7C10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6200" y="8686800"/>
            <a:ext cx="2971800" cy="4572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9638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1pPr>
            <a:lvl2pPr marL="742950" indent="-285750" defTabSz="909638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2pPr>
            <a:lvl3pPr marL="1143000" indent="-228600" defTabSz="909638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3pPr>
            <a:lvl4pPr marL="1600200" indent="-228600" defTabSz="909638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4pPr>
            <a:lvl5pPr marL="2057400" indent="-228600" defTabSz="909638"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5pPr>
            <a:lvl6pPr marL="2514600" indent="-228600" defTabSz="9096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6pPr>
            <a:lvl7pPr marL="2971800" indent="-228600" defTabSz="9096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7pPr>
            <a:lvl8pPr marL="3429000" indent="-228600" defTabSz="9096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8pPr>
            <a:lvl9pPr marL="3886200" indent="-228600" defTabSz="90963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Angsana New" panose="02020603050405020304" pitchFamily="18" charset="-34"/>
              </a:defRPr>
            </a:lvl9pPr>
          </a:lstStyle>
          <a:p>
            <a:fld id="{404B7AD8-E783-48AE-9303-16B5B68B1C49}" type="slidenum">
              <a:rPr lang="en-US" altLang="en-US" sz="1000" i="1" smtClean="0">
                <a:latin typeface="Times New Roman" panose="02020603050405020304" pitchFamily="18" charset="0"/>
                <a:ea typeface="新細明體" panose="02020500000000000000" pitchFamily="18" charset="-120"/>
              </a:rPr>
              <a:pPr/>
              <a:t>1</a:t>
            </a:fld>
            <a:endParaRPr lang="en-US" altLang="en-US" sz="1000" i="1">
              <a:latin typeface="Times New Roman" panose="02020603050405020304" pitchFamily="18" charset="0"/>
              <a:ea typeface="新細明體" panose="02020500000000000000" pitchFamily="18" charset="-12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CA7BF0AF-4BD3-456F-876E-731944C7CF1E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8763000" cy="5943600"/>
            <a:chOff x="0" y="0"/>
            <a:chExt cx="5520" cy="3744"/>
          </a:xfrm>
        </p:grpSpPr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66A0F1AE-2137-46E3-93A2-7105D8B0B1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1104" cy="30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9pPr>
            </a:lstStyle>
            <a:p>
              <a:pPr algn="ctr" eaLnBrk="1" hangingPunct="1">
                <a:defRPr/>
              </a:pPr>
              <a:endParaRPr lang="en-US" altLang="en-US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6" name="Group 4">
              <a:extLst>
                <a:ext uri="{FF2B5EF4-FFF2-40B4-BE49-F238E27FC236}">
                  <a16:creationId xmlns:a16="http://schemas.microsoft.com/office/drawing/2014/main" id="{2926F480-999F-4E5A-A679-2CC66462FF7A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0" y="2208"/>
              <a:ext cx="5520" cy="1536"/>
              <a:chOff x="0" y="2208"/>
              <a:chExt cx="5520" cy="1536"/>
            </a:xfrm>
          </p:grpSpPr>
          <p:sp>
            <p:nvSpPr>
              <p:cNvPr id="10" name="Rectangle 5">
                <a:extLst>
                  <a:ext uri="{FF2B5EF4-FFF2-40B4-BE49-F238E27FC236}">
                    <a16:creationId xmlns:a16="http://schemas.microsoft.com/office/drawing/2014/main" id="{787588DD-AA41-4277-9C17-B221A4E03C4C}"/>
                  </a:ext>
                </a:extLst>
              </p:cNvPr>
              <p:cNvSpPr>
                <a:spLocks noChangeArrowheads="1"/>
              </p:cNvSpPr>
              <p:nvPr/>
            </p:nvSpPr>
            <p:spPr bwMode="ltGray">
              <a:xfrm>
                <a:off x="624" y="2208"/>
                <a:ext cx="4896" cy="1536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" name="Rectangle 6">
                <a:extLst>
                  <a:ext uri="{FF2B5EF4-FFF2-40B4-BE49-F238E27FC236}">
                    <a16:creationId xmlns:a16="http://schemas.microsoft.com/office/drawing/2014/main" id="{DF66D16C-F975-445F-861F-4D4E68151433}"/>
                  </a:ext>
                </a:extLst>
              </p:cNvPr>
              <p:cNvSpPr>
                <a:spLocks noChangeArrowheads="1"/>
              </p:cNvSpPr>
              <p:nvPr/>
            </p:nvSpPr>
            <p:spPr bwMode="white">
              <a:xfrm>
                <a:off x="654" y="2352"/>
                <a:ext cx="4818" cy="134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Line 7">
                <a:extLst>
                  <a:ext uri="{FF2B5EF4-FFF2-40B4-BE49-F238E27FC236}">
                    <a16:creationId xmlns:a16="http://schemas.microsoft.com/office/drawing/2014/main" id="{6E705887-AB71-4B76-B1F4-8D7F77EAE8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3072"/>
                <a:ext cx="624" cy="0"/>
              </a:xfrm>
              <a:prstGeom prst="line">
                <a:avLst/>
              </a:prstGeom>
              <a:noFill/>
              <a:ln w="5080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8">
              <a:extLst>
                <a:ext uri="{FF2B5EF4-FFF2-40B4-BE49-F238E27FC236}">
                  <a16:creationId xmlns:a16="http://schemas.microsoft.com/office/drawing/2014/main" id="{BB03B609-8F28-44A4-AC11-5F5379FF134A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400" y="336"/>
              <a:ext cx="5088" cy="192"/>
              <a:chOff x="400" y="336"/>
              <a:chExt cx="5088" cy="192"/>
            </a:xfrm>
          </p:grpSpPr>
          <p:sp>
            <p:nvSpPr>
              <p:cNvPr id="8" name="Rectangle 9">
                <a:extLst>
                  <a:ext uri="{FF2B5EF4-FFF2-40B4-BE49-F238E27FC236}">
                    <a16:creationId xmlns:a16="http://schemas.microsoft.com/office/drawing/2014/main" id="{C3C17E7D-EFC9-4005-8EDE-8E4466AE86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52" y="336"/>
                <a:ext cx="1536" cy="19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" name="Line 10">
                <a:extLst>
                  <a:ext uri="{FF2B5EF4-FFF2-40B4-BE49-F238E27FC236}">
                    <a16:creationId xmlns:a16="http://schemas.microsoft.com/office/drawing/2014/main" id="{792123B1-DDFD-4680-AB10-CFA32939CB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0" y="432"/>
                <a:ext cx="5088" cy="0"/>
              </a:xfrm>
              <a:prstGeom prst="line">
                <a:avLst/>
              </a:prstGeom>
              <a:noFill/>
              <a:ln w="4445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pic>
        <p:nvPicPr>
          <p:cNvPr id="13" name="Picture 16" descr="emu_300x300_72dpi_black">
            <a:extLst>
              <a:ext uri="{FF2B5EF4-FFF2-40B4-BE49-F238E27FC236}">
                <a16:creationId xmlns:a16="http://schemas.microsoft.com/office/drawing/2014/main" id="{A6F507B9-BBC3-4F9E-B5B3-1F84BF9FAC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15888"/>
            <a:ext cx="574675" cy="57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8027" name="Rectangle 11"/>
          <p:cNvSpPr>
            <a:spLocks noGrp="1" noChangeArrowheads="1"/>
          </p:cNvSpPr>
          <p:nvPr>
            <p:ph type="ctrTitle"/>
          </p:nvPr>
        </p:nvSpPr>
        <p:spPr>
          <a:xfrm>
            <a:off x="2057400" y="1143000"/>
            <a:ext cx="6629400" cy="2209800"/>
          </a:xfrm>
        </p:spPr>
        <p:txBody>
          <a:bodyPr/>
          <a:lstStyle>
            <a:lvl1pPr>
              <a:defRPr sz="4800"/>
            </a:lvl1pPr>
          </a:lstStyle>
          <a:p>
            <a:pPr lvl="0"/>
            <a:r>
              <a:rPr lang="en-US" altLang="en-US" noProof="0"/>
              <a:t>Click to edit Master title style</a:t>
            </a:r>
          </a:p>
        </p:txBody>
      </p:sp>
      <p:sp>
        <p:nvSpPr>
          <p:cNvPr id="598028" name="Rectangle 12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858000" cy="1600200"/>
          </a:xfrm>
        </p:spPr>
        <p:txBody>
          <a:bodyPr anchor="ctr"/>
          <a:lstStyle>
            <a:lvl1pPr marL="0" indent="0" algn="ctr">
              <a:buFont typeface="Wingdings" panose="05000000000000000000" pitchFamily="2" charset="2"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F1BC169-C2A2-45B5-A374-71F2EBA035E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12813" y="6251575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C5A4B5-26F4-4CC4-A8C9-7256B7BDEED5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2790513F-446A-47CC-8086-B585B729A8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354388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4DC9E00-0C42-4E33-9791-DB74392E7DD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781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A2A49A-F948-456B-8433-624613035A2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81891055"/>
      </p:ext>
    </p:extLst>
  </p:cSld>
  <p:clrMapOvr>
    <a:masterClrMapping/>
  </p:clrMapOvr>
  <p:transition>
    <p:random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CF9C34EE-72F3-48EA-B932-2A64C2038FE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827BBBE-186A-4024-8E62-590462448208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C590B3F9-588F-420A-B941-CFF2AA2EA9F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B8035C69-28AB-4877-8601-E8807E4BE94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0DA9C81-8C0B-420A-8765-3A9516626B0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06192934"/>
      </p:ext>
    </p:extLst>
  </p:cSld>
  <p:clrMapOvr>
    <a:masterClrMapping/>
  </p:clrMapOvr>
  <p:transition>
    <p:random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C4234A2A-5D0C-44C8-887E-D10DDFC7AA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8994EEA-CDE1-4CF0-B97E-F046BC99017A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04E8673F-D3A8-4270-A880-5464CB01F96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EB1F1F1B-8663-4447-B9F0-E50D78F34EF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E7F0A4-9658-43EF-876F-1B09C1E0A41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82120886"/>
      </p:ext>
    </p:extLst>
  </p:cSld>
  <p:clrMapOvr>
    <a:masterClrMapping/>
  </p:clrMapOvr>
  <p:transition>
    <p:random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BEDEDA5F-0A5D-4CA4-A1C5-E0BBCA7D32B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E36E2F7-403A-4BD1-97B2-954E718C0676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4C2AD675-B79B-4C82-8BB7-A5BB8E849A2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FA6E5F42-4825-4052-A411-7C9668ACCC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A030BC2-7CF3-4AF3-91D9-2A59AC40443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62873303"/>
      </p:ext>
    </p:extLst>
  </p:cSld>
  <p:clrMapOvr>
    <a:masterClrMapping/>
  </p:clrMapOvr>
  <p:transition>
    <p:random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B4B9A3CC-A69C-4380-B243-FF56F5877D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C47519-7D6C-4277-A527-EC8BF8B7D20D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4BB100D0-7C52-4FE4-BB69-6A02DD95835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8BE3667C-9E53-4554-BDEC-26A785705C6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8385E0-B45E-4570-A3AA-0856022418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59124618"/>
      </p:ext>
    </p:extLst>
  </p:cSld>
  <p:clrMapOvr>
    <a:masterClrMapping/>
  </p:clrMapOvr>
  <p:transition>
    <p:random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75C9C638-878C-4E40-8D06-96E4C1B412D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CB4BA1-EF4A-46E7-A043-BEC20C08A882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3310315F-DE20-461D-BB40-598604683D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45B671E4-A185-4AAA-BFEE-B5DA72854E3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92DC3B9-A196-4109-8661-49D33AF6153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5112132"/>
      </p:ext>
    </p:extLst>
  </p:cSld>
  <p:clrMapOvr>
    <a:masterClrMapping/>
  </p:clrMapOvr>
  <p:transition>
    <p:random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5C476D0D-B5BB-40B1-97F5-041B0BB0003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31896EC-27A3-4DEC-9EAE-1715D1EE9CB2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3" name="Rectangle 10">
            <a:extLst>
              <a:ext uri="{FF2B5EF4-FFF2-40B4-BE49-F238E27FC236}">
                <a16:creationId xmlns:a16="http://schemas.microsoft.com/office/drawing/2014/main" id="{584D7CD9-03DE-48D5-8B6F-A09B7D332F8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4B50E0DF-BFAF-460E-AA43-87A734A1C02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21815A-02CE-4946-BC74-B1805034295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45836488"/>
      </p:ext>
    </p:extLst>
  </p:cSld>
  <p:clrMapOvr>
    <a:masterClrMapping/>
  </p:clrMapOvr>
  <p:transition>
    <p:random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9765C9AE-0CF0-4AA4-A848-0E2835A2EE3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01F57A-160C-4DBD-8129-F74AC5E4C8FF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FC78EA8E-2184-4C93-A632-2F9F0776E0C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1C0FE5F5-94B2-4263-8EC5-9430AB9C03D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DE921B3-5AA3-40B2-BD1E-81A7FD4E636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54247001"/>
      </p:ext>
    </p:extLst>
  </p:cSld>
  <p:clrMapOvr>
    <a:masterClrMapping/>
  </p:clrMapOvr>
  <p:transition>
    <p:random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0E467AB0-774D-43D9-8198-193CB588BA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AB558D7-F0E0-4297-ADF6-FEC8ACB68C6B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7B808355-42A5-4D0E-8518-E0F4FD43197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3BAF7EF2-E2DF-47AB-891C-D8408152712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B248BD-9539-4CAF-93DC-A2CA13CA5E9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70631338"/>
      </p:ext>
    </p:extLst>
  </p:cSld>
  <p:clrMapOvr>
    <a:masterClrMapping/>
  </p:clrMapOvr>
  <p:transition>
    <p:random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4DFEB8B6-9CBD-44BF-A7E4-D3D886E918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E4C2D4-AED4-49A9-9EFA-2DD204261EE7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0908BF4-CB10-49D2-9638-F9AF6998E68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D8A2F6A0-8795-460A-8A6C-6A0D79743EA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73F2B1-D81C-4169-96DE-C2961E383E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53602119"/>
      </p:ext>
    </p:extLst>
  </p:cSld>
  <p:clrMapOvr>
    <a:masterClrMapping/>
  </p:clrMapOvr>
  <p:transition>
    <p:random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3700" y="152400"/>
            <a:ext cx="2019300" cy="6096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905500" cy="60960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1DBC7B38-5070-4237-8553-69481B5B89E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45C5BC7-25FB-48F9-9ECD-E148693D6F39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48EF8B06-6A73-463B-8148-0D54FBA1B4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4E710C1B-376F-4EEA-81E0-1E3990D393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560F63-EACA-4932-AF9B-D14368E73A4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87015778"/>
      </p:ext>
    </p:extLst>
  </p:cSld>
  <p:clrMapOvr>
    <a:masterClrMapping/>
  </p:clrMapOvr>
  <p:transition>
    <p:random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D6549AE-72E3-47BE-AD73-E71A3EA949A1}"/>
              </a:ext>
            </a:extLst>
          </p:cNvPr>
          <p:cNvSpPr/>
          <p:nvPr/>
        </p:nvSpPr>
        <p:spPr>
          <a:xfrm>
            <a:off x="282575" y="228600"/>
            <a:ext cx="4235450" cy="41878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C22C5-F716-4404-9C88-99D11E2E0C45}"/>
              </a:ext>
            </a:extLst>
          </p:cNvPr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9F2FC3-1FDA-44A6-9B5F-C8C03570B5AB}"/>
              </a:ext>
            </a:extLst>
          </p:cNvPr>
          <p:cNvSpPr/>
          <p:nvPr/>
        </p:nvSpPr>
        <p:spPr>
          <a:xfrm>
            <a:off x="4624388" y="2378075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8AF5D0-F3E1-4ABD-8A1F-F331D59F04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54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510EAD-8477-4A4C-8F7B-CAE19A6CB78E}"/>
              </a:ext>
            </a:extLst>
          </p:cNvPr>
          <p:cNvSpPr/>
          <p:nvPr/>
        </p:nvSpPr>
        <p:spPr>
          <a:xfrm>
            <a:off x="4624388" y="228600"/>
            <a:ext cx="2057400" cy="20383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6F5103-6E1E-41E2-A621-C0B09AD9ACB2}"/>
              </a:ext>
            </a:extLst>
          </p:cNvPr>
          <p:cNvSpPr/>
          <p:nvPr/>
        </p:nvSpPr>
        <p:spPr>
          <a:xfrm>
            <a:off x="6802438" y="2378075"/>
            <a:ext cx="2057400" cy="20383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0" y="4624668"/>
            <a:ext cx="4038600" cy="933450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00600" y="5562599"/>
            <a:ext cx="4038600" cy="748553"/>
          </a:xfrm>
        </p:spPr>
        <p:txBody>
          <a:bodyPr>
            <a:normAutofit/>
          </a:bodyPr>
          <a:lstStyle>
            <a:lvl1pPr marL="0" indent="0" algn="l">
              <a:spcBef>
                <a:spcPts val="300"/>
              </a:spcBef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06B4422-FDBB-451A-80A3-E1AF08DE1A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00600" y="6426200"/>
            <a:ext cx="1231900" cy="365125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1752509-2F43-4E42-9C46-F67640C7B1B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2442541-6637-473A-8646-7A5B17DAA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11900" y="6426200"/>
            <a:ext cx="2616200" cy="365125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5534497"/>
      </p:ext>
    </p:extLst>
  </p:cSld>
  <p:clrMapOvr>
    <a:masterClrMapping/>
  </p:clrMapOvr>
  <p:transition>
    <p:random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5A05DE3-C201-4B11-9666-0C6166F803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4101D24-BFA7-4899-9B74-B8A3EFA1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F99C14-10D9-4321-B3FF-0E9B3870EC11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E967D6C-DA6F-4253-9972-3ACF725B5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A360E86-5EA3-4476-88D3-5048B6BF4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97FF75-9E45-4F6E-9E89-BE68C2AA77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6629825"/>
      </p:ext>
    </p:extLst>
  </p:cSld>
  <p:clrMapOvr>
    <a:masterClrMapping/>
  </p:clrMapOvr>
  <p:transition>
    <p:random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ontent, Al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9CC2ECC-E059-4618-997A-65107B4AD2CF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6F8D73-B495-4145-B486-D69B73FDAB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4" y="134471"/>
            <a:ext cx="7556313" cy="995082"/>
          </a:xfrm>
        </p:spPr>
        <p:txBody>
          <a:bodyPr anchor="b"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498518" y="1129553"/>
            <a:ext cx="7558960" cy="774700"/>
          </a:xfrm>
        </p:spPr>
        <p:txBody>
          <a:bodyPr rtlCol="0">
            <a:noAutofit/>
          </a:bodyPr>
          <a:lstStyle>
            <a:lvl1pPr marL="0" indent="0">
              <a:buNone/>
              <a:defRPr kumimoji="0" sz="2400" b="0" i="0" u="none" strike="noStrike" kern="1200" cap="none" spc="0" normalizeH="0" baseline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5019766-081A-47D0-BAEA-0C15F0721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F4B6AC-63EB-4180-A36B-8AD10E9CDD5C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423F56D-9BA3-4A25-B9BA-424A70868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488EADA-FED8-4753-AAF3-AC9BBB764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DC72B3-6AE1-4353-8D4C-88EC0034649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16590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A5716B2-1D51-4842-A52B-1B7BE135F4E1}"/>
              </a:ext>
            </a:extLst>
          </p:cNvPr>
          <p:cNvSpPr/>
          <p:nvPr/>
        </p:nvSpPr>
        <p:spPr>
          <a:xfrm>
            <a:off x="282575" y="228600"/>
            <a:ext cx="4235450" cy="41878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F670D2-C111-4D1B-B50D-F3432ABD194E}"/>
              </a:ext>
            </a:extLst>
          </p:cNvPr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D2165C-0B75-4EB3-A9E4-0F14A4B84006}"/>
              </a:ext>
            </a:extLst>
          </p:cNvPr>
          <p:cNvSpPr/>
          <p:nvPr/>
        </p:nvSpPr>
        <p:spPr>
          <a:xfrm>
            <a:off x="4624388" y="2378075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03CB60-55F5-44EE-92D5-52256DA7E5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54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0" y="4624668"/>
            <a:ext cx="4038600" cy="933450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00600" y="5562599"/>
            <a:ext cx="4038600" cy="748553"/>
          </a:xfrm>
        </p:spPr>
        <p:txBody>
          <a:bodyPr>
            <a:normAutofit/>
          </a:bodyPr>
          <a:lstStyle>
            <a:lvl1pPr marL="0" indent="0" algn="l">
              <a:spcBef>
                <a:spcPts val="300"/>
              </a:spcBef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2"/>
          </p:nvPr>
        </p:nvSpPr>
        <p:spPr>
          <a:xfrm>
            <a:off x="4624388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6802438" y="237744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1779494"/>
            <a:ext cx="3086100" cy="3089666"/>
          </a:xfrm>
        </p:spPr>
        <p:txBody>
          <a:bodyPr lIns="45720" rIns="45720">
            <a:noAutofit/>
          </a:bodyPr>
          <a:lstStyle>
            <a:lvl1pPr marL="0" indent="0" algn="ctr">
              <a:buNone/>
              <a:defRPr sz="4600">
                <a:solidFill>
                  <a:srgbClr val="FF0000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844C491-3D0C-48E4-BD99-E1F9E0A64DC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800600" y="6426200"/>
            <a:ext cx="1231900" cy="365125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947DAE1-A49F-4D70-A911-88A3EB474968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7A89449-B2CD-4D8E-96E7-C3D05CA65A7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11900" y="6426200"/>
            <a:ext cx="2616200" cy="365125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001412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11DE96-FAFC-4CF6-98C3-243C9D9B03D7}"/>
              </a:ext>
            </a:extLst>
          </p:cNvPr>
          <p:cNvSpPr/>
          <p:nvPr/>
        </p:nvSpPr>
        <p:spPr>
          <a:xfrm>
            <a:off x="658813" y="211138"/>
            <a:ext cx="8201025" cy="6345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903" y="3133725"/>
            <a:ext cx="7313240" cy="1362075"/>
          </a:xfrm>
        </p:spPr>
        <p:txBody>
          <a:bodyPr anchor="b">
            <a:normAutofit/>
          </a:bodyPr>
          <a:lstStyle>
            <a:lvl1pPr algn="l">
              <a:defRPr sz="3200" b="0" cap="none" baseline="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8906" y="4725144"/>
            <a:ext cx="7265894" cy="1270843"/>
          </a:xfrm>
        </p:spPr>
        <p:txBody>
          <a:bodyPr>
            <a:normAutofit/>
          </a:bodyPr>
          <a:lstStyle>
            <a:lvl1pPr marL="0" indent="0">
              <a:spcBef>
                <a:spcPts val="300"/>
              </a:spcBef>
              <a:buNone/>
              <a:defRPr sz="1400" cap="none" baseline="0">
                <a:solidFill>
                  <a:srgbClr val="0070C0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E00B8D7-84F4-46D1-83F3-DB8DA019B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813" y="6248400"/>
            <a:ext cx="1474787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CD013CE-67C9-4988-A823-7D0EB71D023D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F5407CD7-AE9E-410F-8F94-A4A372B8F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6000" y="6248400"/>
            <a:ext cx="5638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606D7A1-CF24-46FC-A3CA-970975891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05800" y="6248400"/>
            <a:ext cx="554038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D8FD4F-45E7-4072-8800-E1C10689F0F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71318624"/>
      </p:ext>
    </p:extLst>
  </p:cSld>
  <p:clrMapOvr>
    <a:masterClrMapping/>
  </p:clrMapOvr>
  <p:transition>
    <p:random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D9E9D7C-56A6-4B82-9A3D-FD28902E34D6}"/>
              </a:ext>
            </a:extLst>
          </p:cNvPr>
          <p:cNvSpPr/>
          <p:nvPr/>
        </p:nvSpPr>
        <p:spPr>
          <a:xfrm>
            <a:off x="8210550" y="282575"/>
            <a:ext cx="64135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B451A8-D956-4804-BB56-30E8F32ADC46}"/>
              </a:ext>
            </a:extLst>
          </p:cNvPr>
          <p:cNvSpPr/>
          <p:nvPr/>
        </p:nvSpPr>
        <p:spPr>
          <a:xfrm>
            <a:off x="8067675" y="282575"/>
            <a:ext cx="92075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27635-677E-4A10-B4D7-6A52FF43DE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8518" y="1985963"/>
            <a:ext cx="3657600" cy="4140200"/>
          </a:xfrm>
        </p:spPr>
        <p:txBody>
          <a:bodyPr>
            <a:normAutofit/>
          </a:bodyPr>
          <a:lstStyle>
            <a:lvl1pPr>
              <a:defRPr sz="1800">
                <a:solidFill>
                  <a:srgbClr val="0070C0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99878" y="1985963"/>
            <a:ext cx="3657600" cy="4140200"/>
          </a:xfrm>
        </p:spPr>
        <p:txBody>
          <a:bodyPr>
            <a:normAutofit/>
          </a:bodyPr>
          <a:lstStyle>
            <a:lvl1pPr>
              <a:defRPr sz="1800">
                <a:solidFill>
                  <a:srgbClr val="0070C0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425FEDAF-E190-476B-8D80-2FDBE9801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BC6A0A-016D-4814-87E7-5BE84E79FE1C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0575C56-64B6-4D3B-B150-E0F913949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9651D746-2E4D-4F42-8E33-B5C7C1899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C62F03-27E2-4C96-967C-2B7425AF413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9593391"/>
      </p:ext>
    </p:extLst>
  </p:cSld>
  <p:clrMapOvr>
    <a:masterClrMapping/>
  </p:clrMapOvr>
  <p:transition>
    <p:random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57B07C5-F853-4FE7-ADE4-312152A861F7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C0CEFD-742B-4BDB-AB85-DD99C8FFB6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7541" y="2447365"/>
            <a:ext cx="3657600" cy="367879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99878" y="2447365"/>
            <a:ext cx="3657600" cy="367879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7541" y="2070847"/>
            <a:ext cx="3657600" cy="322729"/>
          </a:xfrm>
          <a:prstGeom prst="rect">
            <a:avLst/>
          </a:prstGeom>
          <a:solidFill>
            <a:schemeClr val="accent3"/>
          </a:solidFill>
        </p:spPr>
        <p:txBody>
          <a:bodyPr t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99878" y="2070847"/>
            <a:ext cx="3657600" cy="32272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71386DFB-7C38-465D-B19A-F9BC20086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840219-0E5D-43E8-BC46-7B446F82A6CC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AFB72559-48AF-4D8B-BCDA-85DFE5A30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C46A864C-2A70-42AC-91B7-3B12616E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C1C16B-91CF-4A52-B7DA-A9E2A068988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24414672"/>
      </p:ext>
    </p:extLst>
  </p:cSld>
  <p:clrMapOvr>
    <a:masterClrMapping/>
  </p:clrMapOvr>
  <p:transition>
    <p:random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 Content, Top and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2040DC1-CC49-4062-B731-108D0938F7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6B2E1C-83DC-48FB-87B4-6C04ED0E78E1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8517" y="1985963"/>
            <a:ext cx="7569157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3" name="Content Placeholder 2"/>
          <p:cNvSpPr>
            <a:spLocks noGrp="1"/>
          </p:cNvSpPr>
          <p:nvPr>
            <p:ph sz="half" idx="14"/>
          </p:nvPr>
        </p:nvSpPr>
        <p:spPr>
          <a:xfrm>
            <a:off x="498517" y="4164965"/>
            <a:ext cx="7569157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40692EE1-AA7B-43BD-AC16-CED9312B381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7BF1C9-1025-4FC5-95F3-643E4B2392A1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AEB1AA61-3E07-4BA7-BD71-ED9C6773800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A485EDA6-A543-44FE-A126-0BC3B380D77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5F4DCD-43D8-4193-A279-26DED609CF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192431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36A625E-3694-4DB5-98E8-2D8D318A7935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7372B-B1EB-4EEE-BA49-610CBBE37C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10075" y="1985963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1" name="Content Placeholder 2"/>
          <p:cNvSpPr>
            <a:spLocks noGrp="1"/>
          </p:cNvSpPr>
          <p:nvPr>
            <p:ph sz="half" idx="15"/>
          </p:nvPr>
        </p:nvSpPr>
        <p:spPr>
          <a:xfrm>
            <a:off x="498518" y="1985963"/>
            <a:ext cx="3657600" cy="4140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3" name="Content Placeholder 2"/>
          <p:cNvSpPr>
            <a:spLocks noGrp="1"/>
          </p:cNvSpPr>
          <p:nvPr>
            <p:ph sz="half" idx="16"/>
          </p:nvPr>
        </p:nvSpPr>
        <p:spPr>
          <a:xfrm>
            <a:off x="4410075" y="4169664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A442E16E-8AE9-49E1-B987-A2C09660BFB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9BDB295-AA0E-4913-8F70-E7AE12812FB4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EFF88378-3EBD-4A53-AAEB-BA3788A9F5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0A6F8EB9-B8BD-478C-B0C5-CEB182208DD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E81321-7CA3-455E-B242-7CD20CFE356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331642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1347075-7758-4CEC-9F96-6FCEEB078727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52A13F-FE25-4561-A63F-562F49A24E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" name="Content Placeholder 2"/>
          <p:cNvSpPr>
            <a:spLocks noGrp="1"/>
          </p:cNvSpPr>
          <p:nvPr>
            <p:ph sz="half" idx="17"/>
          </p:nvPr>
        </p:nvSpPr>
        <p:spPr>
          <a:xfrm>
            <a:off x="502920" y="1985963"/>
            <a:ext cx="3657413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sz="half" idx="18"/>
          </p:nvPr>
        </p:nvSpPr>
        <p:spPr>
          <a:xfrm>
            <a:off x="502920" y="4164965"/>
            <a:ext cx="3657413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5" name="Content Placeholder 2"/>
          <p:cNvSpPr>
            <a:spLocks noGrp="1"/>
          </p:cNvSpPr>
          <p:nvPr>
            <p:ph sz="half" idx="1"/>
          </p:nvPr>
        </p:nvSpPr>
        <p:spPr>
          <a:xfrm>
            <a:off x="4410075" y="1985963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6" name="Content Placeholder 2"/>
          <p:cNvSpPr>
            <a:spLocks noGrp="1"/>
          </p:cNvSpPr>
          <p:nvPr>
            <p:ph sz="half" idx="16"/>
          </p:nvPr>
        </p:nvSpPr>
        <p:spPr>
          <a:xfrm>
            <a:off x="4410075" y="4169664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8CA10872-C456-40D3-AEDF-ECC579776C6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746FD-7CE6-4784-B555-E150A698D221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FB6C643F-279E-4508-88CB-5D027FFA15F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C7FE2F1D-C54D-49CF-AA62-F961BBB73A03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5F9E64-AC8D-4934-A522-F84ADA98942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765955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3EEB36-E5FF-4FAC-BCEC-EEE3993A2257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A7B1F7-B66E-4360-933D-20F9FE30A2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Date Placeholder 2">
            <a:extLst>
              <a:ext uri="{FF2B5EF4-FFF2-40B4-BE49-F238E27FC236}">
                <a16:creationId xmlns:a16="http://schemas.microsoft.com/office/drawing/2014/main" id="{A60D05BF-08A0-4D82-87B7-25B380F49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100575-81D0-4836-BDA5-88ECA2DF1A3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0CBB09B-E9D1-4963-9352-60DD2D041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AAAE83DB-9197-4A51-B3DF-1B22AAB29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02FF4ED-2B23-4CC6-834A-FCFA22AF88C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37457812"/>
      </p:ext>
    </p:extLst>
  </p:cSld>
  <p:clrMapOvr>
    <a:masterClrMapping/>
  </p:clrMapOvr>
  <p:transition>
    <p:random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297824-E7C6-4F94-94AE-2F0773C2EC4D}"/>
              </a:ext>
            </a:extLst>
          </p:cNvPr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BF1A20FE-9E92-4C73-9A74-8F0A2A08F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C35119-4326-4B12-8C41-028122D81B5B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BC591D13-7F35-46DA-90AE-1E6C0A569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F78DFFF-F6E0-474D-BCE0-10BBC4065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C516D0E-CD58-4E49-9F6D-689564ED6CA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28158440"/>
      </p:ext>
    </p:extLst>
  </p:cSld>
  <p:clrMapOvr>
    <a:masterClrMapping/>
  </p:clrMapOvr>
  <p:transition>
    <p:random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81A3E6C-E078-4B52-8583-2B5D165EB6EC}"/>
              </a:ext>
            </a:extLst>
          </p:cNvPr>
          <p:cNvSpPr/>
          <p:nvPr/>
        </p:nvSpPr>
        <p:spPr>
          <a:xfrm>
            <a:off x="282575" y="228600"/>
            <a:ext cx="3451225" cy="634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61FBA7-0B22-48B0-89DE-EE8F5CC107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54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5" y="2571750"/>
            <a:ext cx="3255264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75" y="273050"/>
            <a:ext cx="4597399" cy="5853113"/>
          </a:xfrm>
        </p:spPr>
        <p:txBody>
          <a:bodyPr>
            <a:normAutofit/>
          </a:bodyPr>
          <a:lstStyle>
            <a:lvl1pPr>
              <a:defRPr sz="1800">
                <a:solidFill>
                  <a:srgbClr val="0070C0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3" y="3733800"/>
            <a:ext cx="3255264" cy="2392363"/>
          </a:xfrm>
        </p:spPr>
        <p:txBody>
          <a:bodyPr/>
          <a:lstStyle>
            <a:lvl1pPr marL="0" indent="0">
              <a:buNone/>
              <a:defRPr sz="1400">
                <a:solidFill>
                  <a:srgbClr val="0070C0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C8CDD739-01DD-46AE-92AD-B19AA301B91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1400" y="6423025"/>
            <a:ext cx="15367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2402E1E-AC80-476C-BD21-E5D946B2FBAA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2559E1EB-BD5D-43C2-93DB-7E5B72874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59213" y="6423025"/>
            <a:ext cx="33162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687756"/>
      </p:ext>
    </p:extLst>
  </p:cSld>
  <p:clrMapOvr>
    <a:masterClrMapping/>
  </p:clrMapOvr>
  <p:transition>
    <p:random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13DB472-439E-4BDE-918A-FD6BA213D95A}"/>
              </a:ext>
            </a:extLst>
          </p:cNvPr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BC5FB0-3DC3-4E99-B205-5BF43F4313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9388" y="3370263"/>
            <a:ext cx="2206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2400" b="1">
                <a:solidFill>
                  <a:srgbClr val="B870B8"/>
                </a:solidFill>
                <a:cs typeface="Arial" panose="020B0604020202020204" pitchFamily="34" charset="0"/>
              </a:rPr>
              <a:t>+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69404" y="3124200"/>
            <a:ext cx="3898272" cy="871538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6" y="228600"/>
            <a:ext cx="3460658" cy="6345238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69404" y="3995737"/>
            <a:ext cx="3898272" cy="21478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AF046526-C347-4BD5-B33A-3B7626D4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1400" y="6423025"/>
            <a:ext cx="15367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F7BFBB-6B8B-4E2E-8F5B-F5D4B0E631F4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A9B5365-00CB-4803-A243-CFE63D1EF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0" y="6423025"/>
            <a:ext cx="3005138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E08FA02A-7C84-41D3-B339-E1CEC85DE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C4F20B-DFB7-47E0-99A5-E35BEB509EF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55815162"/>
      </p:ext>
    </p:extLst>
  </p:cSld>
  <p:clrMapOvr>
    <a:masterClrMapping/>
  </p:clrMapOvr>
  <p:transition>
    <p:random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abov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B01909A-2195-4FAB-8839-F9F6FE648B8D}"/>
              </a:ext>
            </a:extLst>
          </p:cNvPr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59CE46-129E-4ECD-8EC1-7FBFCCF3D09D}"/>
              </a:ext>
            </a:extLst>
          </p:cNvPr>
          <p:cNvSpPr/>
          <p:nvPr/>
        </p:nvSpPr>
        <p:spPr>
          <a:xfrm>
            <a:off x="6802438" y="2378075"/>
            <a:ext cx="2057400" cy="20383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6D4F6F-D994-4A50-98C6-DE2D135B1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025" y="4632325"/>
            <a:ext cx="2206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2400" b="1">
                <a:solidFill>
                  <a:srgbClr val="B870B8"/>
                </a:solidFill>
                <a:cs typeface="Arial" panose="020B0604020202020204" pitchFamily="34" charset="0"/>
              </a:rPr>
              <a:t>+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6505" y="4424082"/>
            <a:ext cx="6191157" cy="833718"/>
          </a:xfrm>
        </p:spPr>
        <p:txBody>
          <a:bodyPr anchor="b">
            <a:normAutofit/>
          </a:bodyPr>
          <a:lstStyle>
            <a:lvl1pPr algn="l">
              <a:defRPr sz="26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5" y="228600"/>
            <a:ext cx="6378389" cy="4187952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6505" y="5257799"/>
            <a:ext cx="6191157" cy="885825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754C0E74-42E2-446C-94D7-A3B55F60E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45BE75-3A8E-4EEA-B612-B336FA73E38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3B8F4D42-B8D9-4103-ABD1-B75FECA76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9FC1F58C-874F-4AD4-A32D-B6BA2E113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4A88E9-55FA-4583-A2AF-654D4791C2C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362461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E4B8522-9E4F-489D-86CD-B4B7DAA29998}"/>
              </a:ext>
            </a:extLst>
          </p:cNvPr>
          <p:cNvSpPr/>
          <p:nvPr/>
        </p:nvSpPr>
        <p:spPr>
          <a:xfrm>
            <a:off x="282575" y="228600"/>
            <a:ext cx="6386513" cy="634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D96BD4-27ED-4DD1-8791-F3D093AD2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54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94B6BF-E2C1-4B6F-9ECA-93E1777E3521}"/>
              </a:ext>
            </a:extLst>
          </p:cNvPr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4" y="2571750"/>
            <a:ext cx="6181611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4" y="3733800"/>
            <a:ext cx="6179566" cy="2392363"/>
          </a:xfrm>
        </p:spPr>
        <p:txBody>
          <a:bodyPr/>
          <a:lstStyle>
            <a:lvl1pPr marL="0" indent="0">
              <a:buNone/>
              <a:defRPr sz="1400">
                <a:solidFill>
                  <a:srgbClr val="0070C0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6802438" y="237494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6802438" y="4535424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C761474E-2C03-4840-8A15-994BF879D3D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211763" y="6235700"/>
            <a:ext cx="134937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0232980-E453-4CBF-A307-45048147E9FA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7C2799EC-B7A7-4AEB-AA05-ED8A41C7D4A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0" y="6235700"/>
            <a:ext cx="4648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158E981D-B48B-4C8C-9DD0-1E81EA85DC5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0F1E02-4764-4B68-9C6E-34342FE9361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253008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684C6A6-C390-4CE9-9551-280F5894D784}"/>
              </a:ext>
            </a:extLst>
          </p:cNvPr>
          <p:cNvSpPr/>
          <p:nvPr/>
        </p:nvSpPr>
        <p:spPr>
          <a:xfrm>
            <a:off x="282575" y="228600"/>
            <a:ext cx="4235450" cy="634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1F7596-DDE6-4CD4-865C-FEF3B660E3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54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C2F2B8-01CF-45D9-851B-C292454438D2}"/>
              </a:ext>
            </a:extLst>
          </p:cNvPr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7172EA-58AA-450E-8BAD-A116BCA1D3EA}"/>
              </a:ext>
            </a:extLst>
          </p:cNvPr>
          <p:cNvSpPr/>
          <p:nvPr/>
        </p:nvSpPr>
        <p:spPr>
          <a:xfrm>
            <a:off x="4624388" y="4535488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4" y="2571750"/>
            <a:ext cx="4016633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4" y="3733800"/>
            <a:ext cx="4015304" cy="2392363"/>
          </a:xfrm>
        </p:spPr>
        <p:txBody>
          <a:bodyPr/>
          <a:lstStyle>
            <a:lvl1pPr marL="0" indent="0">
              <a:buNone/>
              <a:defRPr sz="1400">
                <a:solidFill>
                  <a:srgbClr val="0070C0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4624388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4624388" y="2381663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5"/>
          </p:nvPr>
        </p:nvSpPr>
        <p:spPr>
          <a:xfrm>
            <a:off x="6803136" y="2381662"/>
            <a:ext cx="2057400" cy="418795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1" name="Date Placeholder 4">
            <a:extLst>
              <a:ext uri="{FF2B5EF4-FFF2-40B4-BE49-F238E27FC236}">
                <a16:creationId xmlns:a16="http://schemas.microsoft.com/office/drawing/2014/main" id="{73AC807D-AF86-4476-A47B-879D992AE4E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48000" y="6235700"/>
            <a:ext cx="134778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CB0466D8-1F5A-4252-9DF5-0AA1CCE412B1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8E62327F-56AD-4A63-98B9-78485E66D1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81000" y="6235700"/>
            <a:ext cx="2590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1C12E0BA-FE9E-4BD0-AAEF-9BBAF7C756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D2B7AC-0C10-4CF5-8B9B-68B5A78F72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635543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Pictures with Caption, Al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D86DB31-10AD-4A0A-BCB6-1CE4F9A6C9F8}"/>
              </a:ext>
            </a:extLst>
          </p:cNvPr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72F84F-B455-44D5-B27F-7968C240A0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9800" y="3370263"/>
            <a:ext cx="220663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2400" b="1">
                <a:solidFill>
                  <a:srgbClr val="B870B8"/>
                </a:solidFill>
                <a:cs typeface="Arial" panose="020B0604020202020204" pitchFamily="34" charset="0"/>
              </a:rPr>
              <a:t>+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0" y="3124200"/>
            <a:ext cx="3108960" cy="871538"/>
          </a:xfrm>
        </p:spPr>
        <p:txBody>
          <a:bodyPr anchor="b">
            <a:normAutofit/>
          </a:bodyPr>
          <a:lstStyle>
            <a:lvl1pPr algn="l">
              <a:defRPr sz="26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5" y="2365248"/>
            <a:ext cx="4240119" cy="4187952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00" y="3995737"/>
            <a:ext cx="3108960" cy="21478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277905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15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2460625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 dirty="0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649B7326-D2C8-4CBD-A35A-2CB75A4F9E7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391400" y="6423025"/>
            <a:ext cx="15367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7109545-74AE-4DF0-B5B8-5DCE9283F8AC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6041EA7-B68A-41F3-8113-D9D32DAD8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91000" y="6423025"/>
            <a:ext cx="3005138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443674E4-A79F-449B-9438-925C258E3D6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EE316B-296A-4301-835E-E41E4EB19B5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4413198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0C5B91-761D-4C3E-96C5-955410F3898F}"/>
              </a:ext>
            </a:extLst>
          </p:cNvPr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964D89-1EB4-4144-A2AB-CB37176A38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3BC3FE9-9D89-4235-BD90-E3028C929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E9DF7E-06F9-4CC6-95F8-38F71CEE8EE2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54F36AFF-A8BF-4BD2-8967-40B05B6D8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27A965FE-F10B-4D14-AFE7-31ABFE14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147E2A-C44F-4045-82D2-7C371F82CF1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0669910"/>
      </p:ext>
    </p:extLst>
  </p:cSld>
  <p:clrMapOvr>
    <a:masterClrMapping/>
  </p:clrMapOvr>
  <p:transition>
    <p:random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7741545-59F1-4190-84C9-7BFBFE292ACE}"/>
              </a:ext>
            </a:extLst>
          </p:cNvPr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A20B8-21F5-4760-BFC9-EC6F73243DA8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8593932" y="561181"/>
            <a:ext cx="260350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r>
              <a:rPr lang="en-US" altLang="en-US" sz="3600" b="1">
                <a:solidFill>
                  <a:srgbClr val="B870B8"/>
                </a:solidFill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95772" y="954742"/>
            <a:ext cx="681318" cy="51714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958756"/>
            <a:ext cx="6858000" cy="518486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73E6979F-8696-4C70-A779-45E2CFAAF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47287B-CD4B-4276-9C9C-6FD4F40A5F28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259E8A7-94BA-4CE3-9968-0F52201B5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BBE8256-DE8F-4CFA-B85D-AA30DC910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23BFD9-2626-4110-A809-223BFB94F50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6629683"/>
      </p:ext>
    </p:extLst>
  </p:cSld>
  <p:clrMapOvr>
    <a:masterClrMapping/>
  </p:clrMapOvr>
  <p:transition>
    <p:random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00FF"/>
              </a:buClr>
              <a:buFont typeface="Wingdings 2" pitchFamily="18" charset="2"/>
              <a:buChar char="©"/>
              <a:defRPr/>
            </a:lvl1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288704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07767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AndObj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5785" y="350839"/>
            <a:ext cx="7904285" cy="414337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457200" y="1295391"/>
            <a:ext cx="4044462" cy="517712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2338" y="1295391"/>
            <a:ext cx="4044462" cy="518609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646599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4565F6AB-F257-43C5-9F92-3178E8C87FF1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8763000" cy="5943600"/>
            <a:chOff x="0" y="0"/>
            <a:chExt cx="5520" cy="3744"/>
          </a:xfrm>
        </p:grpSpPr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5461597E-A600-4D4E-BDA1-48906D219E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1104" cy="30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9pPr>
            </a:lstStyle>
            <a:p>
              <a:pPr algn="ctr" eaLnBrk="1" hangingPunct="1">
                <a:defRPr/>
              </a:pPr>
              <a:endParaRPr lang="en-US" altLang="en-US" sz="2400">
                <a:latin typeface="Times New Roman" panose="02020603050405020304" pitchFamily="18" charset="0"/>
                <a:ea typeface="+mn-ea"/>
              </a:endParaRPr>
            </a:p>
          </p:txBody>
        </p:sp>
        <p:grpSp>
          <p:nvGrpSpPr>
            <p:cNvPr id="6" name="Group 4">
              <a:extLst>
                <a:ext uri="{FF2B5EF4-FFF2-40B4-BE49-F238E27FC236}">
                  <a16:creationId xmlns:a16="http://schemas.microsoft.com/office/drawing/2014/main" id="{BE7A2416-A614-4AFA-9BE6-BB733C41BC18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0" y="2208"/>
              <a:ext cx="5520" cy="1536"/>
              <a:chOff x="0" y="2208"/>
              <a:chExt cx="5520" cy="1536"/>
            </a:xfrm>
          </p:grpSpPr>
          <p:sp>
            <p:nvSpPr>
              <p:cNvPr id="10" name="Rectangle 5">
                <a:extLst>
                  <a:ext uri="{FF2B5EF4-FFF2-40B4-BE49-F238E27FC236}">
                    <a16:creationId xmlns:a16="http://schemas.microsoft.com/office/drawing/2014/main" id="{2167F23D-50D2-4306-815F-A9CB09376D41}"/>
                  </a:ext>
                </a:extLst>
              </p:cNvPr>
              <p:cNvSpPr>
                <a:spLocks noChangeArrowheads="1"/>
              </p:cNvSpPr>
              <p:nvPr/>
            </p:nvSpPr>
            <p:spPr bwMode="ltGray">
              <a:xfrm>
                <a:off x="624" y="2208"/>
                <a:ext cx="4896" cy="1536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  <a:ea typeface="+mn-ea"/>
                </a:endParaRPr>
              </a:p>
            </p:txBody>
          </p:sp>
          <p:sp>
            <p:nvSpPr>
              <p:cNvPr id="11" name="Rectangle 6">
                <a:extLst>
                  <a:ext uri="{FF2B5EF4-FFF2-40B4-BE49-F238E27FC236}">
                    <a16:creationId xmlns:a16="http://schemas.microsoft.com/office/drawing/2014/main" id="{806C7BCE-5DEF-451A-80C5-F05516FDAD53}"/>
                  </a:ext>
                </a:extLst>
              </p:cNvPr>
              <p:cNvSpPr>
                <a:spLocks noChangeArrowheads="1"/>
              </p:cNvSpPr>
              <p:nvPr/>
            </p:nvSpPr>
            <p:spPr bwMode="white">
              <a:xfrm>
                <a:off x="654" y="2352"/>
                <a:ext cx="4818" cy="134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  <a:ea typeface="+mn-ea"/>
                </a:endParaRPr>
              </a:p>
            </p:txBody>
          </p:sp>
          <p:sp>
            <p:nvSpPr>
              <p:cNvPr id="12" name="Line 7">
                <a:extLst>
                  <a:ext uri="{FF2B5EF4-FFF2-40B4-BE49-F238E27FC236}">
                    <a16:creationId xmlns:a16="http://schemas.microsoft.com/office/drawing/2014/main" id="{07D70038-99BC-4D49-A2C7-74E645E453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3072"/>
                <a:ext cx="624" cy="0"/>
              </a:xfrm>
              <a:prstGeom prst="line">
                <a:avLst/>
              </a:prstGeom>
              <a:noFill/>
              <a:ln w="5080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8">
              <a:extLst>
                <a:ext uri="{FF2B5EF4-FFF2-40B4-BE49-F238E27FC236}">
                  <a16:creationId xmlns:a16="http://schemas.microsoft.com/office/drawing/2014/main" id="{ABF959D0-7825-47E4-A314-F34628B43592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400" y="336"/>
              <a:ext cx="5088" cy="192"/>
              <a:chOff x="400" y="336"/>
              <a:chExt cx="5088" cy="192"/>
            </a:xfrm>
          </p:grpSpPr>
          <p:sp>
            <p:nvSpPr>
              <p:cNvPr id="8" name="Rectangle 9">
                <a:extLst>
                  <a:ext uri="{FF2B5EF4-FFF2-40B4-BE49-F238E27FC236}">
                    <a16:creationId xmlns:a16="http://schemas.microsoft.com/office/drawing/2014/main" id="{38B2235D-8976-4386-BA15-2981E58EA6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52" y="336"/>
                <a:ext cx="1536" cy="19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  <a:ea typeface="+mn-ea"/>
                </a:endParaRPr>
              </a:p>
            </p:txBody>
          </p:sp>
          <p:sp>
            <p:nvSpPr>
              <p:cNvPr id="9" name="Line 10">
                <a:extLst>
                  <a:ext uri="{FF2B5EF4-FFF2-40B4-BE49-F238E27FC236}">
                    <a16:creationId xmlns:a16="http://schemas.microsoft.com/office/drawing/2014/main" id="{374D0BE0-54E0-4632-8C0D-50053BF570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0" y="432"/>
                <a:ext cx="5088" cy="0"/>
              </a:xfrm>
              <a:prstGeom prst="line">
                <a:avLst/>
              </a:prstGeom>
              <a:noFill/>
              <a:ln w="4445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pic>
        <p:nvPicPr>
          <p:cNvPr id="13" name="Picture 16" descr="emu_300x300_72dpi_black">
            <a:extLst>
              <a:ext uri="{FF2B5EF4-FFF2-40B4-BE49-F238E27FC236}">
                <a16:creationId xmlns:a16="http://schemas.microsoft.com/office/drawing/2014/main" id="{AE54B05D-5B91-4766-A56B-045E3B61C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15888"/>
            <a:ext cx="574675" cy="57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8027" name="Rectangle 11"/>
          <p:cNvSpPr>
            <a:spLocks noGrp="1" noChangeArrowheads="1"/>
          </p:cNvSpPr>
          <p:nvPr>
            <p:ph type="ctrTitle"/>
          </p:nvPr>
        </p:nvSpPr>
        <p:spPr>
          <a:xfrm>
            <a:off x="2057400" y="1143000"/>
            <a:ext cx="6629400" cy="2209800"/>
          </a:xfrm>
        </p:spPr>
        <p:txBody>
          <a:bodyPr/>
          <a:lstStyle>
            <a:lvl1pPr>
              <a:defRPr sz="4800"/>
            </a:lvl1pPr>
          </a:lstStyle>
          <a:p>
            <a:pPr lvl="0"/>
            <a:r>
              <a:rPr lang="en-US" altLang="en-US" noProof="0"/>
              <a:t>Click to edit Master title style</a:t>
            </a:r>
          </a:p>
        </p:txBody>
      </p:sp>
      <p:sp>
        <p:nvSpPr>
          <p:cNvPr id="598028" name="Rectangle 12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858000" cy="1600200"/>
          </a:xfrm>
        </p:spPr>
        <p:txBody>
          <a:bodyPr anchor="ctr"/>
          <a:lstStyle>
            <a:lvl1pPr marL="0" indent="0" algn="ctr">
              <a:buFont typeface="Wingdings" panose="05000000000000000000" pitchFamily="2" charset="2"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7E26C5BD-31A8-4E43-9AD6-DBF4FABBC5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12813" y="6251575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C4FD5DF-EC03-401D-9ACD-A2AF6F06E3BC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B14246A-DC61-4613-8409-02EE00F4246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354388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00E0F886-083D-4C20-A68F-BFE0B0E2C4F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781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AAC328-75BB-4382-8A37-3CD1D41CF67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48707562"/>
      </p:ext>
    </p:extLst>
  </p:cSld>
  <p:clrMapOvr>
    <a:masterClrMapping/>
  </p:clrMapOvr>
  <p:transition>
    <p:random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9022411-5871-4A8B-BF62-16D06CDB1F1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2AB582-E114-47B7-B681-B18692AB844D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441B8DFF-6DF5-46D3-A516-7BA032C46DA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A2AEC60A-824B-41AC-85EB-DC88D545D36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88DDF2-FC33-4380-935C-3471BEC9E08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19195031"/>
      </p:ext>
    </p:extLst>
  </p:cSld>
  <p:clrMapOvr>
    <a:masterClrMapping/>
  </p:clrMapOvr>
  <p:transition>
    <p:random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7B035493-5AF5-46BE-BEF9-203FD3FE6A2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3550446-8384-4E5D-9E53-C0FE3347BEA3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710EE305-D666-4913-88A0-5660678F99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5B9CFB8C-E6F2-46C8-A7EA-FD706FB0764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48F7BAD-3287-45BF-8F90-D810A06E944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33263618"/>
      </p:ext>
    </p:extLst>
  </p:cSld>
  <p:clrMapOvr>
    <a:masterClrMapping/>
  </p:clrMapOvr>
  <p:transition>
    <p:random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D6ECF3A4-B6C5-4DB6-BA3F-7E44275615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CDCFCB-3033-4FCB-913E-7EE270872FF4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AF25DC84-6083-42F1-B827-3A29C87C6E5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CAE6B2B5-B1E8-4B37-8538-6B82AD9E6E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E6C9AD-C5AE-4C93-918B-7A1ABBBF78D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85781226"/>
      </p:ext>
    </p:extLst>
  </p:cSld>
  <p:clrMapOvr>
    <a:masterClrMapping/>
  </p:clrMapOvr>
  <p:transition>
    <p:random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C115879A-1E70-4F37-936B-A8779C6C6A7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A373AB7-8885-4C1B-9450-465366F23A0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2B314D12-FA41-41D4-B569-36BD9638E8C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7EF6AE72-0373-4CED-816B-7A256019388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43F5B8-3E60-4752-838F-F6941F5ADCD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57641661"/>
      </p:ext>
    </p:extLst>
  </p:cSld>
  <p:clrMapOvr>
    <a:masterClrMapping/>
  </p:clrMapOvr>
  <p:transition>
    <p:random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10FC0B23-A863-4F89-9403-B289767D242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38B0145-915D-492E-B0E5-E5465E6A681C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F7E0FBC-DE69-42EB-BF69-7A02DF4848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61CF5B6C-C76C-4DB9-81DC-DCC8AA85374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52B9A4-2E15-4AD1-8346-48E15ACC882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2149873"/>
      </p:ext>
    </p:extLst>
  </p:cSld>
  <p:clrMapOvr>
    <a:masterClrMapping/>
  </p:clrMapOvr>
  <p:transition>
    <p:random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2D9E26E7-2562-4F67-94F6-68E16756B5F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12CE62-0E92-46D2-9ABF-07EBB40E7203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3" name="Rectangle 10">
            <a:extLst>
              <a:ext uri="{FF2B5EF4-FFF2-40B4-BE49-F238E27FC236}">
                <a16:creationId xmlns:a16="http://schemas.microsoft.com/office/drawing/2014/main" id="{B3F9B8C8-EF31-450B-8DFB-EF9AD89E1A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56F2B89E-96AB-4169-95F3-325D4A7F8A8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58FD48-D5F9-4E92-926A-6983804FD3F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13735793"/>
      </p:ext>
    </p:extLst>
  </p:cSld>
  <p:clrMapOvr>
    <a:masterClrMapping/>
  </p:clrMapOvr>
  <p:transition>
    <p:random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18F9EF36-EC40-482B-94FA-5578E2B0DD4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39D1EB5-5918-4FA3-B40B-72E7B048AE64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9F9B30E7-289F-4B7F-9370-33C75208701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F307C202-ED24-441A-B933-E3B1A14EDED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F27FE13-3A08-46F4-9540-C0AC9F1369C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31546764"/>
      </p:ext>
    </p:extLst>
  </p:cSld>
  <p:clrMapOvr>
    <a:masterClrMapping/>
  </p:clrMapOvr>
  <p:transition>
    <p:random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C676408B-40A3-4A62-A26A-DD972758D00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79ED6A-635C-48B5-8C93-4AE64B9B7041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FBF0B2E1-F337-4682-A39A-6018BF9E2D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5C24516E-1776-41F6-9130-468BF3AD817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F591CC-DEA9-4D87-A3E3-77F1E385199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76862155"/>
      </p:ext>
    </p:extLst>
  </p:cSld>
  <p:clrMapOvr>
    <a:masterClrMapping/>
  </p:clrMapOvr>
  <p:transition>
    <p:random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637224F-8EBD-4964-9859-9AD9240808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2ECF6-6271-4600-B0AC-45B57EB194C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1CF75AFC-60FB-4AE7-B265-A72286D204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736355B5-28A0-464A-B113-C5BFC82E67E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144093-CF23-4573-8EB6-2CFA10DA383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33762286"/>
      </p:ext>
    </p:extLst>
  </p:cSld>
  <p:clrMapOvr>
    <a:masterClrMapping/>
  </p:clrMapOvr>
  <p:transition>
    <p:random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3700" y="152400"/>
            <a:ext cx="2019300" cy="6096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905500" cy="60960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40EB2D34-9CF9-4FA1-9891-8646038C9EC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AC094E6-E21F-4642-B330-77EFB0D90D37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4CD0DCE1-E22C-49A5-B6E7-047480437FA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FBA64E89-7327-4792-A101-5C3C6145851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6D07167-06C4-4146-896E-E23FE8A9CC3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51357650"/>
      </p:ext>
    </p:extLst>
  </p:cSld>
  <p:clrMapOvr>
    <a:masterClrMapping/>
  </p:clrMapOvr>
  <p:transition>
    <p:random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7772400" cy="71278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066800"/>
            <a:ext cx="3962400" cy="51816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D143BBFF-AB83-4762-B240-D640FB446D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A772627-FA51-460C-BC09-B1AC454D784C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FB6232EA-ABCC-4D5B-817E-5CA339081A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DB6E29C0-AE86-4B3F-9332-6155F92302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2AABB2-C4AC-49F0-979A-772357E8403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92524691"/>
      </p:ext>
    </p:extLst>
  </p:cSld>
  <p:clrMapOvr>
    <a:masterClrMapping/>
  </p:clrMapOvr>
  <p:transition>
    <p:random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690763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00FF"/>
              </a:buClr>
              <a:buFont typeface="Wingdings 2" pitchFamily="18" charset="2"/>
              <a:buChar char="©"/>
              <a:defRPr/>
            </a:lvl1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42088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888665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07975" y="1295400"/>
            <a:ext cx="4208463" cy="52022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68838" y="1295400"/>
            <a:ext cx="4210050" cy="52022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968223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130366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637024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54763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8211654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2461563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618566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734175" y="228600"/>
            <a:ext cx="2144713" cy="62690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298450" y="228600"/>
            <a:ext cx="6283325" cy="6269038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996072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5785" y="350839"/>
            <a:ext cx="7904285" cy="414337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457200" y="1295391"/>
            <a:ext cx="4044462" cy="517712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2338" y="1295391"/>
            <a:ext cx="4044462" cy="518609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044634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77601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877721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8843040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062504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974356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905673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93031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678978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4278796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66793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991470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1300786"/>
            <a:ext cx="6517482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3886201"/>
            <a:ext cx="6517482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1752509-2F43-4E42-9C46-F67640C7B1B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6434663"/>
      </p:ext>
    </p:extLst>
  </p:cSld>
  <p:clrMapOvr>
    <a:masterClrMapping/>
  </p:clrMapOvr>
  <p:transition>
    <p:random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777287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2415276"/>
      </p:ext>
    </p:extLst>
  </p:cSld>
  <p:clrMapOvr>
    <a:masterClrMapping/>
  </p:clrMapOvr>
  <p:hf hdr="0" ftr="0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828564"/>
            <a:ext cx="7763814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3657458"/>
            <a:ext cx="7763814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D013CE-67C9-4988-A823-7D0EB71D023D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4D8FD4F-45E7-4072-8800-E1C10689F0F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70420518"/>
      </p:ext>
    </p:extLst>
  </p:cSld>
  <p:clrMapOvr>
    <a:masterClrMapping/>
  </p:clrMapOvr>
  <p:transition>
    <p:random/>
  </p:transition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382952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2367093"/>
            <a:ext cx="382905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62612416"/>
      </p:ext>
    </p:extLst>
  </p:cSld>
  <p:clrMapOvr>
    <a:masterClrMapping/>
  </p:clrMapOvr>
  <p:hf hdr="0" ftr="0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2371018"/>
            <a:ext cx="3655106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3051013"/>
            <a:ext cx="3829520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2371018"/>
            <a:ext cx="3661353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3051013"/>
            <a:ext cx="382905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28461537"/>
      </p:ext>
    </p:extLst>
  </p:cSld>
  <p:clrMapOvr>
    <a:masterClrMapping/>
  </p:clrMapOvr>
  <p:hf hdr="0" ftr="0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A100575-81D0-4836-BDA5-88ECA2DF1A3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02FF4ED-2B23-4CC6-834A-FCFA22AF88C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1284896"/>
      </p:ext>
    </p:extLst>
  </p:cSld>
  <p:clrMapOvr>
    <a:masterClrMapping/>
  </p:clrMapOvr>
  <p:transition>
    <p:random/>
  </p:transition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FC35119-4326-4B12-8C41-028122D81B5B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C516D0E-CD58-4E49-9F6D-689564ED6CA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15717474"/>
      </p:ext>
    </p:extLst>
  </p:cSld>
  <p:clrMapOvr>
    <a:masterClrMapping/>
  </p:clrMapOvr>
  <p:transition>
    <p:random/>
  </p:transition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2951766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609601"/>
            <a:ext cx="4650122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2632852"/>
            <a:ext cx="2951767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02453608"/>
      </p:ext>
    </p:extLst>
  </p:cSld>
  <p:clrMapOvr>
    <a:masterClrMapping/>
  </p:clrMapOvr>
  <p:hf hdr="0" ftr="0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09600"/>
            <a:ext cx="4129618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04270" y="609601"/>
            <a:ext cx="3005851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2632853"/>
            <a:ext cx="4129604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0F7BFBB-6B8B-4E2E-8F5B-F5D4B0E631F4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C4F20B-DFB7-47E0-99A5-E35BEB509EFA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24908911"/>
      </p:ext>
    </p:extLst>
  </p:cSld>
  <p:clrMapOvr>
    <a:masterClrMapping/>
  </p:clrMapOvr>
  <p:transition>
    <p:random/>
  </p:transition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289374"/>
            <a:ext cx="7773324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698261"/>
            <a:ext cx="7366899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5108728"/>
            <a:ext cx="7773339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60313768"/>
      </p:ext>
    </p:extLst>
  </p:cSld>
  <p:clrMapOvr>
    <a:masterClrMapping/>
  </p:clrMapOvr>
  <p:hf hdr="0" ftr="0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204821"/>
            <a:ext cx="7773339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13122542"/>
      </p:ext>
    </p:extLst>
  </p:cSld>
  <p:clrMapOvr>
    <a:masterClrMapping/>
  </p:clrMapOvr>
  <p:hf hdr="0" ftr="0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872588"/>
            <a:ext cx="6977064" cy="272991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2"/>
            <a:ext cx="6564224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372797"/>
            <a:ext cx="7773339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737626" y="887859"/>
            <a:ext cx="546888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0130" y="3120015"/>
            <a:ext cx="553641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69468459"/>
      </p:ext>
    </p:extLst>
  </p:cSld>
  <p:clrMapOvr>
    <a:masterClrMapping/>
  </p:clrMapOvr>
  <p:hf hdr="0" ftr="0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2138722"/>
            <a:ext cx="7773339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662335"/>
            <a:ext cx="777333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4668473"/>
      </p:ext>
    </p:extLst>
  </p:cSld>
  <p:clrMapOvr>
    <a:masterClrMapping/>
  </p:clrMapOvr>
  <p:hf hdr="0" ftr="0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3"/>
            <a:ext cx="2474232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943356"/>
            <a:ext cx="2474232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2367093"/>
            <a:ext cx="246864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943356"/>
            <a:ext cx="2477513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2367093"/>
            <a:ext cx="24786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943356"/>
            <a:ext cx="247869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05699333"/>
      </p:ext>
    </p:extLst>
  </p:cSld>
  <p:clrMapOvr>
    <a:masterClrMapping/>
  </p:clrMapOvr>
  <p:hf hdr="0" ftr="0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610772"/>
            <a:ext cx="7773339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4204820"/>
            <a:ext cx="2472307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2367093"/>
            <a:ext cx="2472307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4781082"/>
            <a:ext cx="2472307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4204820"/>
            <a:ext cx="247637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2367093"/>
            <a:ext cx="2477514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4781081"/>
            <a:ext cx="2477514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4204820"/>
            <a:ext cx="247551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2367093"/>
            <a:ext cx="2478696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4781079"/>
            <a:ext cx="2478790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3294387"/>
      </p:ext>
    </p:extLst>
  </p:cSld>
  <p:clrMapOvr>
    <a:masterClrMapping/>
  </p:clrMapOvr>
  <p:hf hdr="0" ftr="0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2367094"/>
            <a:ext cx="7773339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9160439"/>
      </p:ext>
    </p:extLst>
  </p:cSld>
  <p:clrMapOvr>
    <a:masterClrMapping/>
  </p:clrMapOvr>
  <p:hf hdr="0" ftr="0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609602"/>
            <a:ext cx="1914995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609602"/>
            <a:ext cx="5744043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88074580"/>
      </p:ext>
    </p:extLst>
  </p:cSld>
  <p:clrMapOvr>
    <a:masterClrMapping/>
  </p:clrMapOvr>
  <p:hf hdr="0" ftr="0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4101D24-BFA7-4899-9B74-B8A3EFA1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F99C14-10D9-4321-B3FF-0E9B3870EC11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E967D6C-DA6F-4253-9972-3ACF725B5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A360E86-5EA3-4476-88D3-5048B6BF4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97FF75-9E45-4F6E-9E89-BE68C2AA77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26636553"/>
      </p:ext>
    </p:extLst>
  </p:cSld>
  <p:clrMapOvr>
    <a:masterClrMapping/>
  </p:clrMapOvr>
  <p:transition>
    <p:random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image" Target="../media/image2.jpeg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58.xml"/><Relationship Id="rId2" Type="http://schemas.openxmlformats.org/officeDocument/2006/relationships/slideLayout" Target="../slideLayouts/slideLayout48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14" Type="http://schemas.openxmlformats.org/officeDocument/2006/relationships/image" Target="../media/image2.jpe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5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9.xml"/><Relationship Id="rId5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7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7.xml"/><Relationship Id="rId3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6.xml"/><Relationship Id="rId2" Type="http://schemas.openxmlformats.org/officeDocument/2006/relationships/slideLayout" Target="../slideLayouts/slideLayout71.xml"/><Relationship Id="rId16" Type="http://schemas.openxmlformats.org/officeDocument/2006/relationships/slideLayout" Target="../slideLayouts/slideLayout85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80.xml"/><Relationship Id="rId5" Type="http://schemas.openxmlformats.org/officeDocument/2006/relationships/slideLayout" Target="../slideLayouts/slideLayout74.xml"/><Relationship Id="rId15" Type="http://schemas.openxmlformats.org/officeDocument/2006/relationships/slideLayout" Target="../slideLayouts/slideLayout84.xml"/><Relationship Id="rId10" Type="http://schemas.openxmlformats.org/officeDocument/2006/relationships/slideLayout" Target="../slideLayouts/slideLayout79.xml"/><Relationship Id="rId19" Type="http://schemas.openxmlformats.org/officeDocument/2006/relationships/theme" Target="../theme/theme6.xml"/><Relationship Id="rId4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>
            <a:extLst>
              <a:ext uri="{FF2B5EF4-FFF2-40B4-BE49-F238E27FC236}">
                <a16:creationId xmlns:a16="http://schemas.microsoft.com/office/drawing/2014/main" id="{2D181DFD-BC57-4863-A2C5-280A8F4F16A2}"/>
              </a:ext>
            </a:extLst>
          </p:cNvPr>
          <p:cNvGrpSpPr>
            <a:grpSpLocks/>
          </p:cNvGrpSpPr>
          <p:nvPr/>
        </p:nvGrpSpPr>
        <p:grpSpPr bwMode="auto">
          <a:xfrm>
            <a:off x="0" y="-533400"/>
            <a:ext cx="8686800" cy="4876800"/>
            <a:chOff x="0" y="0"/>
            <a:chExt cx="5472" cy="3072"/>
          </a:xfrm>
        </p:grpSpPr>
        <p:sp>
          <p:nvSpPr>
            <p:cNvPr id="1034" name="Rectangle 3">
              <a:extLst>
                <a:ext uri="{FF2B5EF4-FFF2-40B4-BE49-F238E27FC236}">
                  <a16:creationId xmlns:a16="http://schemas.microsoft.com/office/drawing/2014/main" id="{BF71C004-2F2F-430F-8993-B50AEC6039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384" cy="30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Angsana New" panose="02020603050405020304" pitchFamily="18" charset="-34"/>
                </a:defRPr>
              </a:lvl9pPr>
            </a:lstStyle>
            <a:p>
              <a:pPr algn="ctr" eaLnBrk="1" hangingPunct="1">
                <a:defRPr/>
              </a:pPr>
              <a:endParaRPr lang="en-US" altLang="en-US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035" name="Group 4">
              <a:extLst>
                <a:ext uri="{FF2B5EF4-FFF2-40B4-BE49-F238E27FC236}">
                  <a16:creationId xmlns:a16="http://schemas.microsoft.com/office/drawing/2014/main" id="{B6AAE28B-53B4-48E7-84A8-BC76053D5A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0" y="893"/>
              <a:ext cx="5232" cy="115"/>
              <a:chOff x="240" y="893"/>
              <a:chExt cx="5232" cy="115"/>
            </a:xfrm>
          </p:grpSpPr>
          <p:sp>
            <p:nvSpPr>
              <p:cNvPr id="1036" name="Rectangle 5">
                <a:extLst>
                  <a:ext uri="{FF2B5EF4-FFF2-40B4-BE49-F238E27FC236}">
                    <a16:creationId xmlns:a16="http://schemas.microsoft.com/office/drawing/2014/main" id="{16EC6BDB-67D2-49CB-B621-6A9F90B52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0" y="893"/>
                <a:ext cx="1152" cy="11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37" name="Line 6">
                <a:extLst>
                  <a:ext uri="{FF2B5EF4-FFF2-40B4-BE49-F238E27FC236}">
                    <a16:creationId xmlns:a16="http://schemas.microsoft.com/office/drawing/2014/main" id="{20B00981-0E93-4437-AA5E-979FECE0C2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" y="941"/>
                <a:ext cx="5232" cy="0"/>
              </a:xfrm>
              <a:prstGeom prst="line">
                <a:avLst/>
              </a:prstGeom>
              <a:noFill/>
              <a:ln w="1905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027" name="Rectangle 7">
            <a:extLst>
              <a:ext uri="{FF2B5EF4-FFF2-40B4-BE49-F238E27FC236}">
                <a16:creationId xmlns:a16="http://schemas.microsoft.com/office/drawing/2014/main" id="{A5B2AC77-C724-465B-8ECA-F11B462FD8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152400"/>
            <a:ext cx="7772400" cy="712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Rectangle 8">
            <a:extLst>
              <a:ext uri="{FF2B5EF4-FFF2-40B4-BE49-F238E27FC236}">
                <a16:creationId xmlns:a16="http://schemas.microsoft.com/office/drawing/2014/main" id="{1A85A4E8-2581-4EFB-96DA-0FB1DC0BE6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th-TH" altLang="en-US"/>
              <a:t>Click to edit Master text styles</a:t>
            </a:r>
          </a:p>
          <a:p>
            <a:pPr lvl="1"/>
            <a:r>
              <a:rPr lang="th-TH" altLang="en-US"/>
              <a:t>Second level</a:t>
            </a:r>
          </a:p>
          <a:p>
            <a:pPr lvl="2"/>
            <a:r>
              <a:rPr lang="th-TH" altLang="en-US"/>
              <a:t>Third level</a:t>
            </a:r>
          </a:p>
          <a:p>
            <a:pPr lvl="3"/>
            <a:r>
              <a:rPr lang="th-TH" altLang="en-US"/>
              <a:t>Fourth level</a:t>
            </a:r>
          </a:p>
          <a:p>
            <a:pPr lvl="4"/>
            <a:r>
              <a:rPr lang="th-TH" altLang="en-US"/>
              <a:t>Fifth level</a:t>
            </a:r>
          </a:p>
        </p:txBody>
      </p:sp>
      <p:sp>
        <p:nvSpPr>
          <p:cNvPr id="597001" name="Rectangle 9">
            <a:extLst>
              <a:ext uri="{FF2B5EF4-FFF2-40B4-BE49-F238E27FC236}">
                <a16:creationId xmlns:a16="http://schemas.microsoft.com/office/drawing/2014/main" id="{825087B3-0E08-440F-8225-BA98A098649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477000"/>
            <a:ext cx="1981200" cy="231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>
                <a:ea typeface="Angsana New" panose="02020603050405020304" pitchFamily="18" charset="-34"/>
              </a:defRPr>
            </a:lvl1pPr>
          </a:lstStyle>
          <a:p>
            <a:pPr>
              <a:defRPr/>
            </a:pPr>
            <a:fld id="{F4AFC189-73F8-4706-AA45-7D354ED2B7AB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97002" name="Rectangle 10">
            <a:extLst>
              <a:ext uri="{FF2B5EF4-FFF2-40B4-BE49-F238E27FC236}">
                <a16:creationId xmlns:a16="http://schemas.microsoft.com/office/drawing/2014/main" id="{6022FB8E-9248-4E3A-BAC8-2DF3A926774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52800" y="6400800"/>
            <a:ext cx="29718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>
                <a:ea typeface="Angsana New" panose="02020603050405020304" pitchFamily="18" charset="-34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97003" name="Rectangle 11">
            <a:extLst>
              <a:ext uri="{FF2B5EF4-FFF2-40B4-BE49-F238E27FC236}">
                <a16:creationId xmlns:a16="http://schemas.microsoft.com/office/drawing/2014/main" id="{D08CEDE5-2BB4-49D3-9653-10900DD5AAE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81800" y="6553200"/>
            <a:ext cx="190500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>
                <a:ea typeface="Angsana New" panose="02020603050405020304" pitchFamily="18" charset="-34"/>
              </a:defRPr>
            </a:lvl1pPr>
          </a:lstStyle>
          <a:p>
            <a:pPr>
              <a:defRPr/>
            </a:pPr>
            <a:fld id="{413338A4-F343-45A5-B376-B2CFBC9F98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32" name="Line 12">
            <a:extLst>
              <a:ext uri="{FF2B5EF4-FFF2-40B4-BE49-F238E27FC236}">
                <a16:creationId xmlns:a16="http://schemas.microsoft.com/office/drawing/2014/main" id="{6A55137F-7DD6-44BD-B655-C7A32D18C50F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4876800"/>
            <a:ext cx="609600" cy="0"/>
          </a:xfrm>
          <a:prstGeom prst="line">
            <a:avLst/>
          </a:prstGeom>
          <a:noFill/>
          <a:ln w="4445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pic>
        <p:nvPicPr>
          <p:cNvPr id="1033" name="Picture 13" descr="emu_300x300_72dpi_black">
            <a:extLst>
              <a:ext uri="{FF2B5EF4-FFF2-40B4-BE49-F238E27FC236}">
                <a16:creationId xmlns:a16="http://schemas.microsoft.com/office/drawing/2014/main" id="{17F0A75E-850F-483C-AFB7-C3D42533C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88913"/>
            <a:ext cx="6477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44" r:id="rId1"/>
    <p:sldLayoutId id="2147484023" r:id="rId2"/>
    <p:sldLayoutId id="2147484024" r:id="rId3"/>
    <p:sldLayoutId id="2147484025" r:id="rId4"/>
    <p:sldLayoutId id="2147484026" r:id="rId5"/>
    <p:sldLayoutId id="2147484027" r:id="rId6"/>
    <p:sldLayoutId id="2147484028" r:id="rId7"/>
    <p:sldLayoutId id="2147484029" r:id="rId8"/>
    <p:sldLayoutId id="2147484030" r:id="rId9"/>
    <p:sldLayoutId id="2147484031" r:id="rId10"/>
    <p:sldLayoutId id="2147484032" r:id="rId11"/>
  </p:sldLayoutIdLst>
  <p:transition>
    <p:random/>
  </p:transition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90000"/>
        <a:buFont typeface="Wingdings" panose="05000000000000000000" pitchFamily="2" charset="2"/>
        <a:buChar char="n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q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anose="05000000000000000000" pitchFamily="2" charset="2"/>
        <a:buChar char="q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>
            <a:extLst>
              <a:ext uri="{FF2B5EF4-FFF2-40B4-BE49-F238E27FC236}">
                <a16:creationId xmlns:a16="http://schemas.microsoft.com/office/drawing/2014/main" id="{E8F770FA-76C9-4E2B-A434-235AF9FBD7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8475" y="484188"/>
            <a:ext cx="7556500" cy="1116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2051" name="Text Placeholder 2">
            <a:extLst>
              <a:ext uri="{FF2B5EF4-FFF2-40B4-BE49-F238E27FC236}">
                <a16:creationId xmlns:a16="http://schemas.microsoft.com/office/drawing/2014/main" id="{CE77B8DE-5E28-4D68-A1DB-974D6B6652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8475" y="1981200"/>
            <a:ext cx="7556500" cy="4144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B6C67B-79A9-4A0E-BE77-8B0E56CC4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794500" y="642302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hangingPunct="1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927D7-EF1F-49CE-B729-8E64D95D89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1613" y="6423025"/>
            <a:ext cx="61229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E21C-41C3-4EAB-89CE-E6FB352AEE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05800" y="242888"/>
            <a:ext cx="5540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hangingPunct="1">
              <a:defRPr sz="1400">
                <a:solidFill>
                  <a:schemeClr val="bg1"/>
                </a:solidFill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EAC1E9C5-179F-49B5-A20B-74BA07190DB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grpSp>
        <p:nvGrpSpPr>
          <p:cNvPr id="2055" name="Group 8">
            <a:extLst>
              <a:ext uri="{FF2B5EF4-FFF2-40B4-BE49-F238E27FC236}">
                <a16:creationId xmlns:a16="http://schemas.microsoft.com/office/drawing/2014/main" id="{8A8273E5-CDF0-44E1-AEF2-4B755C331FD1}"/>
              </a:ext>
            </a:extLst>
          </p:cNvPr>
          <p:cNvGrpSpPr>
            <a:grpSpLocks/>
          </p:cNvGrpSpPr>
          <p:nvPr/>
        </p:nvGrpSpPr>
        <p:grpSpPr bwMode="auto">
          <a:xfrm>
            <a:off x="-9525" y="1049338"/>
            <a:ext cx="9151938" cy="82550"/>
            <a:chOff x="1" y="591"/>
            <a:chExt cx="5759" cy="52"/>
          </a:xfrm>
        </p:grpSpPr>
        <p:sp>
          <p:nvSpPr>
            <p:cNvPr id="2058" name="Line 9">
              <a:extLst>
                <a:ext uri="{FF2B5EF4-FFF2-40B4-BE49-F238E27FC236}">
                  <a16:creationId xmlns:a16="http://schemas.microsoft.com/office/drawing/2014/main" id="{AB178821-03A3-419C-81A7-AB420E98AE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591"/>
              <a:ext cx="5758" cy="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59" name="Line 10">
              <a:extLst>
                <a:ext uri="{FF2B5EF4-FFF2-40B4-BE49-F238E27FC236}">
                  <a16:creationId xmlns:a16="http://schemas.microsoft.com/office/drawing/2014/main" id="{108B472A-C3BF-481A-9F84-D86E335697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626"/>
              <a:ext cx="5758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0" name="Line 11">
              <a:extLst>
                <a:ext uri="{FF2B5EF4-FFF2-40B4-BE49-F238E27FC236}">
                  <a16:creationId xmlns:a16="http://schemas.microsoft.com/office/drawing/2014/main" id="{6167F5F1-1A8D-4199-B338-C75A3E3429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" y="643"/>
              <a:ext cx="575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" name="文字方塊 8">
            <a:extLst>
              <a:ext uri="{FF2B5EF4-FFF2-40B4-BE49-F238E27FC236}">
                <a16:creationId xmlns:a16="http://schemas.microsoft.com/office/drawing/2014/main" id="{39D8D7C8-DB0C-4C03-B575-1A4A8B41ECA6}"/>
              </a:ext>
            </a:extLst>
          </p:cNvPr>
          <p:cNvSpPr txBox="1"/>
          <p:nvPr/>
        </p:nvSpPr>
        <p:spPr>
          <a:xfrm>
            <a:off x="6810375" y="6540500"/>
            <a:ext cx="2298700" cy="304800"/>
          </a:xfrm>
          <a:prstGeom prst="rect">
            <a:avLst/>
          </a:prstGeom>
          <a:noFill/>
        </p:spPr>
        <p:txBody>
          <a:bodyPr>
            <a:spAutoFit/>
          </a:bodyPr>
          <a:lstStyle>
            <a:lvl1pPr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r" eaLnBrk="1" hangingPunct="1">
              <a:defRPr/>
            </a:pPr>
            <a:r>
              <a:rPr lang="tr-TR" altLang="zh-TW" u="none">
                <a:solidFill>
                  <a:srgbClr val="7F7F7F"/>
                </a:solidFill>
                <a:cs typeface="Arial" panose="020B0604020202020204" pitchFamily="34" charset="0"/>
              </a:rPr>
              <a:t>Digital Logic Design</a:t>
            </a:r>
            <a:r>
              <a:rPr lang="en-US" altLang="zh-TW" u="none">
                <a:solidFill>
                  <a:srgbClr val="7F7F7F"/>
                </a:solidFill>
                <a:cs typeface="Arial" panose="020B0604020202020204" pitchFamily="34" charset="0"/>
              </a:rPr>
              <a:t> </a:t>
            </a:r>
            <a:r>
              <a:rPr lang="en-US" altLang="zh-TW" i="0" u="none">
                <a:solidFill>
                  <a:srgbClr val="7F7F7F"/>
                </a:solidFill>
                <a:cs typeface="Arial" panose="020B0604020202020204" pitchFamily="34" charset="0"/>
              </a:rPr>
              <a:t>Ch1</a:t>
            </a:r>
            <a:r>
              <a:rPr lang="en-US" altLang="zh-TW" u="none">
                <a:solidFill>
                  <a:srgbClr val="7F7F7F"/>
                </a:solidFill>
                <a:cs typeface="Arial" panose="020B0604020202020204" pitchFamily="34" charset="0"/>
              </a:rPr>
              <a:t>-</a:t>
            </a:r>
            <a:fld id="{6DC67BA1-6048-4382-BF1F-2028CE77E041}" type="slidenum">
              <a:rPr lang="zh-TW" altLang="en-US" i="0" u="none" smtClean="0">
                <a:solidFill>
                  <a:srgbClr val="7F7F7F"/>
                </a:solidFill>
                <a:cs typeface="Arial" panose="020B0604020202020204" pitchFamily="34" charset="0"/>
              </a:rPr>
              <a:pPr algn="r" eaLnBrk="1" hangingPunct="1">
                <a:defRPr/>
              </a:pPr>
              <a:t>‹#›</a:t>
            </a:fld>
            <a:endParaRPr lang="en-US" altLang="zh-TW" i="0" u="none">
              <a:solidFill>
                <a:srgbClr val="7F7F7F"/>
              </a:solidFill>
              <a:cs typeface="Arial" panose="020B0604020202020204" pitchFamily="34" charset="0"/>
            </a:endParaRPr>
          </a:p>
        </p:txBody>
      </p:sp>
      <p:pic>
        <p:nvPicPr>
          <p:cNvPr id="2057" name="Picture 9" descr="logoyil30">
            <a:extLst>
              <a:ext uri="{FF2B5EF4-FFF2-40B4-BE49-F238E27FC236}">
                <a16:creationId xmlns:a16="http://schemas.microsoft.com/office/drawing/2014/main" id="{36409056-45D7-4BFF-9064-AA13E57B3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275" y="161925"/>
            <a:ext cx="736600" cy="741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45" r:id="rId1"/>
    <p:sldLayoutId id="2147484046" r:id="rId2"/>
    <p:sldLayoutId id="2147484047" r:id="rId3"/>
    <p:sldLayoutId id="2147484048" r:id="rId4"/>
    <p:sldLayoutId id="2147484049" r:id="rId5"/>
    <p:sldLayoutId id="2147484050" r:id="rId6"/>
    <p:sldLayoutId id="2147484051" r:id="rId7"/>
    <p:sldLayoutId id="2147484052" r:id="rId8"/>
    <p:sldLayoutId id="2147484053" r:id="rId9"/>
    <p:sldLayoutId id="2147484054" r:id="rId10"/>
    <p:sldLayoutId id="2147484055" r:id="rId11"/>
    <p:sldLayoutId id="2147484056" r:id="rId12"/>
    <p:sldLayoutId id="2147484057" r:id="rId13"/>
    <p:sldLayoutId id="2147484058" r:id="rId14"/>
    <p:sldLayoutId id="2147484059" r:id="rId15"/>
    <p:sldLayoutId id="2147484060" r:id="rId16"/>
    <p:sldLayoutId id="2147484061" r:id="rId17"/>
    <p:sldLayoutId id="2147484062" r:id="rId18"/>
    <p:sldLayoutId id="2147484063" r:id="rId19"/>
    <p:sldLayoutId id="2147484064" r:id="rId20"/>
    <p:sldLayoutId id="2147484065" r:id="rId21"/>
    <p:sldLayoutId id="2147484066" r:id="rId22"/>
    <p:sldLayoutId id="2147484067" r:id="rId23"/>
  </p:sldLayoutIdLst>
  <p:transition>
    <p:random/>
  </p:transition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kern="1200">
          <a:solidFill>
            <a:srgbClr val="FF00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FF0000"/>
          </a:solidFill>
          <a:latin typeface="Rockwell" panose="02060603020205020403" pitchFamily="18" charset="0"/>
        </a:defRPr>
      </a:lvl9pPr>
    </p:titleStyle>
    <p:bodyStyle>
      <a:lvl1pPr marL="228600" indent="-228600" algn="l" rtl="0" eaLnBrk="0" fontAlgn="base" hangingPunct="0">
        <a:spcBef>
          <a:spcPts val="20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n"/>
        <a:defRPr sz="2000" kern="1200">
          <a:solidFill>
            <a:srgbClr val="0070C0"/>
          </a:solidFill>
          <a:latin typeface="+mn-lt"/>
          <a:ea typeface="+mn-ea"/>
          <a:cs typeface="+mn-cs"/>
        </a:defRPr>
      </a:lvl1pPr>
      <a:lvl2pPr marL="457200" indent="-228600" algn="l" rtl="0" eaLnBrk="0" fontAlgn="base" hangingPunct="0">
        <a:spcBef>
          <a:spcPts val="600"/>
        </a:spcBef>
        <a:spcAft>
          <a:spcPct val="0"/>
        </a:spcAft>
        <a:buClr>
          <a:srgbClr val="B870B8"/>
        </a:buClr>
        <a:buSzPct val="75000"/>
        <a:buFont typeface="Wingdings" panose="05000000000000000000" pitchFamily="2" charset="2"/>
        <a:buChar char="n"/>
        <a:defRPr kern="1200">
          <a:solidFill>
            <a:srgbClr val="595959"/>
          </a:solidFill>
          <a:latin typeface="+mn-lt"/>
          <a:ea typeface="+mn-ea"/>
          <a:cs typeface="+mn-cs"/>
        </a:defRPr>
      </a:lvl2pPr>
      <a:lvl3pPr marL="685800" indent="-22860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n"/>
        <a:defRPr kern="1200">
          <a:solidFill>
            <a:srgbClr val="595959"/>
          </a:solidFill>
          <a:latin typeface="+mn-lt"/>
          <a:ea typeface="+mn-ea"/>
          <a:cs typeface="+mn-cs"/>
        </a:defRPr>
      </a:lvl3pPr>
      <a:lvl4pPr marL="914400" indent="-228600" algn="l" rtl="0" eaLnBrk="0" fontAlgn="base" hangingPunct="0">
        <a:spcBef>
          <a:spcPts val="600"/>
        </a:spcBef>
        <a:spcAft>
          <a:spcPct val="0"/>
        </a:spcAft>
        <a:buClr>
          <a:srgbClr val="B870B8"/>
        </a:buClr>
        <a:buSzPct val="75000"/>
        <a:buFont typeface="Wingdings" panose="05000000000000000000" pitchFamily="2" charset="2"/>
        <a:buChar char="n"/>
        <a:defRPr kern="1200">
          <a:solidFill>
            <a:srgbClr val="595959"/>
          </a:solidFill>
          <a:latin typeface="+mn-lt"/>
          <a:ea typeface="+mn-ea"/>
          <a:cs typeface="+mn-cs"/>
        </a:defRPr>
      </a:lvl4pPr>
      <a:lvl5pPr marL="1143000" indent="-22860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n"/>
        <a:defRPr kern="1200">
          <a:solidFill>
            <a:srgbClr val="595959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4" name="Group 2">
            <a:extLst>
              <a:ext uri="{FF2B5EF4-FFF2-40B4-BE49-F238E27FC236}">
                <a16:creationId xmlns:a16="http://schemas.microsoft.com/office/drawing/2014/main" id="{7AAB99D4-CE45-4100-952D-B840FB3F90B0}"/>
              </a:ext>
            </a:extLst>
          </p:cNvPr>
          <p:cNvGrpSpPr>
            <a:grpSpLocks/>
          </p:cNvGrpSpPr>
          <p:nvPr/>
        </p:nvGrpSpPr>
        <p:grpSpPr bwMode="auto">
          <a:xfrm>
            <a:off x="0" y="-533400"/>
            <a:ext cx="8686800" cy="4876800"/>
            <a:chOff x="0" y="0"/>
            <a:chExt cx="5472" cy="3072"/>
          </a:xfrm>
        </p:grpSpPr>
        <p:sp>
          <p:nvSpPr>
            <p:cNvPr id="1034" name="Rectangle 3">
              <a:extLst>
                <a:ext uri="{FF2B5EF4-FFF2-40B4-BE49-F238E27FC236}">
                  <a16:creationId xmlns:a16="http://schemas.microsoft.com/office/drawing/2014/main" id="{0186C659-E864-4B73-8C1B-F4F18F5FAF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384" cy="307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ngsana New" panose="02020603050405020304" pitchFamily="18" charset="-34"/>
                </a:defRPr>
              </a:lvl9pPr>
            </a:lstStyle>
            <a:p>
              <a:pPr algn="ctr" eaLnBrk="1" hangingPunct="1">
                <a:defRPr/>
              </a:pPr>
              <a:endParaRPr lang="en-US" altLang="en-US" sz="2400">
                <a:latin typeface="Times New Roman" panose="02020603050405020304" pitchFamily="18" charset="0"/>
                <a:ea typeface="+mn-ea"/>
              </a:endParaRPr>
            </a:p>
          </p:txBody>
        </p:sp>
        <p:grpSp>
          <p:nvGrpSpPr>
            <p:cNvPr id="3083" name="Group 4">
              <a:extLst>
                <a:ext uri="{FF2B5EF4-FFF2-40B4-BE49-F238E27FC236}">
                  <a16:creationId xmlns:a16="http://schemas.microsoft.com/office/drawing/2014/main" id="{1DC3B701-1038-4DC9-9693-A8B29A9666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0" y="893"/>
              <a:ext cx="5232" cy="115"/>
              <a:chOff x="240" y="893"/>
              <a:chExt cx="5232" cy="115"/>
            </a:xfrm>
          </p:grpSpPr>
          <p:sp>
            <p:nvSpPr>
              <p:cNvPr id="1036" name="Rectangle 5">
                <a:extLst>
                  <a:ext uri="{FF2B5EF4-FFF2-40B4-BE49-F238E27FC236}">
                    <a16:creationId xmlns:a16="http://schemas.microsoft.com/office/drawing/2014/main" id="{8E3F94E1-0712-4F68-8BBB-823136F7A4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0" y="893"/>
                <a:ext cx="1152" cy="11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cs typeface="Angsana New" panose="02020603050405020304" pitchFamily="18" charset="-34"/>
                  </a:defRPr>
                </a:lvl9pPr>
              </a:lstStyle>
              <a:p>
                <a:pPr algn="ctr" eaLnBrk="1" hangingPunct="1">
                  <a:defRPr/>
                </a:pPr>
                <a:endParaRPr lang="en-US" altLang="en-US" sz="2400">
                  <a:latin typeface="Times New Roman" panose="02020603050405020304" pitchFamily="18" charset="0"/>
                  <a:ea typeface="+mn-ea"/>
                </a:endParaRPr>
              </a:p>
            </p:txBody>
          </p:sp>
          <p:sp>
            <p:nvSpPr>
              <p:cNvPr id="3085" name="Line 6">
                <a:extLst>
                  <a:ext uri="{FF2B5EF4-FFF2-40B4-BE49-F238E27FC236}">
                    <a16:creationId xmlns:a16="http://schemas.microsoft.com/office/drawing/2014/main" id="{F5EFC0ED-3A13-4B81-A43A-A26DFE2A9C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" y="941"/>
                <a:ext cx="5232" cy="0"/>
              </a:xfrm>
              <a:prstGeom prst="line">
                <a:avLst/>
              </a:prstGeom>
              <a:noFill/>
              <a:ln w="19050">
                <a:solidFill>
                  <a:schemeClr val="bg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3075" name="Rectangle 7">
            <a:extLst>
              <a:ext uri="{FF2B5EF4-FFF2-40B4-BE49-F238E27FC236}">
                <a16:creationId xmlns:a16="http://schemas.microsoft.com/office/drawing/2014/main" id="{6AEA2902-9058-4F51-B673-2C3E7247DC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152400"/>
            <a:ext cx="7772400" cy="712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3076" name="Rectangle 8">
            <a:extLst>
              <a:ext uri="{FF2B5EF4-FFF2-40B4-BE49-F238E27FC236}">
                <a16:creationId xmlns:a16="http://schemas.microsoft.com/office/drawing/2014/main" id="{7E93C493-FECF-435B-AADE-B4DFC21B70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066800"/>
            <a:ext cx="8077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th-TH" altLang="en-US"/>
          </a:p>
        </p:txBody>
      </p:sp>
      <p:sp>
        <p:nvSpPr>
          <p:cNvPr id="597001" name="Rectangle 9">
            <a:extLst>
              <a:ext uri="{FF2B5EF4-FFF2-40B4-BE49-F238E27FC236}">
                <a16:creationId xmlns:a16="http://schemas.microsoft.com/office/drawing/2014/main" id="{2B34976F-6F10-4886-8207-7F2A62AFA80C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477000"/>
            <a:ext cx="1981200" cy="231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B8B25350-D5B1-4B42-963C-680501185571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97002" name="Rectangle 10">
            <a:extLst>
              <a:ext uri="{FF2B5EF4-FFF2-40B4-BE49-F238E27FC236}">
                <a16:creationId xmlns:a16="http://schemas.microsoft.com/office/drawing/2014/main" id="{1132E334-1383-4EAB-9C9A-5F3FD3A4635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52800" y="6400800"/>
            <a:ext cx="29718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000"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97003" name="Rectangle 11">
            <a:extLst>
              <a:ext uri="{FF2B5EF4-FFF2-40B4-BE49-F238E27FC236}">
                <a16:creationId xmlns:a16="http://schemas.microsoft.com/office/drawing/2014/main" id="{40925F71-ADD2-49DD-86AF-348C756384E7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81800" y="6553200"/>
            <a:ext cx="190500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>
                <a:ea typeface="Angsana New" panose="020B0502040204020203" pitchFamily="18" charset="-34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E8115678-9089-447D-842A-6F2C91E5898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080" name="Line 12">
            <a:extLst>
              <a:ext uri="{FF2B5EF4-FFF2-40B4-BE49-F238E27FC236}">
                <a16:creationId xmlns:a16="http://schemas.microsoft.com/office/drawing/2014/main" id="{4B1389F9-476E-4E83-9AF8-F7E761E0E687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4876800"/>
            <a:ext cx="609600" cy="0"/>
          </a:xfrm>
          <a:prstGeom prst="line">
            <a:avLst/>
          </a:prstGeom>
          <a:noFill/>
          <a:ln w="44450">
            <a:solidFill>
              <a:schemeClr val="bg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pic>
        <p:nvPicPr>
          <p:cNvPr id="3081" name="Picture 13" descr="emu_300x300_72dpi_black">
            <a:extLst>
              <a:ext uri="{FF2B5EF4-FFF2-40B4-BE49-F238E27FC236}">
                <a16:creationId xmlns:a16="http://schemas.microsoft.com/office/drawing/2014/main" id="{6FFF7B09-08DB-496A-AB73-4C7C597D3F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88913"/>
            <a:ext cx="6477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68" r:id="rId1"/>
    <p:sldLayoutId id="2147484033" r:id="rId2"/>
    <p:sldLayoutId id="2147484034" r:id="rId3"/>
    <p:sldLayoutId id="2147484035" r:id="rId4"/>
    <p:sldLayoutId id="2147484036" r:id="rId5"/>
    <p:sldLayoutId id="2147484037" r:id="rId6"/>
    <p:sldLayoutId id="2147484038" r:id="rId7"/>
    <p:sldLayoutId id="2147484039" r:id="rId8"/>
    <p:sldLayoutId id="2147484040" r:id="rId9"/>
    <p:sldLayoutId id="2147484041" r:id="rId10"/>
    <p:sldLayoutId id="2147484042" r:id="rId11"/>
    <p:sldLayoutId id="2147484043" r:id="rId12"/>
  </p:sldLayoutIdLst>
  <p:transition>
    <p:random/>
  </p:transition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 New Roman" panose="02020603050405020304" pitchFamily="18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90000"/>
        <a:buFont typeface="Wingdings" panose="05000000000000000000" pitchFamily="2" charset="2"/>
        <a:buChar char="n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q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anose="05000000000000000000" pitchFamily="2" charset="2"/>
        <a:buChar char="q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5">
            <a:extLst>
              <a:ext uri="{FF2B5EF4-FFF2-40B4-BE49-F238E27FC236}">
                <a16:creationId xmlns:a16="http://schemas.microsoft.com/office/drawing/2014/main" id="{43B9EDA4-1352-4769-B93C-9CC448C411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07975" y="1295400"/>
            <a:ext cx="8570913" cy="5202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0" rIns="90488" bIns="4445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099" name="Rectangle 7">
            <a:extLst>
              <a:ext uri="{FF2B5EF4-FFF2-40B4-BE49-F238E27FC236}">
                <a16:creationId xmlns:a16="http://schemas.microsoft.com/office/drawing/2014/main" id="{86D4C91F-1F85-4112-9534-FAEBE9089E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98450" y="228600"/>
            <a:ext cx="85756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grpSp>
        <p:nvGrpSpPr>
          <p:cNvPr id="4100" name="Group 8">
            <a:extLst>
              <a:ext uri="{FF2B5EF4-FFF2-40B4-BE49-F238E27FC236}">
                <a16:creationId xmlns:a16="http://schemas.microsoft.com/office/drawing/2014/main" id="{945E2843-C615-4537-8B6C-4C03279B19F0}"/>
              </a:ext>
            </a:extLst>
          </p:cNvPr>
          <p:cNvGrpSpPr>
            <a:grpSpLocks/>
          </p:cNvGrpSpPr>
          <p:nvPr/>
        </p:nvGrpSpPr>
        <p:grpSpPr bwMode="auto">
          <a:xfrm>
            <a:off x="-9525" y="1049338"/>
            <a:ext cx="9151938" cy="82550"/>
            <a:chOff x="1" y="591"/>
            <a:chExt cx="5759" cy="52"/>
          </a:xfrm>
        </p:grpSpPr>
        <p:sp>
          <p:nvSpPr>
            <p:cNvPr id="4103" name="Line 9">
              <a:extLst>
                <a:ext uri="{FF2B5EF4-FFF2-40B4-BE49-F238E27FC236}">
                  <a16:creationId xmlns:a16="http://schemas.microsoft.com/office/drawing/2014/main" id="{D3FD8793-9705-4B49-BB50-C5CE1789EE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591"/>
              <a:ext cx="5758" cy="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4" name="Line 10">
              <a:extLst>
                <a:ext uri="{FF2B5EF4-FFF2-40B4-BE49-F238E27FC236}">
                  <a16:creationId xmlns:a16="http://schemas.microsoft.com/office/drawing/2014/main" id="{B99A43B9-5B41-4094-8A75-EC64B6D0DD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626"/>
              <a:ext cx="5758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5" name="Line 11">
              <a:extLst>
                <a:ext uri="{FF2B5EF4-FFF2-40B4-BE49-F238E27FC236}">
                  <a16:creationId xmlns:a16="http://schemas.microsoft.com/office/drawing/2014/main" id="{04B48040-2F6D-4CEA-A659-7B33B726C6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" y="643"/>
              <a:ext cx="575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9" name="文字方塊 8">
            <a:extLst>
              <a:ext uri="{FF2B5EF4-FFF2-40B4-BE49-F238E27FC236}">
                <a16:creationId xmlns:a16="http://schemas.microsoft.com/office/drawing/2014/main" id="{750454F3-716F-4394-BF1B-5F6E621989C5}"/>
              </a:ext>
            </a:extLst>
          </p:cNvPr>
          <p:cNvSpPr txBox="1"/>
          <p:nvPr/>
        </p:nvSpPr>
        <p:spPr>
          <a:xfrm>
            <a:off x="6810375" y="6540500"/>
            <a:ext cx="2298700" cy="304800"/>
          </a:xfrm>
          <a:prstGeom prst="rect">
            <a:avLst/>
          </a:prstGeom>
          <a:noFill/>
        </p:spPr>
        <p:txBody>
          <a:bodyPr>
            <a:spAutoFit/>
          </a:bodyPr>
          <a:lstStyle>
            <a:lvl1pPr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r" eaLnBrk="1" hangingPunct="1">
              <a:defRPr/>
            </a:pPr>
            <a:r>
              <a:rPr lang="tr-TR" altLang="zh-TW" u="none">
                <a:solidFill>
                  <a:srgbClr val="7F7F7F"/>
                </a:solidFill>
                <a:cs typeface="Arial" panose="020B0604020202020204" pitchFamily="34" charset="0"/>
              </a:rPr>
              <a:t>Digital Logic Design</a:t>
            </a:r>
            <a:r>
              <a:rPr lang="en-US" altLang="zh-TW" u="none">
                <a:solidFill>
                  <a:srgbClr val="7F7F7F"/>
                </a:solidFill>
                <a:cs typeface="Arial" panose="020B0604020202020204" pitchFamily="34" charset="0"/>
              </a:rPr>
              <a:t> </a:t>
            </a:r>
            <a:r>
              <a:rPr lang="en-US" altLang="zh-TW" i="0" u="none">
                <a:solidFill>
                  <a:srgbClr val="7F7F7F"/>
                </a:solidFill>
                <a:cs typeface="Arial" panose="020B0604020202020204" pitchFamily="34" charset="0"/>
              </a:rPr>
              <a:t>Ch1</a:t>
            </a:r>
            <a:r>
              <a:rPr lang="en-US" altLang="zh-TW" u="none">
                <a:solidFill>
                  <a:srgbClr val="7F7F7F"/>
                </a:solidFill>
                <a:cs typeface="Arial" panose="020B0604020202020204" pitchFamily="34" charset="0"/>
              </a:rPr>
              <a:t>-</a:t>
            </a:r>
            <a:fld id="{73AB4636-F3A7-4DEA-AF14-F79885A739CA}" type="slidenum">
              <a:rPr lang="zh-TW" altLang="en-US" i="0" u="none" smtClean="0">
                <a:solidFill>
                  <a:srgbClr val="7F7F7F"/>
                </a:solidFill>
                <a:cs typeface="Arial" panose="020B0604020202020204" pitchFamily="34" charset="0"/>
              </a:rPr>
              <a:pPr algn="r" eaLnBrk="1" hangingPunct="1">
                <a:defRPr/>
              </a:pPr>
              <a:t>‹#›</a:t>
            </a:fld>
            <a:endParaRPr lang="en-US" altLang="zh-TW" i="0" u="none">
              <a:solidFill>
                <a:srgbClr val="7F7F7F"/>
              </a:solidFill>
              <a:cs typeface="Arial" panose="020B0604020202020204" pitchFamily="34" charset="0"/>
            </a:endParaRPr>
          </a:p>
        </p:txBody>
      </p:sp>
      <p:pic>
        <p:nvPicPr>
          <p:cNvPr id="4102" name="Picture 9" descr="logoyil30">
            <a:extLst>
              <a:ext uri="{FF2B5EF4-FFF2-40B4-BE49-F238E27FC236}">
                <a16:creationId xmlns:a16="http://schemas.microsoft.com/office/drawing/2014/main" id="{E08EE95F-7194-462B-B895-417B50D0BD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275" y="161925"/>
            <a:ext cx="736600" cy="741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69" r:id="rId1"/>
    <p:sldLayoutId id="2147484070" r:id="rId2"/>
    <p:sldLayoutId id="2147484071" r:id="rId3"/>
    <p:sldLayoutId id="2147484072" r:id="rId4"/>
    <p:sldLayoutId id="2147484073" r:id="rId5"/>
    <p:sldLayoutId id="2147484074" r:id="rId6"/>
    <p:sldLayoutId id="2147484075" r:id="rId7"/>
    <p:sldLayoutId id="2147484076" r:id="rId8"/>
    <p:sldLayoutId id="2147484077" r:id="rId9"/>
    <p:sldLayoutId id="2147484078" r:id="rId10"/>
    <p:sldLayoutId id="2147484079" r:id="rId11"/>
    <p:sldLayoutId id="2147484080" r:id="rId12"/>
  </p:sldLayoutIdLst>
  <p:hf hdr="0" ft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1"/>
          </a:solidFill>
          <a:latin typeface="Book Antiqua" pitchFamily="18" charset="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00FF"/>
        </a:buClr>
        <a:buSzPct val="90000"/>
        <a:buFont typeface="Wingdings 2" panose="05020102010507070707" pitchFamily="18" charset="2"/>
        <a:buChar char="©"/>
        <a:defRPr kumimoji="1" sz="2400">
          <a:solidFill>
            <a:schemeClr val="tx1"/>
          </a:solidFill>
          <a:latin typeface="Times New Roman" pitchFamily="18" charset="0"/>
          <a:ea typeface="+mn-ea"/>
          <a:cs typeface="Times New Roman" pitchFamily="18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9900"/>
        </a:buClr>
        <a:buSzPct val="70000"/>
        <a:buFont typeface="Wingdings" panose="05000000000000000000" pitchFamily="2" charset="2"/>
        <a:buChar char="u"/>
        <a:defRPr kumimoji="1" sz="2000">
          <a:solidFill>
            <a:schemeClr val="tx1"/>
          </a:solidFill>
          <a:latin typeface="Times New Roman" pitchFamily="18" charset="0"/>
          <a:ea typeface="+mn-ea"/>
          <a:cs typeface="Times New Roman" pitchFamily="18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1B1BFF"/>
        </a:buClr>
        <a:buSzPct val="80000"/>
        <a:buFont typeface="Times New Roman" panose="02020603050405020304" pitchFamily="18" charset="0"/>
        <a:buChar char="»"/>
        <a:defRPr kumimoji="1">
          <a:solidFill>
            <a:schemeClr val="tx1"/>
          </a:solidFill>
          <a:latin typeface="Times New Roman" pitchFamily="18" charset="0"/>
          <a:ea typeface="+mn-ea"/>
          <a:cs typeface="Times New Roman" pitchFamily="18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Book Antiqua" panose="02040602050305030304" pitchFamily="18" charset="0"/>
        <a:buChar char="−"/>
        <a:defRPr kumimoji="1" sz="1600">
          <a:solidFill>
            <a:schemeClr val="tx1"/>
          </a:solidFill>
          <a:latin typeface="Times New Roman" pitchFamily="18" charset="0"/>
          <a:ea typeface="+mn-ea"/>
          <a:cs typeface="Times New Roman" pitchFamily="18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4D4D4D"/>
        </a:buClr>
        <a:buSzPct val="50000"/>
        <a:buFont typeface="Wingdings" panose="05000000000000000000" pitchFamily="2" charset="2"/>
        <a:buChar char="l"/>
        <a:defRPr kumimoji="1" sz="1400">
          <a:solidFill>
            <a:schemeClr val="tx1"/>
          </a:solidFill>
          <a:latin typeface="Times New Roman" pitchFamily="18" charset="0"/>
          <a:ea typeface="+mn-ea"/>
          <a:cs typeface="Times New Roman" pitchFamily="18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kumimoji="1" sz="1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kumimoji="1" sz="1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kumimoji="1" sz="1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kumimoji="1" sz="1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2" name="Group 7">
            <a:extLst>
              <a:ext uri="{FF2B5EF4-FFF2-40B4-BE49-F238E27FC236}">
                <a16:creationId xmlns:a16="http://schemas.microsoft.com/office/drawing/2014/main" id="{2F364496-8BA2-4CFA-81DC-C649C6B43699}"/>
              </a:ext>
            </a:extLst>
          </p:cNvPr>
          <p:cNvGrpSpPr>
            <a:grpSpLocks/>
          </p:cNvGrpSpPr>
          <p:nvPr/>
        </p:nvGrpSpPr>
        <p:grpSpPr bwMode="auto">
          <a:xfrm>
            <a:off x="215900" y="215900"/>
            <a:ext cx="8478838" cy="6173788"/>
            <a:chOff x="0" y="0"/>
            <a:chExt cx="5341" cy="3889"/>
          </a:xfrm>
        </p:grpSpPr>
        <p:sp>
          <p:nvSpPr>
            <p:cNvPr id="5132" name="Freeform 8">
              <a:extLst>
                <a:ext uri="{FF2B5EF4-FFF2-40B4-BE49-F238E27FC236}">
                  <a16:creationId xmlns:a16="http://schemas.microsoft.com/office/drawing/2014/main" id="{69CEB01E-FAFC-4111-A0A1-FBD146EBFF21}"/>
                </a:ext>
              </a:extLst>
            </p:cNvPr>
            <p:cNvSpPr>
              <a:spLocks/>
            </p:cNvSpPr>
            <p:nvPr/>
          </p:nvSpPr>
          <p:spPr bwMode="ltGray">
            <a:xfrm>
              <a:off x="0" y="0"/>
              <a:ext cx="3863" cy="3889"/>
            </a:xfrm>
            <a:custGeom>
              <a:avLst/>
              <a:gdLst>
                <a:gd name="T0" fmla="*/ 3862 w 3863"/>
                <a:gd name="T1" fmla="*/ 3418 h 3889"/>
                <a:gd name="T2" fmla="*/ 457 w 3863"/>
                <a:gd name="T3" fmla="*/ 0 h 3889"/>
                <a:gd name="T4" fmla="*/ 0 w 3863"/>
                <a:gd name="T5" fmla="*/ 0 h 3889"/>
                <a:gd name="T6" fmla="*/ 0 w 3863"/>
                <a:gd name="T7" fmla="*/ 481 h 3889"/>
                <a:gd name="T8" fmla="*/ 3394 w 3863"/>
                <a:gd name="T9" fmla="*/ 3888 h 3889"/>
                <a:gd name="T10" fmla="*/ 3862 w 3863"/>
                <a:gd name="T11" fmla="*/ 3418 h 3889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3863" h="3889">
                  <a:moveTo>
                    <a:pt x="3862" y="3418"/>
                  </a:moveTo>
                  <a:lnTo>
                    <a:pt x="457" y="0"/>
                  </a:lnTo>
                  <a:lnTo>
                    <a:pt x="0" y="0"/>
                  </a:lnTo>
                  <a:lnTo>
                    <a:pt x="0" y="481"/>
                  </a:lnTo>
                  <a:lnTo>
                    <a:pt x="3394" y="3888"/>
                  </a:lnTo>
                  <a:lnTo>
                    <a:pt x="3862" y="3418"/>
                  </a:lnTo>
                </a:path>
              </a:pathLst>
            </a:custGeom>
            <a:solidFill>
              <a:schemeClr val="bg1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rnd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3" name="Freeform 9">
              <a:extLst>
                <a:ext uri="{FF2B5EF4-FFF2-40B4-BE49-F238E27FC236}">
                  <a16:creationId xmlns:a16="http://schemas.microsoft.com/office/drawing/2014/main" id="{F12DED50-716D-42AC-85D7-0BA10197B30D}"/>
                </a:ext>
              </a:extLst>
            </p:cNvPr>
            <p:cNvSpPr>
              <a:spLocks/>
            </p:cNvSpPr>
            <p:nvPr/>
          </p:nvSpPr>
          <p:spPr bwMode="ltGray">
            <a:xfrm>
              <a:off x="860" y="0"/>
              <a:ext cx="3394" cy="3223"/>
            </a:xfrm>
            <a:custGeom>
              <a:avLst/>
              <a:gdLst>
                <a:gd name="T0" fmla="*/ 370 w 3394"/>
                <a:gd name="T1" fmla="*/ 0 h 3223"/>
                <a:gd name="T2" fmla="*/ 3393 w 3394"/>
                <a:gd name="T3" fmla="*/ 3036 h 3223"/>
                <a:gd name="T4" fmla="*/ 3208 w 3394"/>
                <a:gd name="T5" fmla="*/ 3222 h 3223"/>
                <a:gd name="T6" fmla="*/ 0 w 3394"/>
                <a:gd name="T7" fmla="*/ 0 h 3223"/>
                <a:gd name="T8" fmla="*/ 370 w 3394"/>
                <a:gd name="T9" fmla="*/ 0 h 322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394" h="3223">
                  <a:moveTo>
                    <a:pt x="370" y="0"/>
                  </a:moveTo>
                  <a:lnTo>
                    <a:pt x="3393" y="3036"/>
                  </a:lnTo>
                  <a:lnTo>
                    <a:pt x="3208" y="3222"/>
                  </a:lnTo>
                  <a:lnTo>
                    <a:pt x="0" y="0"/>
                  </a:lnTo>
                  <a:lnTo>
                    <a:pt x="370" y="0"/>
                  </a:lnTo>
                </a:path>
              </a:pathLst>
            </a:custGeom>
            <a:solidFill>
              <a:schemeClr val="bg1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rnd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4" name="Freeform 10">
              <a:extLst>
                <a:ext uri="{FF2B5EF4-FFF2-40B4-BE49-F238E27FC236}">
                  <a16:creationId xmlns:a16="http://schemas.microsoft.com/office/drawing/2014/main" id="{42DCC366-E15E-4083-A380-A19EDD07FD10}"/>
                </a:ext>
              </a:extLst>
            </p:cNvPr>
            <p:cNvSpPr>
              <a:spLocks/>
            </p:cNvSpPr>
            <p:nvPr/>
          </p:nvSpPr>
          <p:spPr bwMode="ltGray">
            <a:xfrm>
              <a:off x="2187" y="0"/>
              <a:ext cx="2859" cy="2556"/>
            </a:xfrm>
            <a:custGeom>
              <a:avLst/>
              <a:gdLst>
                <a:gd name="T0" fmla="*/ 630 w 2859"/>
                <a:gd name="T1" fmla="*/ 0 h 2556"/>
                <a:gd name="T2" fmla="*/ 2858 w 2859"/>
                <a:gd name="T3" fmla="*/ 2238 h 2556"/>
                <a:gd name="T4" fmla="*/ 2543 w 2859"/>
                <a:gd name="T5" fmla="*/ 2555 h 2556"/>
                <a:gd name="T6" fmla="*/ 0 w 2859"/>
                <a:gd name="T7" fmla="*/ 0 h 2556"/>
                <a:gd name="T8" fmla="*/ 630 w 2859"/>
                <a:gd name="T9" fmla="*/ 0 h 25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59" h="2556">
                  <a:moveTo>
                    <a:pt x="630" y="0"/>
                  </a:moveTo>
                  <a:lnTo>
                    <a:pt x="2858" y="2238"/>
                  </a:lnTo>
                  <a:lnTo>
                    <a:pt x="2543" y="2555"/>
                  </a:lnTo>
                  <a:lnTo>
                    <a:pt x="0" y="0"/>
                  </a:lnTo>
                  <a:lnTo>
                    <a:pt x="630" y="0"/>
                  </a:lnTo>
                </a:path>
              </a:pathLst>
            </a:custGeom>
            <a:solidFill>
              <a:schemeClr val="bg1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rnd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5" name="Freeform 11">
              <a:extLst>
                <a:ext uri="{FF2B5EF4-FFF2-40B4-BE49-F238E27FC236}">
                  <a16:creationId xmlns:a16="http://schemas.microsoft.com/office/drawing/2014/main" id="{7B681700-EF2E-4ACA-B1AE-B41365E839CD}"/>
                </a:ext>
              </a:extLst>
            </p:cNvPr>
            <p:cNvSpPr>
              <a:spLocks/>
            </p:cNvSpPr>
            <p:nvPr/>
          </p:nvSpPr>
          <p:spPr bwMode="ltGray">
            <a:xfrm>
              <a:off x="3055" y="0"/>
              <a:ext cx="2286" cy="2121"/>
            </a:xfrm>
            <a:custGeom>
              <a:avLst/>
              <a:gdLst>
                <a:gd name="T0" fmla="*/ 0 w 2286"/>
                <a:gd name="T1" fmla="*/ 0 h 2121"/>
                <a:gd name="T2" fmla="*/ 2111 w 2286"/>
                <a:gd name="T3" fmla="*/ 2120 h 2121"/>
                <a:gd name="T4" fmla="*/ 2285 w 2286"/>
                <a:gd name="T5" fmla="*/ 1945 h 2121"/>
                <a:gd name="T6" fmla="*/ 348 w 2286"/>
                <a:gd name="T7" fmla="*/ 0 h 2121"/>
                <a:gd name="T8" fmla="*/ 0 w 2286"/>
                <a:gd name="T9" fmla="*/ 0 h 212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286" h="2121">
                  <a:moveTo>
                    <a:pt x="0" y="0"/>
                  </a:moveTo>
                  <a:lnTo>
                    <a:pt x="2111" y="2120"/>
                  </a:lnTo>
                  <a:lnTo>
                    <a:pt x="2285" y="1945"/>
                  </a:lnTo>
                  <a:lnTo>
                    <a:pt x="348" y="0"/>
                  </a:lnTo>
                  <a:lnTo>
                    <a:pt x="0" y="0"/>
                  </a:lnTo>
                </a:path>
              </a:pathLst>
            </a:custGeom>
            <a:solidFill>
              <a:schemeClr val="bg1">
                <a:alpha val="50195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cap="rnd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51" name="Rectangle 12">
            <a:extLst>
              <a:ext uri="{FF2B5EF4-FFF2-40B4-BE49-F238E27FC236}">
                <a16:creationId xmlns:a16="http://schemas.microsoft.com/office/drawing/2014/main" id="{AB39E30C-1B09-4DD8-A4F3-A732237D78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388" y="2232025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ctr"/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 eaLnBrk="1" hangingPunct="1">
              <a:defRPr/>
            </a:pPr>
            <a:r>
              <a:rPr kumimoji="1" lang="en-US" altLang="zh-TW" sz="4400" i="0" u="none">
                <a:solidFill>
                  <a:schemeClr val="tx2"/>
                </a:solidFill>
                <a:latin typeface="Book Antiqua" panose="02040602050305030304" pitchFamily="18" charset="0"/>
                <a:cs typeface="Arial" panose="020B0604020202020204" pitchFamily="34" charset="0"/>
              </a:rPr>
              <a:t>Click to edit Master title style</a:t>
            </a:r>
          </a:p>
        </p:txBody>
      </p:sp>
      <p:sp>
        <p:nvSpPr>
          <p:cNvPr id="2052" name="Rectangle 13">
            <a:extLst>
              <a:ext uri="{FF2B5EF4-FFF2-40B4-BE49-F238E27FC236}">
                <a16:creationId xmlns:a16="http://schemas.microsoft.com/office/drawing/2014/main" id="{2EC65288-94EA-49EC-940D-4636FC3D4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1750" y="4195763"/>
            <a:ext cx="6400800" cy="1716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 eaLnBrk="1" hangingPunct="1">
              <a:spcBef>
                <a:spcPct val="20000"/>
              </a:spcBef>
              <a:defRPr/>
            </a:pPr>
            <a:r>
              <a:rPr kumimoji="1" lang="en-US" altLang="zh-TW" sz="3200" i="0" u="none">
                <a:solidFill>
                  <a:schemeClr val="tx1"/>
                </a:solidFill>
                <a:latin typeface="Book Antiqua" panose="02040602050305030304" pitchFamily="18" charset="0"/>
                <a:cs typeface="Arial" panose="020B0604020202020204" pitchFamily="34" charset="0"/>
              </a:rPr>
              <a:t>Click to edit Master subtitle style</a:t>
            </a:r>
          </a:p>
        </p:txBody>
      </p:sp>
      <p:grpSp>
        <p:nvGrpSpPr>
          <p:cNvPr id="5125" name="Group 20">
            <a:extLst>
              <a:ext uri="{FF2B5EF4-FFF2-40B4-BE49-F238E27FC236}">
                <a16:creationId xmlns:a16="http://schemas.microsoft.com/office/drawing/2014/main" id="{DE25CAB1-5459-4AC4-9292-A4F2B076FD1A}"/>
              </a:ext>
            </a:extLst>
          </p:cNvPr>
          <p:cNvGrpSpPr>
            <a:grpSpLocks/>
          </p:cNvGrpSpPr>
          <p:nvPr/>
        </p:nvGrpSpPr>
        <p:grpSpPr bwMode="auto">
          <a:xfrm>
            <a:off x="-9525" y="1492250"/>
            <a:ext cx="9159875" cy="82550"/>
            <a:chOff x="1" y="591"/>
            <a:chExt cx="5759" cy="52"/>
          </a:xfrm>
        </p:grpSpPr>
        <p:sp>
          <p:nvSpPr>
            <p:cNvPr id="5129" name="Line 21">
              <a:extLst>
                <a:ext uri="{FF2B5EF4-FFF2-40B4-BE49-F238E27FC236}">
                  <a16:creationId xmlns:a16="http://schemas.microsoft.com/office/drawing/2014/main" id="{AD9D9EAD-CD10-4146-A507-FB2E754984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591"/>
              <a:ext cx="5758" cy="0"/>
            </a:xfrm>
            <a:prstGeom prst="line">
              <a:avLst/>
            </a:prstGeom>
            <a:noFill/>
            <a:ln w="762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0" name="Line 22">
              <a:extLst>
                <a:ext uri="{FF2B5EF4-FFF2-40B4-BE49-F238E27FC236}">
                  <a16:creationId xmlns:a16="http://schemas.microsoft.com/office/drawing/2014/main" id="{3340C10B-FE44-4DD2-B40B-A9AE41E928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" y="626"/>
              <a:ext cx="5758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31" name="Line 23">
              <a:extLst>
                <a:ext uri="{FF2B5EF4-FFF2-40B4-BE49-F238E27FC236}">
                  <a16:creationId xmlns:a16="http://schemas.microsoft.com/office/drawing/2014/main" id="{5477D55D-F052-4997-8915-34A510871B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" y="643"/>
              <a:ext cx="5759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09592" name="Rectangle 24">
            <a:extLst>
              <a:ext uri="{FF2B5EF4-FFF2-40B4-BE49-F238E27FC236}">
                <a16:creationId xmlns:a16="http://schemas.microsoft.com/office/drawing/2014/main" id="{257AD62A-E494-4BC9-818F-32F6CF47EA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67775" y="6570663"/>
            <a:ext cx="206375" cy="212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spAutoFit/>
          </a:bodyPr>
          <a:lstStyle>
            <a:lvl1pPr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 eaLnBrk="0" hangingPunct="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>
              <a:defRPr/>
            </a:pPr>
            <a:fld id="{EA536E08-9229-4670-925E-1ACDE33A6276}" type="slidenum">
              <a:rPr lang="zh-TW" altLang="en-US" u="none" smtClean="0">
                <a:solidFill>
                  <a:schemeClr val="tx1"/>
                </a:solidFill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en-US" altLang="zh-TW" u="none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2055" name="Rectangle 25">
            <a:extLst>
              <a:ext uri="{FF2B5EF4-FFF2-40B4-BE49-F238E27FC236}">
                <a16:creationId xmlns:a16="http://schemas.microsoft.com/office/drawing/2014/main" id="{9E58B46F-82F7-48DB-BCA2-600B391EB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363" y="6572250"/>
            <a:ext cx="631825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i="1" u="sng">
                <a:solidFill>
                  <a:srgbClr val="003366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defRPr/>
            </a:pPr>
            <a:fld id="{A2FD34A0-FF4C-463F-AA64-EED38D207E34}" type="datetime1">
              <a:rPr lang="en-US" altLang="zh-TW" u="none" smtClean="0">
                <a:solidFill>
                  <a:schemeClr val="tx1"/>
                </a:solidFill>
                <a:cs typeface="Arial" panose="020B0604020202020204" pitchFamily="34" charset="0"/>
              </a:rPr>
              <a:pPr eaLnBrk="1" hangingPunct="1">
                <a:defRPr/>
              </a:pPr>
              <a:t>4/30/2024</a:t>
            </a:fld>
            <a:endParaRPr lang="en-US" altLang="zh-TW" u="none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pic>
        <p:nvPicPr>
          <p:cNvPr id="5128" name="Picture 15" descr="logoyil30">
            <a:extLst>
              <a:ext uri="{FF2B5EF4-FFF2-40B4-BE49-F238E27FC236}">
                <a16:creationId xmlns:a16="http://schemas.microsoft.com/office/drawing/2014/main" id="{773BA3A9-91F0-4499-8350-B7088499C8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650" y="214313"/>
            <a:ext cx="1143000" cy="1152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081" r:id="rId1"/>
    <p:sldLayoutId id="2147484082" r:id="rId2"/>
    <p:sldLayoutId id="2147484083" r:id="rId3"/>
    <p:sldLayoutId id="2147484084" r:id="rId4"/>
    <p:sldLayoutId id="2147484085" r:id="rId5"/>
    <p:sldLayoutId id="2147484086" r:id="rId6"/>
    <p:sldLayoutId id="2147484087" r:id="rId7"/>
    <p:sldLayoutId id="2147484088" r:id="rId8"/>
    <p:sldLayoutId id="2147484089" r:id="rId9"/>
    <p:sldLayoutId id="2147484090" r:id="rId10"/>
    <p:sldLayoutId id="2147484091" r:id="rId11"/>
  </p:sldLayoutIdLst>
  <p:hf hdr="0" ft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4"/>
            <a:ext cx="7773339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588327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4AFC189-73F8-4706-AA45-7D354ED2B7AB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5883276"/>
            <a:ext cx="5004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5883276"/>
            <a:ext cx="57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13338A4-F343-45A5-B376-B2CFBC9F9823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2507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3" r:id="rId1"/>
    <p:sldLayoutId id="2147484094" r:id="rId2"/>
    <p:sldLayoutId id="2147484095" r:id="rId3"/>
    <p:sldLayoutId id="2147484096" r:id="rId4"/>
    <p:sldLayoutId id="2147484097" r:id="rId5"/>
    <p:sldLayoutId id="2147484098" r:id="rId6"/>
    <p:sldLayoutId id="2147484099" r:id="rId7"/>
    <p:sldLayoutId id="2147484100" r:id="rId8"/>
    <p:sldLayoutId id="2147484101" r:id="rId9"/>
    <p:sldLayoutId id="2147484102" r:id="rId10"/>
    <p:sldLayoutId id="2147484103" r:id="rId11"/>
    <p:sldLayoutId id="2147484104" r:id="rId12"/>
    <p:sldLayoutId id="2147484105" r:id="rId13"/>
    <p:sldLayoutId id="2147484106" r:id="rId14"/>
    <p:sldLayoutId id="2147484107" r:id="rId15"/>
    <p:sldLayoutId id="2147484108" r:id="rId16"/>
    <p:sldLayoutId id="2147484109" r:id="rId17"/>
    <p:sldLayoutId id="2147484110" r:id="rId18"/>
  </p:sldLayoutIdLst>
  <p:transition>
    <p:random/>
  </p:transition>
  <p:hf hdr="0" ft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1.xml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10.png"/><Relationship Id="rId7" Type="http://schemas.openxmlformats.org/officeDocument/2006/relationships/diagramQuickStyle" Target="../diagrams/quickStyle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5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5.xml"/><Relationship Id="rId4" Type="http://schemas.openxmlformats.org/officeDocument/2006/relationships/image" Target="../media/image23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7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7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7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7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7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7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7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7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7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7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7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7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7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7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7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7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7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7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7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7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7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7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7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7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7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sourcemaking.com/design_patterns" TargetMode="External"/><Relationship Id="rId2" Type="http://schemas.openxmlformats.org/officeDocument/2006/relationships/hyperlink" Target="https://refactoring.guru/design-patterns" TargetMode="External"/><Relationship Id="rId1" Type="http://schemas.openxmlformats.org/officeDocument/2006/relationships/slideLayout" Target="../slideLayouts/slideLayout75.xml"/></Relationships>
</file>

<file path=ppt/slides/_rels/slide4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0.png"/><Relationship Id="rId7" Type="http://schemas.openxmlformats.org/officeDocument/2006/relationships/diagramColors" Target="../diagrams/colors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6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tle 9">
            <a:extLst>
              <a:ext uri="{FF2B5EF4-FFF2-40B4-BE49-F238E27FC236}">
                <a16:creationId xmlns:a16="http://schemas.microsoft.com/office/drawing/2014/main" id="{BFE811EB-6359-4C0C-BB1F-9DFD3BB1A4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98475" y="1844675"/>
            <a:ext cx="7556500" cy="1719263"/>
          </a:xfrm>
        </p:spPr>
        <p:txBody>
          <a:bodyPr/>
          <a:lstStyle/>
          <a:p>
            <a:pPr algn="ctr" eaLnBrk="1" hangingPunct="1"/>
            <a:r>
              <a:rPr lang="en-US" altLang="en-US" b="1" dirty="0">
                <a:latin typeface="Georgia" panose="02040502050405020303" pitchFamily="18" charset="0"/>
              </a:rPr>
              <a:t>Software Design and </a:t>
            </a:r>
            <a:r>
              <a:rPr lang="en-US" altLang="en-US" b="1" dirty="0" err="1">
                <a:latin typeface="Georgia" panose="02040502050405020303" pitchFamily="18" charset="0"/>
              </a:rPr>
              <a:t>Arcitecture</a:t>
            </a:r>
            <a:r>
              <a:rPr lang="en-US" altLang="en-US" b="1" dirty="0">
                <a:latin typeface="Georgia" panose="02040502050405020303" pitchFamily="18" charset="0"/>
              </a:rPr>
              <a:t>(SDA)</a:t>
            </a:r>
            <a:br>
              <a:rPr lang="en-US" altLang="en-US" b="1" dirty="0">
                <a:latin typeface="Georgia" panose="02040502050405020303" pitchFamily="18" charset="0"/>
              </a:rPr>
            </a:br>
            <a:r>
              <a:rPr lang="en-US" altLang="en-US" sz="3200" dirty="0">
                <a:latin typeface="Georgia" panose="02040502050405020303" pitchFamily="18" charset="0"/>
              </a:rPr>
              <a:t>Lecture 8</a:t>
            </a:r>
            <a:endParaRPr lang="en-US" altLang="en-US" dirty="0"/>
          </a:p>
        </p:txBody>
      </p:sp>
      <p:sp>
        <p:nvSpPr>
          <p:cNvPr id="45059" name="Content Placeholder 10">
            <a:extLst>
              <a:ext uri="{FF2B5EF4-FFF2-40B4-BE49-F238E27FC236}">
                <a16:creationId xmlns:a16="http://schemas.microsoft.com/office/drawing/2014/main" id="{EBB3B385-0FFF-4B23-9F2A-6D64D633E1A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98475" y="4076700"/>
            <a:ext cx="7556500" cy="2049463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n-US" altLang="en-US" sz="2400" dirty="0" err="1">
                <a:solidFill>
                  <a:srgbClr val="2E75B6"/>
                </a:solidFill>
                <a:latin typeface="Georgia" panose="02040502050405020303" pitchFamily="18" charset="0"/>
              </a:rPr>
              <a:t>Engr.Ramsha</a:t>
            </a:r>
            <a:r>
              <a:rPr lang="en-US" altLang="en-US" sz="2400" dirty="0">
                <a:solidFill>
                  <a:srgbClr val="2E75B6"/>
                </a:solidFill>
                <a:latin typeface="Georgia" panose="02040502050405020303" pitchFamily="18" charset="0"/>
              </a:rPr>
              <a:t> </a:t>
            </a:r>
            <a:r>
              <a:rPr lang="en-US" altLang="en-US" sz="2400" dirty="0" err="1">
                <a:solidFill>
                  <a:srgbClr val="2E75B6"/>
                </a:solidFill>
                <a:latin typeface="Georgia" panose="02040502050405020303" pitchFamily="18" charset="0"/>
              </a:rPr>
              <a:t>Mashood</a:t>
            </a:r>
            <a:endParaRPr lang="en-US" altLang="en-US" sz="2400" dirty="0">
              <a:solidFill>
                <a:srgbClr val="2E75B6"/>
              </a:solidFill>
              <a:latin typeface="Georgia" panose="02040502050405020303" pitchFamily="18" charset="0"/>
            </a:endParaRP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n-US" altLang="en-US" sz="1800" dirty="0">
                <a:solidFill>
                  <a:srgbClr val="2E75B6"/>
                </a:solidFill>
                <a:latin typeface="Georgia" panose="02040502050405020303" pitchFamily="18" charset="0"/>
              </a:rPr>
              <a:t>Senior Lecturer</a:t>
            </a: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n-US" altLang="en-US" sz="1800" dirty="0">
                <a:solidFill>
                  <a:srgbClr val="2E75B6"/>
                </a:solidFill>
                <a:latin typeface="Georgia" panose="02040502050405020303" pitchFamily="18" charset="0"/>
              </a:rPr>
              <a:t>Department of Software Engineering </a:t>
            </a: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ClrTx/>
              <a:buSzTx/>
              <a:buFont typeface="Wingdings" panose="05000000000000000000" pitchFamily="2" charset="2"/>
              <a:buNone/>
            </a:pPr>
            <a:r>
              <a:rPr lang="en-US" altLang="en-US" sz="1800" dirty="0" err="1">
                <a:solidFill>
                  <a:srgbClr val="2E75B6"/>
                </a:solidFill>
                <a:latin typeface="Georgia" panose="02040502050405020303" pitchFamily="18" charset="0"/>
              </a:rPr>
              <a:t>Bahria</a:t>
            </a:r>
            <a:r>
              <a:rPr lang="en-US" altLang="en-US" sz="1800" dirty="0">
                <a:solidFill>
                  <a:srgbClr val="2E75B6"/>
                </a:solidFill>
                <a:latin typeface="Georgia" panose="02040502050405020303" pitchFamily="18" charset="0"/>
              </a:rPr>
              <a:t> University Karachi Campus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9610F-C2C6-D01D-ACEC-C9F5EDDC7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83F4EA4-54BB-403D-BA7A-E373D5B7151D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C4F6A9-306A-16D2-9547-434BD53B9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97FF75-9E45-4F6E-9E89-BE68C2AA7735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  <p:pic>
        <p:nvPicPr>
          <p:cNvPr id="45060" name="Picture 11">
            <a:extLst>
              <a:ext uri="{FF2B5EF4-FFF2-40B4-BE49-F238E27FC236}">
                <a16:creationId xmlns:a16="http://schemas.microsoft.com/office/drawing/2014/main" id="{32C4D0F8-0285-41AA-876F-63D65A599A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975" y="0"/>
            <a:ext cx="4095750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>
    <p:random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125" name="Picture 2">
            <a:extLst>
              <a:ext uri="{FF2B5EF4-FFF2-40B4-BE49-F238E27FC236}">
                <a16:creationId xmlns:a16="http://schemas.microsoft.com/office/drawing/2014/main" id="{25496B42-CC46-4183-B481-887CD3E8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126" name="Picture 47125">
            <a:extLst>
              <a:ext uri="{FF2B5EF4-FFF2-40B4-BE49-F238E27FC236}">
                <a16:creationId xmlns:a16="http://schemas.microsoft.com/office/drawing/2014/main" id="{E2758CE0-F916-4DCE-88D1-71430BE44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 useBgFill="1">
        <p:nvSpPr>
          <p:cNvPr id="47127" name="Rectangle 47126">
            <a:extLst>
              <a:ext uri="{FF2B5EF4-FFF2-40B4-BE49-F238E27FC236}">
                <a16:creationId xmlns:a16="http://schemas.microsoft.com/office/drawing/2014/main" id="{48EC41B9-2D25-48A6-BC40-DA8F79F3E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110" name="Graphic 47109" descr="Computer">
            <a:extLst>
              <a:ext uri="{FF2B5EF4-FFF2-40B4-BE49-F238E27FC236}">
                <a16:creationId xmlns:a16="http://schemas.microsoft.com/office/drawing/2014/main" id="{14C300E6-B83D-2777-C7EC-FD6CADA8E2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46714" y="957486"/>
            <a:ext cx="3285330" cy="3285330"/>
          </a:xfrm>
          <a:prstGeom prst="roundRect">
            <a:avLst>
              <a:gd name="adj" fmla="val 5301"/>
            </a:avLst>
          </a:prstGeom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47128" name="Picture 47127">
            <a:extLst>
              <a:ext uri="{FF2B5EF4-FFF2-40B4-BE49-F238E27FC236}">
                <a16:creationId xmlns:a16="http://schemas.microsoft.com/office/drawing/2014/main" id="{F8F21547-A433-450A-B2A3-930DCFABD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324"/>
          <a:stretch/>
        </p:blipFill>
        <p:spPr>
          <a:xfrm>
            <a:off x="0" y="0"/>
            <a:ext cx="2622176" cy="6858000"/>
          </a:xfrm>
          <a:prstGeom prst="rect">
            <a:avLst/>
          </a:prstGeom>
        </p:spPr>
      </p:pic>
      <p:sp>
        <p:nvSpPr>
          <p:cNvPr id="47106" name="Title 9">
            <a:extLst>
              <a:ext uri="{FF2B5EF4-FFF2-40B4-BE49-F238E27FC236}">
                <a16:creationId xmlns:a16="http://schemas.microsoft.com/office/drawing/2014/main" id="{74FDEA82-9E3C-4D29-B2F9-0297DB5B62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6408" y="4562855"/>
            <a:ext cx="8187274" cy="1137554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66675" marR="0">
              <a:spcBef>
                <a:spcPts val="890"/>
              </a:spcBef>
              <a:spcAft>
                <a:spcPts val="0"/>
              </a:spcAft>
            </a:pPr>
            <a:r>
              <a:rPr lang="en-US" sz="3600" cap="small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Behavioral patterns </a:t>
            </a:r>
            <a:endParaRPr lang="en-US" sz="3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671C2-DB81-4A30-5231-D5B4B93E07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9052" y="6354825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eaLnBrk="1" hangingPunct="1">
              <a:spcAft>
                <a:spcPts val="600"/>
              </a:spcAft>
              <a:defRPr/>
            </a:pPr>
            <a:fld id="{43FCFCAC-74A5-48D0-A658-FE49EE2C0C91}" type="datetime4">
              <a:rPr lang="en-US" altLang="en-US" smtClean="0">
                <a:latin typeface="+mn-lt"/>
                <a:ea typeface="+mn-ea"/>
              </a:rPr>
              <a:pPr eaLnBrk="1" hangingPunct="1">
                <a:spcAft>
                  <a:spcPts val="600"/>
                </a:spcAft>
                <a:defRPr/>
              </a:pPr>
              <a:t>April 30, 2024</a:t>
            </a:fld>
            <a:endParaRPr lang="en-US" altLang="en-US">
              <a:latin typeface="+mn-lt"/>
              <a:ea typeface="+mn-ea"/>
            </a:endParaRPr>
          </a:p>
        </p:txBody>
      </p:sp>
      <p:pic>
        <p:nvPicPr>
          <p:cNvPr id="47129" name="Picture 47128">
            <a:extLst>
              <a:ext uri="{FF2B5EF4-FFF2-40B4-BE49-F238E27FC236}">
                <a16:creationId xmlns:a16="http://schemas.microsoft.com/office/drawing/2014/main" id="{A73B520B-D7E7-436A-B263-0682940B4F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10" r="21258"/>
          <a:stretch/>
        </p:blipFill>
        <p:spPr>
          <a:xfrm>
            <a:off x="0" y="4238951"/>
            <a:ext cx="7200177" cy="261904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5FDA99-E5FE-3603-7621-A81A4AFD1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85508" y="6354825"/>
            <a:ext cx="573161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eaLnBrk="1" hangingPunct="1">
              <a:spcAft>
                <a:spcPts val="600"/>
              </a:spcAft>
              <a:defRPr/>
            </a:pPr>
            <a:fld id="{04D8FD4F-45E7-4072-8800-E1C10689F0F2}" type="slidenum">
              <a:rPr lang="en-US" altLang="en-US" smtClean="0">
                <a:latin typeface="+mn-lt"/>
                <a:ea typeface="+mn-ea"/>
              </a:rPr>
              <a:pPr eaLnBrk="1" hangingPunct="1">
                <a:spcAft>
                  <a:spcPts val="600"/>
                </a:spcAft>
                <a:defRPr/>
              </a:pPr>
              <a:t>2</a:t>
            </a:fld>
            <a:endParaRPr lang="en-US" altLang="en-US">
              <a:latin typeface="+mn-lt"/>
              <a:ea typeface="+mn-ea"/>
            </a:endParaRPr>
          </a:p>
        </p:txBody>
      </p:sp>
    </p:spTree>
  </p:cSld>
  <p:clrMapOvr>
    <a:masterClrMapping/>
  </p:clrMapOvr>
  <p:transition>
    <p:random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22790EC5-ACA7-4536-8066-B60199F3C6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D20AEA-7CAF-4A83-BE2E-EAF010B8B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40FCD49-2060-48B9-8212-8A5F1DF47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desk with technical drawings, pencil and tools">
            <a:extLst>
              <a:ext uri="{FF2B5EF4-FFF2-40B4-BE49-F238E27FC236}">
                <a16:creationId xmlns:a16="http://schemas.microsoft.com/office/drawing/2014/main" id="{18AD9FB0-7CF9-5738-5C68-D85EDF02977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35000"/>
          </a:blip>
          <a:srcRect l="8496" r="2503" b="-1"/>
          <a:stretch/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3A45DCD-B5FB-4A86-88D2-91088C7FF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D68C606-E7F6-C9E9-E4C1-7F3558CF0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3259" y="1300785"/>
            <a:ext cx="6517482" cy="25092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What is design pattern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57739-4AAB-2937-8FB7-9A8D193A4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A66D5-204A-775F-DD5C-8F00F86F5E1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ea typeface="Ebrima" panose="02000000000000000000" pitchFamily="2" charset="0"/>
                <a:cs typeface="Arial" panose="020B0604020202020204" pitchFamily="34" charset="0"/>
              </a:rPr>
              <a:t>Each Pattern describes a problem which occurs over and over again, and then describes the core of the solution to that problem, in such a way that you can use that solution million times over, with out ever doing it the same way twice.</a:t>
            </a:r>
          </a:p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  <a:latin typeface="Arial" panose="020B0604020202020204" pitchFamily="34" charset="0"/>
                <a:ea typeface="Ebrima" panose="02000000000000000000" pitchFamily="2" charset="0"/>
                <a:cs typeface="Arial" panose="020B0604020202020204" pitchFamily="34" charset="0"/>
              </a:rPr>
              <a:t>(Christopher Alexander)</a:t>
            </a:r>
          </a:p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  <a:latin typeface="Arial" panose="020B0604020202020204" pitchFamily="34" charset="0"/>
                <a:ea typeface="Ebrima" panose="02000000000000000000" pitchFamily="2" charset="0"/>
                <a:cs typeface="Arial" panose="020B0604020202020204" pitchFamily="34" charset="0"/>
              </a:rPr>
              <a:t>(Book: Design Pattern by Erich Gamma | Richard Helm)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1E6D3-ADA2-83A4-C0E2-88E75AC5A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F5480F7-A01B-4497-9686-67728E87229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43DE96-BA1A-7343-B932-41F5C1E0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AC1E9C5-179F-49B5-A20B-74BA07190DB8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284812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0949" b="16155"/>
          <a:stretch/>
        </p:blipFill>
        <p:spPr>
          <a:xfrm>
            <a:off x="667665" y="1752600"/>
            <a:ext cx="7808670" cy="4267201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76E25C2-772C-13FA-C3C0-051C4C39A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331" y="381001"/>
            <a:ext cx="7773338" cy="1371600"/>
          </a:xfrm>
        </p:spPr>
        <p:txBody>
          <a:bodyPr/>
          <a:lstStyle/>
          <a:p>
            <a:r>
              <a:rPr lang="en-US" dirty="0"/>
              <a:t>Design pattern</a:t>
            </a:r>
          </a:p>
        </p:txBody>
      </p:sp>
    </p:spTree>
  </p:cSld>
  <p:clrMapOvr>
    <a:masterClrMapping/>
  </p:clrMapOvr>
  <p:transition>
    <p:random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542EB46-F04E-412D-D8F0-9C10CDCC07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875" y="1181100"/>
            <a:ext cx="8096250" cy="449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random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BCBC88-2EC0-A084-1182-DFAD80819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FC35119-4326-4B12-8C41-028122D81B5B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DA5539-3BC3-FF52-470D-4EC8FED0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C516D0E-CD58-4E49-9F6D-689564ED6CA6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62E47-37FA-9028-E4AE-EA9A4EEEE58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879"/>
          <a:stretch/>
        </p:blipFill>
        <p:spPr>
          <a:xfrm>
            <a:off x="813341" y="1066800"/>
            <a:ext cx="7091833" cy="4109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3081"/>
      </p:ext>
    </p:extLst>
  </p:cSld>
  <p:clrMapOvr>
    <a:masterClrMapping/>
  </p:clrMapOvr>
  <p:transition>
    <p:random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7407B0FF-43E0-4B2E-B48B-C2A472D10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CAC6C18-4147-48ED-8B6A-19B3E0D89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4951" y="0"/>
            <a:ext cx="609904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044951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F10DF8-7D4D-1576-A1E0-FA927082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804" y="1314450"/>
            <a:ext cx="2338595" cy="368024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2400" dirty="0"/>
              <a:t>Classification of design patterns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3044951" cy="15144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032794" y="5962903"/>
            <a:ext cx="1943100" cy="892925"/>
          </a:xfrm>
          <a:prstGeom prst="rect">
            <a:avLst/>
          </a:prstGeom>
        </p:spPr>
      </p:pic>
      <p:graphicFrame>
        <p:nvGraphicFramePr>
          <p:cNvPr id="7" name="TextBox 3">
            <a:extLst>
              <a:ext uri="{FF2B5EF4-FFF2-40B4-BE49-F238E27FC236}">
                <a16:creationId xmlns:a16="http://schemas.microsoft.com/office/drawing/2014/main" id="{A47619C9-17A1-F808-929F-433AA46DEF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6282024"/>
              </p:ext>
            </p:extLst>
          </p:nvPr>
        </p:nvGraphicFramePr>
        <p:xfrm>
          <a:off x="3445667" y="889000"/>
          <a:ext cx="5622133" cy="5207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</p:cSld>
  <p:clrMapOvr>
    <a:masterClrMapping/>
  </p:clrMapOvr>
  <p:transition>
    <p:random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ECCFE2-62A1-A1A0-48F7-1702FB63B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165" y="252478"/>
            <a:ext cx="7773338" cy="1596177"/>
          </a:xfrm>
        </p:spPr>
        <p:txBody>
          <a:bodyPr/>
          <a:lstStyle/>
          <a:p>
            <a:r>
              <a:rPr lang="en-US" dirty="0"/>
              <a:t>classification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CB571F-4A81-F59B-2A96-9D20A7737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76432"/>
            <a:ext cx="9144000" cy="51241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BF1789-9F59-04EE-FA38-D5E651772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4989491"/>
            <a:ext cx="1524000" cy="145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262014"/>
      </p:ext>
    </p:extLst>
  </p:cSld>
  <p:clrMapOvr>
    <a:masterClrMapping/>
  </p:clrMapOvr>
  <p:transition>
    <p:random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22790EC5-ACA7-4536-8066-B60199F3C6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D20AEA-7CAF-4A83-BE2E-EAF010B8B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A391C69-E52F-4DC0-B51A-0DABC5484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F90DF0-76A9-01A6-4AD1-2158E4C93DE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982" r="50277"/>
          <a:stretch/>
        </p:blipFill>
        <p:spPr>
          <a:xfrm>
            <a:off x="20" y="10"/>
            <a:ext cx="3626024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48390FD-448E-4FF2-AEE8-C46960568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26043" y="-2"/>
            <a:ext cx="60985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BD259F2-A289-4420-B3EB-BBC6A904F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6F802C-6BD7-A6AC-219C-0A3154B80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8174" y="1358901"/>
            <a:ext cx="3960019" cy="273049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Behavioral pattern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AF682F-C3B9-C0CF-DF26-4116298CD5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9052" y="5883275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 eaLnBrk="1" hangingPunct="1">
              <a:spcAft>
                <a:spcPts val="600"/>
              </a:spcAft>
              <a:defRPr/>
            </a:pPr>
            <a:fld id="{3A100575-81D0-4836-BDA5-88ECA2DF1A30}" type="datetime4">
              <a:rPr lang="en-US" altLang="en-US" smtClean="0">
                <a:latin typeface="+mn-lt"/>
                <a:ea typeface="+mn-ea"/>
              </a:rPr>
              <a:pPr defTabSz="457200" eaLnBrk="1" hangingPunct="1">
                <a:spcAft>
                  <a:spcPts val="600"/>
                </a:spcAft>
                <a:defRPr/>
              </a:pPr>
              <a:t>April 30, 2024</a:t>
            </a:fld>
            <a:endParaRPr lang="en-US" altLang="en-US">
              <a:latin typeface="+mn-lt"/>
              <a:ea typeface="+mn-ea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5075C6-4B5A-E8D3-B463-965C78715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85508" y="5883275"/>
            <a:ext cx="573161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 eaLnBrk="1" hangingPunct="1">
              <a:spcAft>
                <a:spcPts val="600"/>
              </a:spcAft>
              <a:defRPr/>
            </a:pPr>
            <a:fld id="{F02FF4ED-2B23-4CC6-834A-FCFA22AF88CD}" type="slidenum">
              <a:rPr lang="en-US" altLang="en-US" smtClean="0">
                <a:latin typeface="+mn-lt"/>
                <a:ea typeface="+mn-ea"/>
              </a:rPr>
              <a:pPr defTabSz="457200" eaLnBrk="1" hangingPunct="1">
                <a:spcAft>
                  <a:spcPts val="600"/>
                </a:spcAft>
                <a:defRPr/>
              </a:pPr>
              <a:t>10</a:t>
            </a:fld>
            <a:endParaRPr lang="en-US" altLang="en-US"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30332244"/>
      </p:ext>
    </p:extLst>
  </p:cSld>
  <p:clrMapOvr>
    <a:masterClrMapping/>
  </p:clrMapOvr>
  <p:transition>
    <p:random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0512" b="7387"/>
          <a:stretch/>
        </p:blipFill>
        <p:spPr>
          <a:xfrm>
            <a:off x="662453" y="1524000"/>
            <a:ext cx="7819094" cy="47611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30A642-9CE4-88DD-D355-1A1B69C56A1B}"/>
              </a:ext>
            </a:extLst>
          </p:cNvPr>
          <p:cNvSpPr txBox="1"/>
          <p:nvPr/>
        </p:nvSpPr>
        <p:spPr>
          <a:xfrm>
            <a:off x="2667000" y="762000"/>
            <a:ext cx="457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Behavioral pattern</a:t>
            </a:r>
          </a:p>
        </p:txBody>
      </p:sp>
    </p:spTree>
  </p:cSld>
  <p:clrMapOvr>
    <a:masterClrMapping/>
  </p:clrMapOvr>
  <p:transition>
    <p:random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7387"/>
          <a:stretch/>
        </p:blipFill>
        <p:spPr>
          <a:xfrm>
            <a:off x="662453" y="1371600"/>
            <a:ext cx="7819094" cy="472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473CC3-6D1D-55DE-5C6C-2039B50D49CF}"/>
              </a:ext>
            </a:extLst>
          </p:cNvPr>
          <p:cNvSpPr txBox="1"/>
          <p:nvPr/>
        </p:nvSpPr>
        <p:spPr>
          <a:xfrm>
            <a:off x="1905000" y="762000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Chain of Responsibility pattern</a:t>
            </a:r>
          </a:p>
        </p:txBody>
      </p:sp>
    </p:spTree>
  </p:cSld>
  <p:clrMapOvr>
    <a:masterClrMapping/>
  </p:clrMapOvr>
  <p:transition>
    <p:random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6073"/>
          <a:stretch/>
        </p:blipFill>
        <p:spPr>
          <a:xfrm>
            <a:off x="661915" y="1143000"/>
            <a:ext cx="7819094" cy="4800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13E667-1235-5C8D-126B-EB04992E5AAB}"/>
              </a:ext>
            </a:extLst>
          </p:cNvPr>
          <p:cNvSpPr txBox="1"/>
          <p:nvPr/>
        </p:nvSpPr>
        <p:spPr>
          <a:xfrm>
            <a:off x="1981200" y="558225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Chain of Responsibility pattern</a:t>
            </a:r>
          </a:p>
        </p:txBody>
      </p:sp>
    </p:spTree>
  </p:cSld>
  <p:clrMapOvr>
    <a:masterClrMapping/>
  </p:clrMapOvr>
  <p:transition>
    <p:random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2132"/>
          <a:stretch/>
        </p:blipFill>
        <p:spPr>
          <a:xfrm>
            <a:off x="661915" y="1143000"/>
            <a:ext cx="7819094" cy="5029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7F4939A-D80C-35F7-370F-6368E94CB50B}"/>
              </a:ext>
            </a:extLst>
          </p:cNvPr>
          <p:cNvSpPr txBox="1"/>
          <p:nvPr/>
        </p:nvSpPr>
        <p:spPr>
          <a:xfrm>
            <a:off x="1905000" y="663677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Chain of Responsibility Example</a:t>
            </a:r>
          </a:p>
        </p:txBody>
      </p:sp>
    </p:spTree>
  </p:cSld>
  <p:clrMapOvr>
    <a:masterClrMapping/>
  </p:clrMapOvr>
  <p:transition>
    <p:random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7387"/>
          <a:stretch/>
        </p:blipFill>
        <p:spPr>
          <a:xfrm>
            <a:off x="661915" y="1143000"/>
            <a:ext cx="7819094" cy="472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3F03C1-BB1F-FC99-89B8-6003E9578B75}"/>
              </a:ext>
            </a:extLst>
          </p:cNvPr>
          <p:cNvSpPr txBox="1"/>
          <p:nvPr/>
        </p:nvSpPr>
        <p:spPr>
          <a:xfrm>
            <a:off x="2461209" y="558225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Interpreter pattern</a:t>
            </a:r>
          </a:p>
        </p:txBody>
      </p:sp>
    </p:spTree>
  </p:cSld>
  <p:clrMapOvr>
    <a:masterClrMapping/>
  </p:clrMapOvr>
  <p:transition>
    <p:random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8701"/>
          <a:stretch/>
        </p:blipFill>
        <p:spPr>
          <a:xfrm>
            <a:off x="662453" y="1524000"/>
            <a:ext cx="7819094" cy="4648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864906-645F-33D5-99B7-8F062AEFD272}"/>
              </a:ext>
            </a:extLst>
          </p:cNvPr>
          <p:cNvSpPr txBox="1"/>
          <p:nvPr/>
        </p:nvSpPr>
        <p:spPr>
          <a:xfrm>
            <a:off x="2461209" y="558225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Interpreter pattern</a:t>
            </a:r>
          </a:p>
        </p:txBody>
      </p:sp>
    </p:spTree>
  </p:cSld>
  <p:clrMapOvr>
    <a:masterClrMapping/>
  </p:clrMapOvr>
  <p:transition>
    <p:random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3774" b="7387"/>
          <a:stretch/>
        </p:blipFill>
        <p:spPr>
          <a:xfrm>
            <a:off x="661915" y="1295400"/>
            <a:ext cx="7819094" cy="4572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B6EC11-B266-862B-FFDF-1724AEB22B28}"/>
              </a:ext>
            </a:extLst>
          </p:cNvPr>
          <p:cNvSpPr txBox="1"/>
          <p:nvPr/>
        </p:nvSpPr>
        <p:spPr>
          <a:xfrm>
            <a:off x="2461209" y="558225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Interpreter pattern Example</a:t>
            </a:r>
          </a:p>
        </p:txBody>
      </p:sp>
    </p:spTree>
  </p:cSld>
  <p:clrMapOvr>
    <a:masterClrMapping/>
  </p:clrMapOvr>
  <p:transition>
    <p:random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2460" b="24469"/>
          <a:stretch/>
        </p:blipFill>
        <p:spPr>
          <a:xfrm>
            <a:off x="661915" y="1219200"/>
            <a:ext cx="7819094" cy="3657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573372-5526-B31B-7E5D-C5A8744C6EB8}"/>
              </a:ext>
            </a:extLst>
          </p:cNvPr>
          <p:cNvSpPr txBox="1"/>
          <p:nvPr/>
        </p:nvSpPr>
        <p:spPr>
          <a:xfrm>
            <a:off x="2461209" y="558225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Strategy pattern</a:t>
            </a:r>
          </a:p>
        </p:txBody>
      </p:sp>
    </p:spTree>
  </p:cSld>
  <p:clrMapOvr>
    <a:masterClrMapping/>
  </p:clrMapOvr>
  <p:transition>
    <p:random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34981"/>
          <a:stretch/>
        </p:blipFill>
        <p:spPr>
          <a:xfrm>
            <a:off x="662453" y="1866900"/>
            <a:ext cx="7819094" cy="3124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AD8934-0355-EE99-705E-AA828ADC3DA5}"/>
              </a:ext>
            </a:extLst>
          </p:cNvPr>
          <p:cNvSpPr txBox="1"/>
          <p:nvPr/>
        </p:nvSpPr>
        <p:spPr>
          <a:xfrm>
            <a:off x="2498618" y="1066800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Interpreter pattern</a:t>
            </a:r>
          </a:p>
        </p:txBody>
      </p:sp>
    </p:spTree>
  </p:cSld>
  <p:clrMapOvr>
    <a:masterClrMapping/>
  </p:clrMapOvr>
  <p:transition>
    <p:random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l="-7" t="10721" r="7" b="42376"/>
          <a:stretch/>
        </p:blipFill>
        <p:spPr>
          <a:xfrm>
            <a:off x="838200" y="2095500"/>
            <a:ext cx="7819094" cy="2667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A871AA-9DE9-DDE4-28A6-CA7E84037D66}"/>
              </a:ext>
            </a:extLst>
          </p:cNvPr>
          <p:cNvSpPr txBox="1"/>
          <p:nvPr/>
        </p:nvSpPr>
        <p:spPr>
          <a:xfrm>
            <a:off x="2286000" y="1295400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Iterator pattern</a:t>
            </a:r>
          </a:p>
        </p:txBody>
      </p:sp>
    </p:spTree>
  </p:cSld>
  <p:clrMapOvr>
    <a:masterClrMapping/>
  </p:clrMapOvr>
  <p:transition>
    <p:random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9832" b="7387"/>
          <a:stretch/>
        </p:blipFill>
        <p:spPr>
          <a:xfrm>
            <a:off x="662453" y="1028700"/>
            <a:ext cx="7819094" cy="4800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29E0AE-EA1E-2934-2D63-68D82AC9AD23}"/>
              </a:ext>
            </a:extLst>
          </p:cNvPr>
          <p:cNvSpPr txBox="1"/>
          <p:nvPr/>
        </p:nvSpPr>
        <p:spPr>
          <a:xfrm>
            <a:off x="2461209" y="558225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Iterator pattern Example</a:t>
            </a:r>
          </a:p>
        </p:txBody>
      </p:sp>
    </p:spTree>
  </p:cSld>
  <p:clrMapOvr>
    <a:masterClrMapping/>
  </p:clrMapOvr>
  <p:transition>
    <p:random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32353"/>
          <a:stretch/>
        </p:blipFill>
        <p:spPr>
          <a:xfrm>
            <a:off x="662453" y="1790700"/>
            <a:ext cx="7819094" cy="3276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03636E-93CB-4AA9-E52D-479EB2BC0DCA}"/>
              </a:ext>
            </a:extLst>
          </p:cNvPr>
          <p:cNvSpPr txBox="1"/>
          <p:nvPr/>
        </p:nvSpPr>
        <p:spPr>
          <a:xfrm>
            <a:off x="2461747" y="1205925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Command Design pattern</a:t>
            </a:r>
          </a:p>
        </p:txBody>
      </p:sp>
    </p:spTree>
  </p:cSld>
  <p:clrMapOvr>
    <a:masterClrMapping/>
  </p:clrMapOvr>
  <p:transition>
    <p:random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6073"/>
          <a:stretch/>
        </p:blipFill>
        <p:spPr>
          <a:xfrm>
            <a:off x="662453" y="1295400"/>
            <a:ext cx="7819094" cy="4800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6D3C10-8A2B-6966-25FC-B3EF3E482714}"/>
              </a:ext>
            </a:extLst>
          </p:cNvPr>
          <p:cNvSpPr txBox="1"/>
          <p:nvPr/>
        </p:nvSpPr>
        <p:spPr>
          <a:xfrm>
            <a:off x="2461209" y="558225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Command Design pattern</a:t>
            </a:r>
          </a:p>
        </p:txBody>
      </p:sp>
    </p:spTree>
  </p:cSld>
  <p:clrMapOvr>
    <a:masterClrMapping/>
  </p:clrMapOvr>
  <p:transition>
    <p:random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0580" b="19778"/>
          <a:stretch/>
        </p:blipFill>
        <p:spPr>
          <a:xfrm>
            <a:off x="662453" y="1752600"/>
            <a:ext cx="7819094" cy="4038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0F9F9FA-D91C-C087-0E12-45AE9603CABB}"/>
              </a:ext>
            </a:extLst>
          </p:cNvPr>
          <p:cNvSpPr txBox="1"/>
          <p:nvPr/>
        </p:nvSpPr>
        <p:spPr>
          <a:xfrm>
            <a:off x="2434708" y="914400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Command Design pattern</a:t>
            </a:r>
          </a:p>
        </p:txBody>
      </p:sp>
    </p:spTree>
  </p:cSld>
  <p:clrMapOvr>
    <a:masterClrMapping/>
  </p:clrMapOvr>
  <p:transition>
    <p:random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37609"/>
          <a:stretch/>
        </p:blipFill>
        <p:spPr>
          <a:xfrm>
            <a:off x="838200" y="2362200"/>
            <a:ext cx="7819094" cy="2971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53929F-926D-17EC-8D43-2440E5E49983}"/>
              </a:ext>
            </a:extLst>
          </p:cNvPr>
          <p:cNvSpPr txBox="1"/>
          <p:nvPr/>
        </p:nvSpPr>
        <p:spPr>
          <a:xfrm>
            <a:off x="2209800" y="1231612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Mediator  pattern</a:t>
            </a:r>
          </a:p>
        </p:txBody>
      </p:sp>
    </p:spTree>
  </p:cSld>
  <p:clrMapOvr>
    <a:masterClrMapping/>
  </p:clrMapOvr>
  <p:transition>
    <p:random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5" b="13957"/>
          <a:stretch/>
        </p:blipFill>
        <p:spPr>
          <a:xfrm>
            <a:off x="838200" y="1600200"/>
            <a:ext cx="7819094" cy="4343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10A314-A4DE-A68B-FB9F-74CB4BCBD8DC}"/>
              </a:ext>
            </a:extLst>
          </p:cNvPr>
          <p:cNvSpPr txBox="1"/>
          <p:nvPr/>
        </p:nvSpPr>
        <p:spPr>
          <a:xfrm>
            <a:off x="2209800" y="914400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Mediator  pattern Example</a:t>
            </a:r>
          </a:p>
        </p:txBody>
      </p:sp>
    </p:spTree>
  </p:cSld>
  <p:clrMapOvr>
    <a:masterClrMapping/>
  </p:clrMapOvr>
  <p:transition>
    <p:random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9832" b="36295"/>
          <a:stretch/>
        </p:blipFill>
        <p:spPr>
          <a:xfrm>
            <a:off x="662453" y="2209800"/>
            <a:ext cx="7819094" cy="3124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C1DEF2-B835-22E2-80F4-712F2F7D41AC}"/>
              </a:ext>
            </a:extLst>
          </p:cNvPr>
          <p:cNvSpPr txBox="1"/>
          <p:nvPr/>
        </p:nvSpPr>
        <p:spPr>
          <a:xfrm>
            <a:off x="2209800" y="1231612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Mementos  pattern</a:t>
            </a:r>
          </a:p>
        </p:txBody>
      </p:sp>
    </p:spTree>
  </p:cSld>
  <p:clrMapOvr>
    <a:masterClrMapping/>
  </p:clrMapOvr>
  <p:transition>
    <p:random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27097"/>
          <a:stretch/>
        </p:blipFill>
        <p:spPr>
          <a:xfrm>
            <a:off x="662453" y="1981200"/>
            <a:ext cx="7819094" cy="3581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A3925F-2B0C-8F85-27AE-4C110FB41EE3}"/>
              </a:ext>
            </a:extLst>
          </p:cNvPr>
          <p:cNvSpPr txBox="1"/>
          <p:nvPr/>
        </p:nvSpPr>
        <p:spPr>
          <a:xfrm>
            <a:off x="2209800" y="1143000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Mementos  pattern</a:t>
            </a:r>
          </a:p>
        </p:txBody>
      </p:sp>
    </p:spTree>
  </p:cSld>
  <p:clrMapOvr>
    <a:masterClrMapping/>
  </p:clrMapOvr>
  <p:transition>
    <p:random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2460" b="28411"/>
          <a:stretch/>
        </p:blipFill>
        <p:spPr>
          <a:xfrm>
            <a:off x="662453" y="2133600"/>
            <a:ext cx="7819094" cy="3429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CEE7FC-C45E-9647-5BB2-01F769AA0B1F}"/>
              </a:ext>
            </a:extLst>
          </p:cNvPr>
          <p:cNvSpPr txBox="1"/>
          <p:nvPr/>
        </p:nvSpPr>
        <p:spPr>
          <a:xfrm>
            <a:off x="2209800" y="1231612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Observer  pattern</a:t>
            </a:r>
          </a:p>
        </p:txBody>
      </p:sp>
    </p:spTree>
  </p:cSld>
  <p:clrMapOvr>
    <a:masterClrMapping/>
  </p:clrMapOvr>
  <p:transition>
    <p:random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7387"/>
          <a:stretch/>
        </p:blipFill>
        <p:spPr>
          <a:xfrm>
            <a:off x="661915" y="1143000"/>
            <a:ext cx="7819094" cy="472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B332FE-3309-E7C1-1BDE-912CFDF098E2}"/>
              </a:ext>
            </a:extLst>
          </p:cNvPr>
          <p:cNvSpPr txBox="1"/>
          <p:nvPr/>
        </p:nvSpPr>
        <p:spPr>
          <a:xfrm>
            <a:off x="2458751" y="698212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Observer  pattern</a:t>
            </a:r>
          </a:p>
        </p:txBody>
      </p:sp>
    </p:spTree>
  </p:cSld>
  <p:clrMapOvr>
    <a:masterClrMapping/>
  </p:clrMapOvr>
  <p:transition>
    <p:random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l="-7" t="10579" r="7" b="59199"/>
          <a:stretch/>
        </p:blipFill>
        <p:spPr>
          <a:xfrm>
            <a:off x="662453" y="2819400"/>
            <a:ext cx="7819094" cy="1752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EEF06FF-CA09-EB59-2F1A-808B3F6C8E50}"/>
              </a:ext>
            </a:extLst>
          </p:cNvPr>
          <p:cNvSpPr txBox="1"/>
          <p:nvPr/>
        </p:nvSpPr>
        <p:spPr>
          <a:xfrm>
            <a:off x="2209800" y="1828800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Observer  pattern</a:t>
            </a:r>
          </a:p>
        </p:txBody>
      </p:sp>
    </p:spTree>
  </p:cSld>
  <p:clrMapOvr>
    <a:masterClrMapping/>
  </p:clrMapOvr>
  <p:transition>
    <p:random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2460" b="7387"/>
          <a:stretch/>
        </p:blipFill>
        <p:spPr>
          <a:xfrm>
            <a:off x="662453" y="1447800"/>
            <a:ext cx="7819094" cy="4648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F178D4-320B-E3E9-4EF0-E1A44D130EC8}"/>
              </a:ext>
            </a:extLst>
          </p:cNvPr>
          <p:cNvSpPr txBox="1"/>
          <p:nvPr/>
        </p:nvSpPr>
        <p:spPr>
          <a:xfrm>
            <a:off x="2402753" y="725129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Observer  pattern</a:t>
            </a:r>
          </a:p>
        </p:txBody>
      </p:sp>
    </p:spTree>
  </p:cSld>
  <p:clrMapOvr>
    <a:masterClrMapping/>
  </p:clrMapOvr>
  <p:transition>
    <p:random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826" b="29045"/>
          <a:stretch/>
        </p:blipFill>
        <p:spPr>
          <a:xfrm>
            <a:off x="662453" y="2590800"/>
            <a:ext cx="7819094" cy="3429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BCE77E-B045-E92B-6375-A8491E6AEF6F}"/>
              </a:ext>
            </a:extLst>
          </p:cNvPr>
          <p:cNvSpPr txBox="1"/>
          <p:nvPr/>
        </p:nvSpPr>
        <p:spPr>
          <a:xfrm>
            <a:off x="2209800" y="1231612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State Design  pattern</a:t>
            </a:r>
          </a:p>
        </p:txBody>
      </p:sp>
    </p:spTree>
  </p:cSld>
  <p:clrMapOvr>
    <a:masterClrMapping/>
  </p:clrMapOvr>
  <p:transition>
    <p:random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29725"/>
          <a:stretch/>
        </p:blipFill>
        <p:spPr>
          <a:xfrm>
            <a:off x="662453" y="2286000"/>
            <a:ext cx="7819094" cy="3429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F1E2FCF-FE12-2122-8B1F-65077C425E04}"/>
              </a:ext>
            </a:extLst>
          </p:cNvPr>
          <p:cNvSpPr txBox="1"/>
          <p:nvPr/>
        </p:nvSpPr>
        <p:spPr>
          <a:xfrm>
            <a:off x="2209800" y="1231612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State Design  pattern</a:t>
            </a:r>
          </a:p>
        </p:txBody>
      </p:sp>
    </p:spTree>
  </p:cSld>
  <p:clrMapOvr>
    <a:masterClrMapping/>
  </p:clrMapOvr>
  <p:transition>
    <p:random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8518" b="20527"/>
          <a:stretch/>
        </p:blipFill>
        <p:spPr>
          <a:xfrm>
            <a:off x="662453" y="1524000"/>
            <a:ext cx="7819094" cy="4114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6B5F986-085C-A569-4746-80847CC16CD4}"/>
              </a:ext>
            </a:extLst>
          </p:cNvPr>
          <p:cNvSpPr txBox="1"/>
          <p:nvPr/>
        </p:nvSpPr>
        <p:spPr>
          <a:xfrm>
            <a:off x="2362200" y="926812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Template  pattern</a:t>
            </a:r>
          </a:p>
        </p:txBody>
      </p:sp>
    </p:spTree>
  </p:cSld>
  <p:clrMapOvr>
    <a:masterClrMapping/>
  </p:clrMapOvr>
  <p:transition>
    <p:random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l="7" t="11146" r="-7" b="31038"/>
          <a:stretch/>
        </p:blipFill>
        <p:spPr>
          <a:xfrm>
            <a:off x="762000" y="2438400"/>
            <a:ext cx="7819094" cy="335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B1ED2A-1858-9938-DF59-7BEFE4BA1D9E}"/>
              </a:ext>
            </a:extLst>
          </p:cNvPr>
          <p:cNvSpPr txBox="1"/>
          <p:nvPr/>
        </p:nvSpPr>
        <p:spPr>
          <a:xfrm>
            <a:off x="2209800" y="1231612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Template Method  pattern</a:t>
            </a:r>
          </a:p>
        </p:txBody>
      </p:sp>
    </p:spTree>
  </p:cSld>
  <p:clrMapOvr>
    <a:masterClrMapping/>
  </p:clrMapOvr>
  <p:transition>
    <p:random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45493"/>
          <a:stretch/>
        </p:blipFill>
        <p:spPr>
          <a:xfrm>
            <a:off x="762000" y="2171700"/>
            <a:ext cx="7819094" cy="251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42AED7-354B-6F80-B535-10410FA32D05}"/>
              </a:ext>
            </a:extLst>
          </p:cNvPr>
          <p:cNvSpPr txBox="1"/>
          <p:nvPr/>
        </p:nvSpPr>
        <p:spPr>
          <a:xfrm>
            <a:off x="1600200" y="1219200"/>
            <a:ext cx="6553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Template Method  Pattern Example</a:t>
            </a:r>
          </a:p>
        </p:txBody>
      </p:sp>
    </p:spTree>
  </p:cSld>
  <p:clrMapOvr>
    <a:masterClrMapping/>
  </p:clrMapOvr>
  <p:transition>
    <p:random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44179"/>
          <a:stretch/>
        </p:blipFill>
        <p:spPr>
          <a:xfrm>
            <a:off x="533400" y="2286000"/>
            <a:ext cx="7819094" cy="2590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36C1A6-7B73-70B2-3FD2-4057CE7D39C4}"/>
              </a:ext>
            </a:extLst>
          </p:cNvPr>
          <p:cNvSpPr txBox="1"/>
          <p:nvPr/>
        </p:nvSpPr>
        <p:spPr>
          <a:xfrm>
            <a:off x="2209800" y="1231612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Visitor Design  pattern</a:t>
            </a:r>
          </a:p>
        </p:txBody>
      </p:sp>
    </p:spTree>
  </p:cSld>
  <p:clrMapOvr>
    <a:masterClrMapping/>
  </p:clrMapOvr>
  <p:transition>
    <p:random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5" b="13957"/>
          <a:stretch/>
        </p:blipFill>
        <p:spPr>
          <a:xfrm>
            <a:off x="662453" y="1752600"/>
            <a:ext cx="7819094" cy="4343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61B5924-3961-2BE3-3C97-79DCC7B85D99}"/>
              </a:ext>
            </a:extLst>
          </p:cNvPr>
          <p:cNvSpPr txBox="1"/>
          <p:nvPr/>
        </p:nvSpPr>
        <p:spPr>
          <a:xfrm>
            <a:off x="2133600" y="990600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Visitor Design Pattern</a:t>
            </a:r>
          </a:p>
        </p:txBody>
      </p:sp>
    </p:spTree>
  </p:cSld>
  <p:clrMapOvr>
    <a:masterClrMapping/>
  </p:clrMapOvr>
  <p:transition>
    <p:random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19213"/>
          <a:stretch/>
        </p:blipFill>
        <p:spPr>
          <a:xfrm>
            <a:off x="662453" y="1409700"/>
            <a:ext cx="7819094" cy="4038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2D5098-BA38-F6BB-F002-B1FC76AC938E}"/>
              </a:ext>
            </a:extLst>
          </p:cNvPr>
          <p:cNvSpPr txBox="1"/>
          <p:nvPr/>
        </p:nvSpPr>
        <p:spPr>
          <a:xfrm>
            <a:off x="2209800" y="820009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Visitor Design  pattern</a:t>
            </a:r>
          </a:p>
        </p:txBody>
      </p:sp>
    </p:spTree>
  </p:cSld>
  <p:clrMapOvr>
    <a:masterClrMapping/>
  </p:clrMapOvr>
  <p:transition>
    <p:random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 rotWithShape="1">
          <a:blip r:embed="rId2" cstate="print"/>
          <a:srcRect t="11146" b="4759"/>
          <a:stretch/>
        </p:blipFill>
        <p:spPr>
          <a:xfrm>
            <a:off x="661915" y="1143000"/>
            <a:ext cx="7819094" cy="4876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A6E3B1-2DCC-9340-ABD7-412A275ED481}"/>
              </a:ext>
            </a:extLst>
          </p:cNvPr>
          <p:cNvSpPr txBox="1"/>
          <p:nvPr/>
        </p:nvSpPr>
        <p:spPr>
          <a:xfrm>
            <a:off x="2209800" y="820009"/>
            <a:ext cx="6019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+mn-lt"/>
              </a:rPr>
              <a:t>Visitor Design  pattern</a:t>
            </a:r>
          </a:p>
        </p:txBody>
      </p:sp>
    </p:spTree>
  </p:cSld>
  <p:clrMapOvr>
    <a:masterClrMapping/>
  </p:clrMapOvr>
  <p:transition>
    <p:random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28285-46A3-3C09-0AB5-EA865496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links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D2EC39-C2F3-BD3C-1166-962F9C878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A100575-81D0-4836-BDA5-88ECA2DF1A30}" type="datetime4">
              <a:rPr lang="en-US" altLang="en-US" smtClean="0"/>
              <a:t>April 30, 2024</a:t>
            </a:fld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689A3-F0E2-6727-1677-2445718E8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02FF4ED-2B23-4CC6-834A-FCFA22AF88CD}" type="slidenum">
              <a:rPr lang="en-US" altLang="en-US" smtClean="0"/>
              <a:pPr>
                <a:defRPr/>
              </a:pPr>
              <a:t>42</a:t>
            </a:fld>
            <a:endParaRPr lang="en-US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2E0423-53C4-4617-7BC0-01F6A5E7BFAA}"/>
              </a:ext>
            </a:extLst>
          </p:cNvPr>
          <p:cNvSpPr txBox="1"/>
          <p:nvPr/>
        </p:nvSpPr>
        <p:spPr>
          <a:xfrm>
            <a:off x="533400" y="3105835"/>
            <a:ext cx="6324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https://refactoring.guru/design-patterns</a:t>
            </a:r>
            <a:endParaRPr lang="en-US" dirty="0"/>
          </a:p>
          <a:p>
            <a:r>
              <a:rPr lang="en-US" dirty="0">
                <a:hlinkClick r:id="rId3"/>
              </a:rPr>
              <a:t>https://sourcemaking.com/design_patterns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4960854"/>
      </p:ext>
    </p:extLst>
  </p:cSld>
  <p:clrMapOvr>
    <a:masterClrMapping/>
  </p:clrMapOvr>
  <p:transition>
    <p:random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7407B0FF-43E0-4B2E-B48B-C2A472D10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AC6C18-4147-48ED-8B6A-19B3E0D89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278F4BF-A879-0DA4-ED9F-B67AD249CD74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582692244"/>
              </p:ext>
            </p:extLst>
          </p:nvPr>
        </p:nvGraphicFramePr>
        <p:xfrm>
          <a:off x="685800" y="2532475"/>
          <a:ext cx="7772400" cy="30290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079085215"/>
      </p:ext>
    </p:extLst>
  </p:cSld>
  <p:clrMapOvr>
    <a:masterClrMapping/>
  </p:clrMapOvr>
  <p:transition>
    <p:random/>
  </p:transition>
</p:sld>
</file>

<file path=ppt/theme/theme1.xml><?xml version="1.0" encoding="utf-8"?>
<a:theme xmlns:a="http://schemas.openxmlformats.org/drawingml/2006/main" name="Layers">
  <a:themeElements>
    <a:clrScheme name="Layers 6">
      <a:dk1>
        <a:srgbClr val="000000"/>
      </a:dk1>
      <a:lt1>
        <a:srgbClr val="FFFFE1"/>
      </a:lt1>
      <a:dk2>
        <a:srgbClr val="330033"/>
      </a:dk2>
      <a:lt2>
        <a:srgbClr val="330033"/>
      </a:lt2>
      <a:accent1>
        <a:srgbClr val="CCCC99"/>
      </a:accent1>
      <a:accent2>
        <a:srgbClr val="FF0000"/>
      </a:accent2>
      <a:accent3>
        <a:srgbClr val="FFFFEE"/>
      </a:accent3>
      <a:accent4>
        <a:srgbClr val="000000"/>
      </a:accent4>
      <a:accent5>
        <a:srgbClr val="E2E2CA"/>
      </a:accent5>
      <a:accent6>
        <a:srgbClr val="E70000"/>
      </a:accent6>
      <a:hlink>
        <a:srgbClr val="990033"/>
      </a:hlink>
      <a:folHlink>
        <a:srgbClr val="B2B2B2"/>
      </a:folHlink>
    </a:clrScheme>
    <a:fontScheme name="Layers">
      <a:majorFont>
        <a:latin typeface="Times New Roman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th-TH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Angsana New" panose="02020603050405020304" pitchFamily="18" charset="-34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th-TH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Angsana New" panose="02020603050405020304" pitchFamily="18" charset="-34"/>
            <a:cs typeface="Arial" panose="020B0604020202020204" pitchFamily="34" charset="0"/>
          </a:defRPr>
        </a:defPPr>
      </a:lstStyle>
    </a:lnDef>
  </a:objectDefaults>
  <a:extraClrSchemeLst>
    <a:extraClrScheme>
      <a:clrScheme name="Layers 1">
        <a:dk1>
          <a:srgbClr val="993300"/>
        </a:dk1>
        <a:lt1>
          <a:srgbClr val="CCCCCC"/>
        </a:lt1>
        <a:dk2>
          <a:srgbClr val="000000"/>
        </a:dk2>
        <a:lt2>
          <a:srgbClr val="FFFFFF"/>
        </a:lt2>
        <a:accent1>
          <a:srgbClr val="576F2B"/>
        </a:accent1>
        <a:accent2>
          <a:srgbClr val="666699"/>
        </a:accent2>
        <a:accent3>
          <a:srgbClr val="AAAAAA"/>
        </a:accent3>
        <a:accent4>
          <a:srgbClr val="AEAEAE"/>
        </a:accent4>
        <a:accent5>
          <a:srgbClr val="B4BBAC"/>
        </a:accent5>
        <a:accent6>
          <a:srgbClr val="5C5C8A"/>
        </a:accent6>
        <a:hlink>
          <a:srgbClr val="993300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2">
        <a:dk1>
          <a:srgbClr val="993300"/>
        </a:dk1>
        <a:lt1>
          <a:srgbClr val="CCCCCC"/>
        </a:lt1>
        <a:dk2>
          <a:srgbClr val="330000"/>
        </a:dk2>
        <a:lt2>
          <a:srgbClr val="FFFFFF"/>
        </a:lt2>
        <a:accent1>
          <a:srgbClr val="996633"/>
        </a:accent1>
        <a:accent2>
          <a:srgbClr val="FF0000"/>
        </a:accent2>
        <a:accent3>
          <a:srgbClr val="ADAAAA"/>
        </a:accent3>
        <a:accent4>
          <a:srgbClr val="AEAEAE"/>
        </a:accent4>
        <a:accent5>
          <a:srgbClr val="CAB8AD"/>
        </a:accent5>
        <a:accent6>
          <a:srgbClr val="E70000"/>
        </a:accent6>
        <a:hlink>
          <a:srgbClr val="FF3300"/>
        </a:hlink>
        <a:folHlink>
          <a:srgbClr val="CC99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3">
        <a:dk1>
          <a:srgbClr val="79788A"/>
        </a:dk1>
        <a:lt1>
          <a:srgbClr val="FFFFFF"/>
        </a:lt1>
        <a:dk2>
          <a:srgbClr val="21203C"/>
        </a:dk2>
        <a:lt2>
          <a:srgbClr val="FFFFCC"/>
        </a:lt2>
        <a:accent1>
          <a:srgbClr val="476077"/>
        </a:accent1>
        <a:accent2>
          <a:srgbClr val="676C5A"/>
        </a:accent2>
        <a:accent3>
          <a:srgbClr val="ABABAF"/>
        </a:accent3>
        <a:accent4>
          <a:srgbClr val="DADADA"/>
        </a:accent4>
        <a:accent5>
          <a:srgbClr val="B1B6BD"/>
        </a:accent5>
        <a:accent6>
          <a:srgbClr val="5D6151"/>
        </a:accent6>
        <a:hlink>
          <a:srgbClr val="666699"/>
        </a:hlink>
        <a:folHlink>
          <a:srgbClr val="8CB0A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4">
        <a:dk1>
          <a:srgbClr val="455B41"/>
        </a:dk1>
        <a:lt1>
          <a:srgbClr val="FFFFCC"/>
        </a:lt1>
        <a:dk2>
          <a:srgbClr val="79A994"/>
        </a:dk2>
        <a:lt2>
          <a:srgbClr val="FFFFCC"/>
        </a:lt2>
        <a:accent1>
          <a:srgbClr val="517087"/>
        </a:accent1>
        <a:accent2>
          <a:srgbClr val="666699"/>
        </a:accent2>
        <a:accent3>
          <a:srgbClr val="BED1C8"/>
        </a:accent3>
        <a:accent4>
          <a:srgbClr val="DADAAE"/>
        </a:accent4>
        <a:accent5>
          <a:srgbClr val="B3BBC3"/>
        </a:accent5>
        <a:accent6>
          <a:srgbClr val="5C5C8A"/>
        </a:accent6>
        <a:hlink>
          <a:srgbClr val="993300"/>
        </a:hlink>
        <a:folHlink>
          <a:srgbClr val="A4AF6B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5">
        <a:dk1>
          <a:srgbClr val="330000"/>
        </a:dk1>
        <a:lt1>
          <a:srgbClr val="FF9900"/>
        </a:lt1>
        <a:dk2>
          <a:srgbClr val="FFFFFF"/>
        </a:dk2>
        <a:lt2>
          <a:srgbClr val="8B3111"/>
        </a:lt2>
        <a:accent1>
          <a:srgbClr val="DD6D07"/>
        </a:accent1>
        <a:accent2>
          <a:srgbClr val="CC9900"/>
        </a:accent2>
        <a:accent3>
          <a:srgbClr val="FFCAAA"/>
        </a:accent3>
        <a:accent4>
          <a:srgbClr val="2A0000"/>
        </a:accent4>
        <a:accent5>
          <a:srgbClr val="EBBAAA"/>
        </a:accent5>
        <a:accent6>
          <a:srgbClr val="B98A00"/>
        </a:accent6>
        <a:hlink>
          <a:srgbClr val="CC3300"/>
        </a:hlink>
        <a:folHlink>
          <a:srgbClr val="CC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6">
        <a:dk1>
          <a:srgbClr val="000000"/>
        </a:dk1>
        <a:lt1>
          <a:srgbClr val="FFFFE1"/>
        </a:lt1>
        <a:dk2>
          <a:srgbClr val="330033"/>
        </a:dk2>
        <a:lt2>
          <a:srgbClr val="330033"/>
        </a:lt2>
        <a:accent1>
          <a:srgbClr val="CCCC99"/>
        </a:accent1>
        <a:accent2>
          <a:srgbClr val="FF0000"/>
        </a:accent2>
        <a:accent3>
          <a:srgbClr val="FFFFEE"/>
        </a:accent3>
        <a:accent4>
          <a:srgbClr val="000000"/>
        </a:accent4>
        <a:accent5>
          <a:srgbClr val="E2E2CA"/>
        </a:accent5>
        <a:accent6>
          <a:srgbClr val="E70000"/>
        </a:accent6>
        <a:hlink>
          <a:srgbClr val="990033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7">
        <a:dk1>
          <a:srgbClr val="000000"/>
        </a:dk1>
        <a:lt1>
          <a:srgbClr val="FFFFFF"/>
        </a:lt1>
        <a:dk2>
          <a:srgbClr val="000000"/>
        </a:dk2>
        <a:lt2>
          <a:srgbClr val="891411"/>
        </a:lt2>
        <a:accent1>
          <a:srgbClr val="4F917E"/>
        </a:accent1>
        <a:accent2>
          <a:srgbClr val="CC9900"/>
        </a:accent2>
        <a:accent3>
          <a:srgbClr val="FFFFFF"/>
        </a:accent3>
        <a:accent4>
          <a:srgbClr val="000000"/>
        </a:accent4>
        <a:accent5>
          <a:srgbClr val="B2C7C0"/>
        </a:accent5>
        <a:accent6>
          <a:srgbClr val="B98A00"/>
        </a:accent6>
        <a:hlink>
          <a:srgbClr val="5A84D8"/>
        </a:hlink>
        <a:folHlink>
          <a:srgbClr val="A0C6B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8">
        <a:dk1>
          <a:srgbClr val="000000"/>
        </a:dk1>
        <a:lt1>
          <a:srgbClr val="FFFFFF"/>
        </a:lt1>
        <a:dk2>
          <a:srgbClr val="CC0000"/>
        </a:dk2>
        <a:lt2>
          <a:srgbClr val="999966"/>
        </a:lt2>
        <a:accent1>
          <a:srgbClr val="CCCCCC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B9B95C"/>
        </a:accent6>
        <a:hlink>
          <a:srgbClr val="666699"/>
        </a:hlink>
        <a:folHlink>
          <a:srgbClr val="CCCC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9">
        <a:dk1>
          <a:srgbClr val="000000"/>
        </a:dk1>
        <a:lt1>
          <a:srgbClr val="FFFFFF"/>
        </a:lt1>
        <a:dk2>
          <a:srgbClr val="FF0000"/>
        </a:dk2>
        <a:lt2>
          <a:srgbClr val="009999"/>
        </a:lt2>
        <a:accent1>
          <a:srgbClr val="C7B505"/>
        </a:accent1>
        <a:accent2>
          <a:srgbClr val="FFFF66"/>
        </a:accent2>
        <a:accent3>
          <a:srgbClr val="FFFFFF"/>
        </a:accent3>
        <a:accent4>
          <a:srgbClr val="000000"/>
        </a:accent4>
        <a:accent5>
          <a:srgbClr val="E0D7AA"/>
        </a:accent5>
        <a:accent6>
          <a:srgbClr val="E7E75C"/>
        </a:accent6>
        <a:hlink>
          <a:srgbClr val="5A84D8"/>
        </a:hlink>
        <a:folHlink>
          <a:srgbClr val="A0C6B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10">
        <a:dk1>
          <a:srgbClr val="000000"/>
        </a:dk1>
        <a:lt1>
          <a:srgbClr val="FFFFFF"/>
        </a:lt1>
        <a:dk2>
          <a:srgbClr val="660033"/>
        </a:dk2>
        <a:lt2>
          <a:srgbClr val="666699"/>
        </a:lt2>
        <a:accent1>
          <a:srgbClr val="95A3D1"/>
        </a:accent1>
        <a:accent2>
          <a:srgbClr val="FFFF66"/>
        </a:accent2>
        <a:accent3>
          <a:srgbClr val="FFFFFF"/>
        </a:accent3>
        <a:accent4>
          <a:srgbClr val="000000"/>
        </a:accent4>
        <a:accent5>
          <a:srgbClr val="C8CEE5"/>
        </a:accent5>
        <a:accent6>
          <a:srgbClr val="E7E75C"/>
        </a:accent6>
        <a:hlink>
          <a:srgbClr val="5A84D8"/>
        </a:hlink>
        <a:folHlink>
          <a:srgbClr val="CCCC9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Advantage">
  <a:themeElements>
    <a:clrScheme name="Advantage">
      <a:dk1>
        <a:sysClr val="windowText" lastClr="000000"/>
      </a:dk1>
      <a:lt1>
        <a:sysClr val="window" lastClr="FFFFFF"/>
      </a:lt1>
      <a:dk2>
        <a:srgbClr val="2B142D"/>
      </a:dk2>
      <a:lt2>
        <a:srgbClr val="C3AFCC"/>
      </a:lt2>
      <a:accent1>
        <a:srgbClr val="663366"/>
      </a:accent1>
      <a:accent2>
        <a:srgbClr val="330F42"/>
      </a:accent2>
      <a:accent3>
        <a:srgbClr val="666699"/>
      </a:accent3>
      <a:accent4>
        <a:srgbClr val="999966"/>
      </a:accent4>
      <a:accent5>
        <a:srgbClr val="F7901E"/>
      </a:accent5>
      <a:accent6>
        <a:srgbClr val="A3A101"/>
      </a:accent6>
      <a:hlink>
        <a:srgbClr val="BC5FBC"/>
      </a:hlink>
      <a:folHlink>
        <a:srgbClr val="9775A7"/>
      </a:folHlink>
    </a:clrScheme>
    <a:fontScheme name="Advantage">
      <a:majorFont>
        <a:latin typeface="Rockwell"/>
        <a:ea typeface=""/>
        <a:cs typeface=""/>
        <a:font script="Jpan" typeface="ＭＳ ゴシック"/>
      </a:majorFont>
      <a:minorFont>
        <a:latin typeface="Rockwell"/>
        <a:ea typeface=""/>
        <a:cs typeface=""/>
        <a:font script="Jpan" typeface="ＭＳ ゴシック"/>
      </a:minorFont>
    </a:fontScheme>
    <a:fmtScheme name="Advantage">
      <a: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40000"/>
                <a:alpha val="100000"/>
                <a:satMod val="150000"/>
                <a:lumMod val="100000"/>
              </a:schemeClr>
            </a:gs>
            <a:gs pos="100000">
              <a:schemeClr val="phClr"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6000000" scaled="1"/>
        </a:gradFill>
        <a:gradFill rotWithShape="1">
          <a:gsLst>
            <a:gs pos="0">
              <a:schemeClr val="phClr">
                <a:shade val="40000"/>
                <a:alpha val="100000"/>
                <a:satMod val="150000"/>
                <a:lumMod val="100000"/>
              </a:schemeClr>
            </a:gs>
            <a:gs pos="100000">
              <a:schemeClr val="phClr"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FFFFFF">
                <a:alpha val="75000"/>
              </a:srgbClr>
            </a:innerShdw>
            <a:outerShdw blurRad="63500" dist="25400" dir="5400000" rotWithShape="0">
              <a:srgbClr val="808080">
                <a:alpha val="75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twoPt" dir="tl">
              <a:rot lat="0" lon="0" rev="4500000"/>
            </a:lightRig>
          </a:scene3d>
          <a:sp3d>
            <a:bevelT w="635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1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Layers">
  <a:themeElements>
    <a:clrScheme name="Layers 6">
      <a:dk1>
        <a:srgbClr val="000000"/>
      </a:dk1>
      <a:lt1>
        <a:srgbClr val="FFFFE1"/>
      </a:lt1>
      <a:dk2>
        <a:srgbClr val="330033"/>
      </a:dk2>
      <a:lt2>
        <a:srgbClr val="330033"/>
      </a:lt2>
      <a:accent1>
        <a:srgbClr val="CCCC99"/>
      </a:accent1>
      <a:accent2>
        <a:srgbClr val="FF0000"/>
      </a:accent2>
      <a:accent3>
        <a:srgbClr val="FFFFEE"/>
      </a:accent3>
      <a:accent4>
        <a:srgbClr val="000000"/>
      </a:accent4>
      <a:accent5>
        <a:srgbClr val="E2E2CA"/>
      </a:accent5>
      <a:accent6>
        <a:srgbClr val="E70000"/>
      </a:accent6>
      <a:hlink>
        <a:srgbClr val="990033"/>
      </a:hlink>
      <a:folHlink>
        <a:srgbClr val="B2B2B2"/>
      </a:folHlink>
    </a:clrScheme>
    <a:fontScheme name="Layers">
      <a:majorFont>
        <a:latin typeface="Times New Roman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th-TH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Angsana New" panose="020B0502040204020203" pitchFamily="18" charset="-34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th-TH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Angsana New" panose="020B0502040204020203" pitchFamily="18" charset="-34"/>
            <a:cs typeface="Arial" panose="020B0604020202020204" pitchFamily="34" charset="0"/>
          </a:defRPr>
        </a:defPPr>
      </a:lstStyle>
    </a:lnDef>
  </a:objectDefaults>
  <a:extraClrSchemeLst>
    <a:extraClrScheme>
      <a:clrScheme name="Layers 1">
        <a:dk1>
          <a:srgbClr val="993300"/>
        </a:dk1>
        <a:lt1>
          <a:srgbClr val="CCCCCC"/>
        </a:lt1>
        <a:dk2>
          <a:srgbClr val="000000"/>
        </a:dk2>
        <a:lt2>
          <a:srgbClr val="FFFFFF"/>
        </a:lt2>
        <a:accent1>
          <a:srgbClr val="576F2B"/>
        </a:accent1>
        <a:accent2>
          <a:srgbClr val="666699"/>
        </a:accent2>
        <a:accent3>
          <a:srgbClr val="AAAAAA"/>
        </a:accent3>
        <a:accent4>
          <a:srgbClr val="AEAEAE"/>
        </a:accent4>
        <a:accent5>
          <a:srgbClr val="B4BBAC"/>
        </a:accent5>
        <a:accent6>
          <a:srgbClr val="5C5C8A"/>
        </a:accent6>
        <a:hlink>
          <a:srgbClr val="993300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2">
        <a:dk1>
          <a:srgbClr val="993300"/>
        </a:dk1>
        <a:lt1>
          <a:srgbClr val="CCCCCC"/>
        </a:lt1>
        <a:dk2>
          <a:srgbClr val="330000"/>
        </a:dk2>
        <a:lt2>
          <a:srgbClr val="FFFFFF"/>
        </a:lt2>
        <a:accent1>
          <a:srgbClr val="996633"/>
        </a:accent1>
        <a:accent2>
          <a:srgbClr val="FF0000"/>
        </a:accent2>
        <a:accent3>
          <a:srgbClr val="ADAAAA"/>
        </a:accent3>
        <a:accent4>
          <a:srgbClr val="AEAEAE"/>
        </a:accent4>
        <a:accent5>
          <a:srgbClr val="CAB8AD"/>
        </a:accent5>
        <a:accent6>
          <a:srgbClr val="E70000"/>
        </a:accent6>
        <a:hlink>
          <a:srgbClr val="FF3300"/>
        </a:hlink>
        <a:folHlink>
          <a:srgbClr val="CC99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3">
        <a:dk1>
          <a:srgbClr val="79788A"/>
        </a:dk1>
        <a:lt1>
          <a:srgbClr val="FFFFFF"/>
        </a:lt1>
        <a:dk2>
          <a:srgbClr val="21203C"/>
        </a:dk2>
        <a:lt2>
          <a:srgbClr val="FFFFCC"/>
        </a:lt2>
        <a:accent1>
          <a:srgbClr val="476077"/>
        </a:accent1>
        <a:accent2>
          <a:srgbClr val="676C5A"/>
        </a:accent2>
        <a:accent3>
          <a:srgbClr val="ABABAF"/>
        </a:accent3>
        <a:accent4>
          <a:srgbClr val="DADADA"/>
        </a:accent4>
        <a:accent5>
          <a:srgbClr val="B1B6BD"/>
        </a:accent5>
        <a:accent6>
          <a:srgbClr val="5D6151"/>
        </a:accent6>
        <a:hlink>
          <a:srgbClr val="666699"/>
        </a:hlink>
        <a:folHlink>
          <a:srgbClr val="8CB0A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4">
        <a:dk1>
          <a:srgbClr val="455B41"/>
        </a:dk1>
        <a:lt1>
          <a:srgbClr val="FFFFCC"/>
        </a:lt1>
        <a:dk2>
          <a:srgbClr val="79A994"/>
        </a:dk2>
        <a:lt2>
          <a:srgbClr val="FFFFCC"/>
        </a:lt2>
        <a:accent1>
          <a:srgbClr val="517087"/>
        </a:accent1>
        <a:accent2>
          <a:srgbClr val="666699"/>
        </a:accent2>
        <a:accent3>
          <a:srgbClr val="BED1C8"/>
        </a:accent3>
        <a:accent4>
          <a:srgbClr val="DADAAE"/>
        </a:accent4>
        <a:accent5>
          <a:srgbClr val="B3BBC3"/>
        </a:accent5>
        <a:accent6>
          <a:srgbClr val="5C5C8A"/>
        </a:accent6>
        <a:hlink>
          <a:srgbClr val="993300"/>
        </a:hlink>
        <a:folHlink>
          <a:srgbClr val="A4AF6B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ers 5">
        <a:dk1>
          <a:srgbClr val="330000"/>
        </a:dk1>
        <a:lt1>
          <a:srgbClr val="FF9900"/>
        </a:lt1>
        <a:dk2>
          <a:srgbClr val="FFFFFF"/>
        </a:dk2>
        <a:lt2>
          <a:srgbClr val="8B3111"/>
        </a:lt2>
        <a:accent1>
          <a:srgbClr val="DD6D07"/>
        </a:accent1>
        <a:accent2>
          <a:srgbClr val="CC9900"/>
        </a:accent2>
        <a:accent3>
          <a:srgbClr val="FFCAAA"/>
        </a:accent3>
        <a:accent4>
          <a:srgbClr val="2A0000"/>
        </a:accent4>
        <a:accent5>
          <a:srgbClr val="EBBAAA"/>
        </a:accent5>
        <a:accent6>
          <a:srgbClr val="B98A00"/>
        </a:accent6>
        <a:hlink>
          <a:srgbClr val="CC3300"/>
        </a:hlink>
        <a:folHlink>
          <a:srgbClr val="CC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6">
        <a:dk1>
          <a:srgbClr val="000000"/>
        </a:dk1>
        <a:lt1>
          <a:srgbClr val="FFFFE1"/>
        </a:lt1>
        <a:dk2>
          <a:srgbClr val="330033"/>
        </a:dk2>
        <a:lt2>
          <a:srgbClr val="330033"/>
        </a:lt2>
        <a:accent1>
          <a:srgbClr val="CCCC99"/>
        </a:accent1>
        <a:accent2>
          <a:srgbClr val="FF0000"/>
        </a:accent2>
        <a:accent3>
          <a:srgbClr val="FFFFEE"/>
        </a:accent3>
        <a:accent4>
          <a:srgbClr val="000000"/>
        </a:accent4>
        <a:accent5>
          <a:srgbClr val="E2E2CA"/>
        </a:accent5>
        <a:accent6>
          <a:srgbClr val="E70000"/>
        </a:accent6>
        <a:hlink>
          <a:srgbClr val="990033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7">
        <a:dk1>
          <a:srgbClr val="000000"/>
        </a:dk1>
        <a:lt1>
          <a:srgbClr val="FFFFFF"/>
        </a:lt1>
        <a:dk2>
          <a:srgbClr val="000000"/>
        </a:dk2>
        <a:lt2>
          <a:srgbClr val="891411"/>
        </a:lt2>
        <a:accent1>
          <a:srgbClr val="4F917E"/>
        </a:accent1>
        <a:accent2>
          <a:srgbClr val="CC9900"/>
        </a:accent2>
        <a:accent3>
          <a:srgbClr val="FFFFFF"/>
        </a:accent3>
        <a:accent4>
          <a:srgbClr val="000000"/>
        </a:accent4>
        <a:accent5>
          <a:srgbClr val="B2C7C0"/>
        </a:accent5>
        <a:accent6>
          <a:srgbClr val="B98A00"/>
        </a:accent6>
        <a:hlink>
          <a:srgbClr val="5A84D8"/>
        </a:hlink>
        <a:folHlink>
          <a:srgbClr val="A0C6B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8">
        <a:dk1>
          <a:srgbClr val="000000"/>
        </a:dk1>
        <a:lt1>
          <a:srgbClr val="FFFFFF"/>
        </a:lt1>
        <a:dk2>
          <a:srgbClr val="CC0000"/>
        </a:dk2>
        <a:lt2>
          <a:srgbClr val="999966"/>
        </a:lt2>
        <a:accent1>
          <a:srgbClr val="CCCCCC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B9B95C"/>
        </a:accent6>
        <a:hlink>
          <a:srgbClr val="666699"/>
        </a:hlink>
        <a:folHlink>
          <a:srgbClr val="CCCC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9">
        <a:dk1>
          <a:srgbClr val="000000"/>
        </a:dk1>
        <a:lt1>
          <a:srgbClr val="FFFFFF"/>
        </a:lt1>
        <a:dk2>
          <a:srgbClr val="FF0000"/>
        </a:dk2>
        <a:lt2>
          <a:srgbClr val="009999"/>
        </a:lt2>
        <a:accent1>
          <a:srgbClr val="C7B505"/>
        </a:accent1>
        <a:accent2>
          <a:srgbClr val="FFFF66"/>
        </a:accent2>
        <a:accent3>
          <a:srgbClr val="FFFFFF"/>
        </a:accent3>
        <a:accent4>
          <a:srgbClr val="000000"/>
        </a:accent4>
        <a:accent5>
          <a:srgbClr val="E0D7AA"/>
        </a:accent5>
        <a:accent6>
          <a:srgbClr val="E7E75C"/>
        </a:accent6>
        <a:hlink>
          <a:srgbClr val="5A84D8"/>
        </a:hlink>
        <a:folHlink>
          <a:srgbClr val="A0C6B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ers 10">
        <a:dk1>
          <a:srgbClr val="000000"/>
        </a:dk1>
        <a:lt1>
          <a:srgbClr val="FFFFFF"/>
        </a:lt1>
        <a:dk2>
          <a:srgbClr val="660033"/>
        </a:dk2>
        <a:lt2>
          <a:srgbClr val="666699"/>
        </a:lt2>
        <a:accent1>
          <a:srgbClr val="95A3D1"/>
        </a:accent1>
        <a:accent2>
          <a:srgbClr val="FFFF66"/>
        </a:accent2>
        <a:accent3>
          <a:srgbClr val="FFFFFF"/>
        </a:accent3>
        <a:accent4>
          <a:srgbClr val="000000"/>
        </a:accent4>
        <a:accent5>
          <a:srgbClr val="C8CEE5"/>
        </a:accent5>
        <a:accent6>
          <a:srgbClr val="E7E75C"/>
        </a:accent6>
        <a:hlink>
          <a:srgbClr val="5A84D8"/>
        </a:hlink>
        <a:folHlink>
          <a:srgbClr val="CCCC9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iab97">
  <a:themeElements>
    <a:clrScheme name="">
      <a:dk1>
        <a:srgbClr val="000000"/>
      </a:dk1>
      <a:lt1>
        <a:srgbClr val="FFFFFF"/>
      </a:lt1>
      <a:dk2>
        <a:srgbClr val="000082"/>
      </a:dk2>
      <a:lt2>
        <a:srgbClr val="C0C0C0"/>
      </a:lt2>
      <a:accent1>
        <a:srgbClr val="D01608"/>
      </a:accent1>
      <a:accent2>
        <a:srgbClr val="000082"/>
      </a:accent2>
      <a:accent3>
        <a:srgbClr val="FFFFFF"/>
      </a:accent3>
      <a:accent4>
        <a:srgbClr val="000000"/>
      </a:accent4>
      <a:accent5>
        <a:srgbClr val="E4ABAA"/>
      </a:accent5>
      <a:accent6>
        <a:srgbClr val="000075"/>
      </a:accent6>
      <a:hlink>
        <a:srgbClr val="00C000"/>
      </a:hlink>
      <a:folHlink>
        <a:srgbClr val="800080"/>
      </a:folHlink>
    </a:clrScheme>
    <a:fontScheme name="iab97">
      <a:majorFont>
        <a:latin typeface="Book Antiqua"/>
        <a:ea typeface="新細明體"/>
        <a:cs typeface=""/>
      </a:majorFont>
      <a:minorFont>
        <a:latin typeface="Book Antiqua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1" u="sng" strike="noStrike" cap="none" normalizeH="0" baseline="0" smtClean="0">
            <a:ln>
              <a:noFill/>
            </a:ln>
            <a:solidFill>
              <a:srgbClr val="003366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1" u="sng" strike="noStrike" cap="none" normalizeH="0" baseline="0" smtClean="0">
            <a:ln>
              <a:noFill/>
            </a:ln>
            <a:solidFill>
              <a:srgbClr val="003366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iab97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ab97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ab97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ab97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ab97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ab97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ab97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自訂設計">
  <a:themeElements>
    <a:clrScheme name="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設計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1" u="sng" strike="noStrike" cap="none" normalizeH="0" baseline="0" smtClean="0">
            <a:ln>
              <a:noFill/>
            </a:ln>
            <a:solidFill>
              <a:srgbClr val="003366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1" u="sng" strike="noStrike" cap="none" normalizeH="0" baseline="0" smtClean="0">
            <a:ln>
              <a:noFill/>
            </a:ln>
            <a:solidFill>
              <a:srgbClr val="003366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7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4453</TotalTime>
  <Words>291</Words>
  <Application>Microsoft Office PowerPoint</Application>
  <PresentationFormat>On-screen Show (4:3)</PresentationFormat>
  <Paragraphs>68</Paragraphs>
  <Slides>43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43</vt:i4>
      </vt:variant>
    </vt:vector>
  </HeadingPairs>
  <TitlesOfParts>
    <vt:vector size="57" baseType="lpstr">
      <vt:lpstr>Arial</vt:lpstr>
      <vt:lpstr>Book Antiqua</vt:lpstr>
      <vt:lpstr>Georgia</vt:lpstr>
      <vt:lpstr>Rockwell</vt:lpstr>
      <vt:lpstr>Times New Roman</vt:lpstr>
      <vt:lpstr>Tw Cen MT</vt:lpstr>
      <vt:lpstr>Wingdings</vt:lpstr>
      <vt:lpstr>Wingdings 2</vt:lpstr>
      <vt:lpstr>Layers</vt:lpstr>
      <vt:lpstr>Advantage</vt:lpstr>
      <vt:lpstr>1_Layers</vt:lpstr>
      <vt:lpstr>iab97</vt:lpstr>
      <vt:lpstr>自訂設計</vt:lpstr>
      <vt:lpstr>Droplet</vt:lpstr>
      <vt:lpstr>Software Design and Arcitecture(SDA) Lecture 8</vt:lpstr>
      <vt:lpstr>Behavioral patterns </vt:lpstr>
      <vt:lpstr>What is design pattern</vt:lpstr>
      <vt:lpstr>DEFINITION</vt:lpstr>
      <vt:lpstr>Design pattern</vt:lpstr>
      <vt:lpstr>PowerPoint Presentation</vt:lpstr>
      <vt:lpstr>PowerPoint Presentation</vt:lpstr>
      <vt:lpstr>Classification of design patterns</vt:lpstr>
      <vt:lpstr>classification</vt:lpstr>
      <vt:lpstr>Behavioral pattern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Useful links</vt:lpstr>
      <vt:lpstr>PowerPoint Presentation</vt:lpstr>
    </vt:vector>
  </TitlesOfParts>
  <Manager/>
  <Company>Kasetsart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Organization and Architecture</dc:title>
  <dc:subject/>
  <dc:creator>Pradondet Nilagupta</dc:creator>
  <cp:keywords/>
  <dc:description/>
  <cp:lastModifiedBy>Ramsha Mashood BUKC</cp:lastModifiedBy>
  <cp:revision>153</cp:revision>
  <cp:lastPrinted>1601-01-01T00:00:00Z</cp:lastPrinted>
  <dcterms:created xsi:type="dcterms:W3CDTF">2007-10-31T16:45:31Z</dcterms:created>
  <dcterms:modified xsi:type="dcterms:W3CDTF">2024-04-30T04:32:10Z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TC102037551033</vt:lpwstr>
  </property>
</Properties>
</file>