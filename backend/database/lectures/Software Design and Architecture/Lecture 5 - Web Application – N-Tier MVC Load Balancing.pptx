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theme/theme2.xml" ContentType="application/vnd.openxmlformats-officedocument.theme+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theme/theme3.xml" ContentType="application/vnd.openxmlformats-officedocument.theme+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theme/theme4.xml" ContentType="application/vnd.openxmlformats-officedocument.theme+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theme/theme5.xml" ContentType="application/vnd.openxmlformats-officedocument.theme+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theme/theme6.xml" ContentType="application/vnd.openxmlformats-officedocument.theme+xml"/>
  <Override PartName="/ppt/theme/theme7.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67" r:id="rId1"/>
    <p:sldMasterId id="2147483679" r:id="rId2"/>
    <p:sldMasterId id="2147483703" r:id="rId3"/>
    <p:sldMasterId id="2147483716" r:id="rId4"/>
    <p:sldMasterId id="2147483729" r:id="rId5"/>
    <p:sldMasterId id="2147484092" r:id="rId6"/>
  </p:sldMasterIdLst>
  <p:notesMasterIdLst>
    <p:notesMasterId r:id="rId36"/>
  </p:notesMasterIdLst>
  <p:sldIdLst>
    <p:sldId id="386" r:id="rId7"/>
    <p:sldId id="387" r:id="rId8"/>
    <p:sldId id="275" r:id="rId9"/>
    <p:sldId id="474" r:id="rId10"/>
    <p:sldId id="276" r:id="rId11"/>
    <p:sldId id="472" r:id="rId12"/>
    <p:sldId id="277" r:id="rId13"/>
    <p:sldId id="278" r:id="rId14"/>
    <p:sldId id="279" r:id="rId15"/>
    <p:sldId id="280" r:id="rId16"/>
    <p:sldId id="281" r:id="rId17"/>
    <p:sldId id="475" r:id="rId18"/>
    <p:sldId id="282" r:id="rId19"/>
    <p:sldId id="283" r:id="rId20"/>
    <p:sldId id="284" r:id="rId21"/>
    <p:sldId id="285" r:id="rId22"/>
    <p:sldId id="476" r:id="rId23"/>
    <p:sldId id="288" r:id="rId24"/>
    <p:sldId id="289" r:id="rId25"/>
    <p:sldId id="290" r:id="rId26"/>
    <p:sldId id="477" r:id="rId27"/>
    <p:sldId id="478" r:id="rId28"/>
    <p:sldId id="479" r:id="rId29"/>
    <p:sldId id="287" r:id="rId30"/>
    <p:sldId id="480" r:id="rId31"/>
    <p:sldId id="481" r:id="rId32"/>
    <p:sldId id="286" r:id="rId33"/>
    <p:sldId id="482" r:id="rId34"/>
    <p:sldId id="432" r:id="rId35"/>
  </p:sldIdLst>
  <p:sldSz cx="9144000" cy="6858000" type="screen4x3"/>
  <p:notesSz cx="7099300" cy="10234613"/>
  <p:defaultTextStyle>
    <a:defPPr>
      <a:defRPr lang="th-TH"/>
    </a:defPPr>
    <a:lvl1pPr algn="l" rtl="0" eaLnBrk="0" fontAlgn="base" hangingPunct="0">
      <a:spcBef>
        <a:spcPct val="0"/>
      </a:spcBef>
      <a:spcAft>
        <a:spcPct val="0"/>
      </a:spcAft>
      <a:defRPr kern="1200">
        <a:solidFill>
          <a:schemeClr val="tx1"/>
        </a:solidFill>
        <a:latin typeface="Arial" panose="020B0604020202020204" pitchFamily="34" charset="0"/>
        <a:ea typeface="Angsana New" panose="02020603050405020304" pitchFamily="18" charset="-34"/>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Angsana New" panose="02020603050405020304" pitchFamily="18" charset="-34"/>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Angsana New" panose="02020603050405020304" pitchFamily="18" charset="-34"/>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Angsana New" panose="02020603050405020304" pitchFamily="18" charset="-34"/>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Angsana New" panose="02020603050405020304" pitchFamily="18" charset="-34"/>
        <a:cs typeface="+mn-cs"/>
      </a:defRPr>
    </a:lvl5pPr>
    <a:lvl6pPr marL="2286000" algn="l" defTabSz="914400" rtl="0" eaLnBrk="1" latinLnBrk="0" hangingPunct="1">
      <a:defRPr kern="1200">
        <a:solidFill>
          <a:schemeClr val="tx1"/>
        </a:solidFill>
        <a:latin typeface="Arial" panose="020B0604020202020204" pitchFamily="34" charset="0"/>
        <a:ea typeface="Angsana New" panose="02020603050405020304" pitchFamily="18" charset="-34"/>
        <a:cs typeface="+mn-cs"/>
      </a:defRPr>
    </a:lvl6pPr>
    <a:lvl7pPr marL="2743200" algn="l" defTabSz="914400" rtl="0" eaLnBrk="1" latinLnBrk="0" hangingPunct="1">
      <a:defRPr kern="1200">
        <a:solidFill>
          <a:schemeClr val="tx1"/>
        </a:solidFill>
        <a:latin typeface="Arial" panose="020B0604020202020204" pitchFamily="34" charset="0"/>
        <a:ea typeface="Angsana New" panose="02020603050405020304" pitchFamily="18" charset="-34"/>
        <a:cs typeface="+mn-cs"/>
      </a:defRPr>
    </a:lvl7pPr>
    <a:lvl8pPr marL="3200400" algn="l" defTabSz="914400" rtl="0" eaLnBrk="1" latinLnBrk="0" hangingPunct="1">
      <a:defRPr kern="1200">
        <a:solidFill>
          <a:schemeClr val="tx1"/>
        </a:solidFill>
        <a:latin typeface="Arial" panose="020B0604020202020204" pitchFamily="34" charset="0"/>
        <a:ea typeface="Angsana New" panose="02020603050405020304" pitchFamily="18" charset="-34"/>
        <a:cs typeface="+mn-cs"/>
      </a:defRPr>
    </a:lvl8pPr>
    <a:lvl9pPr marL="3657600" algn="l" defTabSz="914400" rtl="0" eaLnBrk="1" latinLnBrk="0" hangingPunct="1">
      <a:defRPr kern="1200">
        <a:solidFill>
          <a:schemeClr val="tx1"/>
        </a:solidFill>
        <a:latin typeface="Arial" panose="020B0604020202020204" pitchFamily="34" charset="0"/>
        <a:ea typeface="Angsana New" panose="02020603050405020304" pitchFamily="18" charset="-34"/>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6666FF"/>
    <a:srgbClr val="800080"/>
    <a:srgbClr val="339966"/>
    <a:srgbClr val="CC3300"/>
    <a:srgbClr val="4924A4"/>
    <a:srgbClr val="542ABC"/>
    <a:srgbClr val="8EC1D8"/>
    <a:srgbClr val="FFFF9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368" autoAdjust="0"/>
    <p:restoredTop sz="94660"/>
  </p:normalViewPr>
  <p:slideViewPr>
    <p:cSldViewPr>
      <p:cViewPr varScale="1">
        <p:scale>
          <a:sx n="65" d="100"/>
          <a:sy n="65" d="100"/>
        </p:scale>
        <p:origin x="810" y="7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7.xml"/><Relationship Id="rId18" Type="http://schemas.openxmlformats.org/officeDocument/2006/relationships/slide" Target="slides/slide12.xml"/><Relationship Id="rId26" Type="http://schemas.openxmlformats.org/officeDocument/2006/relationships/slide" Target="slides/slide20.xml"/><Relationship Id="rId39" Type="http://schemas.openxmlformats.org/officeDocument/2006/relationships/theme" Target="theme/theme1.xml"/><Relationship Id="rId21" Type="http://schemas.openxmlformats.org/officeDocument/2006/relationships/slide" Target="slides/slide15.xml"/><Relationship Id="rId34" Type="http://schemas.openxmlformats.org/officeDocument/2006/relationships/slide" Target="slides/slide28.xml"/><Relationship Id="rId7" Type="http://schemas.openxmlformats.org/officeDocument/2006/relationships/slide" Target="slides/slide1.xml"/><Relationship Id="rId12" Type="http://schemas.openxmlformats.org/officeDocument/2006/relationships/slide" Target="slides/slide6.xml"/><Relationship Id="rId17" Type="http://schemas.openxmlformats.org/officeDocument/2006/relationships/slide" Target="slides/slide11.xml"/><Relationship Id="rId25" Type="http://schemas.openxmlformats.org/officeDocument/2006/relationships/slide" Target="slides/slide19.xml"/><Relationship Id="rId33" Type="http://schemas.openxmlformats.org/officeDocument/2006/relationships/slide" Target="slides/slide27.xml"/><Relationship Id="rId38" Type="http://schemas.openxmlformats.org/officeDocument/2006/relationships/viewProps" Target="viewProps.xml"/><Relationship Id="rId2" Type="http://schemas.openxmlformats.org/officeDocument/2006/relationships/slideMaster" Target="slideMasters/slideMaster2.xml"/><Relationship Id="rId16" Type="http://schemas.openxmlformats.org/officeDocument/2006/relationships/slide" Target="slides/slide10.xml"/><Relationship Id="rId20" Type="http://schemas.openxmlformats.org/officeDocument/2006/relationships/slide" Target="slides/slide14.xml"/><Relationship Id="rId29" Type="http://schemas.openxmlformats.org/officeDocument/2006/relationships/slide" Target="slides/slide23.xml"/><Relationship Id="rId1" Type="http://schemas.openxmlformats.org/officeDocument/2006/relationships/slideMaster" Target="slideMasters/slideMaster1.xml"/><Relationship Id="rId6" Type="http://schemas.openxmlformats.org/officeDocument/2006/relationships/slideMaster" Target="slideMasters/slideMaster6.xml"/><Relationship Id="rId11" Type="http://schemas.openxmlformats.org/officeDocument/2006/relationships/slide" Target="slides/slide5.xml"/><Relationship Id="rId24" Type="http://schemas.openxmlformats.org/officeDocument/2006/relationships/slide" Target="slides/slide18.xml"/><Relationship Id="rId32" Type="http://schemas.openxmlformats.org/officeDocument/2006/relationships/slide" Target="slides/slide26.xml"/><Relationship Id="rId37" Type="http://schemas.openxmlformats.org/officeDocument/2006/relationships/presProps" Target="presProps.xml"/><Relationship Id="rId40" Type="http://schemas.openxmlformats.org/officeDocument/2006/relationships/tableStyles" Target="tableStyles.xml"/><Relationship Id="rId5" Type="http://schemas.openxmlformats.org/officeDocument/2006/relationships/slideMaster" Target="slideMasters/slideMaster5.xml"/><Relationship Id="rId15" Type="http://schemas.openxmlformats.org/officeDocument/2006/relationships/slide" Target="slides/slide9.xml"/><Relationship Id="rId23" Type="http://schemas.openxmlformats.org/officeDocument/2006/relationships/slide" Target="slides/slide17.xml"/><Relationship Id="rId28" Type="http://schemas.openxmlformats.org/officeDocument/2006/relationships/slide" Target="slides/slide22.xml"/><Relationship Id="rId36" Type="http://schemas.openxmlformats.org/officeDocument/2006/relationships/notesMaster" Target="notesMasters/notesMaster1.xml"/><Relationship Id="rId10" Type="http://schemas.openxmlformats.org/officeDocument/2006/relationships/slide" Target="slides/slide4.xml"/><Relationship Id="rId19" Type="http://schemas.openxmlformats.org/officeDocument/2006/relationships/slide" Target="slides/slide13.xml"/><Relationship Id="rId31" Type="http://schemas.openxmlformats.org/officeDocument/2006/relationships/slide" Target="slides/slide25.xml"/><Relationship Id="rId4" Type="http://schemas.openxmlformats.org/officeDocument/2006/relationships/slideMaster" Target="slideMasters/slideMaster4.xml"/><Relationship Id="rId9" Type="http://schemas.openxmlformats.org/officeDocument/2006/relationships/slide" Target="slides/slide3.xml"/><Relationship Id="rId14" Type="http://schemas.openxmlformats.org/officeDocument/2006/relationships/slide" Target="slides/slide8.xml"/><Relationship Id="rId22" Type="http://schemas.openxmlformats.org/officeDocument/2006/relationships/slide" Target="slides/slide16.xml"/><Relationship Id="rId27" Type="http://schemas.openxmlformats.org/officeDocument/2006/relationships/slide" Target="slides/slide21.xml"/><Relationship Id="rId30" Type="http://schemas.openxmlformats.org/officeDocument/2006/relationships/slide" Target="slides/slide24.xml"/><Relationship Id="rId35" Type="http://schemas.openxmlformats.org/officeDocument/2006/relationships/slide" Target="slides/slide29.xml"/><Relationship Id="rId8" Type="http://schemas.openxmlformats.org/officeDocument/2006/relationships/slide" Target="slides/slide2.xml"/><Relationship Id="rId3" Type="http://schemas.openxmlformats.org/officeDocument/2006/relationships/slideMaster" Target="slideMasters/slideMaster3.xml"/></Relationships>
</file>

<file path=ppt/diagrams/_rels/data1.xml.rels><?xml version="1.0" encoding="UTF-8" standalone="yes"?>
<Relationships xmlns="http://schemas.openxmlformats.org/package/2006/relationships"><Relationship Id="rId8" Type="http://schemas.openxmlformats.org/officeDocument/2006/relationships/image" Target="../media/image42.svg"/><Relationship Id="rId3" Type="http://schemas.openxmlformats.org/officeDocument/2006/relationships/image" Target="../media/image37.png"/><Relationship Id="rId7" Type="http://schemas.openxmlformats.org/officeDocument/2006/relationships/image" Target="../media/image41.png"/><Relationship Id="rId2" Type="http://schemas.openxmlformats.org/officeDocument/2006/relationships/image" Target="../media/image36.svg"/><Relationship Id="rId1" Type="http://schemas.openxmlformats.org/officeDocument/2006/relationships/image" Target="../media/image35.png"/><Relationship Id="rId6" Type="http://schemas.openxmlformats.org/officeDocument/2006/relationships/image" Target="../media/image40.svg"/><Relationship Id="rId5" Type="http://schemas.openxmlformats.org/officeDocument/2006/relationships/image" Target="../media/image39.png"/><Relationship Id="rId4" Type="http://schemas.openxmlformats.org/officeDocument/2006/relationships/image" Target="../media/image38.svg"/></Relationships>
</file>

<file path=ppt/diagrams/_rels/data2.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image" Target="../media/image44.svg"/><Relationship Id="rId1" Type="http://schemas.openxmlformats.org/officeDocument/2006/relationships/image" Target="../media/image43.png"/><Relationship Id="rId4" Type="http://schemas.openxmlformats.org/officeDocument/2006/relationships/image" Target="../media/image46.svg"/></Relationships>
</file>

<file path=ppt/diagrams/_rels/drawing1.xml.rels><?xml version="1.0" encoding="UTF-8" standalone="yes"?>
<Relationships xmlns="http://schemas.openxmlformats.org/package/2006/relationships"><Relationship Id="rId8" Type="http://schemas.openxmlformats.org/officeDocument/2006/relationships/image" Target="../media/image42.svg"/><Relationship Id="rId3" Type="http://schemas.openxmlformats.org/officeDocument/2006/relationships/image" Target="../media/image37.png"/><Relationship Id="rId7" Type="http://schemas.openxmlformats.org/officeDocument/2006/relationships/image" Target="../media/image41.png"/><Relationship Id="rId2" Type="http://schemas.openxmlformats.org/officeDocument/2006/relationships/image" Target="../media/image36.svg"/><Relationship Id="rId1" Type="http://schemas.openxmlformats.org/officeDocument/2006/relationships/image" Target="../media/image35.png"/><Relationship Id="rId6" Type="http://schemas.openxmlformats.org/officeDocument/2006/relationships/image" Target="../media/image40.svg"/><Relationship Id="rId5" Type="http://schemas.openxmlformats.org/officeDocument/2006/relationships/image" Target="../media/image39.png"/><Relationship Id="rId4" Type="http://schemas.openxmlformats.org/officeDocument/2006/relationships/image" Target="../media/image38.svg"/></Relationships>
</file>

<file path=ppt/diagrams/_rels/drawing2.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image" Target="../media/image44.svg"/><Relationship Id="rId1" Type="http://schemas.openxmlformats.org/officeDocument/2006/relationships/image" Target="../media/image43.png"/><Relationship Id="rId4" Type="http://schemas.openxmlformats.org/officeDocument/2006/relationships/image" Target="../media/image46.svg"/></Relationships>
</file>

<file path=ppt/diagrams/colors1.xml><?xml version="1.0" encoding="utf-8"?>
<dgm:colorsDef xmlns:dgm="http://schemas.openxmlformats.org/drawingml/2006/diagram" xmlns:a="http://schemas.openxmlformats.org/drawingml/2006/main" uniqueId="urn:microsoft.com/office/officeart/2018/5/colors/Iconchunking_neutralbg_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a:alpha val="0"/>
      </a:schemeClr>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18/5/colors/Iconchunking_neutralicon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bg1"/>
    </dgm:fillClrLst>
    <dgm:linClrLst meth="repeat">
      <a:schemeClr val="lt1">
        <a:alpha val="0"/>
      </a:schemeClr>
    </dgm:linClrLst>
    <dgm:effectClrLst/>
    <dgm:txLinClrLst/>
    <dgm:txFillClrLst meth="repeat">
      <a:schemeClr val="dk1"/>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57A11371-CD23-4136-8657-4D5345C65844}" type="doc">
      <dgm:prSet loTypeId="urn:microsoft.com/office/officeart/2018/2/layout/IconLabelList" loCatId="icon" qsTypeId="urn:microsoft.com/office/officeart/2005/8/quickstyle/simple1" qsCatId="simple" csTypeId="urn:microsoft.com/office/officeart/2018/5/colors/Iconchunking_neutralbg_accent1_2" csCatId="accent1" phldr="1"/>
      <dgm:spPr/>
      <dgm:t>
        <a:bodyPr/>
        <a:lstStyle/>
        <a:p>
          <a:endParaRPr lang="en-US"/>
        </a:p>
      </dgm:t>
    </dgm:pt>
    <dgm:pt modelId="{2A5E5CDA-B13A-423C-B22D-4E98C5AD9B9E}">
      <dgm:prSet custT="1"/>
      <dgm:spPr/>
      <dgm:t>
        <a:bodyPr/>
        <a:lstStyle/>
        <a:p>
          <a:pPr>
            <a:lnSpc>
              <a:spcPct val="100000"/>
            </a:lnSpc>
          </a:pPr>
          <a:r>
            <a:rPr lang="en-US" sz="1600"/>
            <a:t>It makes it easier to manage complexity by dividing an application into the model, the view, and the controller.</a:t>
          </a:r>
        </a:p>
      </dgm:t>
    </dgm:pt>
    <dgm:pt modelId="{0C2ECB2F-AAA2-485E-A15B-1723853456D4}" type="parTrans" cxnId="{EA9174FA-1AAA-4546-A62B-CA70E18C55A9}">
      <dgm:prSet/>
      <dgm:spPr/>
      <dgm:t>
        <a:bodyPr/>
        <a:lstStyle/>
        <a:p>
          <a:endParaRPr lang="en-US" sz="4000"/>
        </a:p>
      </dgm:t>
    </dgm:pt>
    <dgm:pt modelId="{CCC3BE1C-6214-44F5-A385-64A479BF0F7C}" type="sibTrans" cxnId="{EA9174FA-1AAA-4546-A62B-CA70E18C55A9}">
      <dgm:prSet/>
      <dgm:spPr/>
      <dgm:t>
        <a:bodyPr/>
        <a:lstStyle/>
        <a:p>
          <a:endParaRPr lang="en-US" sz="2800"/>
        </a:p>
      </dgm:t>
    </dgm:pt>
    <dgm:pt modelId="{C48CEA2F-1838-4B92-929E-EA6A6E99AB87}">
      <dgm:prSet custT="1"/>
      <dgm:spPr/>
      <dgm:t>
        <a:bodyPr/>
        <a:lstStyle/>
        <a:p>
          <a:pPr>
            <a:lnSpc>
              <a:spcPct val="100000"/>
            </a:lnSpc>
          </a:pPr>
          <a:r>
            <a:rPr lang="en-US" sz="1600"/>
            <a:t>It does not use view state or server-based forms. This makes the MVC framework ideal for developers who want full control over the behavior of an application.</a:t>
          </a:r>
        </a:p>
      </dgm:t>
    </dgm:pt>
    <dgm:pt modelId="{10DD9CFE-7715-49D1-A3B3-D410620C78CE}" type="parTrans" cxnId="{2046F37A-5183-4863-B867-82E25659FB6B}">
      <dgm:prSet/>
      <dgm:spPr/>
      <dgm:t>
        <a:bodyPr/>
        <a:lstStyle/>
        <a:p>
          <a:endParaRPr lang="en-US" sz="4000"/>
        </a:p>
      </dgm:t>
    </dgm:pt>
    <dgm:pt modelId="{9CED4333-42FB-4EBB-B49A-93D3BBCC706E}" type="sibTrans" cxnId="{2046F37A-5183-4863-B867-82E25659FB6B}">
      <dgm:prSet/>
      <dgm:spPr/>
      <dgm:t>
        <a:bodyPr/>
        <a:lstStyle/>
        <a:p>
          <a:endParaRPr lang="en-US" sz="2800"/>
        </a:p>
      </dgm:t>
    </dgm:pt>
    <dgm:pt modelId="{8578E520-3377-4F2C-8792-F72328AEB85D}">
      <dgm:prSet custT="1"/>
      <dgm:spPr/>
      <dgm:t>
        <a:bodyPr/>
        <a:lstStyle/>
        <a:p>
          <a:pPr>
            <a:lnSpc>
              <a:spcPct val="100000"/>
            </a:lnSpc>
          </a:pPr>
          <a:r>
            <a:rPr lang="en-US" sz="1600"/>
            <a:t>It provides better support for test-driven development (TDD).</a:t>
          </a:r>
        </a:p>
      </dgm:t>
    </dgm:pt>
    <dgm:pt modelId="{D718A8ED-AAC5-4956-BBBD-E8EC7EA6A354}" type="parTrans" cxnId="{8E758254-76F5-4A8D-BA51-04DB039C1087}">
      <dgm:prSet/>
      <dgm:spPr/>
      <dgm:t>
        <a:bodyPr/>
        <a:lstStyle/>
        <a:p>
          <a:endParaRPr lang="en-US" sz="4000"/>
        </a:p>
      </dgm:t>
    </dgm:pt>
    <dgm:pt modelId="{C9273D13-936E-4241-8A24-8DD37222C7F9}" type="sibTrans" cxnId="{8E758254-76F5-4A8D-BA51-04DB039C1087}">
      <dgm:prSet/>
      <dgm:spPr/>
      <dgm:t>
        <a:bodyPr/>
        <a:lstStyle/>
        <a:p>
          <a:endParaRPr lang="en-US" sz="2800"/>
        </a:p>
      </dgm:t>
    </dgm:pt>
    <dgm:pt modelId="{A1AC2573-CCD5-4D25-A6D9-881412C142AC}">
      <dgm:prSet custT="1"/>
      <dgm:spPr/>
      <dgm:t>
        <a:bodyPr/>
        <a:lstStyle/>
        <a:p>
          <a:pPr>
            <a:lnSpc>
              <a:spcPct val="100000"/>
            </a:lnSpc>
          </a:pPr>
          <a:r>
            <a:rPr lang="en-US" sz="1600"/>
            <a:t>It works well for Web applications that are supported by large teams of developers and for Web designers who need a high degree of control over the application behavior.</a:t>
          </a:r>
        </a:p>
      </dgm:t>
    </dgm:pt>
    <dgm:pt modelId="{99DE61C6-45D6-41FF-A8B8-C83201EC2C65}" type="parTrans" cxnId="{174E3D55-31BD-4D8D-8569-6E99F901F904}">
      <dgm:prSet/>
      <dgm:spPr/>
      <dgm:t>
        <a:bodyPr/>
        <a:lstStyle/>
        <a:p>
          <a:endParaRPr lang="en-US" sz="4000"/>
        </a:p>
      </dgm:t>
    </dgm:pt>
    <dgm:pt modelId="{AD9C0683-11F9-41D0-A270-0222ED3A737D}" type="sibTrans" cxnId="{174E3D55-31BD-4D8D-8569-6E99F901F904}">
      <dgm:prSet/>
      <dgm:spPr/>
      <dgm:t>
        <a:bodyPr/>
        <a:lstStyle/>
        <a:p>
          <a:endParaRPr lang="en-US" sz="2800"/>
        </a:p>
      </dgm:t>
    </dgm:pt>
    <dgm:pt modelId="{A157D9B1-93E8-4123-88BE-4FE37182C53D}" type="pres">
      <dgm:prSet presAssocID="{57A11371-CD23-4136-8657-4D5345C65844}" presName="root" presStyleCnt="0">
        <dgm:presLayoutVars>
          <dgm:dir/>
          <dgm:resizeHandles val="exact"/>
        </dgm:presLayoutVars>
      </dgm:prSet>
      <dgm:spPr/>
    </dgm:pt>
    <dgm:pt modelId="{20B6B055-D347-4B7A-92C0-4BB4F27811F2}" type="pres">
      <dgm:prSet presAssocID="{2A5E5CDA-B13A-423C-B22D-4E98C5AD9B9E}" presName="compNode" presStyleCnt="0"/>
      <dgm:spPr/>
    </dgm:pt>
    <dgm:pt modelId="{5DE07EA4-D7BD-4482-AA90-962E5DA05374}" type="pres">
      <dgm:prSet presAssocID="{2A5E5CDA-B13A-423C-B22D-4E98C5AD9B9E}" presName="iconRect" presStyleLbl="node1" presStyleIdx="0" presStyleCnt="4"/>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Processor"/>
        </a:ext>
      </dgm:extLst>
    </dgm:pt>
    <dgm:pt modelId="{BCB6D624-16CB-4847-9BD8-ECD03E924D85}" type="pres">
      <dgm:prSet presAssocID="{2A5E5CDA-B13A-423C-B22D-4E98C5AD9B9E}" presName="spaceRect" presStyleCnt="0"/>
      <dgm:spPr/>
    </dgm:pt>
    <dgm:pt modelId="{0D3850BE-7760-4161-9A85-F48B7D1F1490}" type="pres">
      <dgm:prSet presAssocID="{2A5E5CDA-B13A-423C-B22D-4E98C5AD9B9E}" presName="textRect" presStyleLbl="revTx" presStyleIdx="0" presStyleCnt="4">
        <dgm:presLayoutVars>
          <dgm:chMax val="1"/>
          <dgm:chPref val="1"/>
        </dgm:presLayoutVars>
      </dgm:prSet>
      <dgm:spPr/>
    </dgm:pt>
    <dgm:pt modelId="{902D10A6-0591-48A6-B4D0-8CE0608ECE9C}" type="pres">
      <dgm:prSet presAssocID="{CCC3BE1C-6214-44F5-A385-64A479BF0F7C}" presName="sibTrans" presStyleCnt="0"/>
      <dgm:spPr/>
    </dgm:pt>
    <dgm:pt modelId="{5566167E-2B08-4AF0-A229-D8FC6EE9EEEB}" type="pres">
      <dgm:prSet presAssocID="{C48CEA2F-1838-4B92-929E-EA6A6E99AB87}" presName="compNode" presStyleCnt="0"/>
      <dgm:spPr/>
    </dgm:pt>
    <dgm:pt modelId="{4931D07B-8CE3-4E57-B9C9-F87A5446F736}" type="pres">
      <dgm:prSet presAssocID="{C48CEA2F-1838-4B92-929E-EA6A6E99AB87}" presName="iconRect" presStyleLbl="node1" presStyleIdx="1" presStyleCnt="4"/>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Server"/>
        </a:ext>
      </dgm:extLst>
    </dgm:pt>
    <dgm:pt modelId="{70EF7F37-2856-4ECA-BCFC-EC0553B0017C}" type="pres">
      <dgm:prSet presAssocID="{C48CEA2F-1838-4B92-929E-EA6A6E99AB87}" presName="spaceRect" presStyleCnt="0"/>
      <dgm:spPr/>
    </dgm:pt>
    <dgm:pt modelId="{EB7374DC-A5FD-4E72-A913-152A4024746C}" type="pres">
      <dgm:prSet presAssocID="{C48CEA2F-1838-4B92-929E-EA6A6E99AB87}" presName="textRect" presStyleLbl="revTx" presStyleIdx="1" presStyleCnt="4">
        <dgm:presLayoutVars>
          <dgm:chMax val="1"/>
          <dgm:chPref val="1"/>
        </dgm:presLayoutVars>
      </dgm:prSet>
      <dgm:spPr/>
    </dgm:pt>
    <dgm:pt modelId="{619B1AC3-347E-4146-A9AF-299314E068D4}" type="pres">
      <dgm:prSet presAssocID="{9CED4333-42FB-4EBB-B49A-93D3BBCC706E}" presName="sibTrans" presStyleCnt="0"/>
      <dgm:spPr/>
    </dgm:pt>
    <dgm:pt modelId="{C104023C-2A0F-44F8-8F16-793463A50B9D}" type="pres">
      <dgm:prSet presAssocID="{8578E520-3377-4F2C-8792-F72328AEB85D}" presName="compNode" presStyleCnt="0"/>
      <dgm:spPr/>
    </dgm:pt>
    <dgm:pt modelId="{55C08A3F-41FF-4CA5-AEBC-F8188F9175C3}" type="pres">
      <dgm:prSet presAssocID="{8578E520-3377-4F2C-8792-F72328AEB85D}" presName="iconRect" presStyleLbl="node1" presStyleIdx="2" presStyleCnt="4"/>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Gears"/>
        </a:ext>
      </dgm:extLst>
    </dgm:pt>
    <dgm:pt modelId="{36B2EDB0-E011-498A-959E-C55F4D29A825}" type="pres">
      <dgm:prSet presAssocID="{8578E520-3377-4F2C-8792-F72328AEB85D}" presName="spaceRect" presStyleCnt="0"/>
      <dgm:spPr/>
    </dgm:pt>
    <dgm:pt modelId="{9FD3FF1B-49EA-4FD4-9607-7EC66E3D1856}" type="pres">
      <dgm:prSet presAssocID="{8578E520-3377-4F2C-8792-F72328AEB85D}" presName="textRect" presStyleLbl="revTx" presStyleIdx="2" presStyleCnt="4">
        <dgm:presLayoutVars>
          <dgm:chMax val="1"/>
          <dgm:chPref val="1"/>
        </dgm:presLayoutVars>
      </dgm:prSet>
      <dgm:spPr/>
    </dgm:pt>
    <dgm:pt modelId="{9C0DB023-A363-494C-B525-2DDABFC97F83}" type="pres">
      <dgm:prSet presAssocID="{C9273D13-936E-4241-8A24-8DD37222C7F9}" presName="sibTrans" presStyleCnt="0"/>
      <dgm:spPr/>
    </dgm:pt>
    <dgm:pt modelId="{7176BC8A-2E5F-47E4-B368-7023D7903741}" type="pres">
      <dgm:prSet presAssocID="{A1AC2573-CCD5-4D25-A6D9-881412C142AC}" presName="compNode" presStyleCnt="0"/>
      <dgm:spPr/>
    </dgm:pt>
    <dgm:pt modelId="{E764A8CB-CEEE-49CC-AF37-E8DFA5D20F48}" type="pres">
      <dgm:prSet presAssocID="{A1AC2573-CCD5-4D25-A6D9-881412C142AC}" presName="iconRect" presStyleLbl="node1" presStyleIdx="3" presStyleCnt="4"/>
      <dgm:spPr>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a:noFill/>
        </a:ln>
      </dgm:spPr>
      <dgm:extLst>
        <a:ext uri="{E40237B7-FDA0-4F09-8148-C483321AD2D9}">
          <dgm14:cNvPr xmlns:dgm14="http://schemas.microsoft.com/office/drawing/2010/diagram" id="0" name="" descr="Web Design"/>
        </a:ext>
      </dgm:extLst>
    </dgm:pt>
    <dgm:pt modelId="{B3C814B2-1330-4E84-A4E4-9015C32C2372}" type="pres">
      <dgm:prSet presAssocID="{A1AC2573-CCD5-4D25-A6D9-881412C142AC}" presName="spaceRect" presStyleCnt="0"/>
      <dgm:spPr/>
    </dgm:pt>
    <dgm:pt modelId="{3DD2DF31-7120-4748-9D70-E8234F657900}" type="pres">
      <dgm:prSet presAssocID="{A1AC2573-CCD5-4D25-A6D9-881412C142AC}" presName="textRect" presStyleLbl="revTx" presStyleIdx="3" presStyleCnt="4">
        <dgm:presLayoutVars>
          <dgm:chMax val="1"/>
          <dgm:chPref val="1"/>
        </dgm:presLayoutVars>
      </dgm:prSet>
      <dgm:spPr/>
    </dgm:pt>
  </dgm:ptLst>
  <dgm:cxnLst>
    <dgm:cxn modelId="{1D12420A-EF58-4AEC-87B6-51F412C6B827}" type="presOf" srcId="{57A11371-CD23-4136-8657-4D5345C65844}" destId="{A157D9B1-93E8-4123-88BE-4FE37182C53D}" srcOrd="0" destOrd="0" presId="urn:microsoft.com/office/officeart/2018/2/layout/IconLabelList"/>
    <dgm:cxn modelId="{F1B76D0F-768A-4F4E-B4C6-3D9F53523226}" type="presOf" srcId="{8578E520-3377-4F2C-8792-F72328AEB85D}" destId="{9FD3FF1B-49EA-4FD4-9607-7EC66E3D1856}" srcOrd="0" destOrd="0" presId="urn:microsoft.com/office/officeart/2018/2/layout/IconLabelList"/>
    <dgm:cxn modelId="{E2494825-0AD7-4EF8-BC09-8F126CDC4A65}" type="presOf" srcId="{2A5E5CDA-B13A-423C-B22D-4E98C5AD9B9E}" destId="{0D3850BE-7760-4161-9A85-F48B7D1F1490}" srcOrd="0" destOrd="0" presId="urn:microsoft.com/office/officeart/2018/2/layout/IconLabelList"/>
    <dgm:cxn modelId="{3A029264-3DA3-4E43-86CC-019491E1D78B}" type="presOf" srcId="{C48CEA2F-1838-4B92-929E-EA6A6E99AB87}" destId="{EB7374DC-A5FD-4E72-A913-152A4024746C}" srcOrd="0" destOrd="0" presId="urn:microsoft.com/office/officeart/2018/2/layout/IconLabelList"/>
    <dgm:cxn modelId="{8E758254-76F5-4A8D-BA51-04DB039C1087}" srcId="{57A11371-CD23-4136-8657-4D5345C65844}" destId="{8578E520-3377-4F2C-8792-F72328AEB85D}" srcOrd="2" destOrd="0" parTransId="{D718A8ED-AAC5-4956-BBBD-E8EC7EA6A354}" sibTransId="{C9273D13-936E-4241-8A24-8DD37222C7F9}"/>
    <dgm:cxn modelId="{174E3D55-31BD-4D8D-8569-6E99F901F904}" srcId="{57A11371-CD23-4136-8657-4D5345C65844}" destId="{A1AC2573-CCD5-4D25-A6D9-881412C142AC}" srcOrd="3" destOrd="0" parTransId="{99DE61C6-45D6-41FF-A8B8-C83201EC2C65}" sibTransId="{AD9C0683-11F9-41D0-A270-0222ED3A737D}"/>
    <dgm:cxn modelId="{2046F37A-5183-4863-B867-82E25659FB6B}" srcId="{57A11371-CD23-4136-8657-4D5345C65844}" destId="{C48CEA2F-1838-4B92-929E-EA6A6E99AB87}" srcOrd="1" destOrd="0" parTransId="{10DD9CFE-7715-49D1-A3B3-D410620C78CE}" sibTransId="{9CED4333-42FB-4EBB-B49A-93D3BBCC706E}"/>
    <dgm:cxn modelId="{5EFE56DE-565A-48C4-B1F4-5920B1195702}" type="presOf" srcId="{A1AC2573-CCD5-4D25-A6D9-881412C142AC}" destId="{3DD2DF31-7120-4748-9D70-E8234F657900}" srcOrd="0" destOrd="0" presId="urn:microsoft.com/office/officeart/2018/2/layout/IconLabelList"/>
    <dgm:cxn modelId="{EA9174FA-1AAA-4546-A62B-CA70E18C55A9}" srcId="{57A11371-CD23-4136-8657-4D5345C65844}" destId="{2A5E5CDA-B13A-423C-B22D-4E98C5AD9B9E}" srcOrd="0" destOrd="0" parTransId="{0C2ECB2F-AAA2-485E-A15B-1723853456D4}" sibTransId="{CCC3BE1C-6214-44F5-A385-64A479BF0F7C}"/>
    <dgm:cxn modelId="{D97ADCF6-D173-47D2-AE3D-EA5036DFFDB2}" type="presParOf" srcId="{A157D9B1-93E8-4123-88BE-4FE37182C53D}" destId="{20B6B055-D347-4B7A-92C0-4BB4F27811F2}" srcOrd="0" destOrd="0" presId="urn:microsoft.com/office/officeart/2018/2/layout/IconLabelList"/>
    <dgm:cxn modelId="{AEB760DC-6452-48F8-93F9-B87EFE5971E5}" type="presParOf" srcId="{20B6B055-D347-4B7A-92C0-4BB4F27811F2}" destId="{5DE07EA4-D7BD-4482-AA90-962E5DA05374}" srcOrd="0" destOrd="0" presId="urn:microsoft.com/office/officeart/2018/2/layout/IconLabelList"/>
    <dgm:cxn modelId="{314937C8-3734-42FB-AC18-CAD4BBED3761}" type="presParOf" srcId="{20B6B055-D347-4B7A-92C0-4BB4F27811F2}" destId="{BCB6D624-16CB-4847-9BD8-ECD03E924D85}" srcOrd="1" destOrd="0" presId="urn:microsoft.com/office/officeart/2018/2/layout/IconLabelList"/>
    <dgm:cxn modelId="{13B0CE14-EC0A-4864-821A-9F743FF8F036}" type="presParOf" srcId="{20B6B055-D347-4B7A-92C0-4BB4F27811F2}" destId="{0D3850BE-7760-4161-9A85-F48B7D1F1490}" srcOrd="2" destOrd="0" presId="urn:microsoft.com/office/officeart/2018/2/layout/IconLabelList"/>
    <dgm:cxn modelId="{F3610E3A-88A9-44EA-BF37-02B35A9410BA}" type="presParOf" srcId="{A157D9B1-93E8-4123-88BE-4FE37182C53D}" destId="{902D10A6-0591-48A6-B4D0-8CE0608ECE9C}" srcOrd="1" destOrd="0" presId="urn:microsoft.com/office/officeart/2018/2/layout/IconLabelList"/>
    <dgm:cxn modelId="{DD7C4841-A7AD-4FDC-930B-76369D855529}" type="presParOf" srcId="{A157D9B1-93E8-4123-88BE-4FE37182C53D}" destId="{5566167E-2B08-4AF0-A229-D8FC6EE9EEEB}" srcOrd="2" destOrd="0" presId="urn:microsoft.com/office/officeart/2018/2/layout/IconLabelList"/>
    <dgm:cxn modelId="{F08AE71D-AB92-4AFB-89CF-255CA0830895}" type="presParOf" srcId="{5566167E-2B08-4AF0-A229-D8FC6EE9EEEB}" destId="{4931D07B-8CE3-4E57-B9C9-F87A5446F736}" srcOrd="0" destOrd="0" presId="urn:microsoft.com/office/officeart/2018/2/layout/IconLabelList"/>
    <dgm:cxn modelId="{39E66C49-862B-4F35-BC83-55CAE556984E}" type="presParOf" srcId="{5566167E-2B08-4AF0-A229-D8FC6EE9EEEB}" destId="{70EF7F37-2856-4ECA-BCFC-EC0553B0017C}" srcOrd="1" destOrd="0" presId="urn:microsoft.com/office/officeart/2018/2/layout/IconLabelList"/>
    <dgm:cxn modelId="{3FDBD4FD-7207-4838-9D27-BA855FAF1572}" type="presParOf" srcId="{5566167E-2B08-4AF0-A229-D8FC6EE9EEEB}" destId="{EB7374DC-A5FD-4E72-A913-152A4024746C}" srcOrd="2" destOrd="0" presId="urn:microsoft.com/office/officeart/2018/2/layout/IconLabelList"/>
    <dgm:cxn modelId="{35509DAD-1CAB-4E72-BD46-FED2DB10A0CD}" type="presParOf" srcId="{A157D9B1-93E8-4123-88BE-4FE37182C53D}" destId="{619B1AC3-347E-4146-A9AF-299314E068D4}" srcOrd="3" destOrd="0" presId="urn:microsoft.com/office/officeart/2018/2/layout/IconLabelList"/>
    <dgm:cxn modelId="{3D2D93FA-261C-4E62-AA9C-B04F9667B111}" type="presParOf" srcId="{A157D9B1-93E8-4123-88BE-4FE37182C53D}" destId="{C104023C-2A0F-44F8-8F16-793463A50B9D}" srcOrd="4" destOrd="0" presId="urn:microsoft.com/office/officeart/2018/2/layout/IconLabelList"/>
    <dgm:cxn modelId="{552BC9D8-940D-4F51-A892-36D92FFDEE53}" type="presParOf" srcId="{C104023C-2A0F-44F8-8F16-793463A50B9D}" destId="{55C08A3F-41FF-4CA5-AEBC-F8188F9175C3}" srcOrd="0" destOrd="0" presId="urn:microsoft.com/office/officeart/2018/2/layout/IconLabelList"/>
    <dgm:cxn modelId="{B8F97021-BDC2-477F-813C-4418B3CE9402}" type="presParOf" srcId="{C104023C-2A0F-44F8-8F16-793463A50B9D}" destId="{36B2EDB0-E011-498A-959E-C55F4D29A825}" srcOrd="1" destOrd="0" presId="urn:microsoft.com/office/officeart/2018/2/layout/IconLabelList"/>
    <dgm:cxn modelId="{13CB77B3-FE55-4EEC-9A07-4005C88E3EAF}" type="presParOf" srcId="{C104023C-2A0F-44F8-8F16-793463A50B9D}" destId="{9FD3FF1B-49EA-4FD4-9607-7EC66E3D1856}" srcOrd="2" destOrd="0" presId="urn:microsoft.com/office/officeart/2018/2/layout/IconLabelList"/>
    <dgm:cxn modelId="{B2CC1244-3482-45C6-BDA7-203A5E865943}" type="presParOf" srcId="{A157D9B1-93E8-4123-88BE-4FE37182C53D}" destId="{9C0DB023-A363-494C-B525-2DDABFC97F83}" srcOrd="5" destOrd="0" presId="urn:microsoft.com/office/officeart/2018/2/layout/IconLabelList"/>
    <dgm:cxn modelId="{114B7CBC-4766-4178-B044-36F9385EC113}" type="presParOf" srcId="{A157D9B1-93E8-4123-88BE-4FE37182C53D}" destId="{7176BC8A-2E5F-47E4-B368-7023D7903741}" srcOrd="6" destOrd="0" presId="urn:microsoft.com/office/officeart/2018/2/layout/IconLabelList"/>
    <dgm:cxn modelId="{CB8DE038-1A34-4B28-8332-2F271BA37AC0}" type="presParOf" srcId="{7176BC8A-2E5F-47E4-B368-7023D7903741}" destId="{E764A8CB-CEEE-49CC-AF37-E8DFA5D20F48}" srcOrd="0" destOrd="0" presId="urn:microsoft.com/office/officeart/2018/2/layout/IconLabelList"/>
    <dgm:cxn modelId="{1B95D072-A96D-4606-BB3E-F930E622F1E1}" type="presParOf" srcId="{7176BC8A-2E5F-47E4-B368-7023D7903741}" destId="{B3C814B2-1330-4E84-A4E4-9015C32C2372}" srcOrd="1" destOrd="0" presId="urn:microsoft.com/office/officeart/2018/2/layout/IconLabelList"/>
    <dgm:cxn modelId="{A1425088-FE47-499F-87F9-F654DA9363F5}" type="presParOf" srcId="{7176BC8A-2E5F-47E4-B368-7023D7903741}" destId="{3DD2DF31-7120-4748-9D70-E8234F657900}" srcOrd="2" destOrd="0" presId="urn:microsoft.com/office/officeart/2018/2/layout/IconLabelList"/>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932EF5EE-E9A2-48A9-A743-71C68F484C9C}" type="doc">
      <dgm:prSet loTypeId="urn:microsoft.com/office/officeart/2018/5/layout/IconLeafLabelList" loCatId="icon" qsTypeId="urn:microsoft.com/office/officeart/2005/8/quickstyle/simple1" qsCatId="simple" csTypeId="urn:microsoft.com/office/officeart/2018/5/colors/Iconchunking_neutralicon_colorful1" csCatId="colorful" phldr="1"/>
      <dgm:spPr/>
      <dgm:t>
        <a:bodyPr/>
        <a:lstStyle/>
        <a:p>
          <a:endParaRPr lang="en-US"/>
        </a:p>
      </dgm:t>
    </dgm:pt>
    <dgm:pt modelId="{83999BE7-A801-4127-831C-7147E8BD8CD2}">
      <dgm:prSet/>
      <dgm:spPr/>
      <dgm:t>
        <a:bodyPr/>
        <a:lstStyle/>
        <a:p>
          <a:pPr>
            <a:lnSpc>
              <a:spcPct val="100000"/>
            </a:lnSpc>
            <a:defRPr cap="all"/>
          </a:pPr>
          <a:r>
            <a:rPr lang="en-US" baseline="0"/>
            <a:t>Continue….</a:t>
          </a:r>
          <a:endParaRPr lang="en-US"/>
        </a:p>
      </dgm:t>
    </dgm:pt>
    <dgm:pt modelId="{F1B82A8E-B9F5-4F1E-82A3-E2D78B42CA6D}" type="parTrans" cxnId="{6466FC50-D381-4C82-AE80-706412AB5D42}">
      <dgm:prSet/>
      <dgm:spPr/>
      <dgm:t>
        <a:bodyPr/>
        <a:lstStyle/>
        <a:p>
          <a:endParaRPr lang="en-US"/>
        </a:p>
      </dgm:t>
    </dgm:pt>
    <dgm:pt modelId="{63DF31CB-795D-460E-B73F-D1BDBC6AAE38}" type="sibTrans" cxnId="{6466FC50-D381-4C82-AE80-706412AB5D42}">
      <dgm:prSet/>
      <dgm:spPr/>
      <dgm:t>
        <a:bodyPr/>
        <a:lstStyle/>
        <a:p>
          <a:endParaRPr lang="en-US"/>
        </a:p>
      </dgm:t>
    </dgm:pt>
    <dgm:pt modelId="{18A73C39-DB6D-45F5-8158-2F09C0A16A13}">
      <dgm:prSet/>
      <dgm:spPr/>
      <dgm:t>
        <a:bodyPr/>
        <a:lstStyle/>
        <a:p>
          <a:pPr>
            <a:lnSpc>
              <a:spcPct val="100000"/>
            </a:lnSpc>
            <a:defRPr cap="all"/>
          </a:pPr>
          <a:r>
            <a:rPr lang="en-US" baseline="0"/>
            <a:t>Any thing to ask ??</a:t>
          </a:r>
          <a:endParaRPr lang="en-US"/>
        </a:p>
      </dgm:t>
    </dgm:pt>
    <dgm:pt modelId="{2F435F0D-F6FE-41CB-94D1-FCD42309A24E}" type="parTrans" cxnId="{60600C4F-1623-41E8-B219-E212CD40979A}">
      <dgm:prSet/>
      <dgm:spPr/>
      <dgm:t>
        <a:bodyPr/>
        <a:lstStyle/>
        <a:p>
          <a:endParaRPr lang="en-US"/>
        </a:p>
      </dgm:t>
    </dgm:pt>
    <dgm:pt modelId="{1F780F22-08BA-4E47-9B23-1986336A02B5}" type="sibTrans" cxnId="{60600C4F-1623-41E8-B219-E212CD40979A}">
      <dgm:prSet/>
      <dgm:spPr/>
      <dgm:t>
        <a:bodyPr/>
        <a:lstStyle/>
        <a:p>
          <a:endParaRPr lang="en-US"/>
        </a:p>
      </dgm:t>
    </dgm:pt>
    <dgm:pt modelId="{98738B24-6F9B-44AF-B205-212FC0A2BA32}" type="pres">
      <dgm:prSet presAssocID="{932EF5EE-E9A2-48A9-A743-71C68F484C9C}" presName="root" presStyleCnt="0">
        <dgm:presLayoutVars>
          <dgm:dir/>
          <dgm:resizeHandles val="exact"/>
        </dgm:presLayoutVars>
      </dgm:prSet>
      <dgm:spPr/>
    </dgm:pt>
    <dgm:pt modelId="{4FADF25B-51AA-4C54-B845-32D7B9976760}" type="pres">
      <dgm:prSet presAssocID="{83999BE7-A801-4127-831C-7147E8BD8CD2}" presName="compNode" presStyleCnt="0"/>
      <dgm:spPr/>
    </dgm:pt>
    <dgm:pt modelId="{1D99C13F-C867-4479-B693-3AFE974EE0DD}" type="pres">
      <dgm:prSet presAssocID="{83999BE7-A801-4127-831C-7147E8BD8CD2}" presName="iconBgRect" presStyleLbl="bgShp" presStyleIdx="0" presStyleCnt="2"/>
      <dgm:spPr>
        <a:prstGeom prst="round2DiagRect">
          <a:avLst>
            <a:gd name="adj1" fmla="val 29727"/>
            <a:gd name="adj2" fmla="val 0"/>
          </a:avLst>
        </a:prstGeom>
      </dgm:spPr>
    </dgm:pt>
    <dgm:pt modelId="{01FFF199-E143-43B7-9516-3962AF4D00EA}" type="pres">
      <dgm:prSet presAssocID="{83999BE7-A801-4127-831C-7147E8BD8CD2}" presName="iconRect" presStyleLbl="node1" presStyleIdx="0" presStyleCnt="2"/>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Beginning"/>
        </a:ext>
      </dgm:extLst>
    </dgm:pt>
    <dgm:pt modelId="{61B9E5EC-7221-4A88-A6EB-2265445AF70A}" type="pres">
      <dgm:prSet presAssocID="{83999BE7-A801-4127-831C-7147E8BD8CD2}" presName="spaceRect" presStyleCnt="0"/>
      <dgm:spPr/>
    </dgm:pt>
    <dgm:pt modelId="{419C95DF-4ADE-4AB1-9759-B3F6DE43E2A0}" type="pres">
      <dgm:prSet presAssocID="{83999BE7-A801-4127-831C-7147E8BD8CD2}" presName="textRect" presStyleLbl="revTx" presStyleIdx="0" presStyleCnt="2">
        <dgm:presLayoutVars>
          <dgm:chMax val="1"/>
          <dgm:chPref val="1"/>
        </dgm:presLayoutVars>
      </dgm:prSet>
      <dgm:spPr/>
    </dgm:pt>
    <dgm:pt modelId="{AFFA1592-3A7C-4A7F-988D-B5353E4C764A}" type="pres">
      <dgm:prSet presAssocID="{63DF31CB-795D-460E-B73F-D1BDBC6AAE38}" presName="sibTrans" presStyleCnt="0"/>
      <dgm:spPr/>
    </dgm:pt>
    <dgm:pt modelId="{A9E89FBF-3E81-4BA6-857D-E769E63ED80B}" type="pres">
      <dgm:prSet presAssocID="{18A73C39-DB6D-45F5-8158-2F09C0A16A13}" presName="compNode" presStyleCnt="0"/>
      <dgm:spPr/>
    </dgm:pt>
    <dgm:pt modelId="{C07AEB07-F129-4A81-A1B0-B1A7A7056C50}" type="pres">
      <dgm:prSet presAssocID="{18A73C39-DB6D-45F5-8158-2F09C0A16A13}" presName="iconBgRect" presStyleLbl="bgShp" presStyleIdx="1" presStyleCnt="2"/>
      <dgm:spPr>
        <a:prstGeom prst="round2DiagRect">
          <a:avLst>
            <a:gd name="adj1" fmla="val 29727"/>
            <a:gd name="adj2" fmla="val 0"/>
          </a:avLst>
        </a:prstGeom>
      </dgm:spPr>
    </dgm:pt>
    <dgm:pt modelId="{7E64E044-1FBF-42C8-83F4-CE3CAB024BA9}" type="pres">
      <dgm:prSet presAssocID="{18A73C39-DB6D-45F5-8158-2F09C0A16A13}" presName="iconRect" presStyleLbl="node1" presStyleIdx="1" presStyleCnt="2"/>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Question mark"/>
        </a:ext>
      </dgm:extLst>
    </dgm:pt>
    <dgm:pt modelId="{F31725AC-1F2E-462B-9AB8-A9D1F0FD2DD1}" type="pres">
      <dgm:prSet presAssocID="{18A73C39-DB6D-45F5-8158-2F09C0A16A13}" presName="spaceRect" presStyleCnt="0"/>
      <dgm:spPr/>
    </dgm:pt>
    <dgm:pt modelId="{24FDB169-6826-46DA-BC84-554DEA75B280}" type="pres">
      <dgm:prSet presAssocID="{18A73C39-DB6D-45F5-8158-2F09C0A16A13}" presName="textRect" presStyleLbl="revTx" presStyleIdx="1" presStyleCnt="2">
        <dgm:presLayoutVars>
          <dgm:chMax val="1"/>
          <dgm:chPref val="1"/>
        </dgm:presLayoutVars>
      </dgm:prSet>
      <dgm:spPr/>
    </dgm:pt>
  </dgm:ptLst>
  <dgm:cxnLst>
    <dgm:cxn modelId="{BC04DF4B-48B4-4357-A3AE-502A98E098FC}" type="presOf" srcId="{18A73C39-DB6D-45F5-8158-2F09C0A16A13}" destId="{24FDB169-6826-46DA-BC84-554DEA75B280}" srcOrd="0" destOrd="0" presId="urn:microsoft.com/office/officeart/2018/5/layout/IconLeafLabelList"/>
    <dgm:cxn modelId="{60600C4F-1623-41E8-B219-E212CD40979A}" srcId="{932EF5EE-E9A2-48A9-A743-71C68F484C9C}" destId="{18A73C39-DB6D-45F5-8158-2F09C0A16A13}" srcOrd="1" destOrd="0" parTransId="{2F435F0D-F6FE-41CB-94D1-FCD42309A24E}" sibTransId="{1F780F22-08BA-4E47-9B23-1986336A02B5}"/>
    <dgm:cxn modelId="{6466FC50-D381-4C82-AE80-706412AB5D42}" srcId="{932EF5EE-E9A2-48A9-A743-71C68F484C9C}" destId="{83999BE7-A801-4127-831C-7147E8BD8CD2}" srcOrd="0" destOrd="0" parTransId="{F1B82A8E-B9F5-4F1E-82A3-E2D78B42CA6D}" sibTransId="{63DF31CB-795D-460E-B73F-D1BDBC6AAE38}"/>
    <dgm:cxn modelId="{D17C3876-4A80-416C-A36D-AA8A079F0036}" type="presOf" srcId="{83999BE7-A801-4127-831C-7147E8BD8CD2}" destId="{419C95DF-4ADE-4AB1-9759-B3F6DE43E2A0}" srcOrd="0" destOrd="0" presId="urn:microsoft.com/office/officeart/2018/5/layout/IconLeafLabelList"/>
    <dgm:cxn modelId="{C9C75F57-478C-489F-A777-F37D2529E0C9}" type="presOf" srcId="{932EF5EE-E9A2-48A9-A743-71C68F484C9C}" destId="{98738B24-6F9B-44AF-B205-212FC0A2BA32}" srcOrd="0" destOrd="0" presId="urn:microsoft.com/office/officeart/2018/5/layout/IconLeafLabelList"/>
    <dgm:cxn modelId="{4DCC2757-9715-4078-BE49-C68ECDABD380}" type="presParOf" srcId="{98738B24-6F9B-44AF-B205-212FC0A2BA32}" destId="{4FADF25B-51AA-4C54-B845-32D7B9976760}" srcOrd="0" destOrd="0" presId="urn:microsoft.com/office/officeart/2018/5/layout/IconLeafLabelList"/>
    <dgm:cxn modelId="{CDFFBCE1-68D6-443B-A56B-AC5DFE75E989}" type="presParOf" srcId="{4FADF25B-51AA-4C54-B845-32D7B9976760}" destId="{1D99C13F-C867-4479-B693-3AFE974EE0DD}" srcOrd="0" destOrd="0" presId="urn:microsoft.com/office/officeart/2018/5/layout/IconLeafLabelList"/>
    <dgm:cxn modelId="{F0255C21-5BA3-44AA-9A7F-C386148EBDA4}" type="presParOf" srcId="{4FADF25B-51AA-4C54-B845-32D7B9976760}" destId="{01FFF199-E143-43B7-9516-3962AF4D00EA}" srcOrd="1" destOrd="0" presId="urn:microsoft.com/office/officeart/2018/5/layout/IconLeafLabelList"/>
    <dgm:cxn modelId="{C86C1066-3026-49CB-B93C-1519034618F3}" type="presParOf" srcId="{4FADF25B-51AA-4C54-B845-32D7B9976760}" destId="{61B9E5EC-7221-4A88-A6EB-2265445AF70A}" srcOrd="2" destOrd="0" presId="urn:microsoft.com/office/officeart/2018/5/layout/IconLeafLabelList"/>
    <dgm:cxn modelId="{36B2A881-BF13-4108-80B4-3B2E2A8AFAAF}" type="presParOf" srcId="{4FADF25B-51AA-4C54-B845-32D7B9976760}" destId="{419C95DF-4ADE-4AB1-9759-B3F6DE43E2A0}" srcOrd="3" destOrd="0" presId="urn:microsoft.com/office/officeart/2018/5/layout/IconLeafLabelList"/>
    <dgm:cxn modelId="{C9B1BBE0-CD61-434E-9AB3-717180E3FFD2}" type="presParOf" srcId="{98738B24-6F9B-44AF-B205-212FC0A2BA32}" destId="{AFFA1592-3A7C-4A7F-988D-B5353E4C764A}" srcOrd="1" destOrd="0" presId="urn:microsoft.com/office/officeart/2018/5/layout/IconLeafLabelList"/>
    <dgm:cxn modelId="{E5713F8F-FE87-4B52-8403-16469C7945FB}" type="presParOf" srcId="{98738B24-6F9B-44AF-B205-212FC0A2BA32}" destId="{A9E89FBF-3E81-4BA6-857D-E769E63ED80B}" srcOrd="2" destOrd="0" presId="urn:microsoft.com/office/officeart/2018/5/layout/IconLeafLabelList"/>
    <dgm:cxn modelId="{05CFA2E0-9B01-4B84-BE0B-75E78081DA85}" type="presParOf" srcId="{A9E89FBF-3E81-4BA6-857D-E769E63ED80B}" destId="{C07AEB07-F129-4A81-A1B0-B1A7A7056C50}" srcOrd="0" destOrd="0" presId="urn:microsoft.com/office/officeart/2018/5/layout/IconLeafLabelList"/>
    <dgm:cxn modelId="{0B39F8E7-00FF-416F-9316-66D055BD47B0}" type="presParOf" srcId="{A9E89FBF-3E81-4BA6-857D-E769E63ED80B}" destId="{7E64E044-1FBF-42C8-83F4-CE3CAB024BA9}" srcOrd="1" destOrd="0" presId="urn:microsoft.com/office/officeart/2018/5/layout/IconLeafLabelList"/>
    <dgm:cxn modelId="{0137E0AD-A6DF-4938-B2E0-DFE626532932}" type="presParOf" srcId="{A9E89FBF-3E81-4BA6-857D-E769E63ED80B}" destId="{F31725AC-1F2E-462B-9AB8-A9D1F0FD2DD1}" srcOrd="2" destOrd="0" presId="urn:microsoft.com/office/officeart/2018/5/layout/IconLeafLabelList"/>
    <dgm:cxn modelId="{37368F36-410F-4C32-BA97-63914DA2DC35}" type="presParOf" srcId="{A9E89FBF-3E81-4BA6-857D-E769E63ED80B}" destId="{24FDB169-6826-46DA-BC84-554DEA75B280}" srcOrd="3" destOrd="0" presId="urn:microsoft.com/office/officeart/2018/5/layout/IconLeafLabelList"/>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DE07EA4-D7BD-4482-AA90-962E5DA05374}">
      <dsp:nvSpPr>
        <dsp:cNvPr id="0" name=""/>
        <dsp:cNvSpPr/>
      </dsp:nvSpPr>
      <dsp:spPr>
        <a:xfrm>
          <a:off x="939730" y="117871"/>
          <a:ext cx="701630" cy="701630"/>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5875"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0D3850BE-7760-4161-9A85-F48B7D1F1490}">
      <dsp:nvSpPr>
        <dsp:cNvPr id="0" name=""/>
        <dsp:cNvSpPr/>
      </dsp:nvSpPr>
      <dsp:spPr>
        <a:xfrm>
          <a:off x="510955" y="1250135"/>
          <a:ext cx="1559179" cy="173831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711200">
            <a:lnSpc>
              <a:spcPct val="100000"/>
            </a:lnSpc>
            <a:spcBef>
              <a:spcPct val="0"/>
            </a:spcBef>
            <a:spcAft>
              <a:spcPct val="35000"/>
            </a:spcAft>
            <a:buNone/>
          </a:pPr>
          <a:r>
            <a:rPr lang="en-US" sz="1600" kern="1200"/>
            <a:t>It makes it easier to manage complexity by dividing an application into the model, the view, and the controller.</a:t>
          </a:r>
        </a:p>
      </dsp:txBody>
      <dsp:txXfrm>
        <a:off x="510955" y="1250135"/>
        <a:ext cx="1559179" cy="1738317"/>
      </dsp:txXfrm>
    </dsp:sp>
    <dsp:sp modelId="{4931D07B-8CE3-4E57-B9C9-F87A5446F736}">
      <dsp:nvSpPr>
        <dsp:cNvPr id="0" name=""/>
        <dsp:cNvSpPr/>
      </dsp:nvSpPr>
      <dsp:spPr>
        <a:xfrm>
          <a:off x="2771766" y="117871"/>
          <a:ext cx="701630" cy="701630"/>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5875"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EB7374DC-A5FD-4E72-A913-152A4024746C}">
      <dsp:nvSpPr>
        <dsp:cNvPr id="0" name=""/>
        <dsp:cNvSpPr/>
      </dsp:nvSpPr>
      <dsp:spPr>
        <a:xfrm>
          <a:off x="2342992" y="1250135"/>
          <a:ext cx="1559179" cy="173831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711200">
            <a:lnSpc>
              <a:spcPct val="100000"/>
            </a:lnSpc>
            <a:spcBef>
              <a:spcPct val="0"/>
            </a:spcBef>
            <a:spcAft>
              <a:spcPct val="35000"/>
            </a:spcAft>
            <a:buNone/>
          </a:pPr>
          <a:r>
            <a:rPr lang="en-US" sz="1600" kern="1200"/>
            <a:t>It does not use view state or server-based forms. This makes the MVC framework ideal for developers who want full control over the behavior of an application.</a:t>
          </a:r>
        </a:p>
      </dsp:txBody>
      <dsp:txXfrm>
        <a:off x="2342992" y="1250135"/>
        <a:ext cx="1559179" cy="1738317"/>
      </dsp:txXfrm>
    </dsp:sp>
    <dsp:sp modelId="{55C08A3F-41FF-4CA5-AEBC-F8188F9175C3}">
      <dsp:nvSpPr>
        <dsp:cNvPr id="0" name=""/>
        <dsp:cNvSpPr/>
      </dsp:nvSpPr>
      <dsp:spPr>
        <a:xfrm>
          <a:off x="4603802" y="117871"/>
          <a:ext cx="701630" cy="701630"/>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5875"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9FD3FF1B-49EA-4FD4-9607-7EC66E3D1856}">
      <dsp:nvSpPr>
        <dsp:cNvPr id="0" name=""/>
        <dsp:cNvSpPr/>
      </dsp:nvSpPr>
      <dsp:spPr>
        <a:xfrm>
          <a:off x="4175028" y="1250135"/>
          <a:ext cx="1559179" cy="173831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711200">
            <a:lnSpc>
              <a:spcPct val="100000"/>
            </a:lnSpc>
            <a:spcBef>
              <a:spcPct val="0"/>
            </a:spcBef>
            <a:spcAft>
              <a:spcPct val="35000"/>
            </a:spcAft>
            <a:buNone/>
          </a:pPr>
          <a:r>
            <a:rPr lang="en-US" sz="1600" kern="1200"/>
            <a:t>It provides better support for test-driven development (TDD).</a:t>
          </a:r>
        </a:p>
      </dsp:txBody>
      <dsp:txXfrm>
        <a:off x="4175028" y="1250135"/>
        <a:ext cx="1559179" cy="1738317"/>
      </dsp:txXfrm>
    </dsp:sp>
    <dsp:sp modelId="{E764A8CB-CEEE-49CC-AF37-E8DFA5D20F48}">
      <dsp:nvSpPr>
        <dsp:cNvPr id="0" name=""/>
        <dsp:cNvSpPr/>
      </dsp:nvSpPr>
      <dsp:spPr>
        <a:xfrm>
          <a:off x="6435838" y="117871"/>
          <a:ext cx="701630" cy="701630"/>
        </a:xfrm>
        <a:prstGeom prst="rect">
          <a:avLst/>
        </a:prstGeom>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w="15875"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3DD2DF31-7120-4748-9D70-E8234F657900}">
      <dsp:nvSpPr>
        <dsp:cNvPr id="0" name=""/>
        <dsp:cNvSpPr/>
      </dsp:nvSpPr>
      <dsp:spPr>
        <a:xfrm>
          <a:off x="6007064" y="1250135"/>
          <a:ext cx="1559179" cy="173831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711200">
            <a:lnSpc>
              <a:spcPct val="100000"/>
            </a:lnSpc>
            <a:spcBef>
              <a:spcPct val="0"/>
            </a:spcBef>
            <a:spcAft>
              <a:spcPct val="35000"/>
            </a:spcAft>
            <a:buNone/>
          </a:pPr>
          <a:r>
            <a:rPr lang="en-US" sz="1600" kern="1200"/>
            <a:t>It works well for Web applications that are supported by large teams of developers and for Web designers who need a high degree of control over the application behavior.</a:t>
          </a:r>
        </a:p>
      </dsp:txBody>
      <dsp:txXfrm>
        <a:off x="6007064" y="1250135"/>
        <a:ext cx="1559179" cy="1738317"/>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D99C13F-C867-4479-B693-3AFE974EE0DD}">
      <dsp:nvSpPr>
        <dsp:cNvPr id="0" name=""/>
        <dsp:cNvSpPr/>
      </dsp:nvSpPr>
      <dsp:spPr>
        <a:xfrm>
          <a:off x="1325840" y="7033"/>
          <a:ext cx="1749937" cy="1749937"/>
        </a:xfrm>
        <a:prstGeom prst="round2DiagRect">
          <a:avLst>
            <a:gd name="adj1" fmla="val 29727"/>
            <a:gd name="adj2" fmla="val 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01FFF199-E143-43B7-9516-3962AF4D00EA}">
      <dsp:nvSpPr>
        <dsp:cNvPr id="0" name=""/>
        <dsp:cNvSpPr/>
      </dsp:nvSpPr>
      <dsp:spPr>
        <a:xfrm>
          <a:off x="1698778" y="379971"/>
          <a:ext cx="1004062" cy="1004062"/>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5875"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419C95DF-4ADE-4AB1-9759-B3F6DE43E2A0}">
      <dsp:nvSpPr>
        <dsp:cNvPr id="0" name=""/>
        <dsp:cNvSpPr/>
      </dsp:nvSpPr>
      <dsp:spPr>
        <a:xfrm>
          <a:off x="766434" y="2302033"/>
          <a:ext cx="286875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1155700">
            <a:lnSpc>
              <a:spcPct val="100000"/>
            </a:lnSpc>
            <a:spcBef>
              <a:spcPct val="0"/>
            </a:spcBef>
            <a:spcAft>
              <a:spcPct val="35000"/>
            </a:spcAft>
            <a:buNone/>
            <a:defRPr cap="all"/>
          </a:pPr>
          <a:r>
            <a:rPr lang="en-US" sz="2600" kern="1200" baseline="0"/>
            <a:t>Continue….</a:t>
          </a:r>
          <a:endParaRPr lang="en-US" sz="2600" kern="1200"/>
        </a:p>
      </dsp:txBody>
      <dsp:txXfrm>
        <a:off x="766434" y="2302033"/>
        <a:ext cx="2868750" cy="720000"/>
      </dsp:txXfrm>
    </dsp:sp>
    <dsp:sp modelId="{C07AEB07-F129-4A81-A1B0-B1A7A7056C50}">
      <dsp:nvSpPr>
        <dsp:cNvPr id="0" name=""/>
        <dsp:cNvSpPr/>
      </dsp:nvSpPr>
      <dsp:spPr>
        <a:xfrm>
          <a:off x="4696621" y="7033"/>
          <a:ext cx="1749937" cy="1749937"/>
        </a:xfrm>
        <a:prstGeom prst="round2DiagRect">
          <a:avLst>
            <a:gd name="adj1" fmla="val 29727"/>
            <a:gd name="adj2" fmla="val 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7E64E044-1FBF-42C8-83F4-CE3CAB024BA9}">
      <dsp:nvSpPr>
        <dsp:cNvPr id="0" name=""/>
        <dsp:cNvSpPr/>
      </dsp:nvSpPr>
      <dsp:spPr>
        <a:xfrm>
          <a:off x="5069559" y="379971"/>
          <a:ext cx="1004062" cy="1004062"/>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5875"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24FDB169-6826-46DA-BC84-554DEA75B280}">
      <dsp:nvSpPr>
        <dsp:cNvPr id="0" name=""/>
        <dsp:cNvSpPr/>
      </dsp:nvSpPr>
      <dsp:spPr>
        <a:xfrm>
          <a:off x="4137215" y="2302033"/>
          <a:ext cx="286875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1155700">
            <a:lnSpc>
              <a:spcPct val="100000"/>
            </a:lnSpc>
            <a:spcBef>
              <a:spcPct val="0"/>
            </a:spcBef>
            <a:spcAft>
              <a:spcPct val="35000"/>
            </a:spcAft>
            <a:buNone/>
            <a:defRPr cap="all"/>
          </a:pPr>
          <a:r>
            <a:rPr lang="en-US" sz="2600" kern="1200" baseline="0"/>
            <a:t>Any thing to ask ??</a:t>
          </a:r>
          <a:endParaRPr lang="en-US" sz="2600" kern="1200"/>
        </a:p>
      </dsp:txBody>
      <dsp:txXfrm>
        <a:off x="4137215" y="2302033"/>
        <a:ext cx="2868750" cy="720000"/>
      </dsp:txXfrm>
    </dsp:sp>
  </dsp:spTree>
</dsp:drawing>
</file>

<file path=ppt/diagrams/layout1.xml><?xml version="1.0" encoding="utf-8"?>
<dgm:layoutDef xmlns:dgm="http://schemas.openxmlformats.org/drawingml/2006/diagram" xmlns:a="http://schemas.openxmlformats.org/drawingml/2006/main" uniqueId="urn:microsoft.com/office/officeart/2018/2/layout/IconLabelList">
  <dgm:title val="Icon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20"/>
          <dgm:constr type="w" for="ch" forName="sibTrans" refType="w" refFor="ch" refForName="compNode" fact="0.175"/>
          <dgm:constr type="sp" refType="w" refFor="ch" refForName="compNode" op="equ" fact="0.25"/>
          <dgm:constr type="primFontSz" for="des" ptType="node" op="equ" val="50"/>
          <dgm:constr type="h" for="des" forName="compNode" op="equ"/>
          <dgm:constr type="h" for="des" forName="textRect" op="equ"/>
        </dgm:constrLst>
      </dgm:if>
      <dgm:if name="Name5"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6"/>
          <dgm:constr type="h" for="des" forName="compNode" op="equ"/>
          <dgm:constr type="h" for="des" forName="textRect" op="equ"/>
        </dgm:constrLst>
      </dgm:if>
      <dgm:else name="Name6">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7" axis="ch" ptType="node">
      <dgm:layoutNode name="compNode">
        <dgm:alg type="composite"/>
        <dgm:shape xmlns:r="http://schemas.openxmlformats.org/officeDocument/2006/relationships" r:blip="">
          <dgm:adjLst/>
        </dgm:shape>
        <dgm:presOf axis="self"/>
        <dgm:constrLst>
          <dgm:constr type="w" for="ch" forName="iconRect" refType="w" fact="0.45"/>
          <dgm:constr type="h" for="ch" forName="iconRect" refType="w" refFor="ch" refForName="iconRect"/>
          <dgm:constr type="ctrX" for="ch" forName="iconRect" refType="w" fact="0.5"/>
          <dgm:constr type="t" for="ch" forName="iconRect"/>
          <dgm:constr type="h" for="ch" forName="spaceRect" refType="h" fact="0.15"/>
          <dgm:constr type="w" for="ch" forName="spaceRect" refType="w"/>
          <dgm:constr type="l" for="ch" forName="spaceRect"/>
          <dgm:constr type="t" for="ch" forName="spaceRect" refType="b" refFor="ch" refForName="icon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8"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dgm1612:lstStyle>
    </a:ext>
  </dgm:extLst>
</dgm:layoutDef>
</file>

<file path=ppt/diagrams/layout2.xml><?xml version="1.0" encoding="utf-8"?>
<dgm:layoutDef xmlns:dgm="http://schemas.openxmlformats.org/drawingml/2006/diagram" xmlns:a="http://schemas.openxmlformats.org/drawingml/2006/main" uniqueId="urn:microsoft.com/office/officeart/2018/5/layout/IconLeafLabelList">
  <dgm:title val="Icon Leaf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4"/>
          <dgm:constr type="h" for="des" forName="compNode" op="equ"/>
          <dgm:constr type="h" for="des" forName="textRect" op="equ"/>
        </dgm:constrLst>
      </dgm:if>
      <dgm:if name="Name5" axis="ch" ptType="node" func="cnt" op="lte" val="3">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0"/>
          <dgm:constr type="h" for="des" forName="compNode" op="equ"/>
          <dgm:constr type="h" for="des" forName="textRect" op="equ"/>
        </dgm:constrLst>
      </dgm:if>
      <dgm:if name="Name6"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2"/>
          <dgm:constr type="h" for="des" forName="compNode" op="equ"/>
          <dgm:constr type="h" for="des" forName="textRect" op="equ"/>
        </dgm:constrLst>
      </dgm:if>
      <dgm:else name="Name7">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8" axis="ch" ptType="node">
      <dgm:layoutNode name="compNode">
        <dgm:alg type="composite"/>
        <dgm:shape xmlns:r="http://schemas.openxmlformats.org/officeDocument/2006/relationships" r:blip="">
          <dgm:adjLst/>
        </dgm:shape>
        <dgm:presOf axis="self"/>
        <dgm:constrLst>
          <dgm:constr type="w" for="ch" forName="iconBgRect" refType="w" fact="0.61"/>
          <dgm:constr type="h" for="ch" forName="iconBgRect" refType="w" refFor="ch" refForName="iconBgRect"/>
          <dgm:constr type="t" for="ch" forName="iconBgRect"/>
          <dgm:constr type="ctrX" for="ch" forName="iconBgRect" refType="w" fact="0.5"/>
          <dgm:constr type="w" for="ch" forName="iconRect" refType="w" fact="0.35"/>
          <dgm:constr type="h" for="ch" forName="iconRect" refType="w" refFor="ch" refForName="iconRect"/>
          <dgm:constr type="ctrX" for="ch" forName="iconRect" refType="ctrX" refFor="ch" refForName="iconBgRect"/>
          <dgm:constr type="ctrY" for="ch" forName="iconRect" refType="ctrY" refFor="ch" refForName="iconBgRect"/>
          <dgm:constr type="h" for="ch" forName="spaceRect" refType="w" fact="0.19"/>
          <dgm:constr type="w" for="ch" forName="spaceRect" refType="w"/>
          <dgm:constr type="l" for="ch" forName="spaceRect"/>
          <dgm:constr type="t" for="ch" forName="spaceRect" refType="b" refFor="ch" refForName="iconBg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BgRect" styleLbl="bgShp">
          <dgm:alg type="sp"/>
          <dgm:shape xmlns:r="http://schemas.openxmlformats.org/officeDocument/2006/relationships" type="round2DiagRect" r:blip="">
            <dgm:adjLst/>
            <dgm:extLst>
              <a:ext uri="{B698B0E9-8C71-41B9-8309-B3DCBF30829C}">
                <dgm1612:spPr xmlns:dgm1612="http://schemas.microsoft.com/office/drawing/2016/12/diagram">
                  <a:prstGeom prst="round2DiagRect">
                    <a:avLst>
                      <a:gd name="adj1" fmla="val 29727"/>
                      <a:gd name="adj2" fmla="val 0"/>
                    </a:avLst>
                  </a:prstGeom>
                </dgm1612:spPr>
              </a:ext>
            </dgm:ext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9"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cap="all"/>
        </a:lvl1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7.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21858" name="Rectangle 2">
            <a:extLst>
              <a:ext uri="{FF2B5EF4-FFF2-40B4-BE49-F238E27FC236}">
                <a16:creationId xmlns:a16="http://schemas.microsoft.com/office/drawing/2014/main" id="{0A90D812-285E-45BA-991F-3B053307A42D}"/>
              </a:ext>
            </a:extLst>
          </p:cNvPr>
          <p:cNvSpPr>
            <a:spLocks noGrp="1" noChangeArrowheads="1"/>
          </p:cNvSpPr>
          <p:nvPr>
            <p:ph type="hdr" sz="quarter"/>
          </p:nvPr>
        </p:nvSpPr>
        <p:spPr bwMode="auto">
          <a:xfrm>
            <a:off x="0" y="0"/>
            <a:ext cx="3076575" cy="5111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9048" tIns="49524" rIns="99048" bIns="49524" numCol="1" anchor="t" anchorCtr="0" compatLnSpc="1">
            <a:prstTxWarp prst="textNoShape">
              <a:avLst/>
            </a:prstTxWarp>
          </a:bodyPr>
          <a:lstStyle>
            <a:lvl1pPr defTabSz="990600" eaLnBrk="1" hangingPunct="1">
              <a:defRPr sz="1300">
                <a:ea typeface="Angsana New" panose="02020603050405020304" pitchFamily="18" charset="-34"/>
                <a:cs typeface="Angsana New" panose="02020603050405020304" pitchFamily="18" charset="-34"/>
              </a:defRPr>
            </a:lvl1pPr>
          </a:lstStyle>
          <a:p>
            <a:pPr>
              <a:defRPr/>
            </a:pPr>
            <a:endParaRPr lang="th-TH" altLang="en-US"/>
          </a:p>
        </p:txBody>
      </p:sp>
      <p:sp>
        <p:nvSpPr>
          <p:cNvPr id="121859" name="Rectangle 3">
            <a:extLst>
              <a:ext uri="{FF2B5EF4-FFF2-40B4-BE49-F238E27FC236}">
                <a16:creationId xmlns:a16="http://schemas.microsoft.com/office/drawing/2014/main" id="{0F67A946-3E2C-4C51-977C-26A29244F098}"/>
              </a:ext>
            </a:extLst>
          </p:cNvPr>
          <p:cNvSpPr>
            <a:spLocks noGrp="1" noChangeArrowheads="1"/>
          </p:cNvSpPr>
          <p:nvPr>
            <p:ph type="dt" idx="1"/>
          </p:nvPr>
        </p:nvSpPr>
        <p:spPr bwMode="auto">
          <a:xfrm>
            <a:off x="4021138" y="0"/>
            <a:ext cx="3076575" cy="5111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9048" tIns="49524" rIns="99048" bIns="49524" numCol="1" anchor="t" anchorCtr="0" compatLnSpc="1">
            <a:prstTxWarp prst="textNoShape">
              <a:avLst/>
            </a:prstTxWarp>
          </a:bodyPr>
          <a:lstStyle>
            <a:lvl1pPr algn="r" defTabSz="990600" eaLnBrk="1" hangingPunct="1">
              <a:defRPr sz="1300">
                <a:ea typeface="Angsana New" panose="02020603050405020304" pitchFamily="18" charset="-34"/>
                <a:cs typeface="Angsana New" panose="02020603050405020304" pitchFamily="18" charset="-34"/>
              </a:defRPr>
            </a:lvl1pPr>
          </a:lstStyle>
          <a:p>
            <a:pPr>
              <a:defRPr/>
            </a:pPr>
            <a:endParaRPr lang="th-TH" altLang="en-US"/>
          </a:p>
        </p:txBody>
      </p:sp>
      <p:sp>
        <p:nvSpPr>
          <p:cNvPr id="44036" name="Rectangle 4">
            <a:extLst>
              <a:ext uri="{FF2B5EF4-FFF2-40B4-BE49-F238E27FC236}">
                <a16:creationId xmlns:a16="http://schemas.microsoft.com/office/drawing/2014/main" id="{15225186-8A11-432F-AA98-2D5E5BDD3642}"/>
              </a:ext>
            </a:extLst>
          </p:cNvPr>
          <p:cNvSpPr>
            <a:spLocks noGrp="1" noRot="1" noChangeAspect="1" noChangeArrowheads="1" noTextEdit="1"/>
          </p:cNvSpPr>
          <p:nvPr>
            <p:ph type="sldImg" idx="2"/>
          </p:nvPr>
        </p:nvSpPr>
        <p:spPr bwMode="auto">
          <a:xfrm>
            <a:off x="990600" y="768350"/>
            <a:ext cx="5118100" cy="3836988"/>
          </a:xfrm>
          <a:prstGeom prst="rect">
            <a:avLst/>
          </a:prstGeom>
          <a:noFill/>
          <a:ln w="9525">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121861" name="Rectangle 5">
            <a:extLst>
              <a:ext uri="{FF2B5EF4-FFF2-40B4-BE49-F238E27FC236}">
                <a16:creationId xmlns:a16="http://schemas.microsoft.com/office/drawing/2014/main" id="{9BC1CC21-6C5F-4763-87E7-383E478E4E08}"/>
              </a:ext>
            </a:extLst>
          </p:cNvPr>
          <p:cNvSpPr>
            <a:spLocks noGrp="1" noChangeArrowheads="1"/>
          </p:cNvSpPr>
          <p:nvPr>
            <p:ph type="body" sz="quarter" idx="3"/>
          </p:nvPr>
        </p:nvSpPr>
        <p:spPr bwMode="auto">
          <a:xfrm>
            <a:off x="709613" y="4860925"/>
            <a:ext cx="5680075" cy="46053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9048" tIns="49524" rIns="99048" bIns="49524" numCol="1" anchor="t" anchorCtr="0" compatLnSpc="1">
            <a:prstTxWarp prst="textNoShape">
              <a:avLst/>
            </a:prstTxWarp>
          </a:bodyPr>
          <a:lstStyle/>
          <a:p>
            <a:pPr lvl="0"/>
            <a:r>
              <a:rPr lang="th-TH" altLang="en-US" noProof="0"/>
              <a:t>Click to edit Master text styles</a:t>
            </a:r>
          </a:p>
          <a:p>
            <a:pPr lvl="1"/>
            <a:r>
              <a:rPr lang="th-TH" altLang="en-US" noProof="0"/>
              <a:t>Second level</a:t>
            </a:r>
          </a:p>
          <a:p>
            <a:pPr lvl="2"/>
            <a:r>
              <a:rPr lang="th-TH" altLang="en-US" noProof="0"/>
              <a:t>Third level</a:t>
            </a:r>
          </a:p>
          <a:p>
            <a:pPr lvl="3"/>
            <a:r>
              <a:rPr lang="th-TH" altLang="en-US" noProof="0"/>
              <a:t>Fourth level</a:t>
            </a:r>
          </a:p>
          <a:p>
            <a:pPr lvl="4"/>
            <a:r>
              <a:rPr lang="th-TH" altLang="en-US" noProof="0"/>
              <a:t>Fifth level</a:t>
            </a:r>
          </a:p>
        </p:txBody>
      </p:sp>
      <p:sp>
        <p:nvSpPr>
          <p:cNvPr id="121862" name="Rectangle 6">
            <a:extLst>
              <a:ext uri="{FF2B5EF4-FFF2-40B4-BE49-F238E27FC236}">
                <a16:creationId xmlns:a16="http://schemas.microsoft.com/office/drawing/2014/main" id="{64EBE8B3-3F9B-456F-B901-2F004D5B654A}"/>
              </a:ext>
            </a:extLst>
          </p:cNvPr>
          <p:cNvSpPr>
            <a:spLocks noGrp="1" noChangeArrowheads="1"/>
          </p:cNvSpPr>
          <p:nvPr>
            <p:ph type="ftr" sz="quarter" idx="4"/>
          </p:nvPr>
        </p:nvSpPr>
        <p:spPr bwMode="auto">
          <a:xfrm>
            <a:off x="0" y="9721850"/>
            <a:ext cx="3076575" cy="5111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9048" tIns="49524" rIns="99048" bIns="49524" numCol="1" anchor="b" anchorCtr="0" compatLnSpc="1">
            <a:prstTxWarp prst="textNoShape">
              <a:avLst/>
            </a:prstTxWarp>
          </a:bodyPr>
          <a:lstStyle>
            <a:lvl1pPr defTabSz="990600" eaLnBrk="1" hangingPunct="1">
              <a:defRPr sz="1300">
                <a:ea typeface="Angsana New" panose="02020603050405020304" pitchFamily="18" charset="-34"/>
                <a:cs typeface="Angsana New" panose="02020603050405020304" pitchFamily="18" charset="-34"/>
              </a:defRPr>
            </a:lvl1pPr>
          </a:lstStyle>
          <a:p>
            <a:pPr>
              <a:defRPr/>
            </a:pPr>
            <a:endParaRPr lang="th-TH" altLang="en-US"/>
          </a:p>
        </p:txBody>
      </p:sp>
      <p:sp>
        <p:nvSpPr>
          <p:cNvPr id="121863" name="Rectangle 7">
            <a:extLst>
              <a:ext uri="{FF2B5EF4-FFF2-40B4-BE49-F238E27FC236}">
                <a16:creationId xmlns:a16="http://schemas.microsoft.com/office/drawing/2014/main" id="{3D2FC271-3D65-4025-B92F-C7BB2C360095}"/>
              </a:ext>
            </a:extLst>
          </p:cNvPr>
          <p:cNvSpPr>
            <a:spLocks noGrp="1" noChangeArrowheads="1"/>
          </p:cNvSpPr>
          <p:nvPr>
            <p:ph type="sldNum" sz="quarter" idx="5"/>
          </p:nvPr>
        </p:nvSpPr>
        <p:spPr bwMode="auto">
          <a:xfrm>
            <a:off x="4021138" y="9721850"/>
            <a:ext cx="3076575" cy="5111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9048" tIns="49524" rIns="99048" bIns="49524" numCol="1" anchor="b" anchorCtr="0" compatLnSpc="1">
            <a:prstTxWarp prst="textNoShape">
              <a:avLst/>
            </a:prstTxWarp>
          </a:bodyPr>
          <a:lstStyle>
            <a:lvl1pPr algn="r" defTabSz="990600" eaLnBrk="1" hangingPunct="1">
              <a:defRPr sz="1300">
                <a:ea typeface="Angsana New" panose="02020603050405020304" pitchFamily="18" charset="-34"/>
                <a:cs typeface="Angsana New" panose="02020603050405020304" pitchFamily="18" charset="-34"/>
              </a:defRPr>
            </a:lvl1pPr>
          </a:lstStyle>
          <a:p>
            <a:pPr>
              <a:defRPr/>
            </a:pPr>
            <a:fld id="{C07C3744-6EC3-4E79-A53A-5EE949019065}" type="slidenum">
              <a:rPr lang="en-US" altLang="en-US"/>
              <a:pPr>
                <a:defRPr/>
              </a:pPr>
              <a:t>‹#›</a:t>
            </a:fld>
            <a:endParaRPr lang="th-TH" altLang="en-US"/>
          </a:p>
        </p:txBody>
      </p:sp>
    </p:spTree>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Arial" panose="020B0604020202020204" pitchFamily="34" charset="0"/>
        <a:ea typeface="+mn-ea"/>
        <a:cs typeface="Arial" panose="020B0604020202020204" pitchFamily="34" charset="0"/>
      </a:defRPr>
    </a:lvl1pPr>
    <a:lvl2pPr marL="457200" algn="l" rtl="0" eaLnBrk="0" fontAlgn="base" hangingPunct="0">
      <a:spcBef>
        <a:spcPct val="30000"/>
      </a:spcBef>
      <a:spcAft>
        <a:spcPct val="0"/>
      </a:spcAft>
      <a:defRPr sz="1200" kern="1200">
        <a:solidFill>
          <a:schemeClr val="tx1"/>
        </a:solidFill>
        <a:latin typeface="Arial" panose="020B0604020202020204" pitchFamily="34" charset="0"/>
        <a:ea typeface="+mn-ea"/>
        <a:cs typeface="Arial" panose="020B0604020202020204" pitchFamily="34" charset="0"/>
      </a:defRPr>
    </a:lvl2pPr>
    <a:lvl3pPr marL="914400" algn="l" rtl="0" eaLnBrk="0" fontAlgn="base" hangingPunct="0">
      <a:spcBef>
        <a:spcPct val="30000"/>
      </a:spcBef>
      <a:spcAft>
        <a:spcPct val="0"/>
      </a:spcAft>
      <a:defRPr sz="1200" kern="1200">
        <a:solidFill>
          <a:schemeClr val="tx1"/>
        </a:solidFill>
        <a:latin typeface="Arial" panose="020B0604020202020204" pitchFamily="34" charset="0"/>
        <a:ea typeface="+mn-ea"/>
        <a:cs typeface="Arial" panose="020B0604020202020204" pitchFamily="34" charset="0"/>
      </a:defRPr>
    </a:lvl3pPr>
    <a:lvl4pPr marL="1371600" algn="l" rtl="0" eaLnBrk="0" fontAlgn="base" hangingPunct="0">
      <a:spcBef>
        <a:spcPct val="30000"/>
      </a:spcBef>
      <a:spcAft>
        <a:spcPct val="0"/>
      </a:spcAft>
      <a:defRPr sz="1200" kern="1200">
        <a:solidFill>
          <a:schemeClr val="tx1"/>
        </a:solidFill>
        <a:latin typeface="Arial" panose="020B0604020202020204" pitchFamily="34" charset="0"/>
        <a:ea typeface="+mn-ea"/>
        <a:cs typeface="Arial" panose="020B0604020202020204" pitchFamily="34" charset="0"/>
      </a:defRPr>
    </a:lvl4pPr>
    <a:lvl5pPr marL="1828800" algn="l" rtl="0" eaLnBrk="0" fontAlgn="base" hangingPunct="0">
      <a:spcBef>
        <a:spcPct val="30000"/>
      </a:spcBef>
      <a:spcAft>
        <a:spcPct val="0"/>
      </a:spcAft>
      <a:defRPr sz="1200" kern="1200">
        <a:solidFill>
          <a:schemeClr val="tx1"/>
        </a:solidFill>
        <a:latin typeface="Arial" panose="020B0604020202020204" pitchFamily="34" charset="0"/>
        <a:ea typeface="+mn-ea"/>
        <a:cs typeface="Arial" panose="020B0604020202020204" pitchFamily="34" charset="0"/>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2" name="Slide Image Placeholder 1">
            <a:extLst>
              <a:ext uri="{FF2B5EF4-FFF2-40B4-BE49-F238E27FC236}">
                <a16:creationId xmlns:a16="http://schemas.microsoft.com/office/drawing/2014/main" id="{E927BB22-7120-44A8-9731-A2D2E90B1390}"/>
              </a:ext>
            </a:extLst>
          </p:cNvPr>
          <p:cNvSpPr>
            <a:spLocks noGrp="1" noRot="1" noChangeAspect="1" noChangeArrowheads="1" noTextEdit="1"/>
          </p:cNvSpPr>
          <p:nvPr>
            <p:ph type="sldImg"/>
          </p:nvPr>
        </p:nvSpPr>
        <p:spPr>
          <a:xfrm>
            <a:off x="1150938" y="692150"/>
            <a:ext cx="4556125" cy="3416300"/>
          </a:xfrm>
          <a:ln/>
        </p:spPr>
      </p:sp>
      <p:sp>
        <p:nvSpPr>
          <p:cNvPr id="46083" name="Notes Placeholder 2">
            <a:extLst>
              <a:ext uri="{FF2B5EF4-FFF2-40B4-BE49-F238E27FC236}">
                <a16:creationId xmlns:a16="http://schemas.microsoft.com/office/drawing/2014/main" id="{B1D4B81E-0CC1-4B34-931C-D8E6CA341978}"/>
              </a:ext>
            </a:extLst>
          </p:cNvPr>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p>
        </p:txBody>
      </p:sp>
      <p:sp>
        <p:nvSpPr>
          <p:cNvPr id="46084" name="Footer Placeholder 3">
            <a:extLst>
              <a:ext uri="{FF2B5EF4-FFF2-40B4-BE49-F238E27FC236}">
                <a16:creationId xmlns:a16="http://schemas.microsoft.com/office/drawing/2014/main" id="{484F9F28-10A3-46CF-9C5F-2B4FA1BD8BE1}"/>
              </a:ext>
            </a:extLst>
          </p:cNvPr>
          <p:cNvSpPr>
            <a:spLocks noGrp="1"/>
          </p:cNvSpPr>
          <p:nvPr>
            <p:ph type="ftr" sz="quarter" idx="4"/>
          </p:nvPr>
        </p:nvSpPr>
        <p:spPr>
          <a:xfrm>
            <a:off x="0" y="8686800"/>
            <a:ext cx="2971800" cy="457200"/>
          </a:xfrm>
          <a:noFill/>
        </p:spPr>
        <p:txBody>
          <a:bodyPr/>
          <a:lstStyle>
            <a:lvl1pPr defTabSz="990600">
              <a:defRPr>
                <a:solidFill>
                  <a:schemeClr val="tx1"/>
                </a:solidFill>
                <a:latin typeface="Arial" panose="020B0604020202020204" pitchFamily="34" charset="0"/>
                <a:ea typeface="Angsana New" panose="02020603050405020304" pitchFamily="18" charset="-34"/>
              </a:defRPr>
            </a:lvl1pPr>
            <a:lvl2pPr marL="742950" indent="-285750" defTabSz="990600">
              <a:defRPr>
                <a:solidFill>
                  <a:schemeClr val="tx1"/>
                </a:solidFill>
                <a:latin typeface="Arial" panose="020B0604020202020204" pitchFamily="34" charset="0"/>
                <a:ea typeface="Angsana New" panose="02020603050405020304" pitchFamily="18" charset="-34"/>
              </a:defRPr>
            </a:lvl2pPr>
            <a:lvl3pPr marL="1143000" indent="-228600" defTabSz="990600">
              <a:defRPr>
                <a:solidFill>
                  <a:schemeClr val="tx1"/>
                </a:solidFill>
                <a:latin typeface="Arial" panose="020B0604020202020204" pitchFamily="34" charset="0"/>
                <a:ea typeface="Angsana New" panose="02020603050405020304" pitchFamily="18" charset="-34"/>
              </a:defRPr>
            </a:lvl3pPr>
            <a:lvl4pPr marL="1600200" indent="-228600" defTabSz="990600">
              <a:defRPr>
                <a:solidFill>
                  <a:schemeClr val="tx1"/>
                </a:solidFill>
                <a:latin typeface="Arial" panose="020B0604020202020204" pitchFamily="34" charset="0"/>
                <a:ea typeface="Angsana New" panose="02020603050405020304" pitchFamily="18" charset="-34"/>
              </a:defRPr>
            </a:lvl4pPr>
            <a:lvl5pPr marL="2057400" indent="-228600" defTabSz="990600">
              <a:defRPr>
                <a:solidFill>
                  <a:schemeClr val="tx1"/>
                </a:solidFill>
                <a:latin typeface="Arial" panose="020B0604020202020204" pitchFamily="34" charset="0"/>
                <a:ea typeface="Angsana New" panose="02020603050405020304" pitchFamily="18" charset="-34"/>
              </a:defRPr>
            </a:lvl5pPr>
            <a:lvl6pPr marL="2514600" indent="-228600" defTabSz="990600" eaLnBrk="0" fontAlgn="base" hangingPunct="0">
              <a:spcBef>
                <a:spcPct val="0"/>
              </a:spcBef>
              <a:spcAft>
                <a:spcPct val="0"/>
              </a:spcAft>
              <a:defRPr>
                <a:solidFill>
                  <a:schemeClr val="tx1"/>
                </a:solidFill>
                <a:latin typeface="Arial" panose="020B0604020202020204" pitchFamily="34" charset="0"/>
                <a:ea typeface="Angsana New" panose="02020603050405020304" pitchFamily="18" charset="-34"/>
              </a:defRPr>
            </a:lvl6pPr>
            <a:lvl7pPr marL="2971800" indent="-228600" defTabSz="990600" eaLnBrk="0" fontAlgn="base" hangingPunct="0">
              <a:spcBef>
                <a:spcPct val="0"/>
              </a:spcBef>
              <a:spcAft>
                <a:spcPct val="0"/>
              </a:spcAft>
              <a:defRPr>
                <a:solidFill>
                  <a:schemeClr val="tx1"/>
                </a:solidFill>
                <a:latin typeface="Arial" panose="020B0604020202020204" pitchFamily="34" charset="0"/>
                <a:ea typeface="Angsana New" panose="02020603050405020304" pitchFamily="18" charset="-34"/>
              </a:defRPr>
            </a:lvl7pPr>
            <a:lvl8pPr marL="3429000" indent="-228600" defTabSz="990600" eaLnBrk="0" fontAlgn="base" hangingPunct="0">
              <a:spcBef>
                <a:spcPct val="0"/>
              </a:spcBef>
              <a:spcAft>
                <a:spcPct val="0"/>
              </a:spcAft>
              <a:defRPr>
                <a:solidFill>
                  <a:schemeClr val="tx1"/>
                </a:solidFill>
                <a:latin typeface="Arial" panose="020B0604020202020204" pitchFamily="34" charset="0"/>
                <a:ea typeface="Angsana New" panose="02020603050405020304" pitchFamily="18" charset="-34"/>
              </a:defRPr>
            </a:lvl8pPr>
            <a:lvl9pPr marL="3886200" indent="-228600" defTabSz="990600" eaLnBrk="0" fontAlgn="base" hangingPunct="0">
              <a:spcBef>
                <a:spcPct val="0"/>
              </a:spcBef>
              <a:spcAft>
                <a:spcPct val="0"/>
              </a:spcAft>
              <a:defRPr>
                <a:solidFill>
                  <a:schemeClr val="tx1"/>
                </a:solidFill>
                <a:latin typeface="Arial" panose="020B0604020202020204" pitchFamily="34" charset="0"/>
                <a:ea typeface="Angsana New" panose="02020603050405020304" pitchFamily="18" charset="-34"/>
              </a:defRPr>
            </a:lvl9pPr>
          </a:lstStyle>
          <a:p>
            <a:r>
              <a:rPr lang="en-US" altLang="en-US"/>
              <a:t>© 2016 Pearson Education, Inc., Hoboken, NJ. All rights reserved.</a:t>
            </a:r>
          </a:p>
        </p:txBody>
      </p:sp>
      <p:sp>
        <p:nvSpPr>
          <p:cNvPr id="46085" name="Slide Number Placeholder 4">
            <a:extLst>
              <a:ext uri="{FF2B5EF4-FFF2-40B4-BE49-F238E27FC236}">
                <a16:creationId xmlns:a16="http://schemas.microsoft.com/office/drawing/2014/main" id="{32185DEE-BFE2-45E2-8220-BC578E7C10C4}"/>
              </a:ext>
            </a:extLst>
          </p:cNvPr>
          <p:cNvSpPr>
            <a:spLocks noGrp="1" noChangeArrowheads="1"/>
          </p:cNvSpPr>
          <p:nvPr>
            <p:ph type="sldNum" sz="quarter" idx="5"/>
          </p:nvPr>
        </p:nvSpPr>
        <p:spPr>
          <a:xfrm>
            <a:off x="3886200" y="8686800"/>
            <a:ext cx="2971800" cy="457200"/>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09638">
              <a:defRPr>
                <a:solidFill>
                  <a:schemeClr val="tx1"/>
                </a:solidFill>
                <a:latin typeface="Arial" panose="020B0604020202020204" pitchFamily="34" charset="0"/>
                <a:ea typeface="Angsana New" panose="02020603050405020304" pitchFamily="18" charset="-34"/>
              </a:defRPr>
            </a:lvl1pPr>
            <a:lvl2pPr marL="742950" indent="-285750" defTabSz="909638">
              <a:defRPr>
                <a:solidFill>
                  <a:schemeClr val="tx1"/>
                </a:solidFill>
                <a:latin typeface="Arial" panose="020B0604020202020204" pitchFamily="34" charset="0"/>
                <a:ea typeface="Angsana New" panose="02020603050405020304" pitchFamily="18" charset="-34"/>
              </a:defRPr>
            </a:lvl2pPr>
            <a:lvl3pPr marL="1143000" indent="-228600" defTabSz="909638">
              <a:defRPr>
                <a:solidFill>
                  <a:schemeClr val="tx1"/>
                </a:solidFill>
                <a:latin typeface="Arial" panose="020B0604020202020204" pitchFamily="34" charset="0"/>
                <a:ea typeface="Angsana New" panose="02020603050405020304" pitchFamily="18" charset="-34"/>
              </a:defRPr>
            </a:lvl3pPr>
            <a:lvl4pPr marL="1600200" indent="-228600" defTabSz="909638">
              <a:defRPr>
                <a:solidFill>
                  <a:schemeClr val="tx1"/>
                </a:solidFill>
                <a:latin typeface="Arial" panose="020B0604020202020204" pitchFamily="34" charset="0"/>
                <a:ea typeface="Angsana New" panose="02020603050405020304" pitchFamily="18" charset="-34"/>
              </a:defRPr>
            </a:lvl4pPr>
            <a:lvl5pPr marL="2057400" indent="-228600" defTabSz="909638">
              <a:defRPr>
                <a:solidFill>
                  <a:schemeClr val="tx1"/>
                </a:solidFill>
                <a:latin typeface="Arial" panose="020B0604020202020204" pitchFamily="34" charset="0"/>
                <a:ea typeface="Angsana New" panose="02020603050405020304" pitchFamily="18" charset="-34"/>
              </a:defRPr>
            </a:lvl5pPr>
            <a:lvl6pPr marL="2514600" indent="-228600" defTabSz="909638" eaLnBrk="0" fontAlgn="base" hangingPunct="0">
              <a:spcBef>
                <a:spcPct val="0"/>
              </a:spcBef>
              <a:spcAft>
                <a:spcPct val="0"/>
              </a:spcAft>
              <a:defRPr>
                <a:solidFill>
                  <a:schemeClr val="tx1"/>
                </a:solidFill>
                <a:latin typeface="Arial" panose="020B0604020202020204" pitchFamily="34" charset="0"/>
                <a:ea typeface="Angsana New" panose="02020603050405020304" pitchFamily="18" charset="-34"/>
              </a:defRPr>
            </a:lvl6pPr>
            <a:lvl7pPr marL="2971800" indent="-228600" defTabSz="909638" eaLnBrk="0" fontAlgn="base" hangingPunct="0">
              <a:spcBef>
                <a:spcPct val="0"/>
              </a:spcBef>
              <a:spcAft>
                <a:spcPct val="0"/>
              </a:spcAft>
              <a:defRPr>
                <a:solidFill>
                  <a:schemeClr val="tx1"/>
                </a:solidFill>
                <a:latin typeface="Arial" panose="020B0604020202020204" pitchFamily="34" charset="0"/>
                <a:ea typeface="Angsana New" panose="02020603050405020304" pitchFamily="18" charset="-34"/>
              </a:defRPr>
            </a:lvl7pPr>
            <a:lvl8pPr marL="3429000" indent="-228600" defTabSz="909638" eaLnBrk="0" fontAlgn="base" hangingPunct="0">
              <a:spcBef>
                <a:spcPct val="0"/>
              </a:spcBef>
              <a:spcAft>
                <a:spcPct val="0"/>
              </a:spcAft>
              <a:defRPr>
                <a:solidFill>
                  <a:schemeClr val="tx1"/>
                </a:solidFill>
                <a:latin typeface="Arial" panose="020B0604020202020204" pitchFamily="34" charset="0"/>
                <a:ea typeface="Angsana New" panose="02020603050405020304" pitchFamily="18" charset="-34"/>
              </a:defRPr>
            </a:lvl8pPr>
            <a:lvl9pPr marL="3886200" indent="-228600" defTabSz="909638" eaLnBrk="0" fontAlgn="base" hangingPunct="0">
              <a:spcBef>
                <a:spcPct val="0"/>
              </a:spcBef>
              <a:spcAft>
                <a:spcPct val="0"/>
              </a:spcAft>
              <a:defRPr>
                <a:solidFill>
                  <a:schemeClr val="tx1"/>
                </a:solidFill>
                <a:latin typeface="Arial" panose="020B0604020202020204" pitchFamily="34" charset="0"/>
                <a:ea typeface="Angsana New" panose="02020603050405020304" pitchFamily="18" charset="-34"/>
              </a:defRPr>
            </a:lvl9pPr>
          </a:lstStyle>
          <a:p>
            <a:fld id="{404B7AD8-E783-48AE-9303-16B5B68B1C49}" type="slidenum">
              <a:rPr lang="en-US" altLang="en-US" sz="1000" i="1" smtClean="0">
                <a:latin typeface="Times New Roman" panose="02020603050405020304" pitchFamily="18" charset="0"/>
                <a:ea typeface="新細明體" panose="02020500000000000000" pitchFamily="18" charset="-120"/>
              </a:rPr>
              <a:pPr/>
              <a:t>1</a:t>
            </a:fld>
            <a:endParaRPr lang="en-US" altLang="en-US" sz="1000" i="1">
              <a:latin typeface="Times New Roman" panose="02020603050405020304" pitchFamily="18" charset="0"/>
              <a:ea typeface="新細明體" panose="02020500000000000000" pitchFamily="18" charset="-120"/>
            </a:endParaRP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7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6.xml"/></Relationships>
</file>

<file path=ppt/slideLayouts/_rels/slideLayout7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6.xml"/></Relationships>
</file>

<file path=ppt/slideLayouts/_rels/slideLayout7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6.xml"/></Relationships>
</file>

<file path=ppt/slideLayouts/_rels/slideLayout7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6.xml"/></Relationships>
</file>

<file path=ppt/slideLayouts/_rels/slideLayout7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6.xml"/></Relationships>
</file>

<file path=ppt/slideLayouts/_rels/slideLayout7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6.xml"/></Relationships>
</file>

<file path=ppt/slideLayouts/_rels/slideLayout7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6.xml"/></Relationships>
</file>

<file path=ppt/slideLayouts/_rels/slideLayout7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6.xml"/></Relationships>
</file>

<file path=ppt/slideLayouts/_rels/slideLayout7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6.xml"/></Relationships>
</file>

<file path=ppt/slideLayouts/_rels/slideLayout7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6.xml"/></Relationships>
</file>

<file path=ppt/slideLayouts/_rels/slideLayout8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6.xml"/></Relationships>
</file>

<file path=ppt/slideLayouts/_rels/slideLayout8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6.xml"/></Relationships>
</file>

<file path=ppt/slideLayouts/_rels/slideLayout8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6.xml"/></Relationships>
</file>

<file path=ppt/slideLayouts/_rels/slideLayout8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6.xml"/></Relationships>
</file>

<file path=ppt/slideLayouts/_rels/slideLayout8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6.xml"/></Relationships>
</file>

<file path=ppt/slideLayouts/_rels/slideLayout8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6.xml"/></Relationships>
</file>

<file path=ppt/slideLayouts/_rels/slideLayout8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6.xml"/></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4" name="Group 2">
            <a:extLst>
              <a:ext uri="{FF2B5EF4-FFF2-40B4-BE49-F238E27FC236}">
                <a16:creationId xmlns:a16="http://schemas.microsoft.com/office/drawing/2014/main" id="{CA7BF0AF-4BD3-456F-876E-731944C7CF1E}"/>
              </a:ext>
            </a:extLst>
          </p:cNvPr>
          <p:cNvGrpSpPr>
            <a:grpSpLocks/>
          </p:cNvGrpSpPr>
          <p:nvPr/>
        </p:nvGrpSpPr>
        <p:grpSpPr bwMode="auto">
          <a:xfrm>
            <a:off x="0" y="0"/>
            <a:ext cx="8763000" cy="5943600"/>
            <a:chOff x="0" y="0"/>
            <a:chExt cx="5520" cy="3744"/>
          </a:xfrm>
        </p:grpSpPr>
        <p:sp>
          <p:nvSpPr>
            <p:cNvPr id="5" name="Rectangle 3">
              <a:extLst>
                <a:ext uri="{FF2B5EF4-FFF2-40B4-BE49-F238E27FC236}">
                  <a16:creationId xmlns:a16="http://schemas.microsoft.com/office/drawing/2014/main" id="{66A0F1AE-2137-46E3-93A2-7105D8B0B170}"/>
                </a:ext>
              </a:extLst>
            </p:cNvPr>
            <p:cNvSpPr>
              <a:spLocks noChangeArrowheads="1"/>
            </p:cNvSpPr>
            <p:nvPr/>
          </p:nvSpPr>
          <p:spPr bwMode="auto">
            <a:xfrm>
              <a:off x="0" y="0"/>
              <a:ext cx="1104" cy="3072"/>
            </a:xfrm>
            <a:prstGeom prst="rect">
              <a:avLst/>
            </a:prstGeom>
            <a:solidFill>
              <a:schemeClr val="accent1"/>
            </a:solidFill>
            <a:ln>
              <a:noFill/>
            </a:ln>
            <a:effectLst/>
            <a:extLst>
              <a:ext uri="{91240B29-F687-4F45-9708-019B960494DF}">
                <a14:hiddenLine xmlns:a14="http://schemas.microsoft.com/office/drawing/2010/main" w="9525">
                  <a:solidFill>
                    <a:schemeClr val="bg2"/>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a:solidFill>
                    <a:schemeClr val="tx1"/>
                  </a:solidFill>
                  <a:latin typeface="Arial" panose="020B0604020202020204" pitchFamily="34" charset="0"/>
                  <a:ea typeface="Angsana New" panose="02020603050405020304" pitchFamily="18" charset="-34"/>
                </a:defRPr>
              </a:lvl1pPr>
              <a:lvl2pPr marL="742950" indent="-285750">
                <a:defRPr>
                  <a:solidFill>
                    <a:schemeClr val="tx1"/>
                  </a:solidFill>
                  <a:latin typeface="Arial" panose="020B0604020202020204" pitchFamily="34" charset="0"/>
                  <a:ea typeface="Angsana New" panose="02020603050405020304" pitchFamily="18" charset="-34"/>
                </a:defRPr>
              </a:lvl2pPr>
              <a:lvl3pPr marL="1143000" indent="-228600">
                <a:defRPr>
                  <a:solidFill>
                    <a:schemeClr val="tx1"/>
                  </a:solidFill>
                  <a:latin typeface="Arial" panose="020B0604020202020204" pitchFamily="34" charset="0"/>
                  <a:ea typeface="Angsana New" panose="02020603050405020304" pitchFamily="18" charset="-34"/>
                </a:defRPr>
              </a:lvl3pPr>
              <a:lvl4pPr marL="1600200" indent="-228600">
                <a:defRPr>
                  <a:solidFill>
                    <a:schemeClr val="tx1"/>
                  </a:solidFill>
                  <a:latin typeface="Arial" panose="020B0604020202020204" pitchFamily="34" charset="0"/>
                  <a:ea typeface="Angsana New" panose="02020603050405020304" pitchFamily="18" charset="-34"/>
                </a:defRPr>
              </a:lvl4pPr>
              <a:lvl5pPr marL="2057400" indent="-228600">
                <a:defRPr>
                  <a:solidFill>
                    <a:schemeClr val="tx1"/>
                  </a:solidFill>
                  <a:latin typeface="Arial" panose="020B0604020202020204" pitchFamily="34" charset="0"/>
                  <a:ea typeface="Angsana New" panose="02020603050405020304" pitchFamily="18" charset="-34"/>
                </a:defRPr>
              </a:lvl5pPr>
              <a:lvl6pPr marL="2514600" indent="-228600" eaLnBrk="0" fontAlgn="base" hangingPunct="0">
                <a:spcBef>
                  <a:spcPct val="0"/>
                </a:spcBef>
                <a:spcAft>
                  <a:spcPct val="0"/>
                </a:spcAft>
                <a:defRPr>
                  <a:solidFill>
                    <a:schemeClr val="tx1"/>
                  </a:solidFill>
                  <a:latin typeface="Arial" panose="020B0604020202020204" pitchFamily="34" charset="0"/>
                  <a:ea typeface="Angsana New" panose="02020603050405020304" pitchFamily="18" charset="-34"/>
                </a:defRPr>
              </a:lvl6pPr>
              <a:lvl7pPr marL="2971800" indent="-228600" eaLnBrk="0" fontAlgn="base" hangingPunct="0">
                <a:spcBef>
                  <a:spcPct val="0"/>
                </a:spcBef>
                <a:spcAft>
                  <a:spcPct val="0"/>
                </a:spcAft>
                <a:defRPr>
                  <a:solidFill>
                    <a:schemeClr val="tx1"/>
                  </a:solidFill>
                  <a:latin typeface="Arial" panose="020B0604020202020204" pitchFamily="34" charset="0"/>
                  <a:ea typeface="Angsana New" panose="02020603050405020304" pitchFamily="18" charset="-34"/>
                </a:defRPr>
              </a:lvl7pPr>
              <a:lvl8pPr marL="3429000" indent="-228600" eaLnBrk="0" fontAlgn="base" hangingPunct="0">
                <a:spcBef>
                  <a:spcPct val="0"/>
                </a:spcBef>
                <a:spcAft>
                  <a:spcPct val="0"/>
                </a:spcAft>
                <a:defRPr>
                  <a:solidFill>
                    <a:schemeClr val="tx1"/>
                  </a:solidFill>
                  <a:latin typeface="Arial" panose="020B0604020202020204" pitchFamily="34" charset="0"/>
                  <a:ea typeface="Angsana New" panose="02020603050405020304" pitchFamily="18" charset="-34"/>
                </a:defRPr>
              </a:lvl8pPr>
              <a:lvl9pPr marL="3886200" indent="-228600" eaLnBrk="0" fontAlgn="base" hangingPunct="0">
                <a:spcBef>
                  <a:spcPct val="0"/>
                </a:spcBef>
                <a:spcAft>
                  <a:spcPct val="0"/>
                </a:spcAft>
                <a:defRPr>
                  <a:solidFill>
                    <a:schemeClr val="tx1"/>
                  </a:solidFill>
                  <a:latin typeface="Arial" panose="020B0604020202020204" pitchFamily="34" charset="0"/>
                  <a:ea typeface="Angsana New" panose="02020603050405020304" pitchFamily="18" charset="-34"/>
                </a:defRPr>
              </a:lvl9pPr>
            </a:lstStyle>
            <a:p>
              <a:pPr algn="ctr" eaLnBrk="1" hangingPunct="1">
                <a:defRPr/>
              </a:pPr>
              <a:endParaRPr lang="en-US" altLang="en-US" sz="2400">
                <a:latin typeface="Times New Roman" panose="02020603050405020304" pitchFamily="18" charset="0"/>
              </a:endParaRPr>
            </a:p>
          </p:txBody>
        </p:sp>
        <p:grpSp>
          <p:nvGrpSpPr>
            <p:cNvPr id="6" name="Group 4">
              <a:extLst>
                <a:ext uri="{FF2B5EF4-FFF2-40B4-BE49-F238E27FC236}">
                  <a16:creationId xmlns:a16="http://schemas.microsoft.com/office/drawing/2014/main" id="{2926F480-999F-4E5A-A679-2CC66462FF7A}"/>
                </a:ext>
              </a:extLst>
            </p:cNvPr>
            <p:cNvGrpSpPr>
              <a:grpSpLocks/>
            </p:cNvGrpSpPr>
            <p:nvPr userDrawn="1"/>
          </p:nvGrpSpPr>
          <p:grpSpPr bwMode="auto">
            <a:xfrm>
              <a:off x="0" y="2208"/>
              <a:ext cx="5520" cy="1536"/>
              <a:chOff x="0" y="2208"/>
              <a:chExt cx="5520" cy="1536"/>
            </a:xfrm>
          </p:grpSpPr>
          <p:sp>
            <p:nvSpPr>
              <p:cNvPr id="10" name="Rectangle 5">
                <a:extLst>
                  <a:ext uri="{FF2B5EF4-FFF2-40B4-BE49-F238E27FC236}">
                    <a16:creationId xmlns:a16="http://schemas.microsoft.com/office/drawing/2014/main" id="{787588DD-AA41-4277-9C17-B221A4E03C4C}"/>
                  </a:ext>
                </a:extLst>
              </p:cNvPr>
              <p:cNvSpPr>
                <a:spLocks noChangeArrowheads="1"/>
              </p:cNvSpPr>
              <p:nvPr/>
            </p:nvSpPr>
            <p:spPr bwMode="ltGray">
              <a:xfrm>
                <a:off x="624" y="2208"/>
                <a:ext cx="4896" cy="1536"/>
              </a:xfrm>
              <a:prstGeom prst="rect">
                <a:avLst/>
              </a:prstGeom>
              <a:solidFill>
                <a:schemeClr val="bg2"/>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a:solidFill>
                      <a:schemeClr val="tx1"/>
                    </a:solidFill>
                    <a:latin typeface="Arial" panose="020B0604020202020204" pitchFamily="34" charset="0"/>
                    <a:ea typeface="Angsana New" panose="02020603050405020304" pitchFamily="18" charset="-34"/>
                  </a:defRPr>
                </a:lvl1pPr>
                <a:lvl2pPr marL="742950" indent="-285750">
                  <a:defRPr>
                    <a:solidFill>
                      <a:schemeClr val="tx1"/>
                    </a:solidFill>
                    <a:latin typeface="Arial" panose="020B0604020202020204" pitchFamily="34" charset="0"/>
                    <a:ea typeface="Angsana New" panose="02020603050405020304" pitchFamily="18" charset="-34"/>
                  </a:defRPr>
                </a:lvl2pPr>
                <a:lvl3pPr marL="1143000" indent="-228600">
                  <a:defRPr>
                    <a:solidFill>
                      <a:schemeClr val="tx1"/>
                    </a:solidFill>
                    <a:latin typeface="Arial" panose="020B0604020202020204" pitchFamily="34" charset="0"/>
                    <a:ea typeface="Angsana New" panose="02020603050405020304" pitchFamily="18" charset="-34"/>
                  </a:defRPr>
                </a:lvl3pPr>
                <a:lvl4pPr marL="1600200" indent="-228600">
                  <a:defRPr>
                    <a:solidFill>
                      <a:schemeClr val="tx1"/>
                    </a:solidFill>
                    <a:latin typeface="Arial" panose="020B0604020202020204" pitchFamily="34" charset="0"/>
                    <a:ea typeface="Angsana New" panose="02020603050405020304" pitchFamily="18" charset="-34"/>
                  </a:defRPr>
                </a:lvl4pPr>
                <a:lvl5pPr marL="2057400" indent="-228600">
                  <a:defRPr>
                    <a:solidFill>
                      <a:schemeClr val="tx1"/>
                    </a:solidFill>
                    <a:latin typeface="Arial" panose="020B0604020202020204" pitchFamily="34" charset="0"/>
                    <a:ea typeface="Angsana New" panose="02020603050405020304" pitchFamily="18" charset="-34"/>
                  </a:defRPr>
                </a:lvl5pPr>
                <a:lvl6pPr marL="2514600" indent="-228600" eaLnBrk="0" fontAlgn="base" hangingPunct="0">
                  <a:spcBef>
                    <a:spcPct val="0"/>
                  </a:spcBef>
                  <a:spcAft>
                    <a:spcPct val="0"/>
                  </a:spcAft>
                  <a:defRPr>
                    <a:solidFill>
                      <a:schemeClr val="tx1"/>
                    </a:solidFill>
                    <a:latin typeface="Arial" panose="020B0604020202020204" pitchFamily="34" charset="0"/>
                    <a:ea typeface="Angsana New" panose="02020603050405020304" pitchFamily="18" charset="-34"/>
                  </a:defRPr>
                </a:lvl6pPr>
                <a:lvl7pPr marL="2971800" indent="-228600" eaLnBrk="0" fontAlgn="base" hangingPunct="0">
                  <a:spcBef>
                    <a:spcPct val="0"/>
                  </a:spcBef>
                  <a:spcAft>
                    <a:spcPct val="0"/>
                  </a:spcAft>
                  <a:defRPr>
                    <a:solidFill>
                      <a:schemeClr val="tx1"/>
                    </a:solidFill>
                    <a:latin typeface="Arial" panose="020B0604020202020204" pitchFamily="34" charset="0"/>
                    <a:ea typeface="Angsana New" panose="02020603050405020304" pitchFamily="18" charset="-34"/>
                  </a:defRPr>
                </a:lvl7pPr>
                <a:lvl8pPr marL="3429000" indent="-228600" eaLnBrk="0" fontAlgn="base" hangingPunct="0">
                  <a:spcBef>
                    <a:spcPct val="0"/>
                  </a:spcBef>
                  <a:spcAft>
                    <a:spcPct val="0"/>
                  </a:spcAft>
                  <a:defRPr>
                    <a:solidFill>
                      <a:schemeClr val="tx1"/>
                    </a:solidFill>
                    <a:latin typeface="Arial" panose="020B0604020202020204" pitchFamily="34" charset="0"/>
                    <a:ea typeface="Angsana New" panose="02020603050405020304" pitchFamily="18" charset="-34"/>
                  </a:defRPr>
                </a:lvl8pPr>
                <a:lvl9pPr marL="3886200" indent="-228600" eaLnBrk="0" fontAlgn="base" hangingPunct="0">
                  <a:spcBef>
                    <a:spcPct val="0"/>
                  </a:spcBef>
                  <a:spcAft>
                    <a:spcPct val="0"/>
                  </a:spcAft>
                  <a:defRPr>
                    <a:solidFill>
                      <a:schemeClr val="tx1"/>
                    </a:solidFill>
                    <a:latin typeface="Arial" panose="020B0604020202020204" pitchFamily="34" charset="0"/>
                    <a:ea typeface="Angsana New" panose="02020603050405020304" pitchFamily="18" charset="-34"/>
                  </a:defRPr>
                </a:lvl9pPr>
              </a:lstStyle>
              <a:p>
                <a:pPr algn="ctr" eaLnBrk="1" hangingPunct="1">
                  <a:defRPr/>
                </a:pPr>
                <a:endParaRPr lang="en-US" altLang="en-US" sz="2400">
                  <a:latin typeface="Times New Roman" panose="02020603050405020304" pitchFamily="18" charset="0"/>
                </a:endParaRPr>
              </a:p>
            </p:txBody>
          </p:sp>
          <p:sp>
            <p:nvSpPr>
              <p:cNvPr id="11" name="Rectangle 6">
                <a:extLst>
                  <a:ext uri="{FF2B5EF4-FFF2-40B4-BE49-F238E27FC236}">
                    <a16:creationId xmlns:a16="http://schemas.microsoft.com/office/drawing/2014/main" id="{DF66D16C-F975-445F-861F-4D4E68151433}"/>
                  </a:ext>
                </a:extLst>
              </p:cNvPr>
              <p:cNvSpPr>
                <a:spLocks noChangeArrowheads="1"/>
              </p:cNvSpPr>
              <p:nvPr/>
            </p:nvSpPr>
            <p:spPr bwMode="white">
              <a:xfrm>
                <a:off x="654" y="2352"/>
                <a:ext cx="4818" cy="134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a:solidFill>
                      <a:schemeClr val="tx1"/>
                    </a:solidFill>
                    <a:latin typeface="Arial" panose="020B0604020202020204" pitchFamily="34" charset="0"/>
                    <a:ea typeface="Angsana New" panose="02020603050405020304" pitchFamily="18" charset="-34"/>
                  </a:defRPr>
                </a:lvl1pPr>
                <a:lvl2pPr marL="742950" indent="-285750">
                  <a:defRPr>
                    <a:solidFill>
                      <a:schemeClr val="tx1"/>
                    </a:solidFill>
                    <a:latin typeface="Arial" panose="020B0604020202020204" pitchFamily="34" charset="0"/>
                    <a:ea typeface="Angsana New" panose="02020603050405020304" pitchFamily="18" charset="-34"/>
                  </a:defRPr>
                </a:lvl2pPr>
                <a:lvl3pPr marL="1143000" indent="-228600">
                  <a:defRPr>
                    <a:solidFill>
                      <a:schemeClr val="tx1"/>
                    </a:solidFill>
                    <a:latin typeface="Arial" panose="020B0604020202020204" pitchFamily="34" charset="0"/>
                    <a:ea typeface="Angsana New" panose="02020603050405020304" pitchFamily="18" charset="-34"/>
                  </a:defRPr>
                </a:lvl3pPr>
                <a:lvl4pPr marL="1600200" indent="-228600">
                  <a:defRPr>
                    <a:solidFill>
                      <a:schemeClr val="tx1"/>
                    </a:solidFill>
                    <a:latin typeface="Arial" panose="020B0604020202020204" pitchFamily="34" charset="0"/>
                    <a:ea typeface="Angsana New" panose="02020603050405020304" pitchFamily="18" charset="-34"/>
                  </a:defRPr>
                </a:lvl4pPr>
                <a:lvl5pPr marL="2057400" indent="-228600">
                  <a:defRPr>
                    <a:solidFill>
                      <a:schemeClr val="tx1"/>
                    </a:solidFill>
                    <a:latin typeface="Arial" panose="020B0604020202020204" pitchFamily="34" charset="0"/>
                    <a:ea typeface="Angsana New" panose="02020603050405020304" pitchFamily="18" charset="-34"/>
                  </a:defRPr>
                </a:lvl5pPr>
                <a:lvl6pPr marL="2514600" indent="-228600" eaLnBrk="0" fontAlgn="base" hangingPunct="0">
                  <a:spcBef>
                    <a:spcPct val="0"/>
                  </a:spcBef>
                  <a:spcAft>
                    <a:spcPct val="0"/>
                  </a:spcAft>
                  <a:defRPr>
                    <a:solidFill>
                      <a:schemeClr val="tx1"/>
                    </a:solidFill>
                    <a:latin typeface="Arial" panose="020B0604020202020204" pitchFamily="34" charset="0"/>
                    <a:ea typeface="Angsana New" panose="02020603050405020304" pitchFamily="18" charset="-34"/>
                  </a:defRPr>
                </a:lvl6pPr>
                <a:lvl7pPr marL="2971800" indent="-228600" eaLnBrk="0" fontAlgn="base" hangingPunct="0">
                  <a:spcBef>
                    <a:spcPct val="0"/>
                  </a:spcBef>
                  <a:spcAft>
                    <a:spcPct val="0"/>
                  </a:spcAft>
                  <a:defRPr>
                    <a:solidFill>
                      <a:schemeClr val="tx1"/>
                    </a:solidFill>
                    <a:latin typeface="Arial" panose="020B0604020202020204" pitchFamily="34" charset="0"/>
                    <a:ea typeface="Angsana New" panose="02020603050405020304" pitchFamily="18" charset="-34"/>
                  </a:defRPr>
                </a:lvl7pPr>
                <a:lvl8pPr marL="3429000" indent="-228600" eaLnBrk="0" fontAlgn="base" hangingPunct="0">
                  <a:spcBef>
                    <a:spcPct val="0"/>
                  </a:spcBef>
                  <a:spcAft>
                    <a:spcPct val="0"/>
                  </a:spcAft>
                  <a:defRPr>
                    <a:solidFill>
                      <a:schemeClr val="tx1"/>
                    </a:solidFill>
                    <a:latin typeface="Arial" panose="020B0604020202020204" pitchFamily="34" charset="0"/>
                    <a:ea typeface="Angsana New" panose="02020603050405020304" pitchFamily="18" charset="-34"/>
                  </a:defRPr>
                </a:lvl8pPr>
                <a:lvl9pPr marL="3886200" indent="-228600" eaLnBrk="0" fontAlgn="base" hangingPunct="0">
                  <a:spcBef>
                    <a:spcPct val="0"/>
                  </a:spcBef>
                  <a:spcAft>
                    <a:spcPct val="0"/>
                  </a:spcAft>
                  <a:defRPr>
                    <a:solidFill>
                      <a:schemeClr val="tx1"/>
                    </a:solidFill>
                    <a:latin typeface="Arial" panose="020B0604020202020204" pitchFamily="34" charset="0"/>
                    <a:ea typeface="Angsana New" panose="02020603050405020304" pitchFamily="18" charset="-34"/>
                  </a:defRPr>
                </a:lvl9pPr>
              </a:lstStyle>
              <a:p>
                <a:pPr algn="ctr" eaLnBrk="1" hangingPunct="1">
                  <a:defRPr/>
                </a:pPr>
                <a:endParaRPr lang="en-US" altLang="en-US" sz="2400">
                  <a:latin typeface="Times New Roman" panose="02020603050405020304" pitchFamily="18" charset="0"/>
                </a:endParaRPr>
              </a:p>
            </p:txBody>
          </p:sp>
          <p:sp>
            <p:nvSpPr>
              <p:cNvPr id="12" name="Line 7">
                <a:extLst>
                  <a:ext uri="{FF2B5EF4-FFF2-40B4-BE49-F238E27FC236}">
                    <a16:creationId xmlns:a16="http://schemas.microsoft.com/office/drawing/2014/main" id="{6E705887-AB71-4B76-B1F4-8D7F77EAE8CC}"/>
                  </a:ext>
                </a:extLst>
              </p:cNvPr>
              <p:cNvSpPr>
                <a:spLocks noChangeShapeType="1"/>
              </p:cNvSpPr>
              <p:nvPr/>
            </p:nvSpPr>
            <p:spPr bwMode="auto">
              <a:xfrm>
                <a:off x="0" y="3072"/>
                <a:ext cx="624" cy="0"/>
              </a:xfrm>
              <a:prstGeom prst="line">
                <a:avLst/>
              </a:prstGeom>
              <a:noFill/>
              <a:ln w="50800">
                <a:solidFill>
                  <a:schemeClr val="bg2"/>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grpSp>
        <p:grpSp>
          <p:nvGrpSpPr>
            <p:cNvPr id="7" name="Group 8">
              <a:extLst>
                <a:ext uri="{FF2B5EF4-FFF2-40B4-BE49-F238E27FC236}">
                  <a16:creationId xmlns:a16="http://schemas.microsoft.com/office/drawing/2014/main" id="{BB03B609-8F28-44A4-AC11-5F5379FF134A}"/>
                </a:ext>
              </a:extLst>
            </p:cNvPr>
            <p:cNvGrpSpPr>
              <a:grpSpLocks/>
            </p:cNvGrpSpPr>
            <p:nvPr userDrawn="1"/>
          </p:nvGrpSpPr>
          <p:grpSpPr bwMode="auto">
            <a:xfrm>
              <a:off x="400" y="336"/>
              <a:ext cx="5088" cy="192"/>
              <a:chOff x="400" y="336"/>
              <a:chExt cx="5088" cy="192"/>
            </a:xfrm>
          </p:grpSpPr>
          <p:sp>
            <p:nvSpPr>
              <p:cNvPr id="8" name="Rectangle 9">
                <a:extLst>
                  <a:ext uri="{FF2B5EF4-FFF2-40B4-BE49-F238E27FC236}">
                    <a16:creationId xmlns:a16="http://schemas.microsoft.com/office/drawing/2014/main" id="{C3C17E7D-EFC9-4005-8EDE-8E4466AE8642}"/>
                  </a:ext>
                </a:extLst>
              </p:cNvPr>
              <p:cNvSpPr>
                <a:spLocks noChangeArrowheads="1"/>
              </p:cNvSpPr>
              <p:nvPr/>
            </p:nvSpPr>
            <p:spPr bwMode="auto">
              <a:xfrm>
                <a:off x="3952" y="336"/>
                <a:ext cx="1536" cy="192"/>
              </a:xfrm>
              <a:prstGeom prst="rect">
                <a:avLst/>
              </a:prstGeom>
              <a:solidFill>
                <a:schemeClr val="folHlink"/>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a:solidFill>
                      <a:schemeClr val="tx1"/>
                    </a:solidFill>
                    <a:latin typeface="Arial" panose="020B0604020202020204" pitchFamily="34" charset="0"/>
                    <a:ea typeface="Angsana New" panose="02020603050405020304" pitchFamily="18" charset="-34"/>
                  </a:defRPr>
                </a:lvl1pPr>
                <a:lvl2pPr marL="742950" indent="-285750">
                  <a:defRPr>
                    <a:solidFill>
                      <a:schemeClr val="tx1"/>
                    </a:solidFill>
                    <a:latin typeface="Arial" panose="020B0604020202020204" pitchFamily="34" charset="0"/>
                    <a:ea typeface="Angsana New" panose="02020603050405020304" pitchFamily="18" charset="-34"/>
                  </a:defRPr>
                </a:lvl2pPr>
                <a:lvl3pPr marL="1143000" indent="-228600">
                  <a:defRPr>
                    <a:solidFill>
                      <a:schemeClr val="tx1"/>
                    </a:solidFill>
                    <a:latin typeface="Arial" panose="020B0604020202020204" pitchFamily="34" charset="0"/>
                    <a:ea typeface="Angsana New" panose="02020603050405020304" pitchFamily="18" charset="-34"/>
                  </a:defRPr>
                </a:lvl3pPr>
                <a:lvl4pPr marL="1600200" indent="-228600">
                  <a:defRPr>
                    <a:solidFill>
                      <a:schemeClr val="tx1"/>
                    </a:solidFill>
                    <a:latin typeface="Arial" panose="020B0604020202020204" pitchFamily="34" charset="0"/>
                    <a:ea typeface="Angsana New" panose="02020603050405020304" pitchFamily="18" charset="-34"/>
                  </a:defRPr>
                </a:lvl4pPr>
                <a:lvl5pPr marL="2057400" indent="-228600">
                  <a:defRPr>
                    <a:solidFill>
                      <a:schemeClr val="tx1"/>
                    </a:solidFill>
                    <a:latin typeface="Arial" panose="020B0604020202020204" pitchFamily="34" charset="0"/>
                    <a:ea typeface="Angsana New" panose="02020603050405020304" pitchFamily="18" charset="-34"/>
                  </a:defRPr>
                </a:lvl5pPr>
                <a:lvl6pPr marL="2514600" indent="-228600" eaLnBrk="0" fontAlgn="base" hangingPunct="0">
                  <a:spcBef>
                    <a:spcPct val="0"/>
                  </a:spcBef>
                  <a:spcAft>
                    <a:spcPct val="0"/>
                  </a:spcAft>
                  <a:defRPr>
                    <a:solidFill>
                      <a:schemeClr val="tx1"/>
                    </a:solidFill>
                    <a:latin typeface="Arial" panose="020B0604020202020204" pitchFamily="34" charset="0"/>
                    <a:ea typeface="Angsana New" panose="02020603050405020304" pitchFamily="18" charset="-34"/>
                  </a:defRPr>
                </a:lvl6pPr>
                <a:lvl7pPr marL="2971800" indent="-228600" eaLnBrk="0" fontAlgn="base" hangingPunct="0">
                  <a:spcBef>
                    <a:spcPct val="0"/>
                  </a:spcBef>
                  <a:spcAft>
                    <a:spcPct val="0"/>
                  </a:spcAft>
                  <a:defRPr>
                    <a:solidFill>
                      <a:schemeClr val="tx1"/>
                    </a:solidFill>
                    <a:latin typeface="Arial" panose="020B0604020202020204" pitchFamily="34" charset="0"/>
                    <a:ea typeface="Angsana New" panose="02020603050405020304" pitchFamily="18" charset="-34"/>
                  </a:defRPr>
                </a:lvl7pPr>
                <a:lvl8pPr marL="3429000" indent="-228600" eaLnBrk="0" fontAlgn="base" hangingPunct="0">
                  <a:spcBef>
                    <a:spcPct val="0"/>
                  </a:spcBef>
                  <a:spcAft>
                    <a:spcPct val="0"/>
                  </a:spcAft>
                  <a:defRPr>
                    <a:solidFill>
                      <a:schemeClr val="tx1"/>
                    </a:solidFill>
                    <a:latin typeface="Arial" panose="020B0604020202020204" pitchFamily="34" charset="0"/>
                    <a:ea typeface="Angsana New" panose="02020603050405020304" pitchFamily="18" charset="-34"/>
                  </a:defRPr>
                </a:lvl8pPr>
                <a:lvl9pPr marL="3886200" indent="-228600" eaLnBrk="0" fontAlgn="base" hangingPunct="0">
                  <a:spcBef>
                    <a:spcPct val="0"/>
                  </a:spcBef>
                  <a:spcAft>
                    <a:spcPct val="0"/>
                  </a:spcAft>
                  <a:defRPr>
                    <a:solidFill>
                      <a:schemeClr val="tx1"/>
                    </a:solidFill>
                    <a:latin typeface="Arial" panose="020B0604020202020204" pitchFamily="34" charset="0"/>
                    <a:ea typeface="Angsana New" panose="02020603050405020304" pitchFamily="18" charset="-34"/>
                  </a:defRPr>
                </a:lvl9pPr>
              </a:lstStyle>
              <a:p>
                <a:pPr algn="ctr" eaLnBrk="1" hangingPunct="1">
                  <a:defRPr/>
                </a:pPr>
                <a:endParaRPr lang="en-US" altLang="en-US" sz="2400">
                  <a:latin typeface="Times New Roman" panose="02020603050405020304" pitchFamily="18" charset="0"/>
                </a:endParaRPr>
              </a:p>
            </p:txBody>
          </p:sp>
          <p:sp>
            <p:nvSpPr>
              <p:cNvPr id="9" name="Line 10">
                <a:extLst>
                  <a:ext uri="{FF2B5EF4-FFF2-40B4-BE49-F238E27FC236}">
                    <a16:creationId xmlns:a16="http://schemas.microsoft.com/office/drawing/2014/main" id="{792123B1-DDFD-4680-AB10-CFA32939CBCF}"/>
                  </a:ext>
                </a:extLst>
              </p:cNvPr>
              <p:cNvSpPr>
                <a:spLocks noChangeShapeType="1"/>
              </p:cNvSpPr>
              <p:nvPr/>
            </p:nvSpPr>
            <p:spPr bwMode="auto">
              <a:xfrm>
                <a:off x="400" y="432"/>
                <a:ext cx="5088" cy="0"/>
              </a:xfrm>
              <a:prstGeom prst="line">
                <a:avLst/>
              </a:prstGeom>
              <a:noFill/>
              <a:ln w="44450">
                <a:solidFill>
                  <a:schemeClr val="bg2"/>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grpSp>
      </p:grpSp>
      <p:pic>
        <p:nvPicPr>
          <p:cNvPr id="13" name="Picture 16" descr="emu_300x300_72dpi_black">
            <a:extLst>
              <a:ext uri="{FF2B5EF4-FFF2-40B4-BE49-F238E27FC236}">
                <a16:creationId xmlns:a16="http://schemas.microsoft.com/office/drawing/2014/main" id="{A6F507B9-BBC3-4F9E-B5B3-1F84BF9FAC5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68313" y="115888"/>
            <a:ext cx="574675" cy="5746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98027" name="Rectangle 11"/>
          <p:cNvSpPr>
            <a:spLocks noGrp="1" noChangeArrowheads="1"/>
          </p:cNvSpPr>
          <p:nvPr>
            <p:ph type="ctrTitle"/>
          </p:nvPr>
        </p:nvSpPr>
        <p:spPr>
          <a:xfrm>
            <a:off x="2057400" y="1143000"/>
            <a:ext cx="6629400" cy="2209800"/>
          </a:xfrm>
        </p:spPr>
        <p:txBody>
          <a:bodyPr/>
          <a:lstStyle>
            <a:lvl1pPr>
              <a:defRPr sz="4800"/>
            </a:lvl1pPr>
          </a:lstStyle>
          <a:p>
            <a:pPr lvl="0"/>
            <a:r>
              <a:rPr lang="en-US" altLang="en-US" noProof="0"/>
              <a:t>Click to edit Master title style</a:t>
            </a:r>
          </a:p>
        </p:txBody>
      </p:sp>
      <p:sp>
        <p:nvSpPr>
          <p:cNvPr id="598028" name="Rectangle 12"/>
          <p:cNvSpPr>
            <a:spLocks noGrp="1" noChangeArrowheads="1"/>
          </p:cNvSpPr>
          <p:nvPr>
            <p:ph type="subTitle" idx="1"/>
          </p:nvPr>
        </p:nvSpPr>
        <p:spPr>
          <a:xfrm>
            <a:off x="1371600" y="3962400"/>
            <a:ext cx="6858000" cy="1600200"/>
          </a:xfrm>
        </p:spPr>
        <p:txBody>
          <a:bodyPr anchor="ctr"/>
          <a:lstStyle>
            <a:lvl1pPr marL="0" indent="0" algn="ctr">
              <a:buFont typeface="Wingdings" panose="05000000000000000000" pitchFamily="2" charset="2"/>
              <a:buNone/>
              <a:defRPr/>
            </a:lvl1pPr>
          </a:lstStyle>
          <a:p>
            <a:pPr lvl="0"/>
            <a:r>
              <a:rPr lang="en-US" altLang="en-US" noProof="0"/>
              <a:t>Click to edit Master subtitle style</a:t>
            </a:r>
          </a:p>
        </p:txBody>
      </p:sp>
      <p:sp>
        <p:nvSpPr>
          <p:cNvPr id="14" name="Date Placeholder 13">
            <a:extLst>
              <a:ext uri="{FF2B5EF4-FFF2-40B4-BE49-F238E27FC236}">
                <a16:creationId xmlns:a16="http://schemas.microsoft.com/office/drawing/2014/main" id="{0F1BC169-C2A2-45B5-A374-71F2EBA035EC}"/>
              </a:ext>
            </a:extLst>
          </p:cNvPr>
          <p:cNvSpPr>
            <a:spLocks noGrp="1" noChangeArrowheads="1"/>
          </p:cNvSpPr>
          <p:nvPr>
            <p:ph type="dt" sz="half" idx="10"/>
          </p:nvPr>
        </p:nvSpPr>
        <p:spPr>
          <a:xfrm>
            <a:off x="912813" y="6251575"/>
            <a:ext cx="1905000" cy="457200"/>
          </a:xfrm>
        </p:spPr>
        <p:txBody>
          <a:bodyPr/>
          <a:lstStyle>
            <a:lvl1pPr>
              <a:defRPr/>
            </a:lvl1pPr>
          </a:lstStyle>
          <a:p>
            <a:pPr>
              <a:defRPr/>
            </a:pPr>
            <a:fld id="{5BC5A4B5-26F4-4CC4-A8C9-7256B7BDEED5}" type="datetime4">
              <a:rPr lang="en-US" altLang="en-US" smtClean="0"/>
              <a:t>March 21, 2024</a:t>
            </a:fld>
            <a:endParaRPr lang="en-US" altLang="en-US"/>
          </a:p>
        </p:txBody>
      </p:sp>
      <p:sp>
        <p:nvSpPr>
          <p:cNvPr id="15" name="Footer Placeholder 14">
            <a:extLst>
              <a:ext uri="{FF2B5EF4-FFF2-40B4-BE49-F238E27FC236}">
                <a16:creationId xmlns:a16="http://schemas.microsoft.com/office/drawing/2014/main" id="{2790513F-446A-47CC-8086-B585B729A85A}"/>
              </a:ext>
            </a:extLst>
          </p:cNvPr>
          <p:cNvSpPr>
            <a:spLocks noGrp="1" noChangeArrowheads="1"/>
          </p:cNvSpPr>
          <p:nvPr>
            <p:ph type="ftr" sz="quarter" idx="11"/>
          </p:nvPr>
        </p:nvSpPr>
        <p:spPr>
          <a:xfrm>
            <a:off x="3354388" y="6248400"/>
            <a:ext cx="2895600" cy="457200"/>
          </a:xfrm>
        </p:spPr>
        <p:txBody>
          <a:bodyPr/>
          <a:lstStyle>
            <a:lvl1pPr>
              <a:defRPr/>
            </a:lvl1pPr>
          </a:lstStyle>
          <a:p>
            <a:pPr>
              <a:defRPr/>
            </a:pPr>
            <a:endParaRPr lang="en-US" altLang="en-US"/>
          </a:p>
        </p:txBody>
      </p:sp>
      <p:sp>
        <p:nvSpPr>
          <p:cNvPr id="16" name="Slide Number Placeholder 15">
            <a:extLst>
              <a:ext uri="{FF2B5EF4-FFF2-40B4-BE49-F238E27FC236}">
                <a16:creationId xmlns:a16="http://schemas.microsoft.com/office/drawing/2014/main" id="{44DC9E00-0C42-4E33-9791-DB74392E7DDC}"/>
              </a:ext>
            </a:extLst>
          </p:cNvPr>
          <p:cNvSpPr>
            <a:spLocks noGrp="1" noChangeArrowheads="1"/>
          </p:cNvSpPr>
          <p:nvPr>
            <p:ph type="sldNum" sz="quarter" idx="12"/>
          </p:nvPr>
        </p:nvSpPr>
        <p:spPr>
          <a:xfrm>
            <a:off x="6781800" y="6248400"/>
            <a:ext cx="1905000" cy="457200"/>
          </a:xfrm>
        </p:spPr>
        <p:txBody>
          <a:bodyPr/>
          <a:lstStyle>
            <a:lvl1pPr>
              <a:defRPr/>
            </a:lvl1pPr>
          </a:lstStyle>
          <a:p>
            <a:pPr>
              <a:defRPr/>
            </a:pPr>
            <a:fld id="{FCA2A49A-F948-456B-8433-624613035A24}" type="slidenum">
              <a:rPr lang="en-US" altLang="en-US"/>
              <a:pPr>
                <a:defRPr/>
              </a:pPr>
              <a:t>‹#›</a:t>
            </a:fld>
            <a:endParaRPr lang="en-US" altLang="en-US"/>
          </a:p>
        </p:txBody>
      </p:sp>
    </p:spTree>
    <p:extLst>
      <p:ext uri="{BB962C8B-B14F-4D97-AF65-F5344CB8AC3E}">
        <p14:creationId xmlns:p14="http://schemas.microsoft.com/office/powerpoint/2010/main" val="4081891055"/>
      </p:ext>
    </p:extLst>
  </p:cSld>
  <p:clrMapOvr>
    <a:masterClrMapping/>
  </p:clrMapOvr>
  <p:transition>
    <p:random/>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9">
            <a:extLst>
              <a:ext uri="{FF2B5EF4-FFF2-40B4-BE49-F238E27FC236}">
                <a16:creationId xmlns:a16="http://schemas.microsoft.com/office/drawing/2014/main" id="{CF9C34EE-72F3-48EA-B932-2A64C2038FE7}"/>
              </a:ext>
            </a:extLst>
          </p:cNvPr>
          <p:cNvSpPr>
            <a:spLocks noGrp="1" noChangeArrowheads="1"/>
          </p:cNvSpPr>
          <p:nvPr>
            <p:ph type="dt" sz="half" idx="10"/>
          </p:nvPr>
        </p:nvSpPr>
        <p:spPr>
          <a:ln/>
        </p:spPr>
        <p:txBody>
          <a:bodyPr/>
          <a:lstStyle>
            <a:lvl1pPr>
              <a:defRPr/>
            </a:lvl1pPr>
          </a:lstStyle>
          <a:p>
            <a:pPr>
              <a:defRPr/>
            </a:pPr>
            <a:fld id="{9827BBBE-186A-4024-8E62-590462448208}" type="datetime4">
              <a:rPr lang="en-US" altLang="en-US" smtClean="0"/>
              <a:t>March 21, 2024</a:t>
            </a:fld>
            <a:endParaRPr lang="en-US" altLang="en-US"/>
          </a:p>
        </p:txBody>
      </p:sp>
      <p:sp>
        <p:nvSpPr>
          <p:cNvPr id="5" name="Rectangle 10">
            <a:extLst>
              <a:ext uri="{FF2B5EF4-FFF2-40B4-BE49-F238E27FC236}">
                <a16:creationId xmlns:a16="http://schemas.microsoft.com/office/drawing/2014/main" id="{C590B3F9-588F-420A-B941-CFF2AA2EA9F4}"/>
              </a:ext>
            </a:extLst>
          </p:cNvPr>
          <p:cNvSpPr>
            <a:spLocks noGrp="1" noChangeArrowheads="1"/>
          </p:cNvSpPr>
          <p:nvPr>
            <p:ph type="ftr" sz="quarter" idx="11"/>
          </p:nvPr>
        </p:nvSpPr>
        <p:spPr>
          <a:ln/>
        </p:spPr>
        <p:txBody>
          <a:bodyPr/>
          <a:lstStyle>
            <a:lvl1pPr>
              <a:defRPr/>
            </a:lvl1pPr>
          </a:lstStyle>
          <a:p>
            <a:pPr>
              <a:defRPr/>
            </a:pPr>
            <a:endParaRPr lang="en-US" altLang="en-US"/>
          </a:p>
        </p:txBody>
      </p:sp>
      <p:sp>
        <p:nvSpPr>
          <p:cNvPr id="6" name="Rectangle 11">
            <a:extLst>
              <a:ext uri="{FF2B5EF4-FFF2-40B4-BE49-F238E27FC236}">
                <a16:creationId xmlns:a16="http://schemas.microsoft.com/office/drawing/2014/main" id="{B8035C69-28AB-4877-8601-E8807E4BE94F}"/>
              </a:ext>
            </a:extLst>
          </p:cNvPr>
          <p:cNvSpPr>
            <a:spLocks noGrp="1" noChangeArrowheads="1"/>
          </p:cNvSpPr>
          <p:nvPr>
            <p:ph type="sldNum" sz="quarter" idx="12"/>
          </p:nvPr>
        </p:nvSpPr>
        <p:spPr>
          <a:ln/>
        </p:spPr>
        <p:txBody>
          <a:bodyPr/>
          <a:lstStyle>
            <a:lvl1pPr>
              <a:defRPr/>
            </a:lvl1pPr>
          </a:lstStyle>
          <a:p>
            <a:pPr>
              <a:defRPr/>
            </a:pPr>
            <a:fld id="{50DA9C81-8C0B-420A-8765-3A9516626B09}" type="slidenum">
              <a:rPr lang="en-US" altLang="en-US"/>
              <a:pPr>
                <a:defRPr/>
              </a:pPr>
              <a:t>‹#›</a:t>
            </a:fld>
            <a:endParaRPr lang="en-US" altLang="en-US"/>
          </a:p>
        </p:txBody>
      </p:sp>
    </p:spTree>
    <p:extLst>
      <p:ext uri="{BB962C8B-B14F-4D97-AF65-F5344CB8AC3E}">
        <p14:creationId xmlns:p14="http://schemas.microsoft.com/office/powerpoint/2010/main" val="3406192934"/>
      </p:ext>
    </p:extLst>
  </p:cSld>
  <p:clrMapOvr>
    <a:masterClrMapping/>
  </p:clrMapOvr>
  <p:transition>
    <p:random/>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8"/>
            <a:ext cx="78867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623888" y="4589463"/>
            <a:ext cx="7886700" cy="1500187"/>
          </a:xfrm>
        </p:spPr>
        <p:txBody>
          <a:bodyPr/>
          <a:lstStyle>
            <a:lvl1pPr marL="0" indent="0">
              <a:buNone/>
              <a:defRPr sz="2400"/>
            </a:lvl1pPr>
            <a:lvl2pPr marL="457200" indent="0">
              <a:buNone/>
              <a:defRPr sz="2000"/>
            </a:lvl2pPr>
            <a:lvl3pPr marL="914400" indent="0">
              <a:buNone/>
              <a:defRPr sz="18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pPr lvl="0"/>
            <a:r>
              <a:rPr lang="en-US"/>
              <a:t>Edit Master text styles</a:t>
            </a:r>
          </a:p>
        </p:txBody>
      </p:sp>
      <p:sp>
        <p:nvSpPr>
          <p:cNvPr id="4" name="Rectangle 9">
            <a:extLst>
              <a:ext uri="{FF2B5EF4-FFF2-40B4-BE49-F238E27FC236}">
                <a16:creationId xmlns:a16="http://schemas.microsoft.com/office/drawing/2014/main" id="{C4234A2A-5D0C-44C8-887E-D10DDFC7AA53}"/>
              </a:ext>
            </a:extLst>
          </p:cNvPr>
          <p:cNvSpPr>
            <a:spLocks noGrp="1" noChangeArrowheads="1"/>
          </p:cNvSpPr>
          <p:nvPr>
            <p:ph type="dt" sz="half" idx="10"/>
          </p:nvPr>
        </p:nvSpPr>
        <p:spPr>
          <a:ln/>
        </p:spPr>
        <p:txBody>
          <a:bodyPr/>
          <a:lstStyle>
            <a:lvl1pPr>
              <a:defRPr/>
            </a:lvl1pPr>
          </a:lstStyle>
          <a:p>
            <a:pPr>
              <a:defRPr/>
            </a:pPr>
            <a:fld id="{68994EEA-CDE1-4CF0-B97E-F046BC99017A}" type="datetime4">
              <a:rPr lang="en-US" altLang="en-US" smtClean="0"/>
              <a:t>March 21, 2024</a:t>
            </a:fld>
            <a:endParaRPr lang="en-US" altLang="en-US"/>
          </a:p>
        </p:txBody>
      </p:sp>
      <p:sp>
        <p:nvSpPr>
          <p:cNvPr id="5" name="Rectangle 10">
            <a:extLst>
              <a:ext uri="{FF2B5EF4-FFF2-40B4-BE49-F238E27FC236}">
                <a16:creationId xmlns:a16="http://schemas.microsoft.com/office/drawing/2014/main" id="{04E8673F-D3A8-4270-A880-5464CB01F963}"/>
              </a:ext>
            </a:extLst>
          </p:cNvPr>
          <p:cNvSpPr>
            <a:spLocks noGrp="1" noChangeArrowheads="1"/>
          </p:cNvSpPr>
          <p:nvPr>
            <p:ph type="ftr" sz="quarter" idx="11"/>
          </p:nvPr>
        </p:nvSpPr>
        <p:spPr>
          <a:ln/>
        </p:spPr>
        <p:txBody>
          <a:bodyPr/>
          <a:lstStyle>
            <a:lvl1pPr>
              <a:defRPr/>
            </a:lvl1pPr>
          </a:lstStyle>
          <a:p>
            <a:pPr>
              <a:defRPr/>
            </a:pPr>
            <a:endParaRPr lang="en-US" altLang="en-US"/>
          </a:p>
        </p:txBody>
      </p:sp>
      <p:sp>
        <p:nvSpPr>
          <p:cNvPr id="6" name="Rectangle 11">
            <a:extLst>
              <a:ext uri="{FF2B5EF4-FFF2-40B4-BE49-F238E27FC236}">
                <a16:creationId xmlns:a16="http://schemas.microsoft.com/office/drawing/2014/main" id="{EB1F1F1B-8663-4447-B9F0-E50D78F34EFB}"/>
              </a:ext>
            </a:extLst>
          </p:cNvPr>
          <p:cNvSpPr>
            <a:spLocks noGrp="1" noChangeArrowheads="1"/>
          </p:cNvSpPr>
          <p:nvPr>
            <p:ph type="sldNum" sz="quarter" idx="12"/>
          </p:nvPr>
        </p:nvSpPr>
        <p:spPr>
          <a:ln/>
        </p:spPr>
        <p:txBody>
          <a:bodyPr/>
          <a:lstStyle>
            <a:lvl1pPr>
              <a:defRPr/>
            </a:lvl1pPr>
          </a:lstStyle>
          <a:p>
            <a:pPr>
              <a:defRPr/>
            </a:pPr>
            <a:fld id="{99E7F0A4-9658-43EF-876F-1B09C1E0A41F}" type="slidenum">
              <a:rPr lang="en-US" altLang="en-US"/>
              <a:pPr>
                <a:defRPr/>
              </a:pPr>
              <a:t>‹#›</a:t>
            </a:fld>
            <a:endParaRPr lang="en-US" altLang="en-US"/>
          </a:p>
        </p:txBody>
      </p:sp>
    </p:spTree>
    <p:extLst>
      <p:ext uri="{BB962C8B-B14F-4D97-AF65-F5344CB8AC3E}">
        <p14:creationId xmlns:p14="http://schemas.microsoft.com/office/powerpoint/2010/main" val="2982120886"/>
      </p:ext>
    </p:extLst>
  </p:cSld>
  <p:clrMapOvr>
    <a:masterClrMapping/>
  </p:clrMapOvr>
  <p:transition>
    <p:random/>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85800" y="1066800"/>
            <a:ext cx="3962400" cy="518160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800600" y="1066800"/>
            <a:ext cx="3962400" cy="518160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9">
            <a:extLst>
              <a:ext uri="{FF2B5EF4-FFF2-40B4-BE49-F238E27FC236}">
                <a16:creationId xmlns:a16="http://schemas.microsoft.com/office/drawing/2014/main" id="{BEDEDA5F-0A5D-4CA4-A1C5-E0BBCA7D32B1}"/>
              </a:ext>
            </a:extLst>
          </p:cNvPr>
          <p:cNvSpPr>
            <a:spLocks noGrp="1" noChangeArrowheads="1"/>
          </p:cNvSpPr>
          <p:nvPr>
            <p:ph type="dt" sz="half" idx="10"/>
          </p:nvPr>
        </p:nvSpPr>
        <p:spPr>
          <a:ln/>
        </p:spPr>
        <p:txBody>
          <a:bodyPr/>
          <a:lstStyle>
            <a:lvl1pPr>
              <a:defRPr/>
            </a:lvl1pPr>
          </a:lstStyle>
          <a:p>
            <a:pPr>
              <a:defRPr/>
            </a:pPr>
            <a:fld id="{AE36E2F7-403A-4BD1-97B2-954E718C0676}" type="datetime4">
              <a:rPr lang="en-US" altLang="en-US" smtClean="0"/>
              <a:t>March 21, 2024</a:t>
            </a:fld>
            <a:endParaRPr lang="en-US" altLang="en-US"/>
          </a:p>
        </p:txBody>
      </p:sp>
      <p:sp>
        <p:nvSpPr>
          <p:cNvPr id="6" name="Rectangle 10">
            <a:extLst>
              <a:ext uri="{FF2B5EF4-FFF2-40B4-BE49-F238E27FC236}">
                <a16:creationId xmlns:a16="http://schemas.microsoft.com/office/drawing/2014/main" id="{4C2AD675-B79B-4C82-8BB7-A5BB8E849A2A}"/>
              </a:ext>
            </a:extLst>
          </p:cNvPr>
          <p:cNvSpPr>
            <a:spLocks noGrp="1" noChangeArrowheads="1"/>
          </p:cNvSpPr>
          <p:nvPr>
            <p:ph type="ftr" sz="quarter" idx="11"/>
          </p:nvPr>
        </p:nvSpPr>
        <p:spPr>
          <a:ln/>
        </p:spPr>
        <p:txBody>
          <a:bodyPr/>
          <a:lstStyle>
            <a:lvl1pPr>
              <a:defRPr/>
            </a:lvl1pPr>
          </a:lstStyle>
          <a:p>
            <a:pPr>
              <a:defRPr/>
            </a:pPr>
            <a:endParaRPr lang="en-US" altLang="en-US"/>
          </a:p>
        </p:txBody>
      </p:sp>
      <p:sp>
        <p:nvSpPr>
          <p:cNvPr id="7" name="Rectangle 11">
            <a:extLst>
              <a:ext uri="{FF2B5EF4-FFF2-40B4-BE49-F238E27FC236}">
                <a16:creationId xmlns:a16="http://schemas.microsoft.com/office/drawing/2014/main" id="{FA6E5F42-4825-4052-A411-7C9668ACCC14}"/>
              </a:ext>
            </a:extLst>
          </p:cNvPr>
          <p:cNvSpPr>
            <a:spLocks noGrp="1" noChangeArrowheads="1"/>
          </p:cNvSpPr>
          <p:nvPr>
            <p:ph type="sldNum" sz="quarter" idx="12"/>
          </p:nvPr>
        </p:nvSpPr>
        <p:spPr>
          <a:ln/>
        </p:spPr>
        <p:txBody>
          <a:bodyPr/>
          <a:lstStyle>
            <a:lvl1pPr>
              <a:defRPr/>
            </a:lvl1pPr>
          </a:lstStyle>
          <a:p>
            <a:pPr>
              <a:defRPr/>
            </a:pPr>
            <a:fld id="{2A030BC2-7CF3-4AF3-91D9-2A59AC404433}" type="slidenum">
              <a:rPr lang="en-US" altLang="en-US"/>
              <a:pPr>
                <a:defRPr/>
              </a:pPr>
              <a:t>‹#›</a:t>
            </a:fld>
            <a:endParaRPr lang="en-US" altLang="en-US"/>
          </a:p>
        </p:txBody>
      </p:sp>
    </p:spTree>
    <p:extLst>
      <p:ext uri="{BB962C8B-B14F-4D97-AF65-F5344CB8AC3E}">
        <p14:creationId xmlns:p14="http://schemas.microsoft.com/office/powerpoint/2010/main" val="762873303"/>
      </p:ext>
    </p:extLst>
  </p:cSld>
  <p:clrMapOvr>
    <a:masterClrMapping/>
  </p:clrMapOvr>
  <p:transition>
    <p:random/>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30238" y="365125"/>
            <a:ext cx="7886700" cy="1325563"/>
          </a:xfrm>
        </p:spPr>
        <p:txBody>
          <a:bodyPr/>
          <a:lstStyle/>
          <a:p>
            <a:r>
              <a:rPr lang="en-US"/>
              <a:t>Click to edit Master title style</a:t>
            </a:r>
          </a:p>
        </p:txBody>
      </p:sp>
      <p:sp>
        <p:nvSpPr>
          <p:cNvPr id="3" name="Text Placeholder 2"/>
          <p:cNvSpPr>
            <a:spLocks noGrp="1"/>
          </p:cNvSpPr>
          <p:nvPr>
            <p:ph type="body" idx="1"/>
          </p:nvPr>
        </p:nvSpPr>
        <p:spPr>
          <a:xfrm>
            <a:off x="630238" y="1681163"/>
            <a:ext cx="386873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630238" y="2505075"/>
            <a:ext cx="386873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29150" y="1681163"/>
            <a:ext cx="38877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4629150" y="2505075"/>
            <a:ext cx="38877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9">
            <a:extLst>
              <a:ext uri="{FF2B5EF4-FFF2-40B4-BE49-F238E27FC236}">
                <a16:creationId xmlns:a16="http://schemas.microsoft.com/office/drawing/2014/main" id="{B4B9A3CC-A69C-4380-B243-FF56F5877D4A}"/>
              </a:ext>
            </a:extLst>
          </p:cNvPr>
          <p:cNvSpPr>
            <a:spLocks noGrp="1" noChangeArrowheads="1"/>
          </p:cNvSpPr>
          <p:nvPr>
            <p:ph type="dt" sz="half" idx="10"/>
          </p:nvPr>
        </p:nvSpPr>
        <p:spPr>
          <a:ln/>
        </p:spPr>
        <p:txBody>
          <a:bodyPr/>
          <a:lstStyle>
            <a:lvl1pPr>
              <a:defRPr/>
            </a:lvl1pPr>
          </a:lstStyle>
          <a:p>
            <a:pPr>
              <a:defRPr/>
            </a:pPr>
            <a:fld id="{53C47519-7D6C-4277-A527-EC8BF8B7D20D}" type="datetime4">
              <a:rPr lang="en-US" altLang="en-US" smtClean="0"/>
              <a:t>March 21, 2024</a:t>
            </a:fld>
            <a:endParaRPr lang="en-US" altLang="en-US"/>
          </a:p>
        </p:txBody>
      </p:sp>
      <p:sp>
        <p:nvSpPr>
          <p:cNvPr id="8" name="Rectangle 10">
            <a:extLst>
              <a:ext uri="{FF2B5EF4-FFF2-40B4-BE49-F238E27FC236}">
                <a16:creationId xmlns:a16="http://schemas.microsoft.com/office/drawing/2014/main" id="{4BB100D0-7C52-4FE4-BB69-6A02DD958353}"/>
              </a:ext>
            </a:extLst>
          </p:cNvPr>
          <p:cNvSpPr>
            <a:spLocks noGrp="1" noChangeArrowheads="1"/>
          </p:cNvSpPr>
          <p:nvPr>
            <p:ph type="ftr" sz="quarter" idx="11"/>
          </p:nvPr>
        </p:nvSpPr>
        <p:spPr>
          <a:ln/>
        </p:spPr>
        <p:txBody>
          <a:bodyPr/>
          <a:lstStyle>
            <a:lvl1pPr>
              <a:defRPr/>
            </a:lvl1pPr>
          </a:lstStyle>
          <a:p>
            <a:pPr>
              <a:defRPr/>
            </a:pPr>
            <a:endParaRPr lang="en-US" altLang="en-US"/>
          </a:p>
        </p:txBody>
      </p:sp>
      <p:sp>
        <p:nvSpPr>
          <p:cNvPr id="9" name="Rectangle 11">
            <a:extLst>
              <a:ext uri="{FF2B5EF4-FFF2-40B4-BE49-F238E27FC236}">
                <a16:creationId xmlns:a16="http://schemas.microsoft.com/office/drawing/2014/main" id="{8BE3667C-9E53-4554-BDEC-26A785705C60}"/>
              </a:ext>
            </a:extLst>
          </p:cNvPr>
          <p:cNvSpPr>
            <a:spLocks noGrp="1" noChangeArrowheads="1"/>
          </p:cNvSpPr>
          <p:nvPr>
            <p:ph type="sldNum" sz="quarter" idx="12"/>
          </p:nvPr>
        </p:nvSpPr>
        <p:spPr>
          <a:ln/>
        </p:spPr>
        <p:txBody>
          <a:bodyPr/>
          <a:lstStyle>
            <a:lvl1pPr>
              <a:defRPr/>
            </a:lvl1pPr>
          </a:lstStyle>
          <a:p>
            <a:pPr>
              <a:defRPr/>
            </a:pPr>
            <a:fld id="{4E8385E0-B45E-4570-A3AA-0856022418D9}" type="slidenum">
              <a:rPr lang="en-US" altLang="en-US"/>
              <a:pPr>
                <a:defRPr/>
              </a:pPr>
              <a:t>‹#›</a:t>
            </a:fld>
            <a:endParaRPr lang="en-US" altLang="en-US"/>
          </a:p>
        </p:txBody>
      </p:sp>
    </p:spTree>
    <p:extLst>
      <p:ext uri="{BB962C8B-B14F-4D97-AF65-F5344CB8AC3E}">
        <p14:creationId xmlns:p14="http://schemas.microsoft.com/office/powerpoint/2010/main" val="3859124618"/>
      </p:ext>
    </p:extLst>
  </p:cSld>
  <p:clrMapOvr>
    <a:masterClrMapping/>
  </p:clrMapOvr>
  <p:transition>
    <p:random/>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Rectangle 9">
            <a:extLst>
              <a:ext uri="{FF2B5EF4-FFF2-40B4-BE49-F238E27FC236}">
                <a16:creationId xmlns:a16="http://schemas.microsoft.com/office/drawing/2014/main" id="{75C9C638-878C-4E40-8D06-96E4C1B412DE}"/>
              </a:ext>
            </a:extLst>
          </p:cNvPr>
          <p:cNvSpPr>
            <a:spLocks noGrp="1" noChangeArrowheads="1"/>
          </p:cNvSpPr>
          <p:nvPr>
            <p:ph type="dt" sz="half" idx="10"/>
          </p:nvPr>
        </p:nvSpPr>
        <p:spPr>
          <a:ln/>
        </p:spPr>
        <p:txBody>
          <a:bodyPr/>
          <a:lstStyle>
            <a:lvl1pPr>
              <a:defRPr/>
            </a:lvl1pPr>
          </a:lstStyle>
          <a:p>
            <a:pPr>
              <a:defRPr/>
            </a:pPr>
            <a:fld id="{5DCB4BA1-EF4A-46E7-A043-BEC20C08A882}" type="datetime4">
              <a:rPr lang="en-US" altLang="en-US" smtClean="0"/>
              <a:t>March 21, 2024</a:t>
            </a:fld>
            <a:endParaRPr lang="en-US" altLang="en-US"/>
          </a:p>
        </p:txBody>
      </p:sp>
      <p:sp>
        <p:nvSpPr>
          <p:cNvPr id="4" name="Rectangle 10">
            <a:extLst>
              <a:ext uri="{FF2B5EF4-FFF2-40B4-BE49-F238E27FC236}">
                <a16:creationId xmlns:a16="http://schemas.microsoft.com/office/drawing/2014/main" id="{3310315F-DE20-461D-BB40-598604683D4F}"/>
              </a:ext>
            </a:extLst>
          </p:cNvPr>
          <p:cNvSpPr>
            <a:spLocks noGrp="1" noChangeArrowheads="1"/>
          </p:cNvSpPr>
          <p:nvPr>
            <p:ph type="ftr" sz="quarter" idx="11"/>
          </p:nvPr>
        </p:nvSpPr>
        <p:spPr>
          <a:ln/>
        </p:spPr>
        <p:txBody>
          <a:bodyPr/>
          <a:lstStyle>
            <a:lvl1pPr>
              <a:defRPr/>
            </a:lvl1pPr>
          </a:lstStyle>
          <a:p>
            <a:pPr>
              <a:defRPr/>
            </a:pPr>
            <a:endParaRPr lang="en-US" altLang="en-US"/>
          </a:p>
        </p:txBody>
      </p:sp>
      <p:sp>
        <p:nvSpPr>
          <p:cNvPr id="5" name="Rectangle 11">
            <a:extLst>
              <a:ext uri="{FF2B5EF4-FFF2-40B4-BE49-F238E27FC236}">
                <a16:creationId xmlns:a16="http://schemas.microsoft.com/office/drawing/2014/main" id="{45B671E4-A185-4AAA-BFEE-B5DA72854E32}"/>
              </a:ext>
            </a:extLst>
          </p:cNvPr>
          <p:cNvSpPr>
            <a:spLocks noGrp="1" noChangeArrowheads="1"/>
          </p:cNvSpPr>
          <p:nvPr>
            <p:ph type="sldNum" sz="quarter" idx="12"/>
          </p:nvPr>
        </p:nvSpPr>
        <p:spPr>
          <a:ln/>
        </p:spPr>
        <p:txBody>
          <a:bodyPr/>
          <a:lstStyle>
            <a:lvl1pPr>
              <a:defRPr/>
            </a:lvl1pPr>
          </a:lstStyle>
          <a:p>
            <a:pPr>
              <a:defRPr/>
            </a:pPr>
            <a:fld id="{A92DC3B9-A196-4109-8661-49D33AF61530}" type="slidenum">
              <a:rPr lang="en-US" altLang="en-US"/>
              <a:pPr>
                <a:defRPr/>
              </a:pPr>
              <a:t>‹#›</a:t>
            </a:fld>
            <a:endParaRPr lang="en-US" altLang="en-US"/>
          </a:p>
        </p:txBody>
      </p:sp>
    </p:spTree>
    <p:extLst>
      <p:ext uri="{BB962C8B-B14F-4D97-AF65-F5344CB8AC3E}">
        <p14:creationId xmlns:p14="http://schemas.microsoft.com/office/powerpoint/2010/main" val="45112132"/>
      </p:ext>
    </p:extLst>
  </p:cSld>
  <p:clrMapOvr>
    <a:masterClrMapping/>
  </p:clrMapOvr>
  <p:transition>
    <p:random/>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Rectangle 9">
            <a:extLst>
              <a:ext uri="{FF2B5EF4-FFF2-40B4-BE49-F238E27FC236}">
                <a16:creationId xmlns:a16="http://schemas.microsoft.com/office/drawing/2014/main" id="{5C476D0D-B5BB-40B1-97F5-041B0BB00038}"/>
              </a:ext>
            </a:extLst>
          </p:cNvPr>
          <p:cNvSpPr>
            <a:spLocks noGrp="1" noChangeArrowheads="1"/>
          </p:cNvSpPr>
          <p:nvPr>
            <p:ph type="dt" sz="half" idx="10"/>
          </p:nvPr>
        </p:nvSpPr>
        <p:spPr>
          <a:ln/>
        </p:spPr>
        <p:txBody>
          <a:bodyPr/>
          <a:lstStyle>
            <a:lvl1pPr>
              <a:defRPr/>
            </a:lvl1pPr>
          </a:lstStyle>
          <a:p>
            <a:pPr>
              <a:defRPr/>
            </a:pPr>
            <a:fld id="{331896EC-27A3-4DEC-9EAE-1715D1EE9CB2}" type="datetime4">
              <a:rPr lang="en-US" altLang="en-US" smtClean="0"/>
              <a:t>March 21, 2024</a:t>
            </a:fld>
            <a:endParaRPr lang="en-US" altLang="en-US"/>
          </a:p>
        </p:txBody>
      </p:sp>
      <p:sp>
        <p:nvSpPr>
          <p:cNvPr id="3" name="Rectangle 10">
            <a:extLst>
              <a:ext uri="{FF2B5EF4-FFF2-40B4-BE49-F238E27FC236}">
                <a16:creationId xmlns:a16="http://schemas.microsoft.com/office/drawing/2014/main" id="{584D7CD9-03DE-48D5-8B6F-A09B7D332F85}"/>
              </a:ext>
            </a:extLst>
          </p:cNvPr>
          <p:cNvSpPr>
            <a:spLocks noGrp="1" noChangeArrowheads="1"/>
          </p:cNvSpPr>
          <p:nvPr>
            <p:ph type="ftr" sz="quarter" idx="11"/>
          </p:nvPr>
        </p:nvSpPr>
        <p:spPr>
          <a:ln/>
        </p:spPr>
        <p:txBody>
          <a:bodyPr/>
          <a:lstStyle>
            <a:lvl1pPr>
              <a:defRPr/>
            </a:lvl1pPr>
          </a:lstStyle>
          <a:p>
            <a:pPr>
              <a:defRPr/>
            </a:pPr>
            <a:endParaRPr lang="en-US" altLang="en-US"/>
          </a:p>
        </p:txBody>
      </p:sp>
      <p:sp>
        <p:nvSpPr>
          <p:cNvPr id="4" name="Rectangle 11">
            <a:extLst>
              <a:ext uri="{FF2B5EF4-FFF2-40B4-BE49-F238E27FC236}">
                <a16:creationId xmlns:a16="http://schemas.microsoft.com/office/drawing/2014/main" id="{4B50E0DF-BFAF-460E-AA43-87A734A1C027}"/>
              </a:ext>
            </a:extLst>
          </p:cNvPr>
          <p:cNvSpPr>
            <a:spLocks noGrp="1" noChangeArrowheads="1"/>
          </p:cNvSpPr>
          <p:nvPr>
            <p:ph type="sldNum" sz="quarter" idx="12"/>
          </p:nvPr>
        </p:nvSpPr>
        <p:spPr>
          <a:ln/>
        </p:spPr>
        <p:txBody>
          <a:bodyPr/>
          <a:lstStyle>
            <a:lvl1pPr>
              <a:defRPr/>
            </a:lvl1pPr>
          </a:lstStyle>
          <a:p>
            <a:pPr>
              <a:defRPr/>
            </a:pPr>
            <a:fld id="{EB21815A-02CE-4946-BC74-B18050342953}" type="slidenum">
              <a:rPr lang="en-US" altLang="en-US"/>
              <a:pPr>
                <a:defRPr/>
              </a:pPr>
              <a:t>‹#›</a:t>
            </a:fld>
            <a:endParaRPr lang="en-US" altLang="en-US"/>
          </a:p>
        </p:txBody>
      </p:sp>
    </p:spTree>
    <p:extLst>
      <p:ext uri="{BB962C8B-B14F-4D97-AF65-F5344CB8AC3E}">
        <p14:creationId xmlns:p14="http://schemas.microsoft.com/office/powerpoint/2010/main" val="4045836488"/>
      </p:ext>
    </p:extLst>
  </p:cSld>
  <p:clrMapOvr>
    <a:masterClrMapping/>
  </p:clrMapOvr>
  <p:transition>
    <p:random/>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30238" y="457200"/>
            <a:ext cx="2949575"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3887788" y="987425"/>
            <a:ext cx="462915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30238" y="2057400"/>
            <a:ext cx="2949575"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Rectangle 9">
            <a:extLst>
              <a:ext uri="{FF2B5EF4-FFF2-40B4-BE49-F238E27FC236}">
                <a16:creationId xmlns:a16="http://schemas.microsoft.com/office/drawing/2014/main" id="{9765C9AE-0CF0-4AA4-A848-0E2835A2EE33}"/>
              </a:ext>
            </a:extLst>
          </p:cNvPr>
          <p:cNvSpPr>
            <a:spLocks noGrp="1" noChangeArrowheads="1"/>
          </p:cNvSpPr>
          <p:nvPr>
            <p:ph type="dt" sz="half" idx="10"/>
          </p:nvPr>
        </p:nvSpPr>
        <p:spPr>
          <a:ln/>
        </p:spPr>
        <p:txBody>
          <a:bodyPr/>
          <a:lstStyle>
            <a:lvl1pPr>
              <a:defRPr/>
            </a:lvl1pPr>
          </a:lstStyle>
          <a:p>
            <a:pPr>
              <a:defRPr/>
            </a:pPr>
            <a:fld id="{6F01F57A-160C-4DBD-8129-F74AC5E4C8FF}" type="datetime4">
              <a:rPr lang="en-US" altLang="en-US" smtClean="0"/>
              <a:t>March 21, 2024</a:t>
            </a:fld>
            <a:endParaRPr lang="en-US" altLang="en-US"/>
          </a:p>
        </p:txBody>
      </p:sp>
      <p:sp>
        <p:nvSpPr>
          <p:cNvPr id="6" name="Rectangle 10">
            <a:extLst>
              <a:ext uri="{FF2B5EF4-FFF2-40B4-BE49-F238E27FC236}">
                <a16:creationId xmlns:a16="http://schemas.microsoft.com/office/drawing/2014/main" id="{FC78EA8E-2184-4C93-A632-2F9F0776E0C3}"/>
              </a:ext>
            </a:extLst>
          </p:cNvPr>
          <p:cNvSpPr>
            <a:spLocks noGrp="1" noChangeArrowheads="1"/>
          </p:cNvSpPr>
          <p:nvPr>
            <p:ph type="ftr" sz="quarter" idx="11"/>
          </p:nvPr>
        </p:nvSpPr>
        <p:spPr>
          <a:ln/>
        </p:spPr>
        <p:txBody>
          <a:bodyPr/>
          <a:lstStyle>
            <a:lvl1pPr>
              <a:defRPr/>
            </a:lvl1pPr>
          </a:lstStyle>
          <a:p>
            <a:pPr>
              <a:defRPr/>
            </a:pPr>
            <a:endParaRPr lang="en-US" altLang="en-US"/>
          </a:p>
        </p:txBody>
      </p:sp>
      <p:sp>
        <p:nvSpPr>
          <p:cNvPr id="7" name="Rectangle 11">
            <a:extLst>
              <a:ext uri="{FF2B5EF4-FFF2-40B4-BE49-F238E27FC236}">
                <a16:creationId xmlns:a16="http://schemas.microsoft.com/office/drawing/2014/main" id="{1C0FE5F5-94B2-4263-8EC5-9430AB9C03D8}"/>
              </a:ext>
            </a:extLst>
          </p:cNvPr>
          <p:cNvSpPr>
            <a:spLocks noGrp="1" noChangeArrowheads="1"/>
          </p:cNvSpPr>
          <p:nvPr>
            <p:ph type="sldNum" sz="quarter" idx="12"/>
          </p:nvPr>
        </p:nvSpPr>
        <p:spPr>
          <a:ln/>
        </p:spPr>
        <p:txBody>
          <a:bodyPr/>
          <a:lstStyle>
            <a:lvl1pPr>
              <a:defRPr/>
            </a:lvl1pPr>
          </a:lstStyle>
          <a:p>
            <a:pPr>
              <a:defRPr/>
            </a:pPr>
            <a:fld id="{0DE921B3-5AA3-40B2-BD1E-81A7FD4E636B}" type="slidenum">
              <a:rPr lang="en-US" altLang="en-US"/>
              <a:pPr>
                <a:defRPr/>
              </a:pPr>
              <a:t>‹#›</a:t>
            </a:fld>
            <a:endParaRPr lang="en-US" altLang="en-US"/>
          </a:p>
        </p:txBody>
      </p:sp>
    </p:spTree>
    <p:extLst>
      <p:ext uri="{BB962C8B-B14F-4D97-AF65-F5344CB8AC3E}">
        <p14:creationId xmlns:p14="http://schemas.microsoft.com/office/powerpoint/2010/main" val="4154247001"/>
      </p:ext>
    </p:extLst>
  </p:cSld>
  <p:clrMapOvr>
    <a:masterClrMapping/>
  </p:clrMapOvr>
  <p:transition>
    <p:random/>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30238" y="457200"/>
            <a:ext cx="2949575"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3887788" y="987425"/>
            <a:ext cx="462915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630238" y="2057400"/>
            <a:ext cx="2949575"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Rectangle 9">
            <a:extLst>
              <a:ext uri="{FF2B5EF4-FFF2-40B4-BE49-F238E27FC236}">
                <a16:creationId xmlns:a16="http://schemas.microsoft.com/office/drawing/2014/main" id="{0E467AB0-774D-43D9-8198-193CB588BACB}"/>
              </a:ext>
            </a:extLst>
          </p:cNvPr>
          <p:cNvSpPr>
            <a:spLocks noGrp="1" noChangeArrowheads="1"/>
          </p:cNvSpPr>
          <p:nvPr>
            <p:ph type="dt" sz="half" idx="10"/>
          </p:nvPr>
        </p:nvSpPr>
        <p:spPr>
          <a:ln/>
        </p:spPr>
        <p:txBody>
          <a:bodyPr/>
          <a:lstStyle>
            <a:lvl1pPr>
              <a:defRPr/>
            </a:lvl1pPr>
          </a:lstStyle>
          <a:p>
            <a:pPr>
              <a:defRPr/>
            </a:pPr>
            <a:fld id="{AAB558D7-F0E0-4297-ADF6-FEC8ACB68C6B}" type="datetime4">
              <a:rPr lang="en-US" altLang="en-US" smtClean="0"/>
              <a:t>March 21, 2024</a:t>
            </a:fld>
            <a:endParaRPr lang="en-US" altLang="en-US"/>
          </a:p>
        </p:txBody>
      </p:sp>
      <p:sp>
        <p:nvSpPr>
          <p:cNvPr id="6" name="Rectangle 10">
            <a:extLst>
              <a:ext uri="{FF2B5EF4-FFF2-40B4-BE49-F238E27FC236}">
                <a16:creationId xmlns:a16="http://schemas.microsoft.com/office/drawing/2014/main" id="{7B808355-42A5-4D0E-8518-E0F4FD43197E}"/>
              </a:ext>
            </a:extLst>
          </p:cNvPr>
          <p:cNvSpPr>
            <a:spLocks noGrp="1" noChangeArrowheads="1"/>
          </p:cNvSpPr>
          <p:nvPr>
            <p:ph type="ftr" sz="quarter" idx="11"/>
          </p:nvPr>
        </p:nvSpPr>
        <p:spPr>
          <a:ln/>
        </p:spPr>
        <p:txBody>
          <a:bodyPr/>
          <a:lstStyle>
            <a:lvl1pPr>
              <a:defRPr/>
            </a:lvl1pPr>
          </a:lstStyle>
          <a:p>
            <a:pPr>
              <a:defRPr/>
            </a:pPr>
            <a:endParaRPr lang="en-US" altLang="en-US"/>
          </a:p>
        </p:txBody>
      </p:sp>
      <p:sp>
        <p:nvSpPr>
          <p:cNvPr id="7" name="Rectangle 11">
            <a:extLst>
              <a:ext uri="{FF2B5EF4-FFF2-40B4-BE49-F238E27FC236}">
                <a16:creationId xmlns:a16="http://schemas.microsoft.com/office/drawing/2014/main" id="{3BAF7EF2-E2DF-47AB-891C-D84081527129}"/>
              </a:ext>
            </a:extLst>
          </p:cNvPr>
          <p:cNvSpPr>
            <a:spLocks noGrp="1" noChangeArrowheads="1"/>
          </p:cNvSpPr>
          <p:nvPr>
            <p:ph type="sldNum" sz="quarter" idx="12"/>
          </p:nvPr>
        </p:nvSpPr>
        <p:spPr>
          <a:ln/>
        </p:spPr>
        <p:txBody>
          <a:bodyPr/>
          <a:lstStyle>
            <a:lvl1pPr>
              <a:defRPr/>
            </a:lvl1pPr>
          </a:lstStyle>
          <a:p>
            <a:pPr>
              <a:defRPr/>
            </a:pPr>
            <a:fld id="{CCB248BD-9539-4CAF-93DC-A2CA13CA5E98}" type="slidenum">
              <a:rPr lang="en-US" altLang="en-US"/>
              <a:pPr>
                <a:defRPr/>
              </a:pPr>
              <a:t>‹#›</a:t>
            </a:fld>
            <a:endParaRPr lang="en-US" altLang="en-US"/>
          </a:p>
        </p:txBody>
      </p:sp>
    </p:spTree>
    <p:extLst>
      <p:ext uri="{BB962C8B-B14F-4D97-AF65-F5344CB8AC3E}">
        <p14:creationId xmlns:p14="http://schemas.microsoft.com/office/powerpoint/2010/main" val="1270631338"/>
      </p:ext>
    </p:extLst>
  </p:cSld>
  <p:clrMapOvr>
    <a:masterClrMapping/>
  </p:clrMapOvr>
  <p:transition>
    <p:random/>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9">
            <a:extLst>
              <a:ext uri="{FF2B5EF4-FFF2-40B4-BE49-F238E27FC236}">
                <a16:creationId xmlns:a16="http://schemas.microsoft.com/office/drawing/2014/main" id="{4DFEB8B6-9CBD-44BF-A7E4-D3D886E91852}"/>
              </a:ext>
            </a:extLst>
          </p:cNvPr>
          <p:cNvSpPr>
            <a:spLocks noGrp="1" noChangeArrowheads="1"/>
          </p:cNvSpPr>
          <p:nvPr>
            <p:ph type="dt" sz="half" idx="10"/>
          </p:nvPr>
        </p:nvSpPr>
        <p:spPr>
          <a:ln/>
        </p:spPr>
        <p:txBody>
          <a:bodyPr/>
          <a:lstStyle>
            <a:lvl1pPr>
              <a:defRPr/>
            </a:lvl1pPr>
          </a:lstStyle>
          <a:p>
            <a:pPr>
              <a:defRPr/>
            </a:pPr>
            <a:fld id="{2EE4C2D4-AED4-49A9-9EFA-2DD204261EE7}" type="datetime4">
              <a:rPr lang="en-US" altLang="en-US" smtClean="0"/>
              <a:t>March 21, 2024</a:t>
            </a:fld>
            <a:endParaRPr lang="en-US" altLang="en-US"/>
          </a:p>
        </p:txBody>
      </p:sp>
      <p:sp>
        <p:nvSpPr>
          <p:cNvPr id="5" name="Rectangle 10">
            <a:extLst>
              <a:ext uri="{FF2B5EF4-FFF2-40B4-BE49-F238E27FC236}">
                <a16:creationId xmlns:a16="http://schemas.microsoft.com/office/drawing/2014/main" id="{E0908BF4-CB10-49D2-9638-F9AF6998E68F}"/>
              </a:ext>
            </a:extLst>
          </p:cNvPr>
          <p:cNvSpPr>
            <a:spLocks noGrp="1" noChangeArrowheads="1"/>
          </p:cNvSpPr>
          <p:nvPr>
            <p:ph type="ftr" sz="quarter" idx="11"/>
          </p:nvPr>
        </p:nvSpPr>
        <p:spPr>
          <a:ln/>
        </p:spPr>
        <p:txBody>
          <a:bodyPr/>
          <a:lstStyle>
            <a:lvl1pPr>
              <a:defRPr/>
            </a:lvl1pPr>
          </a:lstStyle>
          <a:p>
            <a:pPr>
              <a:defRPr/>
            </a:pPr>
            <a:endParaRPr lang="en-US" altLang="en-US"/>
          </a:p>
        </p:txBody>
      </p:sp>
      <p:sp>
        <p:nvSpPr>
          <p:cNvPr id="6" name="Rectangle 11">
            <a:extLst>
              <a:ext uri="{FF2B5EF4-FFF2-40B4-BE49-F238E27FC236}">
                <a16:creationId xmlns:a16="http://schemas.microsoft.com/office/drawing/2014/main" id="{D8A2F6A0-8795-460A-8A6C-6A0D79743EA3}"/>
              </a:ext>
            </a:extLst>
          </p:cNvPr>
          <p:cNvSpPr>
            <a:spLocks noGrp="1" noChangeArrowheads="1"/>
          </p:cNvSpPr>
          <p:nvPr>
            <p:ph type="sldNum" sz="quarter" idx="12"/>
          </p:nvPr>
        </p:nvSpPr>
        <p:spPr>
          <a:ln/>
        </p:spPr>
        <p:txBody>
          <a:bodyPr/>
          <a:lstStyle>
            <a:lvl1pPr>
              <a:defRPr/>
            </a:lvl1pPr>
          </a:lstStyle>
          <a:p>
            <a:pPr>
              <a:defRPr/>
            </a:pPr>
            <a:fld id="{DE73F2B1-D81C-4169-96DE-C2961E383EAB}" type="slidenum">
              <a:rPr lang="en-US" altLang="en-US"/>
              <a:pPr>
                <a:defRPr/>
              </a:pPr>
              <a:t>‹#›</a:t>
            </a:fld>
            <a:endParaRPr lang="en-US" altLang="en-US"/>
          </a:p>
        </p:txBody>
      </p:sp>
    </p:spTree>
    <p:extLst>
      <p:ext uri="{BB962C8B-B14F-4D97-AF65-F5344CB8AC3E}">
        <p14:creationId xmlns:p14="http://schemas.microsoft.com/office/powerpoint/2010/main" val="3553602119"/>
      </p:ext>
    </p:extLst>
  </p:cSld>
  <p:clrMapOvr>
    <a:masterClrMapping/>
  </p:clrMapOvr>
  <p:transition>
    <p:random/>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743700" y="152400"/>
            <a:ext cx="2019300" cy="609600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85800" y="152400"/>
            <a:ext cx="5905500" cy="6096000"/>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9">
            <a:extLst>
              <a:ext uri="{FF2B5EF4-FFF2-40B4-BE49-F238E27FC236}">
                <a16:creationId xmlns:a16="http://schemas.microsoft.com/office/drawing/2014/main" id="{1DBC7B38-5070-4237-8553-69481B5B89E3}"/>
              </a:ext>
            </a:extLst>
          </p:cNvPr>
          <p:cNvSpPr>
            <a:spLocks noGrp="1" noChangeArrowheads="1"/>
          </p:cNvSpPr>
          <p:nvPr>
            <p:ph type="dt" sz="half" idx="10"/>
          </p:nvPr>
        </p:nvSpPr>
        <p:spPr>
          <a:ln/>
        </p:spPr>
        <p:txBody>
          <a:bodyPr/>
          <a:lstStyle>
            <a:lvl1pPr>
              <a:defRPr/>
            </a:lvl1pPr>
          </a:lstStyle>
          <a:p>
            <a:pPr>
              <a:defRPr/>
            </a:pPr>
            <a:fld id="{845C5BC7-25FB-48F9-9ECD-E148693D6F39}" type="datetime4">
              <a:rPr lang="en-US" altLang="en-US" smtClean="0"/>
              <a:t>March 21, 2024</a:t>
            </a:fld>
            <a:endParaRPr lang="en-US" altLang="en-US"/>
          </a:p>
        </p:txBody>
      </p:sp>
      <p:sp>
        <p:nvSpPr>
          <p:cNvPr id="5" name="Rectangle 10">
            <a:extLst>
              <a:ext uri="{FF2B5EF4-FFF2-40B4-BE49-F238E27FC236}">
                <a16:creationId xmlns:a16="http://schemas.microsoft.com/office/drawing/2014/main" id="{48EF8B06-6A73-463B-8148-0D54FBA1B4F1}"/>
              </a:ext>
            </a:extLst>
          </p:cNvPr>
          <p:cNvSpPr>
            <a:spLocks noGrp="1" noChangeArrowheads="1"/>
          </p:cNvSpPr>
          <p:nvPr>
            <p:ph type="ftr" sz="quarter" idx="11"/>
          </p:nvPr>
        </p:nvSpPr>
        <p:spPr>
          <a:ln/>
        </p:spPr>
        <p:txBody>
          <a:bodyPr/>
          <a:lstStyle>
            <a:lvl1pPr>
              <a:defRPr/>
            </a:lvl1pPr>
          </a:lstStyle>
          <a:p>
            <a:pPr>
              <a:defRPr/>
            </a:pPr>
            <a:endParaRPr lang="en-US" altLang="en-US"/>
          </a:p>
        </p:txBody>
      </p:sp>
      <p:sp>
        <p:nvSpPr>
          <p:cNvPr id="6" name="Rectangle 11">
            <a:extLst>
              <a:ext uri="{FF2B5EF4-FFF2-40B4-BE49-F238E27FC236}">
                <a16:creationId xmlns:a16="http://schemas.microsoft.com/office/drawing/2014/main" id="{4E710C1B-376F-4EEA-81E0-1E3990D393E9}"/>
              </a:ext>
            </a:extLst>
          </p:cNvPr>
          <p:cNvSpPr>
            <a:spLocks noGrp="1" noChangeArrowheads="1"/>
          </p:cNvSpPr>
          <p:nvPr>
            <p:ph type="sldNum" sz="quarter" idx="12"/>
          </p:nvPr>
        </p:nvSpPr>
        <p:spPr>
          <a:ln/>
        </p:spPr>
        <p:txBody>
          <a:bodyPr/>
          <a:lstStyle>
            <a:lvl1pPr>
              <a:defRPr/>
            </a:lvl1pPr>
          </a:lstStyle>
          <a:p>
            <a:pPr>
              <a:defRPr/>
            </a:pPr>
            <a:fld id="{CE560F63-EACA-4932-AF9B-D14368E73A48}" type="slidenum">
              <a:rPr lang="en-US" altLang="en-US"/>
              <a:pPr>
                <a:defRPr/>
              </a:pPr>
              <a:t>‹#›</a:t>
            </a:fld>
            <a:endParaRPr lang="en-US" altLang="en-US"/>
          </a:p>
        </p:txBody>
      </p:sp>
    </p:spTree>
    <p:extLst>
      <p:ext uri="{BB962C8B-B14F-4D97-AF65-F5344CB8AC3E}">
        <p14:creationId xmlns:p14="http://schemas.microsoft.com/office/powerpoint/2010/main" val="3187015778"/>
      </p:ext>
    </p:extLst>
  </p:cSld>
  <p:clrMapOvr>
    <a:masterClrMapping/>
  </p:clrMapOvr>
  <p:transition>
    <p:random/>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2D6549AE-72E3-47BE-AD73-E71A3EA949A1}"/>
              </a:ext>
            </a:extLst>
          </p:cNvPr>
          <p:cNvSpPr/>
          <p:nvPr/>
        </p:nvSpPr>
        <p:spPr>
          <a:xfrm>
            <a:off x="282575" y="228600"/>
            <a:ext cx="4235450" cy="4187825"/>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a:p>
        </p:txBody>
      </p:sp>
      <p:sp>
        <p:nvSpPr>
          <p:cNvPr id="5" name="Rectangle 4">
            <a:extLst>
              <a:ext uri="{FF2B5EF4-FFF2-40B4-BE49-F238E27FC236}">
                <a16:creationId xmlns:a16="http://schemas.microsoft.com/office/drawing/2014/main" id="{39EC22C5-F716-4404-9C88-99D11E2E0C45}"/>
              </a:ext>
            </a:extLst>
          </p:cNvPr>
          <p:cNvSpPr/>
          <p:nvPr/>
        </p:nvSpPr>
        <p:spPr>
          <a:xfrm>
            <a:off x="6802438" y="228600"/>
            <a:ext cx="2057400" cy="203835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a:p>
        </p:txBody>
      </p:sp>
      <p:sp>
        <p:nvSpPr>
          <p:cNvPr id="6" name="Rectangle 5">
            <a:extLst>
              <a:ext uri="{FF2B5EF4-FFF2-40B4-BE49-F238E27FC236}">
                <a16:creationId xmlns:a16="http://schemas.microsoft.com/office/drawing/2014/main" id="{8F9F2FC3-1FDA-44A6-9B5F-C8C03570B5AB}"/>
              </a:ext>
            </a:extLst>
          </p:cNvPr>
          <p:cNvSpPr/>
          <p:nvPr/>
        </p:nvSpPr>
        <p:spPr>
          <a:xfrm>
            <a:off x="4624388" y="2378075"/>
            <a:ext cx="2057400" cy="203835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a:p>
        </p:txBody>
      </p:sp>
      <p:sp>
        <p:nvSpPr>
          <p:cNvPr id="7" name="TextBox 6">
            <a:extLst>
              <a:ext uri="{FF2B5EF4-FFF2-40B4-BE49-F238E27FC236}">
                <a16:creationId xmlns:a16="http://schemas.microsoft.com/office/drawing/2014/main" id="{3A8AF5D0-F3E1-4ABD-8A1F-F331D59F0408}"/>
              </a:ext>
            </a:extLst>
          </p:cNvPr>
          <p:cNvSpPr txBox="1">
            <a:spLocks noChangeArrowheads="1"/>
          </p:cNvSpPr>
          <p:nvPr/>
        </p:nvSpPr>
        <p:spPr bwMode="auto">
          <a:xfrm>
            <a:off x="425450" y="174625"/>
            <a:ext cx="412750" cy="831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sz="1400" i="1" u="sng">
                <a:solidFill>
                  <a:srgbClr val="003366"/>
                </a:solidFill>
                <a:latin typeface="Times New Roman" panose="02020603050405020304" pitchFamily="18" charset="0"/>
                <a:ea typeface="新細明體" panose="02020500000000000000" pitchFamily="18" charset="-120"/>
              </a:defRPr>
            </a:lvl1pPr>
            <a:lvl2pPr marL="742950" indent="-285750">
              <a:defRPr sz="1400" i="1" u="sng">
                <a:solidFill>
                  <a:srgbClr val="003366"/>
                </a:solidFill>
                <a:latin typeface="Times New Roman" panose="02020603050405020304" pitchFamily="18" charset="0"/>
                <a:ea typeface="新細明體" panose="02020500000000000000" pitchFamily="18" charset="-120"/>
              </a:defRPr>
            </a:lvl2pPr>
            <a:lvl3pPr marL="1143000" indent="-228600">
              <a:defRPr sz="1400" i="1" u="sng">
                <a:solidFill>
                  <a:srgbClr val="003366"/>
                </a:solidFill>
                <a:latin typeface="Times New Roman" panose="02020603050405020304" pitchFamily="18" charset="0"/>
                <a:ea typeface="新細明體" panose="02020500000000000000" pitchFamily="18" charset="-120"/>
              </a:defRPr>
            </a:lvl3pPr>
            <a:lvl4pPr marL="1600200" indent="-228600">
              <a:defRPr sz="1400" i="1" u="sng">
                <a:solidFill>
                  <a:srgbClr val="003366"/>
                </a:solidFill>
                <a:latin typeface="Times New Roman" panose="02020603050405020304" pitchFamily="18" charset="0"/>
                <a:ea typeface="新細明體" panose="02020500000000000000" pitchFamily="18" charset="-120"/>
              </a:defRPr>
            </a:lvl4pPr>
            <a:lvl5pPr marL="2057400" indent="-228600">
              <a:defRPr sz="1400" i="1" u="sng">
                <a:solidFill>
                  <a:srgbClr val="003366"/>
                </a:solidFill>
                <a:latin typeface="Times New Roman" panose="02020603050405020304" pitchFamily="18" charset="0"/>
                <a:ea typeface="新細明體" panose="02020500000000000000" pitchFamily="18" charset="-120"/>
              </a:defRPr>
            </a:lvl5pPr>
            <a:lvl6pPr marL="25146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6pPr>
            <a:lvl7pPr marL="29718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7pPr>
            <a:lvl8pPr marL="34290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8pPr>
            <a:lvl9pPr marL="38862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9pPr>
          </a:lstStyle>
          <a:p>
            <a:pPr eaLnBrk="1" hangingPunct="1">
              <a:defRPr/>
            </a:pPr>
            <a:r>
              <a:rPr lang="en-US" altLang="en-US" sz="5400" b="1">
                <a:solidFill>
                  <a:srgbClr val="B870B8"/>
                </a:solidFill>
                <a:cs typeface="Arial" panose="020B0604020202020204" pitchFamily="34" charset="0"/>
              </a:rPr>
              <a:t>+</a:t>
            </a:r>
          </a:p>
        </p:txBody>
      </p:sp>
      <p:sp>
        <p:nvSpPr>
          <p:cNvPr id="8" name="Rectangle 7">
            <a:extLst>
              <a:ext uri="{FF2B5EF4-FFF2-40B4-BE49-F238E27FC236}">
                <a16:creationId xmlns:a16="http://schemas.microsoft.com/office/drawing/2014/main" id="{60510EAD-8477-4A4C-8F7B-CAE19A6CB78E}"/>
              </a:ext>
            </a:extLst>
          </p:cNvPr>
          <p:cNvSpPr/>
          <p:nvPr/>
        </p:nvSpPr>
        <p:spPr>
          <a:xfrm>
            <a:off x="4624388" y="228600"/>
            <a:ext cx="2057400" cy="203835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a:p>
        </p:txBody>
      </p:sp>
      <p:sp>
        <p:nvSpPr>
          <p:cNvPr id="9" name="Rectangle 8">
            <a:extLst>
              <a:ext uri="{FF2B5EF4-FFF2-40B4-BE49-F238E27FC236}">
                <a16:creationId xmlns:a16="http://schemas.microsoft.com/office/drawing/2014/main" id="{6E6F5103-6E1E-41E2-A621-C0B09AD9ACB2}"/>
              </a:ext>
            </a:extLst>
          </p:cNvPr>
          <p:cNvSpPr/>
          <p:nvPr/>
        </p:nvSpPr>
        <p:spPr>
          <a:xfrm>
            <a:off x="6802438" y="2378075"/>
            <a:ext cx="2057400" cy="203835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a:p>
        </p:txBody>
      </p:sp>
      <p:sp>
        <p:nvSpPr>
          <p:cNvPr id="2" name="Title 1"/>
          <p:cNvSpPr>
            <a:spLocks noGrp="1"/>
          </p:cNvSpPr>
          <p:nvPr>
            <p:ph type="ctrTitle"/>
          </p:nvPr>
        </p:nvSpPr>
        <p:spPr>
          <a:xfrm>
            <a:off x="4800600" y="4624668"/>
            <a:ext cx="4038600" cy="933450"/>
          </a:xfrm>
        </p:spPr>
        <p:txBody>
          <a:bodyPr>
            <a:normAutofit/>
          </a:bodyPr>
          <a:lstStyle>
            <a:lvl1pPr>
              <a:defRPr sz="2800"/>
            </a:lvl1pPr>
          </a:lstStyle>
          <a:p>
            <a:r>
              <a:rPr lang="en-US"/>
              <a:t>Click to edit Master title style</a:t>
            </a:r>
            <a:endParaRPr/>
          </a:p>
        </p:txBody>
      </p:sp>
      <p:sp>
        <p:nvSpPr>
          <p:cNvPr id="3" name="Subtitle 2"/>
          <p:cNvSpPr>
            <a:spLocks noGrp="1"/>
          </p:cNvSpPr>
          <p:nvPr>
            <p:ph type="subTitle" idx="1"/>
          </p:nvPr>
        </p:nvSpPr>
        <p:spPr>
          <a:xfrm>
            <a:off x="4800600" y="5562599"/>
            <a:ext cx="4038600" cy="748553"/>
          </a:xfrm>
        </p:spPr>
        <p:txBody>
          <a:bodyPr>
            <a:normAutofit/>
          </a:bodyPr>
          <a:lstStyle>
            <a:lvl1pPr marL="0" indent="0" algn="l">
              <a:spcBef>
                <a:spcPts val="300"/>
              </a:spcBef>
              <a:buNone/>
              <a:defRPr sz="1400">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a:p>
        </p:txBody>
      </p:sp>
      <p:sp>
        <p:nvSpPr>
          <p:cNvPr id="10" name="Date Placeholder 3">
            <a:extLst>
              <a:ext uri="{FF2B5EF4-FFF2-40B4-BE49-F238E27FC236}">
                <a16:creationId xmlns:a16="http://schemas.microsoft.com/office/drawing/2014/main" id="{206B4422-FDBB-451A-80A3-E1AF08DE1A22}"/>
              </a:ext>
            </a:extLst>
          </p:cNvPr>
          <p:cNvSpPr>
            <a:spLocks noGrp="1"/>
          </p:cNvSpPr>
          <p:nvPr>
            <p:ph type="dt" sz="half" idx="10"/>
          </p:nvPr>
        </p:nvSpPr>
        <p:spPr>
          <a:xfrm>
            <a:off x="4800600" y="6426200"/>
            <a:ext cx="1231900" cy="365125"/>
          </a:xfrm>
        </p:spPr>
        <p:txBody>
          <a:bodyPr/>
          <a:lstStyle>
            <a:lvl1pPr algn="l">
              <a:defRPr/>
            </a:lvl1pPr>
          </a:lstStyle>
          <a:p>
            <a:pPr>
              <a:defRPr/>
            </a:pPr>
            <a:fld id="{51752509-2F43-4E42-9C46-F67640C7B1B0}" type="datetime4">
              <a:rPr lang="en-US" altLang="en-US" smtClean="0"/>
              <a:t>March 21, 2024</a:t>
            </a:fld>
            <a:endParaRPr lang="en-US" altLang="en-US"/>
          </a:p>
        </p:txBody>
      </p:sp>
      <p:sp>
        <p:nvSpPr>
          <p:cNvPr id="11" name="Footer Placeholder 4">
            <a:extLst>
              <a:ext uri="{FF2B5EF4-FFF2-40B4-BE49-F238E27FC236}">
                <a16:creationId xmlns:a16="http://schemas.microsoft.com/office/drawing/2014/main" id="{F2442541-6637-473A-8646-7A5B17DAAB20}"/>
              </a:ext>
            </a:extLst>
          </p:cNvPr>
          <p:cNvSpPr>
            <a:spLocks noGrp="1"/>
          </p:cNvSpPr>
          <p:nvPr>
            <p:ph type="ftr" sz="quarter" idx="11"/>
          </p:nvPr>
        </p:nvSpPr>
        <p:spPr>
          <a:xfrm>
            <a:off x="6311900" y="6426200"/>
            <a:ext cx="2616200" cy="365125"/>
          </a:xfrm>
        </p:spPr>
        <p:txBody>
          <a:bodyPr/>
          <a:lstStyle>
            <a:lvl1pPr algn="r">
              <a:defRPr/>
            </a:lvl1pPr>
          </a:lstStyle>
          <a:p>
            <a:pPr>
              <a:defRPr/>
            </a:pPr>
            <a:endParaRPr lang="en-US" altLang="en-US"/>
          </a:p>
        </p:txBody>
      </p:sp>
    </p:spTree>
    <p:extLst>
      <p:ext uri="{BB962C8B-B14F-4D97-AF65-F5344CB8AC3E}">
        <p14:creationId xmlns:p14="http://schemas.microsoft.com/office/powerpoint/2010/main" val="3095534497"/>
      </p:ext>
    </p:extLst>
  </p:cSld>
  <p:clrMapOvr>
    <a:masterClrMapping/>
  </p:clrMapOvr>
  <p:transition>
    <p:random/>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p:cSld name="Title and Content">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65A05DE3-C201-4B11-9666-0C6166F80377}"/>
              </a:ext>
            </a:extLst>
          </p:cNvPr>
          <p:cNvSpPr txBox="1">
            <a:spLocks noChangeArrowheads="1"/>
          </p:cNvSpPr>
          <p:nvPr/>
        </p:nvSpPr>
        <p:spPr bwMode="auto">
          <a:xfrm>
            <a:off x="223838" y="228600"/>
            <a:ext cx="260350" cy="5540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sz="1400" i="1" u="sng">
                <a:solidFill>
                  <a:srgbClr val="003366"/>
                </a:solidFill>
                <a:latin typeface="Times New Roman" panose="02020603050405020304" pitchFamily="18" charset="0"/>
                <a:ea typeface="新細明體" panose="02020500000000000000" pitchFamily="18" charset="-120"/>
              </a:defRPr>
            </a:lvl1pPr>
            <a:lvl2pPr marL="742950" indent="-285750">
              <a:defRPr sz="1400" i="1" u="sng">
                <a:solidFill>
                  <a:srgbClr val="003366"/>
                </a:solidFill>
                <a:latin typeface="Times New Roman" panose="02020603050405020304" pitchFamily="18" charset="0"/>
                <a:ea typeface="新細明體" panose="02020500000000000000" pitchFamily="18" charset="-120"/>
              </a:defRPr>
            </a:lvl2pPr>
            <a:lvl3pPr marL="1143000" indent="-228600">
              <a:defRPr sz="1400" i="1" u="sng">
                <a:solidFill>
                  <a:srgbClr val="003366"/>
                </a:solidFill>
                <a:latin typeface="Times New Roman" panose="02020603050405020304" pitchFamily="18" charset="0"/>
                <a:ea typeface="新細明體" panose="02020500000000000000" pitchFamily="18" charset="-120"/>
              </a:defRPr>
            </a:lvl3pPr>
            <a:lvl4pPr marL="1600200" indent="-228600">
              <a:defRPr sz="1400" i="1" u="sng">
                <a:solidFill>
                  <a:srgbClr val="003366"/>
                </a:solidFill>
                <a:latin typeface="Times New Roman" panose="02020603050405020304" pitchFamily="18" charset="0"/>
                <a:ea typeface="新細明體" panose="02020500000000000000" pitchFamily="18" charset="-120"/>
              </a:defRPr>
            </a:lvl4pPr>
            <a:lvl5pPr marL="2057400" indent="-228600">
              <a:defRPr sz="1400" i="1" u="sng">
                <a:solidFill>
                  <a:srgbClr val="003366"/>
                </a:solidFill>
                <a:latin typeface="Times New Roman" panose="02020603050405020304" pitchFamily="18" charset="0"/>
                <a:ea typeface="新細明體" panose="02020500000000000000" pitchFamily="18" charset="-120"/>
              </a:defRPr>
            </a:lvl5pPr>
            <a:lvl6pPr marL="25146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6pPr>
            <a:lvl7pPr marL="29718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7pPr>
            <a:lvl8pPr marL="34290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8pPr>
            <a:lvl9pPr marL="38862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9pPr>
          </a:lstStyle>
          <a:p>
            <a:pPr eaLnBrk="1" hangingPunct="1">
              <a:defRPr/>
            </a:pPr>
            <a:r>
              <a:rPr lang="en-US" altLang="en-US" sz="3600" b="1">
                <a:solidFill>
                  <a:srgbClr val="B870B8"/>
                </a:solidFill>
                <a:cs typeface="Arial" panose="020B0604020202020204" pitchFamily="34" charset="0"/>
              </a:rPr>
              <a:t>+</a:t>
            </a:r>
          </a:p>
        </p:txBody>
      </p:sp>
      <p:sp>
        <p:nvSpPr>
          <p:cNvPr id="2" name="Title 1"/>
          <p:cNvSpPr>
            <a:spLocks noGrp="1"/>
          </p:cNvSpPr>
          <p:nvPr>
            <p:ph type="title"/>
          </p:nvPr>
        </p:nvSpPr>
        <p:spPr/>
        <p:txBody>
          <a:bodyPr/>
          <a:lstStyle>
            <a:lvl1pPr>
              <a:defRPr>
                <a:solidFill>
                  <a:srgbClr val="FF0000"/>
                </a:solidFill>
              </a:defRPr>
            </a:lvl1pPr>
          </a:lstStyle>
          <a:p>
            <a:r>
              <a:rPr lang="en-US"/>
              <a:t>Click to edit Master title style</a:t>
            </a:r>
            <a:endParaRPr dirty="0"/>
          </a:p>
        </p:txBody>
      </p:sp>
      <p:sp>
        <p:nvSpPr>
          <p:cNvPr id="3" name="Content Placeholder 2"/>
          <p:cNvSpPr>
            <a:spLocks noGrp="1"/>
          </p:cNvSpPr>
          <p:nvPr>
            <p:ph idx="1"/>
          </p:nvPr>
        </p:nvSpPr>
        <p:spPr/>
        <p:txBody>
          <a:bodyPr/>
          <a:lstStyle>
            <a:lvl1pPr>
              <a:defRPr>
                <a:solidFill>
                  <a:srgbClr val="0070C0"/>
                </a:solidFill>
              </a:defRPr>
            </a:lvl1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dirty="0"/>
          </a:p>
        </p:txBody>
      </p:sp>
      <p:sp>
        <p:nvSpPr>
          <p:cNvPr id="5" name="Date Placeholder 3">
            <a:extLst>
              <a:ext uri="{FF2B5EF4-FFF2-40B4-BE49-F238E27FC236}">
                <a16:creationId xmlns:a16="http://schemas.microsoft.com/office/drawing/2014/main" id="{84101D24-BFA7-4899-9B74-B8A3EFA117AF}"/>
              </a:ext>
            </a:extLst>
          </p:cNvPr>
          <p:cNvSpPr>
            <a:spLocks noGrp="1"/>
          </p:cNvSpPr>
          <p:nvPr>
            <p:ph type="dt" sz="half" idx="10"/>
          </p:nvPr>
        </p:nvSpPr>
        <p:spPr/>
        <p:txBody>
          <a:bodyPr/>
          <a:lstStyle>
            <a:lvl1pPr>
              <a:defRPr/>
            </a:lvl1pPr>
          </a:lstStyle>
          <a:p>
            <a:pPr>
              <a:defRPr/>
            </a:pPr>
            <a:fld id="{13F99C14-10D9-4321-B3FF-0E9B3870EC11}" type="datetime4">
              <a:rPr lang="en-US" altLang="en-US" smtClean="0"/>
              <a:t>March 21, 2024</a:t>
            </a:fld>
            <a:endParaRPr lang="en-US" altLang="en-US"/>
          </a:p>
        </p:txBody>
      </p:sp>
      <p:sp>
        <p:nvSpPr>
          <p:cNvPr id="6" name="Footer Placeholder 4">
            <a:extLst>
              <a:ext uri="{FF2B5EF4-FFF2-40B4-BE49-F238E27FC236}">
                <a16:creationId xmlns:a16="http://schemas.microsoft.com/office/drawing/2014/main" id="{6E967D6C-DA6F-4253-9972-3ACF725B5CB4}"/>
              </a:ext>
            </a:extLst>
          </p:cNvPr>
          <p:cNvSpPr>
            <a:spLocks noGrp="1"/>
          </p:cNvSpPr>
          <p:nvPr>
            <p:ph type="ftr" sz="quarter" idx="11"/>
          </p:nvPr>
        </p:nvSpPr>
        <p:spPr/>
        <p:txBody>
          <a:bodyPr/>
          <a:lstStyle>
            <a:lvl1pPr>
              <a:defRPr/>
            </a:lvl1pPr>
          </a:lstStyle>
          <a:p>
            <a:pPr>
              <a:defRPr/>
            </a:pPr>
            <a:endParaRPr lang="en-US" altLang="en-US"/>
          </a:p>
        </p:txBody>
      </p:sp>
      <p:sp>
        <p:nvSpPr>
          <p:cNvPr id="7" name="Slide Number Placeholder 5">
            <a:extLst>
              <a:ext uri="{FF2B5EF4-FFF2-40B4-BE49-F238E27FC236}">
                <a16:creationId xmlns:a16="http://schemas.microsoft.com/office/drawing/2014/main" id="{3A360E86-5EA3-4476-88D3-5048B6BF470E}"/>
              </a:ext>
            </a:extLst>
          </p:cNvPr>
          <p:cNvSpPr>
            <a:spLocks noGrp="1"/>
          </p:cNvSpPr>
          <p:nvPr>
            <p:ph type="sldNum" sz="quarter" idx="12"/>
          </p:nvPr>
        </p:nvSpPr>
        <p:spPr/>
        <p:txBody>
          <a:bodyPr/>
          <a:lstStyle>
            <a:lvl1pPr>
              <a:defRPr/>
            </a:lvl1pPr>
          </a:lstStyle>
          <a:p>
            <a:pPr>
              <a:defRPr/>
            </a:pPr>
            <a:fld id="{5997FF75-9E45-4F6E-9E89-BE68C2AA7735}" type="slidenum">
              <a:rPr lang="en-US" altLang="en-US"/>
              <a:pPr>
                <a:defRPr/>
              </a:pPr>
              <a:t>‹#›</a:t>
            </a:fld>
            <a:endParaRPr lang="en-US" altLang="en-US"/>
          </a:p>
        </p:txBody>
      </p:sp>
    </p:spTree>
    <p:extLst>
      <p:ext uri="{BB962C8B-B14F-4D97-AF65-F5344CB8AC3E}">
        <p14:creationId xmlns:p14="http://schemas.microsoft.com/office/powerpoint/2010/main" val="3026629825"/>
      </p:ext>
    </p:extLst>
  </p:cSld>
  <p:clrMapOvr>
    <a:masterClrMapping/>
  </p:clrMapOvr>
  <p:transition>
    <p:random/>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p:cSld name="Title and Content, Alt.">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49CC2ECC-E059-4618-997A-65107B4AD2CF}"/>
              </a:ext>
            </a:extLst>
          </p:cNvPr>
          <p:cNvSpPr/>
          <p:nvPr/>
        </p:nvSpPr>
        <p:spPr>
          <a:xfrm>
            <a:off x="8166100" y="282575"/>
            <a:ext cx="685800" cy="16002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a:p>
        </p:txBody>
      </p:sp>
      <p:sp>
        <p:nvSpPr>
          <p:cNvPr id="6" name="TextBox 5">
            <a:extLst>
              <a:ext uri="{FF2B5EF4-FFF2-40B4-BE49-F238E27FC236}">
                <a16:creationId xmlns:a16="http://schemas.microsoft.com/office/drawing/2014/main" id="{C96F8D73-B495-4145-B486-D69B73FDAB72}"/>
              </a:ext>
            </a:extLst>
          </p:cNvPr>
          <p:cNvSpPr txBox="1">
            <a:spLocks noChangeArrowheads="1"/>
          </p:cNvSpPr>
          <p:nvPr/>
        </p:nvSpPr>
        <p:spPr bwMode="auto">
          <a:xfrm>
            <a:off x="223838" y="228600"/>
            <a:ext cx="260350" cy="5540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sz="1400" i="1" u="sng">
                <a:solidFill>
                  <a:srgbClr val="003366"/>
                </a:solidFill>
                <a:latin typeface="Times New Roman" panose="02020603050405020304" pitchFamily="18" charset="0"/>
                <a:ea typeface="新細明體" panose="02020500000000000000" pitchFamily="18" charset="-120"/>
              </a:defRPr>
            </a:lvl1pPr>
            <a:lvl2pPr marL="742950" indent="-285750">
              <a:defRPr sz="1400" i="1" u="sng">
                <a:solidFill>
                  <a:srgbClr val="003366"/>
                </a:solidFill>
                <a:latin typeface="Times New Roman" panose="02020603050405020304" pitchFamily="18" charset="0"/>
                <a:ea typeface="新細明體" panose="02020500000000000000" pitchFamily="18" charset="-120"/>
              </a:defRPr>
            </a:lvl2pPr>
            <a:lvl3pPr marL="1143000" indent="-228600">
              <a:defRPr sz="1400" i="1" u="sng">
                <a:solidFill>
                  <a:srgbClr val="003366"/>
                </a:solidFill>
                <a:latin typeface="Times New Roman" panose="02020603050405020304" pitchFamily="18" charset="0"/>
                <a:ea typeface="新細明體" panose="02020500000000000000" pitchFamily="18" charset="-120"/>
              </a:defRPr>
            </a:lvl3pPr>
            <a:lvl4pPr marL="1600200" indent="-228600">
              <a:defRPr sz="1400" i="1" u="sng">
                <a:solidFill>
                  <a:srgbClr val="003366"/>
                </a:solidFill>
                <a:latin typeface="Times New Roman" panose="02020603050405020304" pitchFamily="18" charset="0"/>
                <a:ea typeface="新細明體" panose="02020500000000000000" pitchFamily="18" charset="-120"/>
              </a:defRPr>
            </a:lvl4pPr>
            <a:lvl5pPr marL="2057400" indent="-228600">
              <a:defRPr sz="1400" i="1" u="sng">
                <a:solidFill>
                  <a:srgbClr val="003366"/>
                </a:solidFill>
                <a:latin typeface="Times New Roman" panose="02020603050405020304" pitchFamily="18" charset="0"/>
                <a:ea typeface="新細明體" panose="02020500000000000000" pitchFamily="18" charset="-120"/>
              </a:defRPr>
            </a:lvl5pPr>
            <a:lvl6pPr marL="25146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6pPr>
            <a:lvl7pPr marL="29718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7pPr>
            <a:lvl8pPr marL="34290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8pPr>
            <a:lvl9pPr marL="38862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9pPr>
          </a:lstStyle>
          <a:p>
            <a:pPr eaLnBrk="1" hangingPunct="1">
              <a:defRPr/>
            </a:pPr>
            <a:r>
              <a:rPr lang="en-US" altLang="en-US" sz="3600" b="1">
                <a:solidFill>
                  <a:srgbClr val="B870B8"/>
                </a:solidFill>
                <a:cs typeface="Arial" panose="020B0604020202020204" pitchFamily="34" charset="0"/>
              </a:rPr>
              <a:t>+</a:t>
            </a:r>
          </a:p>
        </p:txBody>
      </p:sp>
      <p:sp>
        <p:nvSpPr>
          <p:cNvPr id="2" name="Title 1"/>
          <p:cNvSpPr>
            <a:spLocks noGrp="1"/>
          </p:cNvSpPr>
          <p:nvPr>
            <p:ph type="title"/>
          </p:nvPr>
        </p:nvSpPr>
        <p:spPr>
          <a:xfrm>
            <a:off x="498474" y="134471"/>
            <a:ext cx="7556313" cy="995082"/>
          </a:xfrm>
        </p:spPr>
        <p:txBody>
          <a:bodyPr anchor="b"/>
          <a:lstStyle>
            <a:lvl1pPr>
              <a:defRPr>
                <a:solidFill>
                  <a:srgbClr val="FF0000"/>
                </a:solidFill>
              </a:defRPr>
            </a:lvl1pPr>
          </a:lstStyle>
          <a:p>
            <a:r>
              <a:rPr lang="en-US"/>
              <a:t>Click to edit Master title style</a:t>
            </a:r>
            <a:endParaRPr dirty="0"/>
          </a:p>
        </p:txBody>
      </p:sp>
      <p:sp>
        <p:nvSpPr>
          <p:cNvPr id="3" name="Content Placeholder 2"/>
          <p:cNvSpPr>
            <a:spLocks noGrp="1"/>
          </p:cNvSpPr>
          <p:nvPr>
            <p:ph idx="1"/>
          </p:nvPr>
        </p:nvSpPr>
        <p:spPr/>
        <p:txBody>
          <a:bodyPr/>
          <a:lstStyle>
            <a:lvl1pPr>
              <a:defRPr>
                <a:solidFill>
                  <a:srgbClr val="0070C0"/>
                </a:solidFill>
              </a:defRPr>
            </a:lvl1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dirty="0"/>
          </a:p>
        </p:txBody>
      </p:sp>
      <p:sp>
        <p:nvSpPr>
          <p:cNvPr id="10" name="Text Placeholder 3"/>
          <p:cNvSpPr>
            <a:spLocks noGrp="1"/>
          </p:cNvSpPr>
          <p:nvPr>
            <p:ph type="body" sz="half" idx="2"/>
          </p:nvPr>
        </p:nvSpPr>
        <p:spPr>
          <a:xfrm>
            <a:off x="498518" y="1129553"/>
            <a:ext cx="7558960" cy="774700"/>
          </a:xfrm>
        </p:spPr>
        <p:txBody>
          <a:bodyPr rtlCol="0">
            <a:noAutofit/>
          </a:bodyPr>
          <a:lstStyle>
            <a:lvl1pPr marL="0" indent="0">
              <a:buNone/>
              <a:defRPr kumimoji="0" sz="2400" b="0" i="0" u="none" strike="noStrike" kern="1200" cap="none" spc="0" normalizeH="0" baseline="0">
                <a:ln>
                  <a:noFill/>
                </a:ln>
                <a:solidFill>
                  <a:schemeClr val="accent3"/>
                </a:solidFill>
                <a:effectLst/>
                <a:uLnTx/>
                <a:uFillTx/>
                <a:latin typeface="+mj-lt"/>
                <a:ea typeface="+mj-ea"/>
                <a:cs typeface="+mj-cs"/>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7" name="Date Placeholder 3">
            <a:extLst>
              <a:ext uri="{FF2B5EF4-FFF2-40B4-BE49-F238E27FC236}">
                <a16:creationId xmlns:a16="http://schemas.microsoft.com/office/drawing/2014/main" id="{65019766-081A-47D0-BAEA-0C15F0721F57}"/>
              </a:ext>
            </a:extLst>
          </p:cNvPr>
          <p:cNvSpPr>
            <a:spLocks noGrp="1"/>
          </p:cNvSpPr>
          <p:nvPr>
            <p:ph type="dt" sz="half" idx="10"/>
          </p:nvPr>
        </p:nvSpPr>
        <p:spPr/>
        <p:txBody>
          <a:bodyPr/>
          <a:lstStyle>
            <a:lvl1pPr>
              <a:defRPr/>
            </a:lvl1pPr>
          </a:lstStyle>
          <a:p>
            <a:pPr>
              <a:defRPr/>
            </a:pPr>
            <a:fld id="{42F4B6AC-63EB-4180-A36B-8AD10E9CDD5C}" type="datetime4">
              <a:rPr lang="en-US" altLang="en-US" smtClean="0"/>
              <a:t>March 21, 2024</a:t>
            </a:fld>
            <a:endParaRPr lang="en-US" altLang="en-US"/>
          </a:p>
        </p:txBody>
      </p:sp>
      <p:sp>
        <p:nvSpPr>
          <p:cNvPr id="8" name="Footer Placeholder 4">
            <a:extLst>
              <a:ext uri="{FF2B5EF4-FFF2-40B4-BE49-F238E27FC236}">
                <a16:creationId xmlns:a16="http://schemas.microsoft.com/office/drawing/2014/main" id="{7423F56D-9BA3-4A25-B9BA-424A70868E6D}"/>
              </a:ext>
            </a:extLst>
          </p:cNvPr>
          <p:cNvSpPr>
            <a:spLocks noGrp="1"/>
          </p:cNvSpPr>
          <p:nvPr>
            <p:ph type="ftr" sz="quarter" idx="11"/>
          </p:nvPr>
        </p:nvSpPr>
        <p:spPr/>
        <p:txBody>
          <a:bodyPr/>
          <a:lstStyle>
            <a:lvl1pPr>
              <a:defRPr/>
            </a:lvl1pPr>
          </a:lstStyle>
          <a:p>
            <a:pPr>
              <a:defRPr/>
            </a:pPr>
            <a:endParaRPr lang="en-US" altLang="en-US"/>
          </a:p>
        </p:txBody>
      </p:sp>
      <p:sp>
        <p:nvSpPr>
          <p:cNvPr id="9" name="Slide Number Placeholder 5">
            <a:extLst>
              <a:ext uri="{FF2B5EF4-FFF2-40B4-BE49-F238E27FC236}">
                <a16:creationId xmlns:a16="http://schemas.microsoft.com/office/drawing/2014/main" id="{5488EADA-FED8-4753-AAF3-AC9BBB764650}"/>
              </a:ext>
            </a:extLst>
          </p:cNvPr>
          <p:cNvSpPr>
            <a:spLocks noGrp="1"/>
          </p:cNvSpPr>
          <p:nvPr>
            <p:ph type="sldNum" sz="quarter" idx="12"/>
          </p:nvPr>
        </p:nvSpPr>
        <p:spPr/>
        <p:txBody>
          <a:bodyPr/>
          <a:lstStyle>
            <a:lvl1pPr>
              <a:defRPr/>
            </a:lvl1pPr>
          </a:lstStyle>
          <a:p>
            <a:pPr>
              <a:defRPr/>
            </a:pPr>
            <a:fld id="{F9DC72B3-6AE1-4353-8D4C-88EC00346497}" type="slidenum">
              <a:rPr lang="en-US" altLang="en-US"/>
              <a:pPr>
                <a:defRPr/>
              </a:pPr>
              <a:t>‹#›</a:t>
            </a:fld>
            <a:endParaRPr lang="en-US" altLang="en-US"/>
          </a:p>
        </p:txBody>
      </p:sp>
    </p:spTree>
    <p:extLst>
      <p:ext uri="{BB962C8B-B14F-4D97-AF65-F5344CB8AC3E}">
        <p14:creationId xmlns:p14="http://schemas.microsoft.com/office/powerpoint/2010/main" val="187165902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p:cSld name="Title Slide with 2 Pictures">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9A5716B2-1D51-4842-A52B-1B7BE135F4E1}"/>
              </a:ext>
            </a:extLst>
          </p:cNvPr>
          <p:cNvSpPr/>
          <p:nvPr/>
        </p:nvSpPr>
        <p:spPr>
          <a:xfrm>
            <a:off x="282575" y="228600"/>
            <a:ext cx="4235450" cy="418782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a:p>
        </p:txBody>
      </p:sp>
      <p:sp>
        <p:nvSpPr>
          <p:cNvPr id="8" name="Rectangle 7">
            <a:extLst>
              <a:ext uri="{FF2B5EF4-FFF2-40B4-BE49-F238E27FC236}">
                <a16:creationId xmlns:a16="http://schemas.microsoft.com/office/drawing/2014/main" id="{B6F670D2-C111-4D1B-B50D-F3432ABD194E}"/>
              </a:ext>
            </a:extLst>
          </p:cNvPr>
          <p:cNvSpPr/>
          <p:nvPr/>
        </p:nvSpPr>
        <p:spPr>
          <a:xfrm>
            <a:off x="6802438" y="228600"/>
            <a:ext cx="2057400" cy="203835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a:p>
        </p:txBody>
      </p:sp>
      <p:sp>
        <p:nvSpPr>
          <p:cNvPr id="9" name="Rectangle 8">
            <a:extLst>
              <a:ext uri="{FF2B5EF4-FFF2-40B4-BE49-F238E27FC236}">
                <a16:creationId xmlns:a16="http://schemas.microsoft.com/office/drawing/2014/main" id="{E1D2165C-0B75-4EB3-A9E4-0F14A4B84006}"/>
              </a:ext>
            </a:extLst>
          </p:cNvPr>
          <p:cNvSpPr/>
          <p:nvPr/>
        </p:nvSpPr>
        <p:spPr>
          <a:xfrm>
            <a:off x="4624388" y="2378075"/>
            <a:ext cx="2057400" cy="203835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a:p>
        </p:txBody>
      </p:sp>
      <p:sp>
        <p:nvSpPr>
          <p:cNvPr id="10" name="TextBox 9">
            <a:extLst>
              <a:ext uri="{FF2B5EF4-FFF2-40B4-BE49-F238E27FC236}">
                <a16:creationId xmlns:a16="http://schemas.microsoft.com/office/drawing/2014/main" id="{BE03CB60-55F5-44EE-92D5-52256DA7E5F3}"/>
              </a:ext>
            </a:extLst>
          </p:cNvPr>
          <p:cNvSpPr txBox="1">
            <a:spLocks noChangeArrowheads="1"/>
          </p:cNvSpPr>
          <p:nvPr/>
        </p:nvSpPr>
        <p:spPr bwMode="auto">
          <a:xfrm>
            <a:off x="425450" y="174625"/>
            <a:ext cx="412750" cy="831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sz="1400" i="1" u="sng">
                <a:solidFill>
                  <a:srgbClr val="003366"/>
                </a:solidFill>
                <a:latin typeface="Times New Roman" panose="02020603050405020304" pitchFamily="18" charset="0"/>
                <a:ea typeface="新細明體" panose="02020500000000000000" pitchFamily="18" charset="-120"/>
              </a:defRPr>
            </a:lvl1pPr>
            <a:lvl2pPr marL="742950" indent="-285750">
              <a:defRPr sz="1400" i="1" u="sng">
                <a:solidFill>
                  <a:srgbClr val="003366"/>
                </a:solidFill>
                <a:latin typeface="Times New Roman" panose="02020603050405020304" pitchFamily="18" charset="0"/>
                <a:ea typeface="新細明體" panose="02020500000000000000" pitchFamily="18" charset="-120"/>
              </a:defRPr>
            </a:lvl2pPr>
            <a:lvl3pPr marL="1143000" indent="-228600">
              <a:defRPr sz="1400" i="1" u="sng">
                <a:solidFill>
                  <a:srgbClr val="003366"/>
                </a:solidFill>
                <a:latin typeface="Times New Roman" panose="02020603050405020304" pitchFamily="18" charset="0"/>
                <a:ea typeface="新細明體" panose="02020500000000000000" pitchFamily="18" charset="-120"/>
              </a:defRPr>
            </a:lvl3pPr>
            <a:lvl4pPr marL="1600200" indent="-228600">
              <a:defRPr sz="1400" i="1" u="sng">
                <a:solidFill>
                  <a:srgbClr val="003366"/>
                </a:solidFill>
                <a:latin typeface="Times New Roman" panose="02020603050405020304" pitchFamily="18" charset="0"/>
                <a:ea typeface="新細明體" panose="02020500000000000000" pitchFamily="18" charset="-120"/>
              </a:defRPr>
            </a:lvl4pPr>
            <a:lvl5pPr marL="2057400" indent="-228600">
              <a:defRPr sz="1400" i="1" u="sng">
                <a:solidFill>
                  <a:srgbClr val="003366"/>
                </a:solidFill>
                <a:latin typeface="Times New Roman" panose="02020603050405020304" pitchFamily="18" charset="0"/>
                <a:ea typeface="新細明體" panose="02020500000000000000" pitchFamily="18" charset="-120"/>
              </a:defRPr>
            </a:lvl5pPr>
            <a:lvl6pPr marL="25146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6pPr>
            <a:lvl7pPr marL="29718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7pPr>
            <a:lvl8pPr marL="34290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8pPr>
            <a:lvl9pPr marL="38862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9pPr>
          </a:lstStyle>
          <a:p>
            <a:pPr eaLnBrk="1" hangingPunct="1">
              <a:defRPr/>
            </a:pPr>
            <a:r>
              <a:rPr lang="en-US" altLang="en-US" sz="5400" b="1">
                <a:solidFill>
                  <a:srgbClr val="B870B8"/>
                </a:solidFill>
                <a:cs typeface="Arial" panose="020B0604020202020204" pitchFamily="34" charset="0"/>
              </a:rPr>
              <a:t>+</a:t>
            </a:r>
          </a:p>
        </p:txBody>
      </p:sp>
      <p:sp>
        <p:nvSpPr>
          <p:cNvPr id="2" name="Title 1"/>
          <p:cNvSpPr>
            <a:spLocks noGrp="1"/>
          </p:cNvSpPr>
          <p:nvPr>
            <p:ph type="ctrTitle"/>
          </p:nvPr>
        </p:nvSpPr>
        <p:spPr>
          <a:xfrm>
            <a:off x="4800600" y="4624668"/>
            <a:ext cx="4038600" cy="933450"/>
          </a:xfrm>
        </p:spPr>
        <p:txBody>
          <a:bodyPr>
            <a:normAutofit/>
          </a:bodyPr>
          <a:lstStyle>
            <a:lvl1pPr>
              <a:defRPr sz="2800"/>
            </a:lvl1pPr>
          </a:lstStyle>
          <a:p>
            <a:r>
              <a:rPr lang="en-US"/>
              <a:t>Click to edit Master title style</a:t>
            </a:r>
            <a:endParaRPr/>
          </a:p>
        </p:txBody>
      </p:sp>
      <p:sp>
        <p:nvSpPr>
          <p:cNvPr id="3" name="Subtitle 2"/>
          <p:cNvSpPr>
            <a:spLocks noGrp="1"/>
          </p:cNvSpPr>
          <p:nvPr>
            <p:ph type="subTitle" idx="1"/>
          </p:nvPr>
        </p:nvSpPr>
        <p:spPr>
          <a:xfrm>
            <a:off x="4800600" y="5562599"/>
            <a:ext cx="4038600" cy="748553"/>
          </a:xfrm>
        </p:spPr>
        <p:txBody>
          <a:bodyPr>
            <a:normAutofit/>
          </a:bodyPr>
          <a:lstStyle>
            <a:lvl1pPr marL="0" indent="0" algn="l">
              <a:spcBef>
                <a:spcPts val="300"/>
              </a:spcBef>
              <a:buNone/>
              <a:defRPr sz="1400">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a:p>
        </p:txBody>
      </p:sp>
      <p:sp>
        <p:nvSpPr>
          <p:cNvPr id="13" name="Picture Placeholder 12"/>
          <p:cNvSpPr>
            <a:spLocks noGrp="1"/>
          </p:cNvSpPr>
          <p:nvPr>
            <p:ph type="pic" sz="quarter" idx="12"/>
          </p:nvPr>
        </p:nvSpPr>
        <p:spPr>
          <a:xfrm>
            <a:off x="4624388" y="228600"/>
            <a:ext cx="2057400" cy="2039112"/>
          </a:xfrm>
        </p:spPr>
        <p:txBody>
          <a:bodyPr rtlCol="0">
            <a:normAutofit/>
          </a:bodyPr>
          <a:lstStyle>
            <a:lvl1pPr>
              <a:buNone/>
              <a:defRPr/>
            </a:lvl1pPr>
          </a:lstStyle>
          <a:p>
            <a:pPr lvl="0"/>
            <a:r>
              <a:rPr lang="en-US" noProof="0"/>
              <a:t>Click icon to add picture</a:t>
            </a:r>
            <a:endParaRPr noProof="0" dirty="0"/>
          </a:p>
        </p:txBody>
      </p:sp>
      <p:sp>
        <p:nvSpPr>
          <p:cNvPr id="14" name="Picture Placeholder 12"/>
          <p:cNvSpPr>
            <a:spLocks noGrp="1"/>
          </p:cNvSpPr>
          <p:nvPr>
            <p:ph type="pic" sz="quarter" idx="13"/>
          </p:nvPr>
        </p:nvSpPr>
        <p:spPr>
          <a:xfrm>
            <a:off x="6802438" y="2377440"/>
            <a:ext cx="2057400" cy="2039112"/>
          </a:xfrm>
        </p:spPr>
        <p:txBody>
          <a:bodyPr rtlCol="0">
            <a:normAutofit/>
          </a:bodyPr>
          <a:lstStyle>
            <a:lvl1pPr>
              <a:buNone/>
              <a:defRPr/>
            </a:lvl1pPr>
          </a:lstStyle>
          <a:p>
            <a:pPr lvl="0"/>
            <a:r>
              <a:rPr lang="en-US" noProof="0"/>
              <a:t>Click icon to add picture</a:t>
            </a:r>
            <a:endParaRPr noProof="0" dirty="0"/>
          </a:p>
        </p:txBody>
      </p:sp>
      <p:sp>
        <p:nvSpPr>
          <p:cNvPr id="16" name="Text Placeholder 3"/>
          <p:cNvSpPr>
            <a:spLocks noGrp="1"/>
          </p:cNvSpPr>
          <p:nvPr>
            <p:ph type="body" sz="half" idx="2"/>
          </p:nvPr>
        </p:nvSpPr>
        <p:spPr>
          <a:xfrm>
            <a:off x="857250" y="1779494"/>
            <a:ext cx="3086100" cy="3089666"/>
          </a:xfrm>
        </p:spPr>
        <p:txBody>
          <a:bodyPr lIns="45720" rIns="45720">
            <a:noAutofit/>
          </a:bodyPr>
          <a:lstStyle>
            <a:lvl1pPr marL="0" indent="0" algn="ctr">
              <a:buNone/>
              <a:defRPr sz="4600">
                <a:solidFill>
                  <a:srgbClr val="FF0000"/>
                </a:solidFill>
              </a:defRPr>
            </a:lvl1pPr>
            <a:lvl2pPr>
              <a:defRPr sz="1200"/>
            </a:lvl2pPr>
            <a:lvl3pPr>
              <a:defRPr sz="1000"/>
            </a:lvl3pPr>
            <a:lvl4pPr>
              <a:defRPr sz="900"/>
            </a:lvl4pPr>
            <a:lvl5pPr>
              <a:defRPr sz="900"/>
            </a:lvl5pPr>
          </a:lstStyle>
          <a:p>
            <a:pPr lvl="0"/>
            <a:r>
              <a:rPr lang="en-US"/>
              <a:t>Edit Master text styles</a:t>
            </a:r>
          </a:p>
        </p:txBody>
      </p:sp>
      <p:sp>
        <p:nvSpPr>
          <p:cNvPr id="11" name="Date Placeholder 3">
            <a:extLst>
              <a:ext uri="{FF2B5EF4-FFF2-40B4-BE49-F238E27FC236}">
                <a16:creationId xmlns:a16="http://schemas.microsoft.com/office/drawing/2014/main" id="{2844C491-3D0C-48E4-BD99-E1F9E0A64DC8}"/>
              </a:ext>
            </a:extLst>
          </p:cNvPr>
          <p:cNvSpPr>
            <a:spLocks noGrp="1"/>
          </p:cNvSpPr>
          <p:nvPr>
            <p:ph type="dt" sz="half" idx="14"/>
          </p:nvPr>
        </p:nvSpPr>
        <p:spPr>
          <a:xfrm>
            <a:off x="4800600" y="6426200"/>
            <a:ext cx="1231900" cy="365125"/>
          </a:xfrm>
        </p:spPr>
        <p:txBody>
          <a:bodyPr/>
          <a:lstStyle>
            <a:lvl1pPr algn="l">
              <a:defRPr/>
            </a:lvl1pPr>
          </a:lstStyle>
          <a:p>
            <a:pPr>
              <a:defRPr/>
            </a:pPr>
            <a:fld id="{5947DAE1-A49F-4D70-A911-88A3EB474968}" type="datetime4">
              <a:rPr lang="en-US" altLang="en-US" smtClean="0"/>
              <a:t>March 21, 2024</a:t>
            </a:fld>
            <a:endParaRPr lang="en-US" altLang="en-US"/>
          </a:p>
        </p:txBody>
      </p:sp>
      <p:sp>
        <p:nvSpPr>
          <p:cNvPr id="12" name="Footer Placeholder 4">
            <a:extLst>
              <a:ext uri="{FF2B5EF4-FFF2-40B4-BE49-F238E27FC236}">
                <a16:creationId xmlns:a16="http://schemas.microsoft.com/office/drawing/2014/main" id="{C7A89449-B2CD-4D8E-96E7-C3D05CA65A71}"/>
              </a:ext>
            </a:extLst>
          </p:cNvPr>
          <p:cNvSpPr>
            <a:spLocks noGrp="1"/>
          </p:cNvSpPr>
          <p:nvPr>
            <p:ph type="ftr" sz="quarter" idx="15"/>
          </p:nvPr>
        </p:nvSpPr>
        <p:spPr>
          <a:xfrm>
            <a:off x="6311900" y="6426200"/>
            <a:ext cx="2616200" cy="365125"/>
          </a:xfrm>
        </p:spPr>
        <p:txBody>
          <a:bodyPr/>
          <a:lstStyle>
            <a:lvl1pPr algn="r">
              <a:defRPr/>
            </a:lvl1pPr>
          </a:lstStyle>
          <a:p>
            <a:pPr>
              <a:defRPr/>
            </a:pPr>
            <a:endParaRPr lang="en-US" altLang="en-US"/>
          </a:p>
        </p:txBody>
      </p:sp>
    </p:spTree>
    <p:extLst>
      <p:ext uri="{BB962C8B-B14F-4D97-AF65-F5344CB8AC3E}">
        <p14:creationId xmlns:p14="http://schemas.microsoft.com/office/powerpoint/2010/main" val="1900141228"/>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4911DE96-FAFC-4CF6-98C3-243C9D9B03D7}"/>
              </a:ext>
            </a:extLst>
          </p:cNvPr>
          <p:cNvSpPr/>
          <p:nvPr/>
        </p:nvSpPr>
        <p:spPr>
          <a:xfrm>
            <a:off x="658813" y="211138"/>
            <a:ext cx="8201025" cy="634523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a:p>
        </p:txBody>
      </p:sp>
      <p:sp>
        <p:nvSpPr>
          <p:cNvPr id="2" name="Title 1"/>
          <p:cNvSpPr>
            <a:spLocks noGrp="1"/>
          </p:cNvSpPr>
          <p:nvPr>
            <p:ph type="title"/>
          </p:nvPr>
        </p:nvSpPr>
        <p:spPr>
          <a:xfrm>
            <a:off x="661903" y="3133725"/>
            <a:ext cx="7313240" cy="1362075"/>
          </a:xfrm>
        </p:spPr>
        <p:txBody>
          <a:bodyPr anchor="b">
            <a:normAutofit/>
          </a:bodyPr>
          <a:lstStyle>
            <a:lvl1pPr algn="l">
              <a:defRPr sz="3200" b="0" cap="none" baseline="0">
                <a:solidFill>
                  <a:srgbClr val="FF0000"/>
                </a:solidFill>
              </a:defRPr>
            </a:lvl1pPr>
          </a:lstStyle>
          <a:p>
            <a:r>
              <a:rPr lang="en-US"/>
              <a:t>Click to edit Master title style</a:t>
            </a:r>
            <a:endParaRPr dirty="0"/>
          </a:p>
        </p:txBody>
      </p:sp>
      <p:sp>
        <p:nvSpPr>
          <p:cNvPr id="3" name="Text Placeholder 2"/>
          <p:cNvSpPr>
            <a:spLocks noGrp="1"/>
          </p:cNvSpPr>
          <p:nvPr>
            <p:ph type="body" idx="1"/>
          </p:nvPr>
        </p:nvSpPr>
        <p:spPr>
          <a:xfrm>
            <a:off x="658906" y="4725144"/>
            <a:ext cx="7265894" cy="1270843"/>
          </a:xfrm>
        </p:spPr>
        <p:txBody>
          <a:bodyPr>
            <a:normAutofit/>
          </a:bodyPr>
          <a:lstStyle>
            <a:lvl1pPr marL="0" indent="0">
              <a:spcBef>
                <a:spcPts val="300"/>
              </a:spcBef>
              <a:buNone/>
              <a:defRPr sz="1400" cap="none" baseline="0">
                <a:solidFill>
                  <a:srgbClr val="0070C0"/>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5" name="Date Placeholder 3">
            <a:extLst>
              <a:ext uri="{FF2B5EF4-FFF2-40B4-BE49-F238E27FC236}">
                <a16:creationId xmlns:a16="http://schemas.microsoft.com/office/drawing/2014/main" id="{CE00B8D7-84F4-46D1-83F3-DB8DA019BD9F}"/>
              </a:ext>
            </a:extLst>
          </p:cNvPr>
          <p:cNvSpPr>
            <a:spLocks noGrp="1"/>
          </p:cNvSpPr>
          <p:nvPr>
            <p:ph type="dt" sz="half" idx="10"/>
          </p:nvPr>
        </p:nvSpPr>
        <p:spPr>
          <a:xfrm>
            <a:off x="658813" y="6248400"/>
            <a:ext cx="1474787" cy="365125"/>
          </a:xfrm>
        </p:spPr>
        <p:txBody>
          <a:bodyPr/>
          <a:lstStyle>
            <a:lvl1pPr algn="l">
              <a:defRPr>
                <a:solidFill>
                  <a:schemeClr val="bg1"/>
                </a:solidFill>
              </a:defRPr>
            </a:lvl1pPr>
          </a:lstStyle>
          <a:p>
            <a:pPr>
              <a:defRPr/>
            </a:pPr>
            <a:fld id="{BCD013CE-67C9-4988-A823-7D0EB71D023D}" type="datetime4">
              <a:rPr lang="en-US" altLang="en-US" smtClean="0"/>
              <a:t>March 21, 2024</a:t>
            </a:fld>
            <a:endParaRPr lang="en-US" altLang="en-US"/>
          </a:p>
        </p:txBody>
      </p:sp>
      <p:sp>
        <p:nvSpPr>
          <p:cNvPr id="6" name="Footer Placeholder 4">
            <a:extLst>
              <a:ext uri="{FF2B5EF4-FFF2-40B4-BE49-F238E27FC236}">
                <a16:creationId xmlns:a16="http://schemas.microsoft.com/office/drawing/2014/main" id="{F5407CD7-AE9E-410F-8F94-A4A372B8F1AC}"/>
              </a:ext>
            </a:extLst>
          </p:cNvPr>
          <p:cNvSpPr>
            <a:spLocks noGrp="1"/>
          </p:cNvSpPr>
          <p:nvPr>
            <p:ph type="ftr" sz="quarter" idx="11"/>
          </p:nvPr>
        </p:nvSpPr>
        <p:spPr>
          <a:xfrm>
            <a:off x="2286000" y="6248400"/>
            <a:ext cx="5638800" cy="365125"/>
          </a:xfrm>
        </p:spPr>
        <p:txBody>
          <a:bodyPr/>
          <a:lstStyle>
            <a:lvl1pPr>
              <a:defRPr>
                <a:solidFill>
                  <a:schemeClr val="bg1"/>
                </a:solidFill>
              </a:defRPr>
            </a:lvl1pPr>
          </a:lstStyle>
          <a:p>
            <a:pPr>
              <a:defRPr/>
            </a:pPr>
            <a:endParaRPr lang="en-US" altLang="en-US"/>
          </a:p>
        </p:txBody>
      </p:sp>
      <p:sp>
        <p:nvSpPr>
          <p:cNvPr id="7" name="Slide Number Placeholder 5">
            <a:extLst>
              <a:ext uri="{FF2B5EF4-FFF2-40B4-BE49-F238E27FC236}">
                <a16:creationId xmlns:a16="http://schemas.microsoft.com/office/drawing/2014/main" id="{9606D7A1-CF24-46FC-A3CA-970975891FAB}"/>
              </a:ext>
            </a:extLst>
          </p:cNvPr>
          <p:cNvSpPr>
            <a:spLocks noGrp="1"/>
          </p:cNvSpPr>
          <p:nvPr>
            <p:ph type="sldNum" sz="quarter" idx="12"/>
          </p:nvPr>
        </p:nvSpPr>
        <p:spPr>
          <a:xfrm>
            <a:off x="8305800" y="6248400"/>
            <a:ext cx="554038" cy="365125"/>
          </a:xfrm>
        </p:spPr>
        <p:txBody>
          <a:bodyPr/>
          <a:lstStyle>
            <a:lvl1pPr>
              <a:defRPr/>
            </a:lvl1pPr>
          </a:lstStyle>
          <a:p>
            <a:pPr>
              <a:defRPr/>
            </a:pPr>
            <a:fld id="{04D8FD4F-45E7-4072-8800-E1C10689F0F2}" type="slidenum">
              <a:rPr lang="en-US" altLang="en-US"/>
              <a:pPr>
                <a:defRPr/>
              </a:pPr>
              <a:t>‹#›</a:t>
            </a:fld>
            <a:endParaRPr lang="en-US" altLang="en-US"/>
          </a:p>
        </p:txBody>
      </p:sp>
    </p:spTree>
    <p:extLst>
      <p:ext uri="{BB962C8B-B14F-4D97-AF65-F5344CB8AC3E}">
        <p14:creationId xmlns:p14="http://schemas.microsoft.com/office/powerpoint/2010/main" val="1771318624"/>
      </p:ext>
    </p:extLst>
  </p:cSld>
  <p:clrMapOvr>
    <a:masterClrMapping/>
  </p:clrMapOvr>
  <p:transition>
    <p:random/>
  </p:transition>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p:cSld name="Two Content">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2D9E9D7C-56A6-4B82-9A3D-FD28902E34D6}"/>
              </a:ext>
            </a:extLst>
          </p:cNvPr>
          <p:cNvSpPr/>
          <p:nvPr/>
        </p:nvSpPr>
        <p:spPr>
          <a:xfrm>
            <a:off x="8210550" y="282575"/>
            <a:ext cx="641350" cy="16002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a:p>
        </p:txBody>
      </p:sp>
      <p:sp>
        <p:nvSpPr>
          <p:cNvPr id="6" name="Rectangle 5">
            <a:extLst>
              <a:ext uri="{FF2B5EF4-FFF2-40B4-BE49-F238E27FC236}">
                <a16:creationId xmlns:a16="http://schemas.microsoft.com/office/drawing/2014/main" id="{99B451A8-D956-4804-BB56-30E8F32ADC46}"/>
              </a:ext>
            </a:extLst>
          </p:cNvPr>
          <p:cNvSpPr/>
          <p:nvPr/>
        </p:nvSpPr>
        <p:spPr>
          <a:xfrm>
            <a:off x="8067675" y="282575"/>
            <a:ext cx="92075" cy="16002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a:p>
        </p:txBody>
      </p:sp>
      <p:sp>
        <p:nvSpPr>
          <p:cNvPr id="7" name="TextBox 6">
            <a:extLst>
              <a:ext uri="{FF2B5EF4-FFF2-40B4-BE49-F238E27FC236}">
                <a16:creationId xmlns:a16="http://schemas.microsoft.com/office/drawing/2014/main" id="{21727635-677E-4A10-B4D7-6A52FF43DEC0}"/>
              </a:ext>
            </a:extLst>
          </p:cNvPr>
          <p:cNvSpPr txBox="1">
            <a:spLocks noChangeArrowheads="1"/>
          </p:cNvSpPr>
          <p:nvPr/>
        </p:nvSpPr>
        <p:spPr bwMode="auto">
          <a:xfrm>
            <a:off x="223838" y="228600"/>
            <a:ext cx="260350" cy="5540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sz="1400" i="1" u="sng">
                <a:solidFill>
                  <a:srgbClr val="003366"/>
                </a:solidFill>
                <a:latin typeface="Times New Roman" panose="02020603050405020304" pitchFamily="18" charset="0"/>
                <a:ea typeface="新細明體" panose="02020500000000000000" pitchFamily="18" charset="-120"/>
              </a:defRPr>
            </a:lvl1pPr>
            <a:lvl2pPr marL="742950" indent="-285750">
              <a:defRPr sz="1400" i="1" u="sng">
                <a:solidFill>
                  <a:srgbClr val="003366"/>
                </a:solidFill>
                <a:latin typeface="Times New Roman" panose="02020603050405020304" pitchFamily="18" charset="0"/>
                <a:ea typeface="新細明體" panose="02020500000000000000" pitchFamily="18" charset="-120"/>
              </a:defRPr>
            </a:lvl2pPr>
            <a:lvl3pPr marL="1143000" indent="-228600">
              <a:defRPr sz="1400" i="1" u="sng">
                <a:solidFill>
                  <a:srgbClr val="003366"/>
                </a:solidFill>
                <a:latin typeface="Times New Roman" panose="02020603050405020304" pitchFamily="18" charset="0"/>
                <a:ea typeface="新細明體" panose="02020500000000000000" pitchFamily="18" charset="-120"/>
              </a:defRPr>
            </a:lvl3pPr>
            <a:lvl4pPr marL="1600200" indent="-228600">
              <a:defRPr sz="1400" i="1" u="sng">
                <a:solidFill>
                  <a:srgbClr val="003366"/>
                </a:solidFill>
                <a:latin typeface="Times New Roman" panose="02020603050405020304" pitchFamily="18" charset="0"/>
                <a:ea typeface="新細明體" panose="02020500000000000000" pitchFamily="18" charset="-120"/>
              </a:defRPr>
            </a:lvl4pPr>
            <a:lvl5pPr marL="2057400" indent="-228600">
              <a:defRPr sz="1400" i="1" u="sng">
                <a:solidFill>
                  <a:srgbClr val="003366"/>
                </a:solidFill>
                <a:latin typeface="Times New Roman" panose="02020603050405020304" pitchFamily="18" charset="0"/>
                <a:ea typeface="新細明體" panose="02020500000000000000" pitchFamily="18" charset="-120"/>
              </a:defRPr>
            </a:lvl5pPr>
            <a:lvl6pPr marL="25146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6pPr>
            <a:lvl7pPr marL="29718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7pPr>
            <a:lvl8pPr marL="34290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8pPr>
            <a:lvl9pPr marL="38862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9pPr>
          </a:lstStyle>
          <a:p>
            <a:pPr eaLnBrk="1" hangingPunct="1">
              <a:defRPr/>
            </a:pPr>
            <a:r>
              <a:rPr lang="en-US" altLang="en-US" sz="3600" b="1">
                <a:solidFill>
                  <a:srgbClr val="B870B8"/>
                </a:solidFill>
                <a:cs typeface="Arial" panose="020B0604020202020204" pitchFamily="34" charset="0"/>
              </a:rPr>
              <a:t>+</a:t>
            </a:r>
          </a:p>
        </p:txBody>
      </p:sp>
      <p:sp>
        <p:nvSpPr>
          <p:cNvPr id="2" name="Title 1"/>
          <p:cNvSpPr>
            <a:spLocks noGrp="1"/>
          </p:cNvSpPr>
          <p:nvPr>
            <p:ph type="title"/>
          </p:nvPr>
        </p:nvSpPr>
        <p:spPr/>
        <p:txBody>
          <a:bodyPr/>
          <a:lstStyle>
            <a:lvl1pPr>
              <a:defRPr>
                <a:solidFill>
                  <a:srgbClr val="FF0000"/>
                </a:solidFill>
              </a:defRPr>
            </a:lvl1pPr>
          </a:lstStyle>
          <a:p>
            <a:r>
              <a:rPr lang="en-US"/>
              <a:t>Click to edit Master title style</a:t>
            </a:r>
            <a:endParaRPr dirty="0"/>
          </a:p>
        </p:txBody>
      </p:sp>
      <p:sp>
        <p:nvSpPr>
          <p:cNvPr id="3" name="Content Placeholder 2"/>
          <p:cNvSpPr>
            <a:spLocks noGrp="1"/>
          </p:cNvSpPr>
          <p:nvPr>
            <p:ph sz="half" idx="1"/>
          </p:nvPr>
        </p:nvSpPr>
        <p:spPr>
          <a:xfrm>
            <a:off x="498518" y="1985963"/>
            <a:ext cx="3657600" cy="4140200"/>
          </a:xfrm>
        </p:spPr>
        <p:txBody>
          <a:bodyPr>
            <a:normAutofit/>
          </a:bodyPr>
          <a:lstStyle>
            <a:lvl1pPr>
              <a:defRPr sz="1800">
                <a:solidFill>
                  <a:srgbClr val="0070C0"/>
                </a:solidFill>
              </a:defRPr>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dirty="0"/>
          </a:p>
        </p:txBody>
      </p:sp>
      <p:sp>
        <p:nvSpPr>
          <p:cNvPr id="4" name="Content Placeholder 3"/>
          <p:cNvSpPr>
            <a:spLocks noGrp="1"/>
          </p:cNvSpPr>
          <p:nvPr>
            <p:ph sz="half" idx="2"/>
          </p:nvPr>
        </p:nvSpPr>
        <p:spPr>
          <a:xfrm>
            <a:off x="4399878" y="1985963"/>
            <a:ext cx="3657600" cy="4140200"/>
          </a:xfrm>
        </p:spPr>
        <p:txBody>
          <a:bodyPr>
            <a:normAutofit/>
          </a:bodyPr>
          <a:lstStyle>
            <a:lvl1pPr>
              <a:defRPr sz="1800">
                <a:solidFill>
                  <a:srgbClr val="0070C0"/>
                </a:solidFill>
              </a:defRPr>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dirty="0"/>
          </a:p>
        </p:txBody>
      </p:sp>
      <p:sp>
        <p:nvSpPr>
          <p:cNvPr id="8" name="Date Placeholder 4">
            <a:extLst>
              <a:ext uri="{FF2B5EF4-FFF2-40B4-BE49-F238E27FC236}">
                <a16:creationId xmlns:a16="http://schemas.microsoft.com/office/drawing/2014/main" id="{425FEDAF-E190-476B-8D80-2FDBE98012B4}"/>
              </a:ext>
            </a:extLst>
          </p:cNvPr>
          <p:cNvSpPr>
            <a:spLocks noGrp="1"/>
          </p:cNvSpPr>
          <p:nvPr>
            <p:ph type="dt" sz="half" idx="10"/>
          </p:nvPr>
        </p:nvSpPr>
        <p:spPr/>
        <p:txBody>
          <a:bodyPr/>
          <a:lstStyle>
            <a:lvl1pPr>
              <a:defRPr/>
            </a:lvl1pPr>
          </a:lstStyle>
          <a:p>
            <a:pPr>
              <a:defRPr/>
            </a:pPr>
            <a:fld id="{8BBC6A0A-016D-4814-87E7-5BE84E79FE1C}" type="datetime4">
              <a:rPr lang="en-US" altLang="en-US" smtClean="0"/>
              <a:t>March 21, 2024</a:t>
            </a:fld>
            <a:endParaRPr lang="en-US" altLang="en-US"/>
          </a:p>
        </p:txBody>
      </p:sp>
      <p:sp>
        <p:nvSpPr>
          <p:cNvPr id="9" name="Footer Placeholder 5">
            <a:extLst>
              <a:ext uri="{FF2B5EF4-FFF2-40B4-BE49-F238E27FC236}">
                <a16:creationId xmlns:a16="http://schemas.microsoft.com/office/drawing/2014/main" id="{40575C56-64B6-4D3B-B150-E0F913949005}"/>
              </a:ext>
            </a:extLst>
          </p:cNvPr>
          <p:cNvSpPr>
            <a:spLocks noGrp="1"/>
          </p:cNvSpPr>
          <p:nvPr>
            <p:ph type="ftr" sz="quarter" idx="11"/>
          </p:nvPr>
        </p:nvSpPr>
        <p:spPr/>
        <p:txBody>
          <a:bodyPr/>
          <a:lstStyle>
            <a:lvl1pPr>
              <a:defRPr/>
            </a:lvl1pPr>
          </a:lstStyle>
          <a:p>
            <a:pPr>
              <a:defRPr/>
            </a:pPr>
            <a:endParaRPr lang="en-US" altLang="en-US"/>
          </a:p>
        </p:txBody>
      </p:sp>
      <p:sp>
        <p:nvSpPr>
          <p:cNvPr id="10" name="Slide Number Placeholder 6">
            <a:extLst>
              <a:ext uri="{FF2B5EF4-FFF2-40B4-BE49-F238E27FC236}">
                <a16:creationId xmlns:a16="http://schemas.microsoft.com/office/drawing/2014/main" id="{9651D746-2E4D-4F42-8E33-B5C7C189907E}"/>
              </a:ext>
            </a:extLst>
          </p:cNvPr>
          <p:cNvSpPr>
            <a:spLocks noGrp="1"/>
          </p:cNvSpPr>
          <p:nvPr>
            <p:ph type="sldNum" sz="quarter" idx="12"/>
          </p:nvPr>
        </p:nvSpPr>
        <p:spPr/>
        <p:txBody>
          <a:bodyPr/>
          <a:lstStyle>
            <a:lvl1pPr>
              <a:defRPr/>
            </a:lvl1pPr>
          </a:lstStyle>
          <a:p>
            <a:pPr>
              <a:defRPr/>
            </a:pPr>
            <a:fld id="{32C62F03-27E2-4C96-967C-2B7425AF4137}" type="slidenum">
              <a:rPr lang="en-US" altLang="en-US"/>
              <a:pPr>
                <a:defRPr/>
              </a:pPr>
              <a:t>‹#›</a:t>
            </a:fld>
            <a:endParaRPr lang="en-US" altLang="en-US"/>
          </a:p>
        </p:txBody>
      </p:sp>
    </p:spTree>
    <p:extLst>
      <p:ext uri="{BB962C8B-B14F-4D97-AF65-F5344CB8AC3E}">
        <p14:creationId xmlns:p14="http://schemas.microsoft.com/office/powerpoint/2010/main" val="2109593391"/>
      </p:ext>
    </p:extLst>
  </p:cSld>
  <p:clrMapOvr>
    <a:masterClrMapping/>
  </p:clrMapOvr>
  <p:transition>
    <p:random/>
  </p:transition>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p:cSld name="Comparison">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D57B07C5-F853-4FE7-ADE4-312152A861F7}"/>
              </a:ext>
            </a:extLst>
          </p:cNvPr>
          <p:cNvSpPr/>
          <p:nvPr/>
        </p:nvSpPr>
        <p:spPr>
          <a:xfrm>
            <a:off x="8166100" y="282575"/>
            <a:ext cx="685800" cy="16002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a:p>
        </p:txBody>
      </p:sp>
      <p:sp>
        <p:nvSpPr>
          <p:cNvPr id="8" name="TextBox 7">
            <a:extLst>
              <a:ext uri="{FF2B5EF4-FFF2-40B4-BE49-F238E27FC236}">
                <a16:creationId xmlns:a16="http://schemas.microsoft.com/office/drawing/2014/main" id="{DDC0CEFD-742B-4BDB-AB85-DD99C8FFB610}"/>
              </a:ext>
            </a:extLst>
          </p:cNvPr>
          <p:cNvSpPr txBox="1">
            <a:spLocks noChangeArrowheads="1"/>
          </p:cNvSpPr>
          <p:nvPr/>
        </p:nvSpPr>
        <p:spPr bwMode="auto">
          <a:xfrm>
            <a:off x="223838" y="228600"/>
            <a:ext cx="260350" cy="5540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sz="1400" i="1" u="sng">
                <a:solidFill>
                  <a:srgbClr val="003366"/>
                </a:solidFill>
                <a:latin typeface="Times New Roman" panose="02020603050405020304" pitchFamily="18" charset="0"/>
                <a:ea typeface="新細明體" panose="02020500000000000000" pitchFamily="18" charset="-120"/>
              </a:defRPr>
            </a:lvl1pPr>
            <a:lvl2pPr marL="742950" indent="-285750">
              <a:defRPr sz="1400" i="1" u="sng">
                <a:solidFill>
                  <a:srgbClr val="003366"/>
                </a:solidFill>
                <a:latin typeface="Times New Roman" panose="02020603050405020304" pitchFamily="18" charset="0"/>
                <a:ea typeface="新細明體" panose="02020500000000000000" pitchFamily="18" charset="-120"/>
              </a:defRPr>
            </a:lvl2pPr>
            <a:lvl3pPr marL="1143000" indent="-228600">
              <a:defRPr sz="1400" i="1" u="sng">
                <a:solidFill>
                  <a:srgbClr val="003366"/>
                </a:solidFill>
                <a:latin typeface="Times New Roman" panose="02020603050405020304" pitchFamily="18" charset="0"/>
                <a:ea typeface="新細明體" panose="02020500000000000000" pitchFamily="18" charset="-120"/>
              </a:defRPr>
            </a:lvl3pPr>
            <a:lvl4pPr marL="1600200" indent="-228600">
              <a:defRPr sz="1400" i="1" u="sng">
                <a:solidFill>
                  <a:srgbClr val="003366"/>
                </a:solidFill>
                <a:latin typeface="Times New Roman" panose="02020603050405020304" pitchFamily="18" charset="0"/>
                <a:ea typeface="新細明體" panose="02020500000000000000" pitchFamily="18" charset="-120"/>
              </a:defRPr>
            </a:lvl4pPr>
            <a:lvl5pPr marL="2057400" indent="-228600">
              <a:defRPr sz="1400" i="1" u="sng">
                <a:solidFill>
                  <a:srgbClr val="003366"/>
                </a:solidFill>
                <a:latin typeface="Times New Roman" panose="02020603050405020304" pitchFamily="18" charset="0"/>
                <a:ea typeface="新細明體" panose="02020500000000000000" pitchFamily="18" charset="-120"/>
              </a:defRPr>
            </a:lvl5pPr>
            <a:lvl6pPr marL="25146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6pPr>
            <a:lvl7pPr marL="29718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7pPr>
            <a:lvl8pPr marL="34290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8pPr>
            <a:lvl9pPr marL="38862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9pPr>
          </a:lstStyle>
          <a:p>
            <a:pPr eaLnBrk="1" hangingPunct="1">
              <a:defRPr/>
            </a:pPr>
            <a:r>
              <a:rPr lang="en-US" altLang="en-US" sz="3600" b="1">
                <a:solidFill>
                  <a:srgbClr val="B870B8"/>
                </a:solidFill>
                <a:cs typeface="Arial" panose="020B0604020202020204" pitchFamily="34" charset="0"/>
              </a:rPr>
              <a:t>+</a:t>
            </a:r>
          </a:p>
        </p:txBody>
      </p:sp>
      <p:sp>
        <p:nvSpPr>
          <p:cNvPr id="2" name="Title 1"/>
          <p:cNvSpPr>
            <a:spLocks noGrp="1"/>
          </p:cNvSpPr>
          <p:nvPr>
            <p:ph type="title"/>
          </p:nvPr>
        </p:nvSpPr>
        <p:spPr/>
        <p:txBody>
          <a:bodyPr/>
          <a:lstStyle>
            <a:lvl1pPr>
              <a:defRPr>
                <a:solidFill>
                  <a:srgbClr val="FF0000"/>
                </a:solidFill>
              </a:defRPr>
            </a:lvl1pPr>
          </a:lstStyle>
          <a:p>
            <a:r>
              <a:rPr lang="en-US"/>
              <a:t>Click to edit Master title style</a:t>
            </a:r>
            <a:endParaRPr dirty="0"/>
          </a:p>
        </p:txBody>
      </p:sp>
      <p:sp>
        <p:nvSpPr>
          <p:cNvPr id="4" name="Content Placeholder 3"/>
          <p:cNvSpPr>
            <a:spLocks noGrp="1"/>
          </p:cNvSpPr>
          <p:nvPr>
            <p:ph sz="half" idx="2"/>
          </p:nvPr>
        </p:nvSpPr>
        <p:spPr>
          <a:xfrm>
            <a:off x="497541" y="2447365"/>
            <a:ext cx="3657600" cy="3678797"/>
          </a:xfrm>
        </p:spPr>
        <p:txBody>
          <a:bodyPr>
            <a:normAutofit/>
          </a:bodyPr>
          <a:lstStyle>
            <a:lvl1pPr>
              <a:defRPr sz="1800"/>
            </a:lvl1pPr>
            <a:lvl2pPr>
              <a:defRPr sz="1800"/>
            </a:lvl2pPr>
            <a:lvl3pPr>
              <a:defRPr sz="1800"/>
            </a:lvl3pPr>
            <a:lvl4pPr>
              <a:defRPr sz="1800"/>
            </a:lvl4pPr>
            <a:lvl5pPr>
              <a:defRPr sz="1800"/>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6" name="Content Placeholder 5"/>
          <p:cNvSpPr>
            <a:spLocks noGrp="1"/>
          </p:cNvSpPr>
          <p:nvPr>
            <p:ph sz="quarter" idx="4"/>
          </p:nvPr>
        </p:nvSpPr>
        <p:spPr>
          <a:xfrm>
            <a:off x="4399878" y="2447365"/>
            <a:ext cx="3657600" cy="3678797"/>
          </a:xfrm>
        </p:spPr>
        <p:txBody>
          <a:bodyPr>
            <a:normAutofit/>
          </a:bodyPr>
          <a:lstStyle>
            <a:lvl1pPr>
              <a:defRPr sz="1800"/>
            </a:lvl1pPr>
            <a:lvl2pPr>
              <a:defRPr sz="1800"/>
            </a:lvl2pPr>
            <a:lvl3pPr>
              <a:defRPr sz="1800"/>
            </a:lvl3pPr>
            <a:lvl4pPr>
              <a:defRPr sz="1800"/>
            </a:lvl4pPr>
            <a:lvl5pPr>
              <a:defRPr sz="1800"/>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3" name="Text Placeholder 2"/>
          <p:cNvSpPr>
            <a:spLocks noGrp="1"/>
          </p:cNvSpPr>
          <p:nvPr>
            <p:ph type="body" idx="1"/>
          </p:nvPr>
        </p:nvSpPr>
        <p:spPr>
          <a:xfrm>
            <a:off x="497541" y="2070847"/>
            <a:ext cx="3657600" cy="322729"/>
          </a:xfrm>
          <a:prstGeom prst="rect">
            <a:avLst/>
          </a:prstGeom>
          <a:solidFill>
            <a:schemeClr val="accent3"/>
          </a:solidFill>
        </p:spPr>
        <p:txBody>
          <a:bodyPr tIns="0" bIns="0" anchor="ctr">
            <a:noAutofit/>
          </a:bodyPr>
          <a:lstStyle>
            <a:lvl1pPr marL="0" indent="0" algn="ctr">
              <a:spcBef>
                <a:spcPts val="0"/>
              </a:spcBef>
              <a:buNone/>
              <a:defRPr sz="1800" b="0">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5" name="Text Placeholder 4"/>
          <p:cNvSpPr>
            <a:spLocks noGrp="1"/>
          </p:cNvSpPr>
          <p:nvPr>
            <p:ph type="body" sz="quarter" idx="3"/>
          </p:nvPr>
        </p:nvSpPr>
        <p:spPr>
          <a:xfrm>
            <a:off x="4399878" y="2070847"/>
            <a:ext cx="3657600" cy="322729"/>
          </a:xfrm>
          <a:prstGeom prst="rect">
            <a:avLst/>
          </a:prstGeom>
          <a:solidFill>
            <a:schemeClr val="accent3">
              <a:lumMod val="60000"/>
              <a:lumOff val="40000"/>
            </a:schemeClr>
          </a:solidFill>
        </p:spPr>
        <p:txBody>
          <a:bodyPr tIns="0" bIns="0" anchor="ctr">
            <a:noAutofit/>
          </a:bodyPr>
          <a:lstStyle>
            <a:lvl1pPr marL="0" indent="0" algn="ctr">
              <a:spcBef>
                <a:spcPts val="0"/>
              </a:spcBef>
              <a:buNone/>
              <a:defRPr sz="1800" b="0">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9" name="Date Placeholder 6">
            <a:extLst>
              <a:ext uri="{FF2B5EF4-FFF2-40B4-BE49-F238E27FC236}">
                <a16:creationId xmlns:a16="http://schemas.microsoft.com/office/drawing/2014/main" id="{71386DFB-7C38-465D-B19A-F9BC200863BD}"/>
              </a:ext>
            </a:extLst>
          </p:cNvPr>
          <p:cNvSpPr>
            <a:spLocks noGrp="1"/>
          </p:cNvSpPr>
          <p:nvPr>
            <p:ph type="dt" sz="half" idx="10"/>
          </p:nvPr>
        </p:nvSpPr>
        <p:spPr/>
        <p:txBody>
          <a:bodyPr/>
          <a:lstStyle>
            <a:lvl1pPr>
              <a:defRPr/>
            </a:lvl1pPr>
          </a:lstStyle>
          <a:p>
            <a:pPr>
              <a:defRPr/>
            </a:pPr>
            <a:fld id="{A6840219-0E5D-43E8-BC46-7B446F82A6CC}" type="datetime4">
              <a:rPr lang="en-US" altLang="en-US" smtClean="0"/>
              <a:t>March 21, 2024</a:t>
            </a:fld>
            <a:endParaRPr lang="en-US" altLang="en-US"/>
          </a:p>
        </p:txBody>
      </p:sp>
      <p:sp>
        <p:nvSpPr>
          <p:cNvPr id="10" name="Footer Placeholder 7">
            <a:extLst>
              <a:ext uri="{FF2B5EF4-FFF2-40B4-BE49-F238E27FC236}">
                <a16:creationId xmlns:a16="http://schemas.microsoft.com/office/drawing/2014/main" id="{AFB72559-48AF-4D8B-BCDA-85DFE5A30C08}"/>
              </a:ext>
            </a:extLst>
          </p:cNvPr>
          <p:cNvSpPr>
            <a:spLocks noGrp="1"/>
          </p:cNvSpPr>
          <p:nvPr>
            <p:ph type="ftr" sz="quarter" idx="11"/>
          </p:nvPr>
        </p:nvSpPr>
        <p:spPr/>
        <p:txBody>
          <a:bodyPr/>
          <a:lstStyle>
            <a:lvl1pPr>
              <a:defRPr/>
            </a:lvl1pPr>
          </a:lstStyle>
          <a:p>
            <a:pPr>
              <a:defRPr/>
            </a:pPr>
            <a:endParaRPr lang="en-US" altLang="en-US"/>
          </a:p>
        </p:txBody>
      </p:sp>
      <p:sp>
        <p:nvSpPr>
          <p:cNvPr id="11" name="Slide Number Placeholder 8">
            <a:extLst>
              <a:ext uri="{FF2B5EF4-FFF2-40B4-BE49-F238E27FC236}">
                <a16:creationId xmlns:a16="http://schemas.microsoft.com/office/drawing/2014/main" id="{C46A864C-2A70-42AC-91B7-3B12616E7B00}"/>
              </a:ext>
            </a:extLst>
          </p:cNvPr>
          <p:cNvSpPr>
            <a:spLocks noGrp="1"/>
          </p:cNvSpPr>
          <p:nvPr>
            <p:ph type="sldNum" sz="quarter" idx="12"/>
          </p:nvPr>
        </p:nvSpPr>
        <p:spPr/>
        <p:txBody>
          <a:bodyPr/>
          <a:lstStyle>
            <a:lvl1pPr>
              <a:defRPr/>
            </a:lvl1pPr>
          </a:lstStyle>
          <a:p>
            <a:pPr>
              <a:defRPr/>
            </a:pPr>
            <a:fld id="{5CC1C16B-91CF-4A52-B7DA-A9E2A0689885}" type="slidenum">
              <a:rPr lang="en-US" altLang="en-US"/>
              <a:pPr>
                <a:defRPr/>
              </a:pPr>
              <a:t>‹#›</a:t>
            </a:fld>
            <a:endParaRPr lang="en-US" altLang="en-US"/>
          </a:p>
        </p:txBody>
      </p:sp>
    </p:spTree>
    <p:extLst>
      <p:ext uri="{BB962C8B-B14F-4D97-AF65-F5344CB8AC3E}">
        <p14:creationId xmlns:p14="http://schemas.microsoft.com/office/powerpoint/2010/main" val="2024414672"/>
      </p:ext>
    </p:extLst>
  </p:cSld>
  <p:clrMapOvr>
    <a:masterClrMapping/>
  </p:clrMapOvr>
  <p:transition>
    <p:random/>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p:cSld name="2 Content, Top and Bottom">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A2040DC1-CC49-4062-B731-108D0938F7B1}"/>
              </a:ext>
            </a:extLst>
          </p:cNvPr>
          <p:cNvSpPr txBox="1">
            <a:spLocks noChangeArrowheads="1"/>
          </p:cNvSpPr>
          <p:nvPr/>
        </p:nvSpPr>
        <p:spPr bwMode="auto">
          <a:xfrm>
            <a:off x="223838" y="228600"/>
            <a:ext cx="260350" cy="5540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sz="1400" i="1" u="sng">
                <a:solidFill>
                  <a:srgbClr val="003366"/>
                </a:solidFill>
                <a:latin typeface="Times New Roman" panose="02020603050405020304" pitchFamily="18" charset="0"/>
                <a:ea typeface="新細明體" panose="02020500000000000000" pitchFamily="18" charset="-120"/>
              </a:defRPr>
            </a:lvl1pPr>
            <a:lvl2pPr marL="742950" indent="-285750">
              <a:defRPr sz="1400" i="1" u="sng">
                <a:solidFill>
                  <a:srgbClr val="003366"/>
                </a:solidFill>
                <a:latin typeface="Times New Roman" panose="02020603050405020304" pitchFamily="18" charset="0"/>
                <a:ea typeface="新細明體" panose="02020500000000000000" pitchFamily="18" charset="-120"/>
              </a:defRPr>
            </a:lvl2pPr>
            <a:lvl3pPr marL="1143000" indent="-228600">
              <a:defRPr sz="1400" i="1" u="sng">
                <a:solidFill>
                  <a:srgbClr val="003366"/>
                </a:solidFill>
                <a:latin typeface="Times New Roman" panose="02020603050405020304" pitchFamily="18" charset="0"/>
                <a:ea typeface="新細明體" panose="02020500000000000000" pitchFamily="18" charset="-120"/>
              </a:defRPr>
            </a:lvl3pPr>
            <a:lvl4pPr marL="1600200" indent="-228600">
              <a:defRPr sz="1400" i="1" u="sng">
                <a:solidFill>
                  <a:srgbClr val="003366"/>
                </a:solidFill>
                <a:latin typeface="Times New Roman" panose="02020603050405020304" pitchFamily="18" charset="0"/>
                <a:ea typeface="新細明體" panose="02020500000000000000" pitchFamily="18" charset="-120"/>
              </a:defRPr>
            </a:lvl4pPr>
            <a:lvl5pPr marL="2057400" indent="-228600">
              <a:defRPr sz="1400" i="1" u="sng">
                <a:solidFill>
                  <a:srgbClr val="003366"/>
                </a:solidFill>
                <a:latin typeface="Times New Roman" panose="02020603050405020304" pitchFamily="18" charset="0"/>
                <a:ea typeface="新細明體" panose="02020500000000000000" pitchFamily="18" charset="-120"/>
              </a:defRPr>
            </a:lvl5pPr>
            <a:lvl6pPr marL="25146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6pPr>
            <a:lvl7pPr marL="29718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7pPr>
            <a:lvl8pPr marL="34290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8pPr>
            <a:lvl9pPr marL="38862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9pPr>
          </a:lstStyle>
          <a:p>
            <a:pPr eaLnBrk="1" hangingPunct="1">
              <a:defRPr/>
            </a:pPr>
            <a:r>
              <a:rPr lang="en-US" altLang="en-US" sz="3600" b="1">
                <a:solidFill>
                  <a:srgbClr val="B870B8"/>
                </a:solidFill>
                <a:cs typeface="Arial" panose="020B0604020202020204" pitchFamily="34" charset="0"/>
              </a:rPr>
              <a:t>+</a:t>
            </a:r>
          </a:p>
        </p:txBody>
      </p:sp>
      <p:sp>
        <p:nvSpPr>
          <p:cNvPr id="6" name="Rectangle 5">
            <a:extLst>
              <a:ext uri="{FF2B5EF4-FFF2-40B4-BE49-F238E27FC236}">
                <a16:creationId xmlns:a16="http://schemas.microsoft.com/office/drawing/2014/main" id="{F76B2E1C-83DC-48FB-87B4-6C04ED0E78E1}"/>
              </a:ext>
            </a:extLst>
          </p:cNvPr>
          <p:cNvSpPr/>
          <p:nvPr/>
        </p:nvSpPr>
        <p:spPr>
          <a:xfrm>
            <a:off x="8166100" y="282575"/>
            <a:ext cx="685800" cy="16002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a:p>
        </p:txBody>
      </p:sp>
      <p:sp>
        <p:nvSpPr>
          <p:cNvPr id="2" name="Title 1"/>
          <p:cNvSpPr>
            <a:spLocks noGrp="1"/>
          </p:cNvSpPr>
          <p:nvPr>
            <p:ph type="title"/>
          </p:nvPr>
        </p:nvSpPr>
        <p:spPr/>
        <p:txBody>
          <a:bodyPr/>
          <a:lstStyle>
            <a:lvl1pPr>
              <a:defRPr>
                <a:solidFill>
                  <a:srgbClr val="FF0000"/>
                </a:solidFill>
              </a:defRPr>
            </a:lvl1pPr>
          </a:lstStyle>
          <a:p>
            <a:r>
              <a:rPr lang="en-US"/>
              <a:t>Click to edit Master title style</a:t>
            </a:r>
            <a:endParaRPr dirty="0"/>
          </a:p>
        </p:txBody>
      </p:sp>
      <p:sp>
        <p:nvSpPr>
          <p:cNvPr id="3" name="Content Placeholder 2"/>
          <p:cNvSpPr>
            <a:spLocks noGrp="1"/>
          </p:cNvSpPr>
          <p:nvPr>
            <p:ph sz="half" idx="1"/>
          </p:nvPr>
        </p:nvSpPr>
        <p:spPr>
          <a:xfrm>
            <a:off x="498517" y="1985963"/>
            <a:ext cx="7569157" cy="1965960"/>
          </a:xfrm>
        </p:spPr>
        <p:txBody>
          <a:bodyPr>
            <a:normAutofit/>
          </a:bodyPr>
          <a:lstStyle>
            <a:lvl1pPr>
              <a:defRPr sz="1800"/>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13" name="Content Placeholder 2"/>
          <p:cNvSpPr>
            <a:spLocks noGrp="1"/>
          </p:cNvSpPr>
          <p:nvPr>
            <p:ph sz="half" idx="14"/>
          </p:nvPr>
        </p:nvSpPr>
        <p:spPr>
          <a:xfrm>
            <a:off x="498517" y="4164965"/>
            <a:ext cx="7569157" cy="1965960"/>
          </a:xfrm>
        </p:spPr>
        <p:txBody>
          <a:bodyPr>
            <a:normAutofit/>
          </a:bodyPr>
          <a:lstStyle>
            <a:lvl1pPr>
              <a:defRPr sz="1800"/>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7" name="Date Placeholder 4">
            <a:extLst>
              <a:ext uri="{FF2B5EF4-FFF2-40B4-BE49-F238E27FC236}">
                <a16:creationId xmlns:a16="http://schemas.microsoft.com/office/drawing/2014/main" id="{40692EE1-AA7B-43BD-AC16-CED9312B3818}"/>
              </a:ext>
            </a:extLst>
          </p:cNvPr>
          <p:cNvSpPr>
            <a:spLocks noGrp="1"/>
          </p:cNvSpPr>
          <p:nvPr>
            <p:ph type="dt" sz="half" idx="15"/>
          </p:nvPr>
        </p:nvSpPr>
        <p:spPr/>
        <p:txBody>
          <a:bodyPr/>
          <a:lstStyle>
            <a:lvl1pPr>
              <a:defRPr/>
            </a:lvl1pPr>
          </a:lstStyle>
          <a:p>
            <a:pPr>
              <a:defRPr/>
            </a:pPr>
            <a:fld id="{367BF1C9-1025-4FC5-95F3-643E4B2392A1}" type="datetime4">
              <a:rPr lang="en-US" altLang="en-US" smtClean="0"/>
              <a:t>March 21, 2024</a:t>
            </a:fld>
            <a:endParaRPr lang="en-US" altLang="en-US"/>
          </a:p>
        </p:txBody>
      </p:sp>
      <p:sp>
        <p:nvSpPr>
          <p:cNvPr id="8" name="Footer Placeholder 5">
            <a:extLst>
              <a:ext uri="{FF2B5EF4-FFF2-40B4-BE49-F238E27FC236}">
                <a16:creationId xmlns:a16="http://schemas.microsoft.com/office/drawing/2014/main" id="{AEB1AA61-3E07-4BA7-BD71-ED9C67738005}"/>
              </a:ext>
            </a:extLst>
          </p:cNvPr>
          <p:cNvSpPr>
            <a:spLocks noGrp="1"/>
          </p:cNvSpPr>
          <p:nvPr>
            <p:ph type="ftr" sz="quarter" idx="16"/>
          </p:nvPr>
        </p:nvSpPr>
        <p:spPr/>
        <p:txBody>
          <a:bodyPr/>
          <a:lstStyle>
            <a:lvl1pPr>
              <a:defRPr/>
            </a:lvl1pPr>
          </a:lstStyle>
          <a:p>
            <a:pPr>
              <a:defRPr/>
            </a:pPr>
            <a:endParaRPr lang="en-US" altLang="en-US"/>
          </a:p>
        </p:txBody>
      </p:sp>
      <p:sp>
        <p:nvSpPr>
          <p:cNvPr id="9" name="Slide Number Placeholder 6">
            <a:extLst>
              <a:ext uri="{FF2B5EF4-FFF2-40B4-BE49-F238E27FC236}">
                <a16:creationId xmlns:a16="http://schemas.microsoft.com/office/drawing/2014/main" id="{A485EDA6-A543-44FE-A126-0BC3B380D774}"/>
              </a:ext>
            </a:extLst>
          </p:cNvPr>
          <p:cNvSpPr>
            <a:spLocks noGrp="1"/>
          </p:cNvSpPr>
          <p:nvPr>
            <p:ph type="sldNum" sz="quarter" idx="17"/>
          </p:nvPr>
        </p:nvSpPr>
        <p:spPr/>
        <p:txBody>
          <a:bodyPr/>
          <a:lstStyle>
            <a:lvl1pPr>
              <a:defRPr/>
            </a:lvl1pPr>
          </a:lstStyle>
          <a:p>
            <a:pPr>
              <a:defRPr/>
            </a:pPr>
            <a:fld id="{B55F4DCD-43D8-4193-A279-26DED609CF35}" type="slidenum">
              <a:rPr lang="en-US" altLang="en-US"/>
              <a:pPr>
                <a:defRPr/>
              </a:pPr>
              <a:t>‹#›</a:t>
            </a:fld>
            <a:endParaRPr lang="en-US" altLang="en-US"/>
          </a:p>
        </p:txBody>
      </p:sp>
    </p:spTree>
    <p:extLst>
      <p:ext uri="{BB962C8B-B14F-4D97-AF65-F5344CB8AC3E}">
        <p14:creationId xmlns:p14="http://schemas.microsoft.com/office/powerpoint/2010/main" val="4119243198"/>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preserve="1">
  <p:cSld name="3 Content">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E36A625E-3694-4DB5-98E8-2D8D318A7935}"/>
              </a:ext>
            </a:extLst>
          </p:cNvPr>
          <p:cNvSpPr/>
          <p:nvPr/>
        </p:nvSpPr>
        <p:spPr>
          <a:xfrm>
            <a:off x="8166100" y="282575"/>
            <a:ext cx="685800" cy="16002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a:p>
        </p:txBody>
      </p:sp>
      <p:sp>
        <p:nvSpPr>
          <p:cNvPr id="7" name="TextBox 6">
            <a:extLst>
              <a:ext uri="{FF2B5EF4-FFF2-40B4-BE49-F238E27FC236}">
                <a16:creationId xmlns:a16="http://schemas.microsoft.com/office/drawing/2014/main" id="{FA87372B-B1EB-4EEE-BA49-610CBBE37C2A}"/>
              </a:ext>
            </a:extLst>
          </p:cNvPr>
          <p:cNvSpPr txBox="1">
            <a:spLocks noChangeArrowheads="1"/>
          </p:cNvSpPr>
          <p:nvPr/>
        </p:nvSpPr>
        <p:spPr bwMode="auto">
          <a:xfrm>
            <a:off x="223838" y="228600"/>
            <a:ext cx="260350" cy="5540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sz="1400" i="1" u="sng">
                <a:solidFill>
                  <a:srgbClr val="003366"/>
                </a:solidFill>
                <a:latin typeface="Times New Roman" panose="02020603050405020304" pitchFamily="18" charset="0"/>
                <a:ea typeface="新細明體" panose="02020500000000000000" pitchFamily="18" charset="-120"/>
              </a:defRPr>
            </a:lvl1pPr>
            <a:lvl2pPr marL="742950" indent="-285750">
              <a:defRPr sz="1400" i="1" u="sng">
                <a:solidFill>
                  <a:srgbClr val="003366"/>
                </a:solidFill>
                <a:latin typeface="Times New Roman" panose="02020603050405020304" pitchFamily="18" charset="0"/>
                <a:ea typeface="新細明體" panose="02020500000000000000" pitchFamily="18" charset="-120"/>
              </a:defRPr>
            </a:lvl2pPr>
            <a:lvl3pPr marL="1143000" indent="-228600">
              <a:defRPr sz="1400" i="1" u="sng">
                <a:solidFill>
                  <a:srgbClr val="003366"/>
                </a:solidFill>
                <a:latin typeface="Times New Roman" panose="02020603050405020304" pitchFamily="18" charset="0"/>
                <a:ea typeface="新細明體" panose="02020500000000000000" pitchFamily="18" charset="-120"/>
              </a:defRPr>
            </a:lvl3pPr>
            <a:lvl4pPr marL="1600200" indent="-228600">
              <a:defRPr sz="1400" i="1" u="sng">
                <a:solidFill>
                  <a:srgbClr val="003366"/>
                </a:solidFill>
                <a:latin typeface="Times New Roman" panose="02020603050405020304" pitchFamily="18" charset="0"/>
                <a:ea typeface="新細明體" panose="02020500000000000000" pitchFamily="18" charset="-120"/>
              </a:defRPr>
            </a:lvl4pPr>
            <a:lvl5pPr marL="2057400" indent="-228600">
              <a:defRPr sz="1400" i="1" u="sng">
                <a:solidFill>
                  <a:srgbClr val="003366"/>
                </a:solidFill>
                <a:latin typeface="Times New Roman" panose="02020603050405020304" pitchFamily="18" charset="0"/>
                <a:ea typeface="新細明體" panose="02020500000000000000" pitchFamily="18" charset="-120"/>
              </a:defRPr>
            </a:lvl5pPr>
            <a:lvl6pPr marL="25146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6pPr>
            <a:lvl7pPr marL="29718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7pPr>
            <a:lvl8pPr marL="34290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8pPr>
            <a:lvl9pPr marL="38862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9pPr>
          </a:lstStyle>
          <a:p>
            <a:pPr eaLnBrk="1" hangingPunct="1">
              <a:defRPr/>
            </a:pPr>
            <a:r>
              <a:rPr lang="en-US" altLang="en-US" sz="3600" b="1">
                <a:solidFill>
                  <a:srgbClr val="B870B8"/>
                </a:solidFill>
                <a:cs typeface="Arial" panose="020B0604020202020204" pitchFamily="34" charset="0"/>
              </a:rPr>
              <a:t>+</a:t>
            </a:r>
          </a:p>
        </p:txBody>
      </p:sp>
      <p:sp>
        <p:nvSpPr>
          <p:cNvPr id="2" name="Title 1"/>
          <p:cNvSpPr>
            <a:spLocks noGrp="1"/>
          </p:cNvSpPr>
          <p:nvPr>
            <p:ph type="title"/>
          </p:nvPr>
        </p:nvSpPr>
        <p:spPr/>
        <p:txBody>
          <a:bodyPr/>
          <a:lstStyle/>
          <a:p>
            <a:r>
              <a:rPr lang="en-US"/>
              <a:t>Click to edit Master title style</a:t>
            </a:r>
            <a:endParaRPr/>
          </a:p>
        </p:txBody>
      </p:sp>
      <p:sp>
        <p:nvSpPr>
          <p:cNvPr id="3" name="Content Placeholder 2"/>
          <p:cNvSpPr>
            <a:spLocks noGrp="1"/>
          </p:cNvSpPr>
          <p:nvPr>
            <p:ph sz="half" idx="1"/>
          </p:nvPr>
        </p:nvSpPr>
        <p:spPr>
          <a:xfrm>
            <a:off x="4410075" y="1985963"/>
            <a:ext cx="3657600" cy="1965960"/>
          </a:xfrm>
        </p:spPr>
        <p:txBody>
          <a:bodyPr>
            <a:normAutofit/>
          </a:bodyPr>
          <a:lstStyle>
            <a:lvl1pPr>
              <a:defRPr sz="1800"/>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11" name="Content Placeholder 2"/>
          <p:cNvSpPr>
            <a:spLocks noGrp="1"/>
          </p:cNvSpPr>
          <p:nvPr>
            <p:ph sz="half" idx="15"/>
          </p:nvPr>
        </p:nvSpPr>
        <p:spPr>
          <a:xfrm>
            <a:off x="498518" y="1985963"/>
            <a:ext cx="3657600" cy="4140200"/>
          </a:xfrm>
        </p:spPr>
        <p:txBody>
          <a:bodyPr>
            <a:normAutofit/>
          </a:bodyPr>
          <a:lstStyle>
            <a:lvl1pPr>
              <a:defRPr sz="1800"/>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13" name="Content Placeholder 2"/>
          <p:cNvSpPr>
            <a:spLocks noGrp="1"/>
          </p:cNvSpPr>
          <p:nvPr>
            <p:ph sz="half" idx="16"/>
          </p:nvPr>
        </p:nvSpPr>
        <p:spPr>
          <a:xfrm>
            <a:off x="4410075" y="4169664"/>
            <a:ext cx="3657600" cy="1965960"/>
          </a:xfrm>
        </p:spPr>
        <p:txBody>
          <a:bodyPr>
            <a:normAutofit/>
          </a:bodyPr>
          <a:lstStyle>
            <a:lvl1pPr>
              <a:defRPr sz="1800"/>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8" name="Date Placeholder 4">
            <a:extLst>
              <a:ext uri="{FF2B5EF4-FFF2-40B4-BE49-F238E27FC236}">
                <a16:creationId xmlns:a16="http://schemas.microsoft.com/office/drawing/2014/main" id="{A442E16E-8AE9-49E1-B987-A2C09660BFBA}"/>
              </a:ext>
            </a:extLst>
          </p:cNvPr>
          <p:cNvSpPr>
            <a:spLocks noGrp="1"/>
          </p:cNvSpPr>
          <p:nvPr>
            <p:ph type="dt" sz="half" idx="17"/>
          </p:nvPr>
        </p:nvSpPr>
        <p:spPr/>
        <p:txBody>
          <a:bodyPr/>
          <a:lstStyle>
            <a:lvl1pPr>
              <a:defRPr/>
            </a:lvl1pPr>
          </a:lstStyle>
          <a:p>
            <a:pPr>
              <a:defRPr/>
            </a:pPr>
            <a:fld id="{89BDB295-AA0E-4913-8F70-E7AE12812FB4}" type="datetime4">
              <a:rPr lang="en-US" altLang="en-US" smtClean="0"/>
              <a:t>March 21, 2024</a:t>
            </a:fld>
            <a:endParaRPr lang="en-US" altLang="en-US"/>
          </a:p>
        </p:txBody>
      </p:sp>
      <p:sp>
        <p:nvSpPr>
          <p:cNvPr id="9" name="Footer Placeholder 5">
            <a:extLst>
              <a:ext uri="{FF2B5EF4-FFF2-40B4-BE49-F238E27FC236}">
                <a16:creationId xmlns:a16="http://schemas.microsoft.com/office/drawing/2014/main" id="{EFF88378-3EBD-4A53-AAEB-BA3788A9F54D}"/>
              </a:ext>
            </a:extLst>
          </p:cNvPr>
          <p:cNvSpPr>
            <a:spLocks noGrp="1"/>
          </p:cNvSpPr>
          <p:nvPr>
            <p:ph type="ftr" sz="quarter" idx="18"/>
          </p:nvPr>
        </p:nvSpPr>
        <p:spPr/>
        <p:txBody>
          <a:bodyPr/>
          <a:lstStyle>
            <a:lvl1pPr>
              <a:defRPr/>
            </a:lvl1pPr>
          </a:lstStyle>
          <a:p>
            <a:pPr>
              <a:defRPr/>
            </a:pPr>
            <a:endParaRPr lang="en-US" altLang="en-US"/>
          </a:p>
        </p:txBody>
      </p:sp>
      <p:sp>
        <p:nvSpPr>
          <p:cNvPr id="10" name="Slide Number Placeholder 6">
            <a:extLst>
              <a:ext uri="{FF2B5EF4-FFF2-40B4-BE49-F238E27FC236}">
                <a16:creationId xmlns:a16="http://schemas.microsoft.com/office/drawing/2014/main" id="{0A6F8EB9-B8BD-478C-B0C5-CEB182208DD8}"/>
              </a:ext>
            </a:extLst>
          </p:cNvPr>
          <p:cNvSpPr>
            <a:spLocks noGrp="1"/>
          </p:cNvSpPr>
          <p:nvPr>
            <p:ph type="sldNum" sz="quarter" idx="19"/>
          </p:nvPr>
        </p:nvSpPr>
        <p:spPr/>
        <p:txBody>
          <a:bodyPr/>
          <a:lstStyle>
            <a:lvl1pPr>
              <a:defRPr/>
            </a:lvl1pPr>
          </a:lstStyle>
          <a:p>
            <a:pPr>
              <a:defRPr/>
            </a:pPr>
            <a:fld id="{F1E81321-7CA3-455E-B242-7CD20CFE3562}" type="slidenum">
              <a:rPr lang="en-US" altLang="en-US"/>
              <a:pPr>
                <a:defRPr/>
              </a:pPr>
              <a:t>‹#›</a:t>
            </a:fld>
            <a:endParaRPr lang="en-US" altLang="en-US"/>
          </a:p>
        </p:txBody>
      </p:sp>
    </p:spTree>
    <p:extLst>
      <p:ext uri="{BB962C8B-B14F-4D97-AF65-F5344CB8AC3E}">
        <p14:creationId xmlns:p14="http://schemas.microsoft.com/office/powerpoint/2010/main" val="253316420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p:cSld name="4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31347075-7758-4CEC-9F96-6FCEEB078727}"/>
              </a:ext>
            </a:extLst>
          </p:cNvPr>
          <p:cNvSpPr/>
          <p:nvPr/>
        </p:nvSpPr>
        <p:spPr>
          <a:xfrm>
            <a:off x="8166100" y="282575"/>
            <a:ext cx="685800" cy="16002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a:p>
        </p:txBody>
      </p:sp>
      <p:sp>
        <p:nvSpPr>
          <p:cNvPr id="8" name="TextBox 7">
            <a:extLst>
              <a:ext uri="{FF2B5EF4-FFF2-40B4-BE49-F238E27FC236}">
                <a16:creationId xmlns:a16="http://schemas.microsoft.com/office/drawing/2014/main" id="{7352A13F-FE25-4561-A63F-562F49A24EC0}"/>
              </a:ext>
            </a:extLst>
          </p:cNvPr>
          <p:cNvSpPr txBox="1">
            <a:spLocks noChangeArrowheads="1"/>
          </p:cNvSpPr>
          <p:nvPr/>
        </p:nvSpPr>
        <p:spPr bwMode="auto">
          <a:xfrm>
            <a:off x="223838" y="228600"/>
            <a:ext cx="260350" cy="5540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sz="1400" i="1" u="sng">
                <a:solidFill>
                  <a:srgbClr val="003366"/>
                </a:solidFill>
                <a:latin typeface="Times New Roman" panose="02020603050405020304" pitchFamily="18" charset="0"/>
                <a:ea typeface="新細明體" panose="02020500000000000000" pitchFamily="18" charset="-120"/>
              </a:defRPr>
            </a:lvl1pPr>
            <a:lvl2pPr marL="742950" indent="-285750">
              <a:defRPr sz="1400" i="1" u="sng">
                <a:solidFill>
                  <a:srgbClr val="003366"/>
                </a:solidFill>
                <a:latin typeface="Times New Roman" panose="02020603050405020304" pitchFamily="18" charset="0"/>
                <a:ea typeface="新細明體" panose="02020500000000000000" pitchFamily="18" charset="-120"/>
              </a:defRPr>
            </a:lvl2pPr>
            <a:lvl3pPr marL="1143000" indent="-228600">
              <a:defRPr sz="1400" i="1" u="sng">
                <a:solidFill>
                  <a:srgbClr val="003366"/>
                </a:solidFill>
                <a:latin typeface="Times New Roman" panose="02020603050405020304" pitchFamily="18" charset="0"/>
                <a:ea typeface="新細明體" panose="02020500000000000000" pitchFamily="18" charset="-120"/>
              </a:defRPr>
            </a:lvl3pPr>
            <a:lvl4pPr marL="1600200" indent="-228600">
              <a:defRPr sz="1400" i="1" u="sng">
                <a:solidFill>
                  <a:srgbClr val="003366"/>
                </a:solidFill>
                <a:latin typeface="Times New Roman" panose="02020603050405020304" pitchFamily="18" charset="0"/>
                <a:ea typeface="新細明體" panose="02020500000000000000" pitchFamily="18" charset="-120"/>
              </a:defRPr>
            </a:lvl4pPr>
            <a:lvl5pPr marL="2057400" indent="-228600">
              <a:defRPr sz="1400" i="1" u="sng">
                <a:solidFill>
                  <a:srgbClr val="003366"/>
                </a:solidFill>
                <a:latin typeface="Times New Roman" panose="02020603050405020304" pitchFamily="18" charset="0"/>
                <a:ea typeface="新細明體" panose="02020500000000000000" pitchFamily="18" charset="-120"/>
              </a:defRPr>
            </a:lvl5pPr>
            <a:lvl6pPr marL="25146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6pPr>
            <a:lvl7pPr marL="29718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7pPr>
            <a:lvl8pPr marL="34290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8pPr>
            <a:lvl9pPr marL="38862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9pPr>
          </a:lstStyle>
          <a:p>
            <a:pPr eaLnBrk="1" hangingPunct="1">
              <a:defRPr/>
            </a:pPr>
            <a:r>
              <a:rPr lang="en-US" altLang="en-US" sz="3600" b="1">
                <a:solidFill>
                  <a:srgbClr val="B870B8"/>
                </a:solidFill>
                <a:cs typeface="Arial" panose="020B0604020202020204" pitchFamily="34" charset="0"/>
              </a:rPr>
              <a:t>+</a:t>
            </a:r>
          </a:p>
        </p:txBody>
      </p:sp>
      <p:sp>
        <p:nvSpPr>
          <p:cNvPr id="2" name="Title 1"/>
          <p:cNvSpPr>
            <a:spLocks noGrp="1"/>
          </p:cNvSpPr>
          <p:nvPr>
            <p:ph type="title"/>
          </p:nvPr>
        </p:nvSpPr>
        <p:spPr/>
        <p:txBody>
          <a:bodyPr/>
          <a:lstStyle/>
          <a:p>
            <a:r>
              <a:rPr lang="en-US"/>
              <a:t>Click to edit Master title style</a:t>
            </a:r>
            <a:endParaRPr/>
          </a:p>
        </p:txBody>
      </p:sp>
      <p:sp>
        <p:nvSpPr>
          <p:cNvPr id="12" name="Content Placeholder 2"/>
          <p:cNvSpPr>
            <a:spLocks noGrp="1"/>
          </p:cNvSpPr>
          <p:nvPr>
            <p:ph sz="half" idx="17"/>
          </p:nvPr>
        </p:nvSpPr>
        <p:spPr>
          <a:xfrm>
            <a:off x="502920" y="1985963"/>
            <a:ext cx="3657413" cy="1965960"/>
          </a:xfrm>
        </p:spPr>
        <p:txBody>
          <a:bodyPr>
            <a:normAutofit/>
          </a:bodyPr>
          <a:lstStyle>
            <a:lvl1pPr>
              <a:defRPr sz="1800"/>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14" name="Content Placeholder 2"/>
          <p:cNvSpPr>
            <a:spLocks noGrp="1"/>
          </p:cNvSpPr>
          <p:nvPr>
            <p:ph sz="half" idx="18"/>
          </p:nvPr>
        </p:nvSpPr>
        <p:spPr>
          <a:xfrm>
            <a:off x="502920" y="4164965"/>
            <a:ext cx="3657413" cy="1965960"/>
          </a:xfrm>
        </p:spPr>
        <p:txBody>
          <a:bodyPr>
            <a:normAutofit/>
          </a:bodyPr>
          <a:lstStyle>
            <a:lvl1pPr>
              <a:defRPr sz="1800"/>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15" name="Content Placeholder 2"/>
          <p:cNvSpPr>
            <a:spLocks noGrp="1"/>
          </p:cNvSpPr>
          <p:nvPr>
            <p:ph sz="half" idx="1"/>
          </p:nvPr>
        </p:nvSpPr>
        <p:spPr>
          <a:xfrm>
            <a:off x="4410075" y="1985963"/>
            <a:ext cx="3657600" cy="1965960"/>
          </a:xfrm>
        </p:spPr>
        <p:txBody>
          <a:bodyPr>
            <a:normAutofit/>
          </a:bodyPr>
          <a:lstStyle>
            <a:lvl1pPr>
              <a:defRPr sz="1800"/>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16" name="Content Placeholder 2"/>
          <p:cNvSpPr>
            <a:spLocks noGrp="1"/>
          </p:cNvSpPr>
          <p:nvPr>
            <p:ph sz="half" idx="16"/>
          </p:nvPr>
        </p:nvSpPr>
        <p:spPr>
          <a:xfrm>
            <a:off x="4410075" y="4169664"/>
            <a:ext cx="3657600" cy="1965960"/>
          </a:xfrm>
        </p:spPr>
        <p:txBody>
          <a:bodyPr>
            <a:normAutofit/>
          </a:bodyPr>
          <a:lstStyle>
            <a:lvl1pPr>
              <a:defRPr sz="1800"/>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9" name="Date Placeholder 4">
            <a:extLst>
              <a:ext uri="{FF2B5EF4-FFF2-40B4-BE49-F238E27FC236}">
                <a16:creationId xmlns:a16="http://schemas.microsoft.com/office/drawing/2014/main" id="{8CA10872-C456-40D3-AEDF-ECC579776C64}"/>
              </a:ext>
            </a:extLst>
          </p:cNvPr>
          <p:cNvSpPr>
            <a:spLocks noGrp="1"/>
          </p:cNvSpPr>
          <p:nvPr>
            <p:ph type="dt" sz="half" idx="19"/>
          </p:nvPr>
        </p:nvSpPr>
        <p:spPr/>
        <p:txBody>
          <a:bodyPr/>
          <a:lstStyle>
            <a:lvl1pPr>
              <a:defRPr/>
            </a:lvl1pPr>
          </a:lstStyle>
          <a:p>
            <a:pPr>
              <a:defRPr/>
            </a:pPr>
            <a:fld id="{1D6746FD-7CE6-4784-B555-E150A698D221}" type="datetime4">
              <a:rPr lang="en-US" altLang="en-US" smtClean="0"/>
              <a:t>March 21, 2024</a:t>
            </a:fld>
            <a:endParaRPr lang="en-US" altLang="en-US"/>
          </a:p>
        </p:txBody>
      </p:sp>
      <p:sp>
        <p:nvSpPr>
          <p:cNvPr id="10" name="Footer Placeholder 5">
            <a:extLst>
              <a:ext uri="{FF2B5EF4-FFF2-40B4-BE49-F238E27FC236}">
                <a16:creationId xmlns:a16="http://schemas.microsoft.com/office/drawing/2014/main" id="{FB6C643F-279E-4508-88CB-5D027FFA15FC}"/>
              </a:ext>
            </a:extLst>
          </p:cNvPr>
          <p:cNvSpPr>
            <a:spLocks noGrp="1"/>
          </p:cNvSpPr>
          <p:nvPr>
            <p:ph type="ftr" sz="quarter" idx="20"/>
          </p:nvPr>
        </p:nvSpPr>
        <p:spPr/>
        <p:txBody>
          <a:bodyPr/>
          <a:lstStyle>
            <a:lvl1pPr>
              <a:defRPr/>
            </a:lvl1pPr>
          </a:lstStyle>
          <a:p>
            <a:pPr>
              <a:defRPr/>
            </a:pPr>
            <a:endParaRPr lang="en-US" altLang="en-US"/>
          </a:p>
        </p:txBody>
      </p:sp>
      <p:sp>
        <p:nvSpPr>
          <p:cNvPr id="11" name="Slide Number Placeholder 6">
            <a:extLst>
              <a:ext uri="{FF2B5EF4-FFF2-40B4-BE49-F238E27FC236}">
                <a16:creationId xmlns:a16="http://schemas.microsoft.com/office/drawing/2014/main" id="{C7FE2F1D-C54D-49CF-AA62-F961BBB73A03}"/>
              </a:ext>
            </a:extLst>
          </p:cNvPr>
          <p:cNvSpPr>
            <a:spLocks noGrp="1"/>
          </p:cNvSpPr>
          <p:nvPr>
            <p:ph type="sldNum" sz="quarter" idx="21"/>
          </p:nvPr>
        </p:nvSpPr>
        <p:spPr/>
        <p:txBody>
          <a:bodyPr/>
          <a:lstStyle>
            <a:lvl1pPr>
              <a:defRPr/>
            </a:lvl1pPr>
          </a:lstStyle>
          <a:p>
            <a:pPr>
              <a:defRPr/>
            </a:pPr>
            <a:fld id="{BD5F9E64-AC8D-4934-A522-F84ADA989424}" type="slidenum">
              <a:rPr lang="en-US" altLang="en-US"/>
              <a:pPr>
                <a:defRPr/>
              </a:pPr>
              <a:t>‹#›</a:t>
            </a:fld>
            <a:endParaRPr lang="en-US" altLang="en-US"/>
          </a:p>
        </p:txBody>
      </p:sp>
    </p:spTree>
    <p:extLst>
      <p:ext uri="{BB962C8B-B14F-4D97-AF65-F5344CB8AC3E}">
        <p14:creationId xmlns:p14="http://schemas.microsoft.com/office/powerpoint/2010/main" val="387659558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p:cSld name="Title Only">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193EEB36-E5FF-4FAC-BCEC-EEE3993A2257}"/>
              </a:ext>
            </a:extLst>
          </p:cNvPr>
          <p:cNvSpPr/>
          <p:nvPr/>
        </p:nvSpPr>
        <p:spPr>
          <a:xfrm>
            <a:off x="8166100" y="282575"/>
            <a:ext cx="685800" cy="16002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a:p>
        </p:txBody>
      </p:sp>
      <p:sp>
        <p:nvSpPr>
          <p:cNvPr id="4" name="TextBox 3">
            <a:extLst>
              <a:ext uri="{FF2B5EF4-FFF2-40B4-BE49-F238E27FC236}">
                <a16:creationId xmlns:a16="http://schemas.microsoft.com/office/drawing/2014/main" id="{45A7B1F7-B66E-4360-933D-20F9FE30A2EA}"/>
              </a:ext>
            </a:extLst>
          </p:cNvPr>
          <p:cNvSpPr txBox="1">
            <a:spLocks noChangeArrowheads="1"/>
          </p:cNvSpPr>
          <p:nvPr/>
        </p:nvSpPr>
        <p:spPr bwMode="auto">
          <a:xfrm>
            <a:off x="223838" y="228600"/>
            <a:ext cx="260350" cy="5540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sz="1400" i="1" u="sng">
                <a:solidFill>
                  <a:srgbClr val="003366"/>
                </a:solidFill>
                <a:latin typeface="Times New Roman" panose="02020603050405020304" pitchFamily="18" charset="0"/>
                <a:ea typeface="新細明體" panose="02020500000000000000" pitchFamily="18" charset="-120"/>
              </a:defRPr>
            </a:lvl1pPr>
            <a:lvl2pPr marL="742950" indent="-285750">
              <a:defRPr sz="1400" i="1" u="sng">
                <a:solidFill>
                  <a:srgbClr val="003366"/>
                </a:solidFill>
                <a:latin typeface="Times New Roman" panose="02020603050405020304" pitchFamily="18" charset="0"/>
                <a:ea typeface="新細明體" panose="02020500000000000000" pitchFamily="18" charset="-120"/>
              </a:defRPr>
            </a:lvl2pPr>
            <a:lvl3pPr marL="1143000" indent="-228600">
              <a:defRPr sz="1400" i="1" u="sng">
                <a:solidFill>
                  <a:srgbClr val="003366"/>
                </a:solidFill>
                <a:latin typeface="Times New Roman" panose="02020603050405020304" pitchFamily="18" charset="0"/>
                <a:ea typeface="新細明體" panose="02020500000000000000" pitchFamily="18" charset="-120"/>
              </a:defRPr>
            </a:lvl3pPr>
            <a:lvl4pPr marL="1600200" indent="-228600">
              <a:defRPr sz="1400" i="1" u="sng">
                <a:solidFill>
                  <a:srgbClr val="003366"/>
                </a:solidFill>
                <a:latin typeface="Times New Roman" panose="02020603050405020304" pitchFamily="18" charset="0"/>
                <a:ea typeface="新細明體" panose="02020500000000000000" pitchFamily="18" charset="-120"/>
              </a:defRPr>
            </a:lvl4pPr>
            <a:lvl5pPr marL="2057400" indent="-228600">
              <a:defRPr sz="1400" i="1" u="sng">
                <a:solidFill>
                  <a:srgbClr val="003366"/>
                </a:solidFill>
                <a:latin typeface="Times New Roman" panose="02020603050405020304" pitchFamily="18" charset="0"/>
                <a:ea typeface="新細明體" panose="02020500000000000000" pitchFamily="18" charset="-120"/>
              </a:defRPr>
            </a:lvl5pPr>
            <a:lvl6pPr marL="25146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6pPr>
            <a:lvl7pPr marL="29718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7pPr>
            <a:lvl8pPr marL="34290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8pPr>
            <a:lvl9pPr marL="38862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9pPr>
          </a:lstStyle>
          <a:p>
            <a:pPr eaLnBrk="1" hangingPunct="1">
              <a:defRPr/>
            </a:pPr>
            <a:r>
              <a:rPr lang="en-US" altLang="en-US" sz="3600" b="1">
                <a:solidFill>
                  <a:srgbClr val="B870B8"/>
                </a:solidFill>
                <a:cs typeface="Arial" panose="020B0604020202020204" pitchFamily="34" charset="0"/>
              </a:rPr>
              <a:t>+</a:t>
            </a:r>
          </a:p>
        </p:txBody>
      </p:sp>
      <p:sp>
        <p:nvSpPr>
          <p:cNvPr id="2" name="Title 1"/>
          <p:cNvSpPr>
            <a:spLocks noGrp="1"/>
          </p:cNvSpPr>
          <p:nvPr>
            <p:ph type="title"/>
          </p:nvPr>
        </p:nvSpPr>
        <p:spPr/>
        <p:txBody>
          <a:bodyPr/>
          <a:lstStyle/>
          <a:p>
            <a:r>
              <a:rPr lang="en-US"/>
              <a:t>Click to edit Master title style</a:t>
            </a:r>
            <a:endParaRPr/>
          </a:p>
        </p:txBody>
      </p:sp>
      <p:sp>
        <p:nvSpPr>
          <p:cNvPr id="5" name="Date Placeholder 2">
            <a:extLst>
              <a:ext uri="{FF2B5EF4-FFF2-40B4-BE49-F238E27FC236}">
                <a16:creationId xmlns:a16="http://schemas.microsoft.com/office/drawing/2014/main" id="{A60D05BF-08A0-4D82-87B7-25B380F494B0}"/>
              </a:ext>
            </a:extLst>
          </p:cNvPr>
          <p:cNvSpPr>
            <a:spLocks noGrp="1"/>
          </p:cNvSpPr>
          <p:nvPr>
            <p:ph type="dt" sz="half" idx="10"/>
          </p:nvPr>
        </p:nvSpPr>
        <p:spPr/>
        <p:txBody>
          <a:bodyPr/>
          <a:lstStyle>
            <a:lvl1pPr>
              <a:defRPr/>
            </a:lvl1pPr>
          </a:lstStyle>
          <a:p>
            <a:pPr>
              <a:defRPr/>
            </a:pPr>
            <a:fld id="{3A100575-81D0-4836-BDA5-88ECA2DF1A30}" type="datetime4">
              <a:rPr lang="en-US" altLang="en-US" smtClean="0"/>
              <a:t>March 21, 2024</a:t>
            </a:fld>
            <a:endParaRPr lang="en-US" altLang="en-US"/>
          </a:p>
        </p:txBody>
      </p:sp>
      <p:sp>
        <p:nvSpPr>
          <p:cNvPr id="6" name="Footer Placeholder 3">
            <a:extLst>
              <a:ext uri="{FF2B5EF4-FFF2-40B4-BE49-F238E27FC236}">
                <a16:creationId xmlns:a16="http://schemas.microsoft.com/office/drawing/2014/main" id="{70CBB09B-E9D1-4963-9352-60DD2D041409}"/>
              </a:ext>
            </a:extLst>
          </p:cNvPr>
          <p:cNvSpPr>
            <a:spLocks noGrp="1"/>
          </p:cNvSpPr>
          <p:nvPr>
            <p:ph type="ftr" sz="quarter" idx="11"/>
          </p:nvPr>
        </p:nvSpPr>
        <p:spPr/>
        <p:txBody>
          <a:bodyPr/>
          <a:lstStyle>
            <a:lvl1pPr>
              <a:defRPr/>
            </a:lvl1pPr>
          </a:lstStyle>
          <a:p>
            <a:pPr>
              <a:defRPr/>
            </a:pPr>
            <a:endParaRPr lang="en-US" altLang="en-US"/>
          </a:p>
        </p:txBody>
      </p:sp>
      <p:sp>
        <p:nvSpPr>
          <p:cNvPr id="7" name="Slide Number Placeholder 4">
            <a:extLst>
              <a:ext uri="{FF2B5EF4-FFF2-40B4-BE49-F238E27FC236}">
                <a16:creationId xmlns:a16="http://schemas.microsoft.com/office/drawing/2014/main" id="{AAAE83DB-9197-4A51-B3DF-1B22AAB29DD7}"/>
              </a:ext>
            </a:extLst>
          </p:cNvPr>
          <p:cNvSpPr>
            <a:spLocks noGrp="1"/>
          </p:cNvSpPr>
          <p:nvPr>
            <p:ph type="sldNum" sz="quarter" idx="12"/>
          </p:nvPr>
        </p:nvSpPr>
        <p:spPr/>
        <p:txBody>
          <a:bodyPr/>
          <a:lstStyle>
            <a:lvl1pPr>
              <a:defRPr/>
            </a:lvl1pPr>
          </a:lstStyle>
          <a:p>
            <a:pPr>
              <a:defRPr/>
            </a:pPr>
            <a:fld id="{F02FF4ED-2B23-4CC6-834A-FCFA22AF88CD}" type="slidenum">
              <a:rPr lang="en-US" altLang="en-US"/>
              <a:pPr>
                <a:defRPr/>
              </a:pPr>
              <a:t>‹#›</a:t>
            </a:fld>
            <a:endParaRPr lang="en-US" altLang="en-US"/>
          </a:p>
        </p:txBody>
      </p:sp>
    </p:spTree>
    <p:extLst>
      <p:ext uri="{BB962C8B-B14F-4D97-AF65-F5344CB8AC3E}">
        <p14:creationId xmlns:p14="http://schemas.microsoft.com/office/powerpoint/2010/main" val="4037457812"/>
      </p:ext>
    </p:extLst>
  </p:cSld>
  <p:clrMapOvr>
    <a:masterClrMapping/>
  </p:clrMapOvr>
  <p:transition>
    <p:random/>
  </p:transition>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p:cSld name="Blan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A297824-E7C6-4F94-94AE-2F0773C2EC4D}"/>
              </a:ext>
            </a:extLst>
          </p:cNvPr>
          <p:cNvSpPr/>
          <p:nvPr/>
        </p:nvSpPr>
        <p:spPr>
          <a:xfrm>
            <a:off x="8166100" y="282575"/>
            <a:ext cx="685800" cy="30162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a:p>
        </p:txBody>
      </p:sp>
      <p:sp>
        <p:nvSpPr>
          <p:cNvPr id="3" name="Date Placeholder 1">
            <a:extLst>
              <a:ext uri="{FF2B5EF4-FFF2-40B4-BE49-F238E27FC236}">
                <a16:creationId xmlns:a16="http://schemas.microsoft.com/office/drawing/2014/main" id="{BF1A20FE-9E92-4C73-9A74-8F0A2A08F047}"/>
              </a:ext>
            </a:extLst>
          </p:cNvPr>
          <p:cNvSpPr>
            <a:spLocks noGrp="1"/>
          </p:cNvSpPr>
          <p:nvPr>
            <p:ph type="dt" sz="half" idx="10"/>
          </p:nvPr>
        </p:nvSpPr>
        <p:spPr/>
        <p:txBody>
          <a:bodyPr/>
          <a:lstStyle>
            <a:lvl1pPr>
              <a:defRPr/>
            </a:lvl1pPr>
          </a:lstStyle>
          <a:p>
            <a:pPr>
              <a:defRPr/>
            </a:pPr>
            <a:fld id="{8FC35119-4326-4B12-8C41-028122D81B5B}" type="datetime4">
              <a:rPr lang="en-US" altLang="en-US" smtClean="0"/>
              <a:t>March 21, 2024</a:t>
            </a:fld>
            <a:endParaRPr lang="en-US" altLang="en-US"/>
          </a:p>
        </p:txBody>
      </p:sp>
      <p:sp>
        <p:nvSpPr>
          <p:cNvPr id="4" name="Footer Placeholder 2">
            <a:extLst>
              <a:ext uri="{FF2B5EF4-FFF2-40B4-BE49-F238E27FC236}">
                <a16:creationId xmlns:a16="http://schemas.microsoft.com/office/drawing/2014/main" id="{BC591D13-7F35-46DA-90AE-1E6C0A5693DA}"/>
              </a:ext>
            </a:extLst>
          </p:cNvPr>
          <p:cNvSpPr>
            <a:spLocks noGrp="1"/>
          </p:cNvSpPr>
          <p:nvPr>
            <p:ph type="ftr" sz="quarter" idx="11"/>
          </p:nvPr>
        </p:nvSpPr>
        <p:spPr/>
        <p:txBody>
          <a:bodyPr/>
          <a:lstStyle>
            <a:lvl1pPr>
              <a:defRPr/>
            </a:lvl1pPr>
          </a:lstStyle>
          <a:p>
            <a:pPr>
              <a:defRPr/>
            </a:pPr>
            <a:endParaRPr lang="en-US" altLang="en-US"/>
          </a:p>
        </p:txBody>
      </p:sp>
      <p:sp>
        <p:nvSpPr>
          <p:cNvPr id="5" name="Slide Number Placeholder 3">
            <a:extLst>
              <a:ext uri="{FF2B5EF4-FFF2-40B4-BE49-F238E27FC236}">
                <a16:creationId xmlns:a16="http://schemas.microsoft.com/office/drawing/2014/main" id="{AF78DFFF-F6E0-474D-BCE0-10BBC4065D09}"/>
              </a:ext>
            </a:extLst>
          </p:cNvPr>
          <p:cNvSpPr>
            <a:spLocks noGrp="1"/>
          </p:cNvSpPr>
          <p:nvPr>
            <p:ph type="sldNum" sz="quarter" idx="12"/>
          </p:nvPr>
        </p:nvSpPr>
        <p:spPr/>
        <p:txBody>
          <a:bodyPr/>
          <a:lstStyle>
            <a:lvl1pPr>
              <a:defRPr/>
            </a:lvl1pPr>
          </a:lstStyle>
          <a:p>
            <a:pPr>
              <a:defRPr/>
            </a:pPr>
            <a:fld id="{CC516D0E-CD58-4E49-9F6D-689564ED6CA6}" type="slidenum">
              <a:rPr lang="en-US" altLang="en-US"/>
              <a:pPr>
                <a:defRPr/>
              </a:pPr>
              <a:t>‹#›</a:t>
            </a:fld>
            <a:endParaRPr lang="en-US" altLang="en-US"/>
          </a:p>
        </p:txBody>
      </p:sp>
    </p:spTree>
    <p:extLst>
      <p:ext uri="{BB962C8B-B14F-4D97-AF65-F5344CB8AC3E}">
        <p14:creationId xmlns:p14="http://schemas.microsoft.com/office/powerpoint/2010/main" val="2728158440"/>
      </p:ext>
    </p:extLst>
  </p:cSld>
  <p:clrMapOvr>
    <a:masterClrMapping/>
  </p:clrMapOvr>
  <p:transition>
    <p:random/>
  </p:transition>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A81A3E6C-E078-4B52-8583-2B5D165EB6EC}"/>
              </a:ext>
            </a:extLst>
          </p:cNvPr>
          <p:cNvSpPr/>
          <p:nvPr/>
        </p:nvSpPr>
        <p:spPr>
          <a:xfrm>
            <a:off x="282575" y="228600"/>
            <a:ext cx="3451225" cy="634523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a:p>
        </p:txBody>
      </p:sp>
      <p:sp>
        <p:nvSpPr>
          <p:cNvPr id="6" name="TextBox 5">
            <a:extLst>
              <a:ext uri="{FF2B5EF4-FFF2-40B4-BE49-F238E27FC236}">
                <a16:creationId xmlns:a16="http://schemas.microsoft.com/office/drawing/2014/main" id="{DA61FBA7-0B22-48B0-89DE-EE8F5CC10736}"/>
              </a:ext>
            </a:extLst>
          </p:cNvPr>
          <p:cNvSpPr txBox="1">
            <a:spLocks noChangeArrowheads="1"/>
          </p:cNvSpPr>
          <p:nvPr/>
        </p:nvSpPr>
        <p:spPr bwMode="auto">
          <a:xfrm>
            <a:off x="425450" y="174625"/>
            <a:ext cx="412750" cy="831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sz="1400" i="1" u="sng">
                <a:solidFill>
                  <a:srgbClr val="003366"/>
                </a:solidFill>
                <a:latin typeface="Times New Roman" panose="02020603050405020304" pitchFamily="18" charset="0"/>
                <a:ea typeface="新細明體" panose="02020500000000000000" pitchFamily="18" charset="-120"/>
              </a:defRPr>
            </a:lvl1pPr>
            <a:lvl2pPr marL="742950" indent="-285750">
              <a:defRPr sz="1400" i="1" u="sng">
                <a:solidFill>
                  <a:srgbClr val="003366"/>
                </a:solidFill>
                <a:latin typeface="Times New Roman" panose="02020603050405020304" pitchFamily="18" charset="0"/>
                <a:ea typeface="新細明體" panose="02020500000000000000" pitchFamily="18" charset="-120"/>
              </a:defRPr>
            </a:lvl2pPr>
            <a:lvl3pPr marL="1143000" indent="-228600">
              <a:defRPr sz="1400" i="1" u="sng">
                <a:solidFill>
                  <a:srgbClr val="003366"/>
                </a:solidFill>
                <a:latin typeface="Times New Roman" panose="02020603050405020304" pitchFamily="18" charset="0"/>
                <a:ea typeface="新細明體" panose="02020500000000000000" pitchFamily="18" charset="-120"/>
              </a:defRPr>
            </a:lvl3pPr>
            <a:lvl4pPr marL="1600200" indent="-228600">
              <a:defRPr sz="1400" i="1" u="sng">
                <a:solidFill>
                  <a:srgbClr val="003366"/>
                </a:solidFill>
                <a:latin typeface="Times New Roman" panose="02020603050405020304" pitchFamily="18" charset="0"/>
                <a:ea typeface="新細明體" panose="02020500000000000000" pitchFamily="18" charset="-120"/>
              </a:defRPr>
            </a:lvl4pPr>
            <a:lvl5pPr marL="2057400" indent="-228600">
              <a:defRPr sz="1400" i="1" u="sng">
                <a:solidFill>
                  <a:srgbClr val="003366"/>
                </a:solidFill>
                <a:latin typeface="Times New Roman" panose="02020603050405020304" pitchFamily="18" charset="0"/>
                <a:ea typeface="新細明體" panose="02020500000000000000" pitchFamily="18" charset="-120"/>
              </a:defRPr>
            </a:lvl5pPr>
            <a:lvl6pPr marL="25146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6pPr>
            <a:lvl7pPr marL="29718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7pPr>
            <a:lvl8pPr marL="34290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8pPr>
            <a:lvl9pPr marL="38862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9pPr>
          </a:lstStyle>
          <a:p>
            <a:pPr eaLnBrk="1" hangingPunct="1">
              <a:defRPr/>
            </a:pPr>
            <a:r>
              <a:rPr lang="en-US" altLang="en-US" sz="5400" b="1">
                <a:solidFill>
                  <a:srgbClr val="B870B8"/>
                </a:solidFill>
                <a:cs typeface="Arial" panose="020B0604020202020204" pitchFamily="34" charset="0"/>
              </a:rPr>
              <a:t>+</a:t>
            </a:r>
          </a:p>
        </p:txBody>
      </p:sp>
      <p:sp>
        <p:nvSpPr>
          <p:cNvPr id="2" name="Title 1"/>
          <p:cNvSpPr>
            <a:spLocks noGrp="1"/>
          </p:cNvSpPr>
          <p:nvPr>
            <p:ph type="title"/>
          </p:nvPr>
        </p:nvSpPr>
        <p:spPr>
          <a:xfrm>
            <a:off x="380555" y="2571750"/>
            <a:ext cx="3255264" cy="1162050"/>
          </a:xfrm>
        </p:spPr>
        <p:txBody>
          <a:bodyPr anchor="b">
            <a:normAutofit/>
          </a:bodyPr>
          <a:lstStyle>
            <a:lvl1pPr algn="l">
              <a:defRPr sz="2600" b="0">
                <a:solidFill>
                  <a:srgbClr val="FF0000"/>
                </a:solidFill>
              </a:defRPr>
            </a:lvl1pPr>
          </a:lstStyle>
          <a:p>
            <a:r>
              <a:rPr lang="en-US"/>
              <a:t>Click to edit Master title style</a:t>
            </a:r>
            <a:endParaRPr dirty="0"/>
          </a:p>
        </p:txBody>
      </p:sp>
      <p:sp>
        <p:nvSpPr>
          <p:cNvPr id="3" name="Content Placeholder 2"/>
          <p:cNvSpPr>
            <a:spLocks noGrp="1"/>
          </p:cNvSpPr>
          <p:nvPr>
            <p:ph idx="1"/>
          </p:nvPr>
        </p:nvSpPr>
        <p:spPr>
          <a:xfrm>
            <a:off x="4168775" y="273050"/>
            <a:ext cx="4597399" cy="5853113"/>
          </a:xfrm>
        </p:spPr>
        <p:txBody>
          <a:bodyPr>
            <a:normAutofit/>
          </a:bodyPr>
          <a:lstStyle>
            <a:lvl1pPr>
              <a:defRPr sz="1800">
                <a:solidFill>
                  <a:srgbClr val="0070C0"/>
                </a:solidFill>
              </a:defRPr>
            </a:lvl1pPr>
            <a:lvl2pPr>
              <a:defRPr sz="1800"/>
            </a:lvl2pPr>
            <a:lvl3pPr>
              <a:defRPr sz="1800"/>
            </a:lvl3pPr>
            <a:lvl4pPr>
              <a:defRPr sz="1800"/>
            </a:lvl4pPr>
            <a:lvl5pPr>
              <a:defRPr sz="18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dirty="0"/>
          </a:p>
        </p:txBody>
      </p:sp>
      <p:sp>
        <p:nvSpPr>
          <p:cNvPr id="4" name="Text Placeholder 3"/>
          <p:cNvSpPr>
            <a:spLocks noGrp="1"/>
          </p:cNvSpPr>
          <p:nvPr>
            <p:ph type="body" sz="half" idx="2"/>
          </p:nvPr>
        </p:nvSpPr>
        <p:spPr>
          <a:xfrm>
            <a:off x="381093" y="3733800"/>
            <a:ext cx="3255264" cy="2392363"/>
          </a:xfrm>
        </p:spPr>
        <p:txBody>
          <a:bodyPr/>
          <a:lstStyle>
            <a:lvl1pPr marL="0" indent="0">
              <a:buNone/>
              <a:defRPr sz="1400">
                <a:solidFill>
                  <a:srgbClr val="0070C0"/>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7" name="Date Placeholder 4">
            <a:extLst>
              <a:ext uri="{FF2B5EF4-FFF2-40B4-BE49-F238E27FC236}">
                <a16:creationId xmlns:a16="http://schemas.microsoft.com/office/drawing/2014/main" id="{C8CDD739-01DD-46AE-92AD-B19AA301B917}"/>
              </a:ext>
            </a:extLst>
          </p:cNvPr>
          <p:cNvSpPr>
            <a:spLocks noGrp="1"/>
          </p:cNvSpPr>
          <p:nvPr>
            <p:ph type="dt" sz="half" idx="10"/>
          </p:nvPr>
        </p:nvSpPr>
        <p:spPr>
          <a:xfrm>
            <a:off x="7391400" y="6423025"/>
            <a:ext cx="1536700" cy="365125"/>
          </a:xfrm>
        </p:spPr>
        <p:txBody>
          <a:bodyPr/>
          <a:lstStyle>
            <a:lvl1pPr>
              <a:defRPr/>
            </a:lvl1pPr>
          </a:lstStyle>
          <a:p>
            <a:pPr>
              <a:defRPr/>
            </a:pPr>
            <a:fld id="{82402E1E-AC80-476C-BD21-E5D946B2FBAA}" type="datetime4">
              <a:rPr lang="en-US" altLang="en-US" smtClean="0"/>
              <a:t>March 21, 2024</a:t>
            </a:fld>
            <a:endParaRPr lang="en-US" altLang="en-US"/>
          </a:p>
        </p:txBody>
      </p:sp>
      <p:sp>
        <p:nvSpPr>
          <p:cNvPr id="8" name="Footer Placeholder 5">
            <a:extLst>
              <a:ext uri="{FF2B5EF4-FFF2-40B4-BE49-F238E27FC236}">
                <a16:creationId xmlns:a16="http://schemas.microsoft.com/office/drawing/2014/main" id="{2559E1EB-BD5D-43C2-93DB-7E5B72874347}"/>
              </a:ext>
            </a:extLst>
          </p:cNvPr>
          <p:cNvSpPr>
            <a:spLocks noGrp="1"/>
          </p:cNvSpPr>
          <p:nvPr>
            <p:ph type="ftr" sz="quarter" idx="11"/>
          </p:nvPr>
        </p:nvSpPr>
        <p:spPr>
          <a:xfrm>
            <a:off x="3859213" y="6423025"/>
            <a:ext cx="3316287" cy="365125"/>
          </a:xfrm>
        </p:spPr>
        <p:txBody>
          <a:bodyPr/>
          <a:lstStyle>
            <a:lvl1pPr>
              <a:defRPr/>
            </a:lvl1pPr>
          </a:lstStyle>
          <a:p>
            <a:pPr>
              <a:defRPr/>
            </a:pPr>
            <a:endParaRPr lang="en-US" altLang="en-US"/>
          </a:p>
        </p:txBody>
      </p:sp>
    </p:spTree>
    <p:extLst>
      <p:ext uri="{BB962C8B-B14F-4D97-AF65-F5344CB8AC3E}">
        <p14:creationId xmlns:p14="http://schemas.microsoft.com/office/powerpoint/2010/main" val="3306687756"/>
      </p:ext>
    </p:extLst>
  </p:cSld>
  <p:clrMapOvr>
    <a:masterClrMapping/>
  </p:clrMapOvr>
  <p:transition>
    <p:random/>
  </p:transition>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113DB472-439E-4BDE-918A-FD6BA213D95A}"/>
              </a:ext>
            </a:extLst>
          </p:cNvPr>
          <p:cNvSpPr/>
          <p:nvPr/>
        </p:nvSpPr>
        <p:spPr>
          <a:xfrm>
            <a:off x="8166100" y="282575"/>
            <a:ext cx="685800" cy="301625"/>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a:p>
        </p:txBody>
      </p:sp>
      <p:sp>
        <p:nvSpPr>
          <p:cNvPr id="6" name="TextBox 5">
            <a:extLst>
              <a:ext uri="{FF2B5EF4-FFF2-40B4-BE49-F238E27FC236}">
                <a16:creationId xmlns:a16="http://schemas.microsoft.com/office/drawing/2014/main" id="{B9BC5FB0-3DC3-4E99-B205-5BF43F431326}"/>
              </a:ext>
            </a:extLst>
          </p:cNvPr>
          <p:cNvSpPr txBox="1">
            <a:spLocks noChangeArrowheads="1"/>
          </p:cNvSpPr>
          <p:nvPr/>
        </p:nvSpPr>
        <p:spPr bwMode="auto">
          <a:xfrm>
            <a:off x="3989388" y="3370263"/>
            <a:ext cx="220662" cy="369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sz="1400" i="1" u="sng">
                <a:solidFill>
                  <a:srgbClr val="003366"/>
                </a:solidFill>
                <a:latin typeface="Times New Roman" panose="02020603050405020304" pitchFamily="18" charset="0"/>
                <a:ea typeface="新細明體" panose="02020500000000000000" pitchFamily="18" charset="-120"/>
              </a:defRPr>
            </a:lvl1pPr>
            <a:lvl2pPr marL="742950" indent="-285750">
              <a:defRPr sz="1400" i="1" u="sng">
                <a:solidFill>
                  <a:srgbClr val="003366"/>
                </a:solidFill>
                <a:latin typeface="Times New Roman" panose="02020603050405020304" pitchFamily="18" charset="0"/>
                <a:ea typeface="新細明體" panose="02020500000000000000" pitchFamily="18" charset="-120"/>
              </a:defRPr>
            </a:lvl2pPr>
            <a:lvl3pPr marL="1143000" indent="-228600">
              <a:defRPr sz="1400" i="1" u="sng">
                <a:solidFill>
                  <a:srgbClr val="003366"/>
                </a:solidFill>
                <a:latin typeface="Times New Roman" panose="02020603050405020304" pitchFamily="18" charset="0"/>
                <a:ea typeface="新細明體" panose="02020500000000000000" pitchFamily="18" charset="-120"/>
              </a:defRPr>
            </a:lvl3pPr>
            <a:lvl4pPr marL="1600200" indent="-228600">
              <a:defRPr sz="1400" i="1" u="sng">
                <a:solidFill>
                  <a:srgbClr val="003366"/>
                </a:solidFill>
                <a:latin typeface="Times New Roman" panose="02020603050405020304" pitchFamily="18" charset="0"/>
                <a:ea typeface="新細明體" panose="02020500000000000000" pitchFamily="18" charset="-120"/>
              </a:defRPr>
            </a:lvl4pPr>
            <a:lvl5pPr marL="2057400" indent="-228600">
              <a:defRPr sz="1400" i="1" u="sng">
                <a:solidFill>
                  <a:srgbClr val="003366"/>
                </a:solidFill>
                <a:latin typeface="Times New Roman" panose="02020603050405020304" pitchFamily="18" charset="0"/>
                <a:ea typeface="新細明體" panose="02020500000000000000" pitchFamily="18" charset="-120"/>
              </a:defRPr>
            </a:lvl5pPr>
            <a:lvl6pPr marL="25146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6pPr>
            <a:lvl7pPr marL="29718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7pPr>
            <a:lvl8pPr marL="34290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8pPr>
            <a:lvl9pPr marL="38862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9pPr>
          </a:lstStyle>
          <a:p>
            <a:pPr eaLnBrk="1" hangingPunct="1">
              <a:defRPr/>
            </a:pPr>
            <a:r>
              <a:rPr lang="en-US" altLang="en-US" sz="2400" b="1">
                <a:solidFill>
                  <a:srgbClr val="B870B8"/>
                </a:solidFill>
                <a:cs typeface="Arial" panose="020B0604020202020204" pitchFamily="34" charset="0"/>
              </a:rPr>
              <a:t>+ </a:t>
            </a:r>
          </a:p>
        </p:txBody>
      </p:sp>
      <p:sp>
        <p:nvSpPr>
          <p:cNvPr id="2" name="Title 1"/>
          <p:cNvSpPr>
            <a:spLocks noGrp="1"/>
          </p:cNvSpPr>
          <p:nvPr>
            <p:ph type="title"/>
          </p:nvPr>
        </p:nvSpPr>
        <p:spPr>
          <a:xfrm>
            <a:off x="4169404" y="3124200"/>
            <a:ext cx="3898272" cy="871538"/>
          </a:xfrm>
        </p:spPr>
        <p:txBody>
          <a:bodyPr anchor="b">
            <a:normAutofit/>
          </a:bodyPr>
          <a:lstStyle>
            <a:lvl1pPr algn="l">
              <a:defRPr sz="2600" b="0">
                <a:solidFill>
                  <a:srgbClr val="FF0000"/>
                </a:solidFill>
              </a:defRPr>
            </a:lvl1pPr>
          </a:lstStyle>
          <a:p>
            <a:r>
              <a:rPr lang="en-US"/>
              <a:t>Click to edit Master title style</a:t>
            </a:r>
            <a:endParaRPr dirty="0"/>
          </a:p>
        </p:txBody>
      </p:sp>
      <p:sp>
        <p:nvSpPr>
          <p:cNvPr id="3" name="Picture Placeholder 2"/>
          <p:cNvSpPr>
            <a:spLocks noGrp="1"/>
          </p:cNvSpPr>
          <p:nvPr>
            <p:ph type="pic" idx="1"/>
          </p:nvPr>
        </p:nvSpPr>
        <p:spPr>
          <a:xfrm>
            <a:off x="277906" y="228600"/>
            <a:ext cx="3460658" cy="6345238"/>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en-US" noProof="0"/>
              <a:t>Click icon to add picture</a:t>
            </a:r>
            <a:endParaRPr noProof="0" dirty="0"/>
          </a:p>
        </p:txBody>
      </p:sp>
      <p:sp>
        <p:nvSpPr>
          <p:cNvPr id="4" name="Text Placeholder 3"/>
          <p:cNvSpPr>
            <a:spLocks noGrp="1"/>
          </p:cNvSpPr>
          <p:nvPr>
            <p:ph type="body" sz="half" idx="2"/>
          </p:nvPr>
        </p:nvSpPr>
        <p:spPr>
          <a:xfrm>
            <a:off x="4169404" y="3995737"/>
            <a:ext cx="3898272" cy="2147888"/>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7" name="Date Placeholder 4">
            <a:extLst>
              <a:ext uri="{FF2B5EF4-FFF2-40B4-BE49-F238E27FC236}">
                <a16:creationId xmlns:a16="http://schemas.microsoft.com/office/drawing/2014/main" id="{AF046526-C347-4BD5-B33A-3B7626D4B85F}"/>
              </a:ext>
            </a:extLst>
          </p:cNvPr>
          <p:cNvSpPr>
            <a:spLocks noGrp="1"/>
          </p:cNvSpPr>
          <p:nvPr>
            <p:ph type="dt" sz="half" idx="10"/>
          </p:nvPr>
        </p:nvSpPr>
        <p:spPr>
          <a:xfrm>
            <a:off x="7391400" y="6423025"/>
            <a:ext cx="1536700" cy="365125"/>
          </a:xfrm>
        </p:spPr>
        <p:txBody>
          <a:bodyPr/>
          <a:lstStyle>
            <a:lvl1pPr>
              <a:defRPr/>
            </a:lvl1pPr>
          </a:lstStyle>
          <a:p>
            <a:pPr>
              <a:defRPr/>
            </a:pPr>
            <a:fld id="{00F7BFBB-6B8B-4E2E-8F5B-F5D4B0E631F4}" type="datetime4">
              <a:rPr lang="en-US" altLang="en-US" smtClean="0"/>
              <a:t>March 21, 2024</a:t>
            </a:fld>
            <a:endParaRPr lang="en-US" altLang="en-US"/>
          </a:p>
        </p:txBody>
      </p:sp>
      <p:sp>
        <p:nvSpPr>
          <p:cNvPr id="8" name="Footer Placeholder 5">
            <a:extLst>
              <a:ext uri="{FF2B5EF4-FFF2-40B4-BE49-F238E27FC236}">
                <a16:creationId xmlns:a16="http://schemas.microsoft.com/office/drawing/2014/main" id="{CA9B5365-00CB-4803-A243-CFE63D1EF124}"/>
              </a:ext>
            </a:extLst>
          </p:cNvPr>
          <p:cNvSpPr>
            <a:spLocks noGrp="1"/>
          </p:cNvSpPr>
          <p:nvPr>
            <p:ph type="ftr" sz="quarter" idx="11"/>
          </p:nvPr>
        </p:nvSpPr>
        <p:spPr>
          <a:xfrm>
            <a:off x="4191000" y="6423025"/>
            <a:ext cx="3005138" cy="365125"/>
          </a:xfrm>
        </p:spPr>
        <p:txBody>
          <a:bodyPr/>
          <a:lstStyle>
            <a:lvl1pPr>
              <a:defRPr/>
            </a:lvl1pPr>
          </a:lstStyle>
          <a:p>
            <a:pPr>
              <a:defRPr/>
            </a:pPr>
            <a:endParaRPr lang="en-US" altLang="en-US"/>
          </a:p>
        </p:txBody>
      </p:sp>
      <p:sp>
        <p:nvSpPr>
          <p:cNvPr id="9" name="Slide Number Placeholder 6">
            <a:extLst>
              <a:ext uri="{FF2B5EF4-FFF2-40B4-BE49-F238E27FC236}">
                <a16:creationId xmlns:a16="http://schemas.microsoft.com/office/drawing/2014/main" id="{E08FA02A-7C84-41D3-B339-E1CEC85DED7A}"/>
              </a:ext>
            </a:extLst>
          </p:cNvPr>
          <p:cNvSpPr>
            <a:spLocks noGrp="1"/>
          </p:cNvSpPr>
          <p:nvPr>
            <p:ph type="sldNum" sz="quarter" idx="12"/>
          </p:nvPr>
        </p:nvSpPr>
        <p:spPr/>
        <p:txBody>
          <a:bodyPr/>
          <a:lstStyle>
            <a:lvl1pPr>
              <a:defRPr/>
            </a:lvl1pPr>
          </a:lstStyle>
          <a:p>
            <a:pPr>
              <a:defRPr/>
            </a:pPr>
            <a:fld id="{F4C4F20B-DFB7-47E0-99A5-E35BEB509EFA}" type="slidenum">
              <a:rPr lang="en-US" altLang="en-US"/>
              <a:pPr>
                <a:defRPr/>
              </a:pPr>
              <a:t>‹#›</a:t>
            </a:fld>
            <a:endParaRPr lang="en-US" altLang="en-US"/>
          </a:p>
        </p:txBody>
      </p:sp>
    </p:spTree>
    <p:extLst>
      <p:ext uri="{BB962C8B-B14F-4D97-AF65-F5344CB8AC3E}">
        <p14:creationId xmlns:p14="http://schemas.microsoft.com/office/powerpoint/2010/main" val="2255815162"/>
      </p:ext>
    </p:extLst>
  </p:cSld>
  <p:clrMapOvr>
    <a:masterClrMapping/>
  </p:clrMapOvr>
  <p:transition>
    <p:random/>
  </p:transition>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type="picTx" preserve="1">
  <p:cSld name="Picture above Caption">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AB01909A-2195-4FAB-8839-F9F6FE648B8D}"/>
              </a:ext>
            </a:extLst>
          </p:cNvPr>
          <p:cNvSpPr/>
          <p:nvPr/>
        </p:nvSpPr>
        <p:spPr>
          <a:xfrm>
            <a:off x="6802438" y="228600"/>
            <a:ext cx="2057400" cy="203835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a:p>
        </p:txBody>
      </p:sp>
      <p:sp>
        <p:nvSpPr>
          <p:cNvPr id="6" name="Rectangle 5">
            <a:extLst>
              <a:ext uri="{FF2B5EF4-FFF2-40B4-BE49-F238E27FC236}">
                <a16:creationId xmlns:a16="http://schemas.microsoft.com/office/drawing/2014/main" id="{F059CE46-129E-4ECD-8EC1-7FBFCCF3D09D}"/>
              </a:ext>
            </a:extLst>
          </p:cNvPr>
          <p:cNvSpPr/>
          <p:nvPr/>
        </p:nvSpPr>
        <p:spPr>
          <a:xfrm>
            <a:off x="6802438" y="2378075"/>
            <a:ext cx="2057400" cy="203835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a:p>
        </p:txBody>
      </p:sp>
      <p:sp>
        <p:nvSpPr>
          <p:cNvPr id="7" name="TextBox 6">
            <a:extLst>
              <a:ext uri="{FF2B5EF4-FFF2-40B4-BE49-F238E27FC236}">
                <a16:creationId xmlns:a16="http://schemas.microsoft.com/office/drawing/2014/main" id="{C86D4F6F-D994-4A50-98C6-DE2D135B18C0}"/>
              </a:ext>
            </a:extLst>
          </p:cNvPr>
          <p:cNvSpPr txBox="1">
            <a:spLocks noChangeArrowheads="1"/>
          </p:cNvSpPr>
          <p:nvPr/>
        </p:nvSpPr>
        <p:spPr bwMode="auto">
          <a:xfrm>
            <a:off x="327025" y="4632325"/>
            <a:ext cx="220663"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sz="1400" i="1" u="sng">
                <a:solidFill>
                  <a:srgbClr val="003366"/>
                </a:solidFill>
                <a:latin typeface="Times New Roman" panose="02020603050405020304" pitchFamily="18" charset="0"/>
                <a:ea typeface="新細明體" panose="02020500000000000000" pitchFamily="18" charset="-120"/>
              </a:defRPr>
            </a:lvl1pPr>
            <a:lvl2pPr marL="742950" indent="-285750">
              <a:defRPr sz="1400" i="1" u="sng">
                <a:solidFill>
                  <a:srgbClr val="003366"/>
                </a:solidFill>
                <a:latin typeface="Times New Roman" panose="02020603050405020304" pitchFamily="18" charset="0"/>
                <a:ea typeface="新細明體" panose="02020500000000000000" pitchFamily="18" charset="-120"/>
              </a:defRPr>
            </a:lvl2pPr>
            <a:lvl3pPr marL="1143000" indent="-228600">
              <a:defRPr sz="1400" i="1" u="sng">
                <a:solidFill>
                  <a:srgbClr val="003366"/>
                </a:solidFill>
                <a:latin typeface="Times New Roman" panose="02020603050405020304" pitchFamily="18" charset="0"/>
                <a:ea typeface="新細明體" panose="02020500000000000000" pitchFamily="18" charset="-120"/>
              </a:defRPr>
            </a:lvl3pPr>
            <a:lvl4pPr marL="1600200" indent="-228600">
              <a:defRPr sz="1400" i="1" u="sng">
                <a:solidFill>
                  <a:srgbClr val="003366"/>
                </a:solidFill>
                <a:latin typeface="Times New Roman" panose="02020603050405020304" pitchFamily="18" charset="0"/>
                <a:ea typeface="新細明體" panose="02020500000000000000" pitchFamily="18" charset="-120"/>
              </a:defRPr>
            </a:lvl4pPr>
            <a:lvl5pPr marL="2057400" indent="-228600">
              <a:defRPr sz="1400" i="1" u="sng">
                <a:solidFill>
                  <a:srgbClr val="003366"/>
                </a:solidFill>
                <a:latin typeface="Times New Roman" panose="02020603050405020304" pitchFamily="18" charset="0"/>
                <a:ea typeface="新細明體" panose="02020500000000000000" pitchFamily="18" charset="-120"/>
              </a:defRPr>
            </a:lvl5pPr>
            <a:lvl6pPr marL="25146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6pPr>
            <a:lvl7pPr marL="29718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7pPr>
            <a:lvl8pPr marL="34290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8pPr>
            <a:lvl9pPr marL="38862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9pPr>
          </a:lstStyle>
          <a:p>
            <a:pPr eaLnBrk="1" hangingPunct="1">
              <a:defRPr/>
            </a:pPr>
            <a:r>
              <a:rPr lang="en-US" altLang="en-US" sz="2400" b="1">
                <a:solidFill>
                  <a:srgbClr val="B870B8"/>
                </a:solidFill>
                <a:cs typeface="Arial" panose="020B0604020202020204" pitchFamily="34" charset="0"/>
              </a:rPr>
              <a:t>+ </a:t>
            </a:r>
          </a:p>
        </p:txBody>
      </p:sp>
      <p:sp>
        <p:nvSpPr>
          <p:cNvPr id="2" name="Title 1"/>
          <p:cNvSpPr>
            <a:spLocks noGrp="1"/>
          </p:cNvSpPr>
          <p:nvPr>
            <p:ph type="title"/>
          </p:nvPr>
        </p:nvSpPr>
        <p:spPr>
          <a:xfrm>
            <a:off x="506505" y="4424082"/>
            <a:ext cx="6191157" cy="833718"/>
          </a:xfrm>
        </p:spPr>
        <p:txBody>
          <a:bodyPr anchor="b">
            <a:normAutofit/>
          </a:bodyPr>
          <a:lstStyle>
            <a:lvl1pPr algn="l">
              <a:defRPr sz="2600" b="0"/>
            </a:lvl1pPr>
          </a:lstStyle>
          <a:p>
            <a:r>
              <a:rPr lang="en-US"/>
              <a:t>Click to edit Master title style</a:t>
            </a:r>
            <a:endParaRPr/>
          </a:p>
        </p:txBody>
      </p:sp>
      <p:sp>
        <p:nvSpPr>
          <p:cNvPr id="3" name="Picture Placeholder 2"/>
          <p:cNvSpPr>
            <a:spLocks noGrp="1"/>
          </p:cNvSpPr>
          <p:nvPr>
            <p:ph type="pic" idx="1"/>
          </p:nvPr>
        </p:nvSpPr>
        <p:spPr>
          <a:xfrm>
            <a:off x="277905" y="228600"/>
            <a:ext cx="6378389" cy="4187952"/>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en-US" noProof="0"/>
              <a:t>Click icon to add picture</a:t>
            </a:r>
            <a:endParaRPr noProof="0" dirty="0"/>
          </a:p>
        </p:txBody>
      </p:sp>
      <p:sp>
        <p:nvSpPr>
          <p:cNvPr id="4" name="Text Placeholder 3"/>
          <p:cNvSpPr>
            <a:spLocks noGrp="1"/>
          </p:cNvSpPr>
          <p:nvPr>
            <p:ph type="body" sz="half" idx="2"/>
          </p:nvPr>
        </p:nvSpPr>
        <p:spPr>
          <a:xfrm>
            <a:off x="506505" y="5257799"/>
            <a:ext cx="6191157" cy="885825"/>
          </a:xfrm>
        </p:spPr>
        <p:txBody>
          <a:bodyPr/>
          <a:lstStyle>
            <a:lvl1pPr marL="0" indent="0">
              <a:spcBef>
                <a:spcPts val="300"/>
              </a:spcBef>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8" name="Date Placeholder 4">
            <a:extLst>
              <a:ext uri="{FF2B5EF4-FFF2-40B4-BE49-F238E27FC236}">
                <a16:creationId xmlns:a16="http://schemas.microsoft.com/office/drawing/2014/main" id="{754C0E74-42E2-446C-94D7-A3B55F60E993}"/>
              </a:ext>
            </a:extLst>
          </p:cNvPr>
          <p:cNvSpPr>
            <a:spLocks noGrp="1"/>
          </p:cNvSpPr>
          <p:nvPr>
            <p:ph type="dt" sz="half" idx="10"/>
          </p:nvPr>
        </p:nvSpPr>
        <p:spPr/>
        <p:txBody>
          <a:bodyPr/>
          <a:lstStyle>
            <a:lvl1pPr>
              <a:defRPr/>
            </a:lvl1pPr>
          </a:lstStyle>
          <a:p>
            <a:pPr>
              <a:defRPr/>
            </a:pPr>
            <a:fld id="{7F45BE75-3A8E-4EEA-B612-B336FA73E380}" type="datetime4">
              <a:rPr lang="en-US" altLang="en-US" smtClean="0"/>
              <a:t>March 21, 2024</a:t>
            </a:fld>
            <a:endParaRPr lang="en-US" altLang="en-US"/>
          </a:p>
        </p:txBody>
      </p:sp>
      <p:sp>
        <p:nvSpPr>
          <p:cNvPr id="9" name="Footer Placeholder 5">
            <a:extLst>
              <a:ext uri="{FF2B5EF4-FFF2-40B4-BE49-F238E27FC236}">
                <a16:creationId xmlns:a16="http://schemas.microsoft.com/office/drawing/2014/main" id="{3B8F4D42-B8D9-4103-ABD1-B75FECA7620C}"/>
              </a:ext>
            </a:extLst>
          </p:cNvPr>
          <p:cNvSpPr>
            <a:spLocks noGrp="1"/>
          </p:cNvSpPr>
          <p:nvPr>
            <p:ph type="ftr" sz="quarter" idx="11"/>
          </p:nvPr>
        </p:nvSpPr>
        <p:spPr/>
        <p:txBody>
          <a:bodyPr/>
          <a:lstStyle>
            <a:lvl1pPr>
              <a:defRPr/>
            </a:lvl1pPr>
          </a:lstStyle>
          <a:p>
            <a:pPr>
              <a:defRPr/>
            </a:pPr>
            <a:endParaRPr lang="en-US" altLang="en-US"/>
          </a:p>
        </p:txBody>
      </p:sp>
      <p:sp>
        <p:nvSpPr>
          <p:cNvPr id="10" name="Slide Number Placeholder 6">
            <a:extLst>
              <a:ext uri="{FF2B5EF4-FFF2-40B4-BE49-F238E27FC236}">
                <a16:creationId xmlns:a16="http://schemas.microsoft.com/office/drawing/2014/main" id="{9FC1F58C-874F-4AD4-A32D-B6BA2E11340C}"/>
              </a:ext>
            </a:extLst>
          </p:cNvPr>
          <p:cNvSpPr>
            <a:spLocks noGrp="1"/>
          </p:cNvSpPr>
          <p:nvPr>
            <p:ph type="sldNum" sz="quarter" idx="12"/>
          </p:nvPr>
        </p:nvSpPr>
        <p:spPr/>
        <p:txBody>
          <a:bodyPr/>
          <a:lstStyle>
            <a:lvl1pPr>
              <a:defRPr/>
            </a:lvl1pPr>
          </a:lstStyle>
          <a:p>
            <a:pPr>
              <a:defRPr/>
            </a:pPr>
            <a:fld id="{3F4A88E9-55FA-4583-A2AF-654D4791C2C9}" type="slidenum">
              <a:rPr lang="en-US" altLang="en-US"/>
              <a:pPr>
                <a:defRPr/>
              </a:pPr>
              <a:t>‹#›</a:t>
            </a:fld>
            <a:endParaRPr lang="en-US" altLang="en-US"/>
          </a:p>
        </p:txBody>
      </p:sp>
    </p:spTree>
    <p:extLst>
      <p:ext uri="{BB962C8B-B14F-4D97-AF65-F5344CB8AC3E}">
        <p14:creationId xmlns:p14="http://schemas.microsoft.com/office/powerpoint/2010/main" val="3436246125"/>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p:cSld name="2 Pictures with Caption">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1E4B8522-9E4F-489D-86CD-B4B7DAA29998}"/>
              </a:ext>
            </a:extLst>
          </p:cNvPr>
          <p:cNvSpPr/>
          <p:nvPr/>
        </p:nvSpPr>
        <p:spPr>
          <a:xfrm>
            <a:off x="282575" y="228600"/>
            <a:ext cx="6386513" cy="634523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a:p>
        </p:txBody>
      </p:sp>
      <p:sp>
        <p:nvSpPr>
          <p:cNvPr id="7" name="TextBox 6">
            <a:extLst>
              <a:ext uri="{FF2B5EF4-FFF2-40B4-BE49-F238E27FC236}">
                <a16:creationId xmlns:a16="http://schemas.microsoft.com/office/drawing/2014/main" id="{06D96BD4-27ED-4DD1-8791-F3D093AD227B}"/>
              </a:ext>
            </a:extLst>
          </p:cNvPr>
          <p:cNvSpPr txBox="1">
            <a:spLocks noChangeArrowheads="1"/>
          </p:cNvSpPr>
          <p:nvPr/>
        </p:nvSpPr>
        <p:spPr bwMode="auto">
          <a:xfrm>
            <a:off x="425450" y="174625"/>
            <a:ext cx="412750" cy="831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sz="1400" i="1" u="sng">
                <a:solidFill>
                  <a:srgbClr val="003366"/>
                </a:solidFill>
                <a:latin typeface="Times New Roman" panose="02020603050405020304" pitchFamily="18" charset="0"/>
                <a:ea typeface="新細明體" panose="02020500000000000000" pitchFamily="18" charset="-120"/>
              </a:defRPr>
            </a:lvl1pPr>
            <a:lvl2pPr marL="742950" indent="-285750">
              <a:defRPr sz="1400" i="1" u="sng">
                <a:solidFill>
                  <a:srgbClr val="003366"/>
                </a:solidFill>
                <a:latin typeface="Times New Roman" panose="02020603050405020304" pitchFamily="18" charset="0"/>
                <a:ea typeface="新細明體" panose="02020500000000000000" pitchFamily="18" charset="-120"/>
              </a:defRPr>
            </a:lvl2pPr>
            <a:lvl3pPr marL="1143000" indent="-228600">
              <a:defRPr sz="1400" i="1" u="sng">
                <a:solidFill>
                  <a:srgbClr val="003366"/>
                </a:solidFill>
                <a:latin typeface="Times New Roman" panose="02020603050405020304" pitchFamily="18" charset="0"/>
                <a:ea typeface="新細明體" panose="02020500000000000000" pitchFamily="18" charset="-120"/>
              </a:defRPr>
            </a:lvl3pPr>
            <a:lvl4pPr marL="1600200" indent="-228600">
              <a:defRPr sz="1400" i="1" u="sng">
                <a:solidFill>
                  <a:srgbClr val="003366"/>
                </a:solidFill>
                <a:latin typeface="Times New Roman" panose="02020603050405020304" pitchFamily="18" charset="0"/>
                <a:ea typeface="新細明體" panose="02020500000000000000" pitchFamily="18" charset="-120"/>
              </a:defRPr>
            </a:lvl4pPr>
            <a:lvl5pPr marL="2057400" indent="-228600">
              <a:defRPr sz="1400" i="1" u="sng">
                <a:solidFill>
                  <a:srgbClr val="003366"/>
                </a:solidFill>
                <a:latin typeface="Times New Roman" panose="02020603050405020304" pitchFamily="18" charset="0"/>
                <a:ea typeface="新細明體" panose="02020500000000000000" pitchFamily="18" charset="-120"/>
              </a:defRPr>
            </a:lvl5pPr>
            <a:lvl6pPr marL="25146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6pPr>
            <a:lvl7pPr marL="29718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7pPr>
            <a:lvl8pPr marL="34290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8pPr>
            <a:lvl9pPr marL="38862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9pPr>
          </a:lstStyle>
          <a:p>
            <a:pPr eaLnBrk="1" hangingPunct="1">
              <a:defRPr/>
            </a:pPr>
            <a:r>
              <a:rPr lang="en-US" altLang="en-US" sz="5400" b="1">
                <a:solidFill>
                  <a:srgbClr val="B870B8"/>
                </a:solidFill>
                <a:cs typeface="Arial" panose="020B0604020202020204" pitchFamily="34" charset="0"/>
              </a:rPr>
              <a:t>+</a:t>
            </a:r>
          </a:p>
        </p:txBody>
      </p:sp>
      <p:sp>
        <p:nvSpPr>
          <p:cNvPr id="8" name="Rectangle 7">
            <a:extLst>
              <a:ext uri="{FF2B5EF4-FFF2-40B4-BE49-F238E27FC236}">
                <a16:creationId xmlns:a16="http://schemas.microsoft.com/office/drawing/2014/main" id="{8394B6BF-E2C1-4B6F-9ECA-93E1777E3521}"/>
              </a:ext>
            </a:extLst>
          </p:cNvPr>
          <p:cNvSpPr/>
          <p:nvPr/>
        </p:nvSpPr>
        <p:spPr>
          <a:xfrm>
            <a:off x="6802438" y="228600"/>
            <a:ext cx="2057400" cy="203835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a:p>
        </p:txBody>
      </p:sp>
      <p:sp>
        <p:nvSpPr>
          <p:cNvPr id="2" name="Title 1"/>
          <p:cNvSpPr>
            <a:spLocks noGrp="1"/>
          </p:cNvSpPr>
          <p:nvPr>
            <p:ph type="title"/>
          </p:nvPr>
        </p:nvSpPr>
        <p:spPr>
          <a:xfrm>
            <a:off x="380554" y="2571750"/>
            <a:ext cx="6181611" cy="1162050"/>
          </a:xfrm>
        </p:spPr>
        <p:txBody>
          <a:bodyPr anchor="b">
            <a:normAutofit/>
          </a:bodyPr>
          <a:lstStyle>
            <a:lvl1pPr algn="l">
              <a:defRPr sz="2600" b="0">
                <a:solidFill>
                  <a:srgbClr val="FF0000"/>
                </a:solidFill>
              </a:defRPr>
            </a:lvl1pPr>
          </a:lstStyle>
          <a:p>
            <a:r>
              <a:rPr lang="en-US"/>
              <a:t>Click to edit Master title style</a:t>
            </a:r>
            <a:endParaRPr dirty="0"/>
          </a:p>
        </p:txBody>
      </p:sp>
      <p:sp>
        <p:nvSpPr>
          <p:cNvPr id="4" name="Text Placeholder 3"/>
          <p:cNvSpPr>
            <a:spLocks noGrp="1"/>
          </p:cNvSpPr>
          <p:nvPr>
            <p:ph type="body" sz="half" idx="2"/>
          </p:nvPr>
        </p:nvSpPr>
        <p:spPr>
          <a:xfrm>
            <a:off x="381094" y="3733800"/>
            <a:ext cx="6179566" cy="2392363"/>
          </a:xfrm>
        </p:spPr>
        <p:txBody>
          <a:bodyPr/>
          <a:lstStyle>
            <a:lvl1pPr marL="0" indent="0">
              <a:buNone/>
              <a:defRPr sz="1400">
                <a:solidFill>
                  <a:srgbClr val="0070C0"/>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12" name="Picture Placeholder 12"/>
          <p:cNvSpPr>
            <a:spLocks noGrp="1"/>
          </p:cNvSpPr>
          <p:nvPr>
            <p:ph type="pic" sz="quarter" idx="13"/>
          </p:nvPr>
        </p:nvSpPr>
        <p:spPr>
          <a:xfrm>
            <a:off x="6802438" y="2374940"/>
            <a:ext cx="2057400" cy="2039112"/>
          </a:xfrm>
        </p:spPr>
        <p:txBody>
          <a:bodyPr rtlCol="0">
            <a:normAutofit/>
          </a:bodyPr>
          <a:lstStyle>
            <a:lvl1pPr>
              <a:buNone/>
              <a:defRPr/>
            </a:lvl1pPr>
          </a:lstStyle>
          <a:p>
            <a:pPr lvl="0"/>
            <a:r>
              <a:rPr lang="en-US" noProof="0"/>
              <a:t>Click icon to add picture</a:t>
            </a:r>
            <a:endParaRPr noProof="0" dirty="0"/>
          </a:p>
        </p:txBody>
      </p:sp>
      <p:sp>
        <p:nvSpPr>
          <p:cNvPr id="13" name="Picture Placeholder 12"/>
          <p:cNvSpPr>
            <a:spLocks noGrp="1"/>
          </p:cNvSpPr>
          <p:nvPr>
            <p:ph type="pic" sz="quarter" idx="14"/>
          </p:nvPr>
        </p:nvSpPr>
        <p:spPr>
          <a:xfrm>
            <a:off x="6802438" y="4535424"/>
            <a:ext cx="2057400" cy="2039112"/>
          </a:xfrm>
        </p:spPr>
        <p:txBody>
          <a:bodyPr rtlCol="0">
            <a:normAutofit/>
          </a:bodyPr>
          <a:lstStyle>
            <a:lvl1pPr>
              <a:buNone/>
              <a:defRPr/>
            </a:lvl1pPr>
          </a:lstStyle>
          <a:p>
            <a:pPr lvl="0"/>
            <a:r>
              <a:rPr lang="en-US" noProof="0"/>
              <a:t>Click icon to add picture</a:t>
            </a:r>
            <a:endParaRPr noProof="0" dirty="0"/>
          </a:p>
        </p:txBody>
      </p:sp>
      <p:sp>
        <p:nvSpPr>
          <p:cNvPr id="9" name="Date Placeholder 4">
            <a:extLst>
              <a:ext uri="{FF2B5EF4-FFF2-40B4-BE49-F238E27FC236}">
                <a16:creationId xmlns:a16="http://schemas.microsoft.com/office/drawing/2014/main" id="{C761474E-2C03-4840-8A15-994BF879D3D2}"/>
              </a:ext>
            </a:extLst>
          </p:cNvPr>
          <p:cNvSpPr>
            <a:spLocks noGrp="1"/>
          </p:cNvSpPr>
          <p:nvPr>
            <p:ph type="dt" sz="half" idx="15"/>
          </p:nvPr>
        </p:nvSpPr>
        <p:spPr>
          <a:xfrm>
            <a:off x="5211763" y="6235700"/>
            <a:ext cx="1349375" cy="365125"/>
          </a:xfrm>
        </p:spPr>
        <p:txBody>
          <a:bodyPr/>
          <a:lstStyle>
            <a:lvl1pPr>
              <a:defRPr>
                <a:solidFill>
                  <a:schemeClr val="bg1"/>
                </a:solidFill>
              </a:defRPr>
            </a:lvl1pPr>
          </a:lstStyle>
          <a:p>
            <a:pPr>
              <a:defRPr/>
            </a:pPr>
            <a:fld id="{20232980-E453-4CBF-A307-45048147E9FA}" type="datetime4">
              <a:rPr lang="en-US" altLang="en-US" smtClean="0"/>
              <a:t>March 21, 2024</a:t>
            </a:fld>
            <a:endParaRPr lang="en-US" altLang="en-US"/>
          </a:p>
        </p:txBody>
      </p:sp>
      <p:sp>
        <p:nvSpPr>
          <p:cNvPr id="10" name="Footer Placeholder 5">
            <a:extLst>
              <a:ext uri="{FF2B5EF4-FFF2-40B4-BE49-F238E27FC236}">
                <a16:creationId xmlns:a16="http://schemas.microsoft.com/office/drawing/2014/main" id="{7C2799EC-B7A7-4AEB-AA05-ED8A41C7D4AE}"/>
              </a:ext>
            </a:extLst>
          </p:cNvPr>
          <p:cNvSpPr>
            <a:spLocks noGrp="1"/>
          </p:cNvSpPr>
          <p:nvPr>
            <p:ph type="ftr" sz="quarter" idx="16"/>
          </p:nvPr>
        </p:nvSpPr>
        <p:spPr>
          <a:xfrm>
            <a:off x="381000" y="6235700"/>
            <a:ext cx="4648200" cy="365125"/>
          </a:xfrm>
        </p:spPr>
        <p:txBody>
          <a:bodyPr/>
          <a:lstStyle>
            <a:lvl1pPr>
              <a:defRPr>
                <a:solidFill>
                  <a:schemeClr val="bg1"/>
                </a:solidFill>
              </a:defRPr>
            </a:lvl1pPr>
          </a:lstStyle>
          <a:p>
            <a:pPr>
              <a:defRPr/>
            </a:pPr>
            <a:endParaRPr lang="en-US" altLang="en-US"/>
          </a:p>
        </p:txBody>
      </p:sp>
      <p:sp>
        <p:nvSpPr>
          <p:cNvPr id="11" name="Slide Number Placeholder 6">
            <a:extLst>
              <a:ext uri="{FF2B5EF4-FFF2-40B4-BE49-F238E27FC236}">
                <a16:creationId xmlns:a16="http://schemas.microsoft.com/office/drawing/2014/main" id="{158E981D-B48B-4C8C-9DD0-1E81EA85DC5F}"/>
              </a:ext>
            </a:extLst>
          </p:cNvPr>
          <p:cNvSpPr>
            <a:spLocks noGrp="1"/>
          </p:cNvSpPr>
          <p:nvPr>
            <p:ph type="sldNum" sz="quarter" idx="17"/>
          </p:nvPr>
        </p:nvSpPr>
        <p:spPr/>
        <p:txBody>
          <a:bodyPr/>
          <a:lstStyle>
            <a:lvl1pPr>
              <a:defRPr/>
            </a:lvl1pPr>
          </a:lstStyle>
          <a:p>
            <a:pPr>
              <a:defRPr/>
            </a:pPr>
            <a:fld id="{C20F1E02-4764-4B68-9C6E-34342FE9361F}" type="slidenum">
              <a:rPr lang="en-US" altLang="en-US"/>
              <a:pPr>
                <a:defRPr/>
              </a:pPr>
              <a:t>‹#›</a:t>
            </a:fld>
            <a:endParaRPr lang="en-US" altLang="en-US"/>
          </a:p>
        </p:txBody>
      </p:sp>
    </p:spTree>
    <p:extLst>
      <p:ext uri="{BB962C8B-B14F-4D97-AF65-F5344CB8AC3E}">
        <p14:creationId xmlns:p14="http://schemas.microsoft.com/office/powerpoint/2010/main" val="1825300893"/>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reserve="1">
  <p:cSld name="3 Pictures with Caption">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2684C6A6-C390-4CE9-9551-280F5894D784}"/>
              </a:ext>
            </a:extLst>
          </p:cNvPr>
          <p:cNvSpPr/>
          <p:nvPr/>
        </p:nvSpPr>
        <p:spPr>
          <a:xfrm>
            <a:off x="282575" y="228600"/>
            <a:ext cx="4235450" cy="634523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a:p>
        </p:txBody>
      </p:sp>
      <p:sp>
        <p:nvSpPr>
          <p:cNvPr id="8" name="TextBox 7">
            <a:extLst>
              <a:ext uri="{FF2B5EF4-FFF2-40B4-BE49-F238E27FC236}">
                <a16:creationId xmlns:a16="http://schemas.microsoft.com/office/drawing/2014/main" id="{A51F7596-DDE6-4CD4-865C-FEF3B660E3C7}"/>
              </a:ext>
            </a:extLst>
          </p:cNvPr>
          <p:cNvSpPr txBox="1">
            <a:spLocks noChangeArrowheads="1"/>
          </p:cNvSpPr>
          <p:nvPr/>
        </p:nvSpPr>
        <p:spPr bwMode="auto">
          <a:xfrm>
            <a:off x="425450" y="174625"/>
            <a:ext cx="412750" cy="831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sz="1400" i="1" u="sng">
                <a:solidFill>
                  <a:srgbClr val="003366"/>
                </a:solidFill>
                <a:latin typeface="Times New Roman" panose="02020603050405020304" pitchFamily="18" charset="0"/>
                <a:ea typeface="新細明體" panose="02020500000000000000" pitchFamily="18" charset="-120"/>
              </a:defRPr>
            </a:lvl1pPr>
            <a:lvl2pPr marL="742950" indent="-285750">
              <a:defRPr sz="1400" i="1" u="sng">
                <a:solidFill>
                  <a:srgbClr val="003366"/>
                </a:solidFill>
                <a:latin typeface="Times New Roman" panose="02020603050405020304" pitchFamily="18" charset="0"/>
                <a:ea typeface="新細明體" panose="02020500000000000000" pitchFamily="18" charset="-120"/>
              </a:defRPr>
            </a:lvl2pPr>
            <a:lvl3pPr marL="1143000" indent="-228600">
              <a:defRPr sz="1400" i="1" u="sng">
                <a:solidFill>
                  <a:srgbClr val="003366"/>
                </a:solidFill>
                <a:latin typeface="Times New Roman" panose="02020603050405020304" pitchFamily="18" charset="0"/>
                <a:ea typeface="新細明體" panose="02020500000000000000" pitchFamily="18" charset="-120"/>
              </a:defRPr>
            </a:lvl3pPr>
            <a:lvl4pPr marL="1600200" indent="-228600">
              <a:defRPr sz="1400" i="1" u="sng">
                <a:solidFill>
                  <a:srgbClr val="003366"/>
                </a:solidFill>
                <a:latin typeface="Times New Roman" panose="02020603050405020304" pitchFamily="18" charset="0"/>
                <a:ea typeface="新細明體" panose="02020500000000000000" pitchFamily="18" charset="-120"/>
              </a:defRPr>
            </a:lvl4pPr>
            <a:lvl5pPr marL="2057400" indent="-228600">
              <a:defRPr sz="1400" i="1" u="sng">
                <a:solidFill>
                  <a:srgbClr val="003366"/>
                </a:solidFill>
                <a:latin typeface="Times New Roman" panose="02020603050405020304" pitchFamily="18" charset="0"/>
                <a:ea typeface="新細明體" panose="02020500000000000000" pitchFamily="18" charset="-120"/>
              </a:defRPr>
            </a:lvl5pPr>
            <a:lvl6pPr marL="25146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6pPr>
            <a:lvl7pPr marL="29718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7pPr>
            <a:lvl8pPr marL="34290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8pPr>
            <a:lvl9pPr marL="38862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9pPr>
          </a:lstStyle>
          <a:p>
            <a:pPr eaLnBrk="1" hangingPunct="1">
              <a:defRPr/>
            </a:pPr>
            <a:r>
              <a:rPr lang="en-US" altLang="en-US" sz="5400" b="1">
                <a:solidFill>
                  <a:srgbClr val="B870B8"/>
                </a:solidFill>
                <a:cs typeface="Arial" panose="020B0604020202020204" pitchFamily="34" charset="0"/>
              </a:rPr>
              <a:t>+</a:t>
            </a:r>
          </a:p>
        </p:txBody>
      </p:sp>
      <p:sp>
        <p:nvSpPr>
          <p:cNvPr id="9" name="Rectangle 8">
            <a:extLst>
              <a:ext uri="{FF2B5EF4-FFF2-40B4-BE49-F238E27FC236}">
                <a16:creationId xmlns:a16="http://schemas.microsoft.com/office/drawing/2014/main" id="{8EC2F2B8-01CF-45D9-851B-C292454438D2}"/>
              </a:ext>
            </a:extLst>
          </p:cNvPr>
          <p:cNvSpPr/>
          <p:nvPr/>
        </p:nvSpPr>
        <p:spPr>
          <a:xfrm>
            <a:off x="6802438" y="228600"/>
            <a:ext cx="2057400" cy="203835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a:p>
        </p:txBody>
      </p:sp>
      <p:sp>
        <p:nvSpPr>
          <p:cNvPr id="10" name="Rectangle 9">
            <a:extLst>
              <a:ext uri="{FF2B5EF4-FFF2-40B4-BE49-F238E27FC236}">
                <a16:creationId xmlns:a16="http://schemas.microsoft.com/office/drawing/2014/main" id="{187172EA-58AA-450E-8BAD-A116BCA1D3EA}"/>
              </a:ext>
            </a:extLst>
          </p:cNvPr>
          <p:cNvSpPr/>
          <p:nvPr/>
        </p:nvSpPr>
        <p:spPr>
          <a:xfrm>
            <a:off x="4624388" y="4535488"/>
            <a:ext cx="2057400" cy="203835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a:p>
        </p:txBody>
      </p:sp>
      <p:sp>
        <p:nvSpPr>
          <p:cNvPr id="2" name="Title 1"/>
          <p:cNvSpPr>
            <a:spLocks noGrp="1"/>
          </p:cNvSpPr>
          <p:nvPr>
            <p:ph type="title"/>
          </p:nvPr>
        </p:nvSpPr>
        <p:spPr>
          <a:xfrm>
            <a:off x="380554" y="2571750"/>
            <a:ext cx="4016633" cy="1162050"/>
          </a:xfrm>
        </p:spPr>
        <p:txBody>
          <a:bodyPr anchor="b">
            <a:normAutofit/>
          </a:bodyPr>
          <a:lstStyle>
            <a:lvl1pPr algn="l">
              <a:defRPr sz="2600" b="0">
                <a:solidFill>
                  <a:srgbClr val="FF0000"/>
                </a:solidFill>
              </a:defRPr>
            </a:lvl1pPr>
          </a:lstStyle>
          <a:p>
            <a:r>
              <a:rPr lang="en-US"/>
              <a:t>Click to edit Master title style</a:t>
            </a:r>
            <a:endParaRPr dirty="0"/>
          </a:p>
        </p:txBody>
      </p:sp>
      <p:sp>
        <p:nvSpPr>
          <p:cNvPr id="4" name="Text Placeholder 3"/>
          <p:cNvSpPr>
            <a:spLocks noGrp="1"/>
          </p:cNvSpPr>
          <p:nvPr>
            <p:ph type="body" sz="half" idx="2"/>
          </p:nvPr>
        </p:nvSpPr>
        <p:spPr>
          <a:xfrm>
            <a:off x="381094" y="3733800"/>
            <a:ext cx="4015304" cy="2392363"/>
          </a:xfrm>
        </p:spPr>
        <p:txBody>
          <a:bodyPr/>
          <a:lstStyle>
            <a:lvl1pPr marL="0" indent="0">
              <a:buNone/>
              <a:defRPr sz="1400">
                <a:solidFill>
                  <a:srgbClr val="0070C0"/>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12" name="Picture Placeholder 12"/>
          <p:cNvSpPr>
            <a:spLocks noGrp="1"/>
          </p:cNvSpPr>
          <p:nvPr>
            <p:ph type="pic" sz="quarter" idx="13"/>
          </p:nvPr>
        </p:nvSpPr>
        <p:spPr>
          <a:xfrm>
            <a:off x="4624388" y="228600"/>
            <a:ext cx="2057400" cy="2039112"/>
          </a:xfrm>
        </p:spPr>
        <p:txBody>
          <a:bodyPr rtlCol="0">
            <a:normAutofit/>
          </a:bodyPr>
          <a:lstStyle>
            <a:lvl1pPr>
              <a:buNone/>
              <a:defRPr/>
            </a:lvl1pPr>
          </a:lstStyle>
          <a:p>
            <a:pPr lvl="0"/>
            <a:r>
              <a:rPr lang="en-US" noProof="0"/>
              <a:t>Click icon to add picture</a:t>
            </a:r>
            <a:endParaRPr noProof="0" dirty="0"/>
          </a:p>
        </p:txBody>
      </p:sp>
      <p:sp>
        <p:nvSpPr>
          <p:cNvPr id="13" name="Picture Placeholder 12"/>
          <p:cNvSpPr>
            <a:spLocks noGrp="1"/>
          </p:cNvSpPr>
          <p:nvPr>
            <p:ph type="pic" sz="quarter" idx="14"/>
          </p:nvPr>
        </p:nvSpPr>
        <p:spPr>
          <a:xfrm>
            <a:off x="4624388" y="2381663"/>
            <a:ext cx="2057400" cy="2039112"/>
          </a:xfrm>
        </p:spPr>
        <p:txBody>
          <a:bodyPr rtlCol="0">
            <a:normAutofit/>
          </a:bodyPr>
          <a:lstStyle>
            <a:lvl1pPr>
              <a:buNone/>
              <a:defRPr/>
            </a:lvl1pPr>
          </a:lstStyle>
          <a:p>
            <a:pPr lvl="0"/>
            <a:r>
              <a:rPr lang="en-US" noProof="0"/>
              <a:t>Click icon to add picture</a:t>
            </a:r>
            <a:endParaRPr noProof="0" dirty="0"/>
          </a:p>
        </p:txBody>
      </p:sp>
      <p:sp>
        <p:nvSpPr>
          <p:cNvPr id="14" name="Picture Placeholder 12"/>
          <p:cNvSpPr>
            <a:spLocks noGrp="1"/>
          </p:cNvSpPr>
          <p:nvPr>
            <p:ph type="pic" sz="quarter" idx="15"/>
          </p:nvPr>
        </p:nvSpPr>
        <p:spPr>
          <a:xfrm>
            <a:off x="6803136" y="2381662"/>
            <a:ext cx="2057400" cy="4187952"/>
          </a:xfrm>
        </p:spPr>
        <p:txBody>
          <a:bodyPr rtlCol="0">
            <a:normAutofit/>
          </a:bodyPr>
          <a:lstStyle>
            <a:lvl1pPr>
              <a:buNone/>
              <a:defRPr/>
            </a:lvl1pPr>
          </a:lstStyle>
          <a:p>
            <a:pPr lvl="0"/>
            <a:r>
              <a:rPr lang="en-US" noProof="0"/>
              <a:t>Click icon to add picture</a:t>
            </a:r>
            <a:endParaRPr noProof="0" dirty="0"/>
          </a:p>
        </p:txBody>
      </p:sp>
      <p:sp>
        <p:nvSpPr>
          <p:cNvPr id="11" name="Date Placeholder 4">
            <a:extLst>
              <a:ext uri="{FF2B5EF4-FFF2-40B4-BE49-F238E27FC236}">
                <a16:creationId xmlns:a16="http://schemas.microsoft.com/office/drawing/2014/main" id="{73AC807D-AF86-4476-A47B-879D992AE4E9}"/>
              </a:ext>
            </a:extLst>
          </p:cNvPr>
          <p:cNvSpPr>
            <a:spLocks noGrp="1"/>
          </p:cNvSpPr>
          <p:nvPr>
            <p:ph type="dt" sz="half" idx="16"/>
          </p:nvPr>
        </p:nvSpPr>
        <p:spPr>
          <a:xfrm>
            <a:off x="3048000" y="6235700"/>
            <a:ext cx="1347788" cy="365125"/>
          </a:xfrm>
        </p:spPr>
        <p:txBody>
          <a:bodyPr/>
          <a:lstStyle>
            <a:lvl1pPr>
              <a:defRPr>
                <a:solidFill>
                  <a:schemeClr val="bg1"/>
                </a:solidFill>
              </a:defRPr>
            </a:lvl1pPr>
          </a:lstStyle>
          <a:p>
            <a:pPr>
              <a:defRPr/>
            </a:pPr>
            <a:fld id="{CB0466D8-1F5A-4252-9DF5-0AA1CCE412B1}" type="datetime4">
              <a:rPr lang="en-US" altLang="en-US" smtClean="0"/>
              <a:t>March 21, 2024</a:t>
            </a:fld>
            <a:endParaRPr lang="en-US" altLang="en-US"/>
          </a:p>
        </p:txBody>
      </p:sp>
      <p:sp>
        <p:nvSpPr>
          <p:cNvPr id="15" name="Footer Placeholder 5">
            <a:extLst>
              <a:ext uri="{FF2B5EF4-FFF2-40B4-BE49-F238E27FC236}">
                <a16:creationId xmlns:a16="http://schemas.microsoft.com/office/drawing/2014/main" id="{8E62327F-56AD-4A63-98B9-78485E66D17B}"/>
              </a:ext>
            </a:extLst>
          </p:cNvPr>
          <p:cNvSpPr>
            <a:spLocks noGrp="1"/>
          </p:cNvSpPr>
          <p:nvPr>
            <p:ph type="ftr" sz="quarter" idx="17"/>
          </p:nvPr>
        </p:nvSpPr>
        <p:spPr>
          <a:xfrm>
            <a:off x="381000" y="6235700"/>
            <a:ext cx="2590800" cy="365125"/>
          </a:xfrm>
        </p:spPr>
        <p:txBody>
          <a:bodyPr/>
          <a:lstStyle>
            <a:lvl1pPr>
              <a:defRPr>
                <a:solidFill>
                  <a:schemeClr val="bg1"/>
                </a:solidFill>
              </a:defRPr>
            </a:lvl1pPr>
          </a:lstStyle>
          <a:p>
            <a:pPr>
              <a:defRPr/>
            </a:pPr>
            <a:endParaRPr lang="en-US" altLang="en-US"/>
          </a:p>
        </p:txBody>
      </p:sp>
      <p:sp>
        <p:nvSpPr>
          <p:cNvPr id="16" name="Slide Number Placeholder 6">
            <a:extLst>
              <a:ext uri="{FF2B5EF4-FFF2-40B4-BE49-F238E27FC236}">
                <a16:creationId xmlns:a16="http://schemas.microsoft.com/office/drawing/2014/main" id="{1C12E0BA-FE9E-4BD0-AAEF-9BBAF7C75614}"/>
              </a:ext>
            </a:extLst>
          </p:cNvPr>
          <p:cNvSpPr>
            <a:spLocks noGrp="1"/>
          </p:cNvSpPr>
          <p:nvPr>
            <p:ph type="sldNum" sz="quarter" idx="18"/>
          </p:nvPr>
        </p:nvSpPr>
        <p:spPr/>
        <p:txBody>
          <a:bodyPr/>
          <a:lstStyle>
            <a:lvl1pPr>
              <a:defRPr/>
            </a:lvl1pPr>
          </a:lstStyle>
          <a:p>
            <a:pPr>
              <a:defRPr/>
            </a:pPr>
            <a:fld id="{12D2B7AC-0C10-4CF5-8B9B-68B5A78F7235}" type="slidenum">
              <a:rPr lang="en-US" altLang="en-US"/>
              <a:pPr>
                <a:defRPr/>
              </a:pPr>
              <a:t>‹#›</a:t>
            </a:fld>
            <a:endParaRPr lang="en-US" altLang="en-US"/>
          </a:p>
        </p:txBody>
      </p:sp>
    </p:spTree>
    <p:extLst>
      <p:ext uri="{BB962C8B-B14F-4D97-AF65-F5344CB8AC3E}">
        <p14:creationId xmlns:p14="http://schemas.microsoft.com/office/powerpoint/2010/main" val="3946355436"/>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preserve="1">
  <p:cSld name="3 Pictures with Caption, Al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BD86DB31-10AD-4A0A-BCB6-1CE4F9A6C9F8}"/>
              </a:ext>
            </a:extLst>
          </p:cNvPr>
          <p:cNvSpPr/>
          <p:nvPr/>
        </p:nvSpPr>
        <p:spPr>
          <a:xfrm>
            <a:off x="8166100" y="282575"/>
            <a:ext cx="685800" cy="301625"/>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a:p>
        </p:txBody>
      </p:sp>
      <p:sp>
        <p:nvSpPr>
          <p:cNvPr id="8" name="TextBox 7">
            <a:extLst>
              <a:ext uri="{FF2B5EF4-FFF2-40B4-BE49-F238E27FC236}">
                <a16:creationId xmlns:a16="http://schemas.microsoft.com/office/drawing/2014/main" id="{6972F84F-B455-44D5-B27F-7968C240A00F}"/>
              </a:ext>
            </a:extLst>
          </p:cNvPr>
          <p:cNvSpPr txBox="1">
            <a:spLocks noChangeArrowheads="1"/>
          </p:cNvSpPr>
          <p:nvPr/>
        </p:nvSpPr>
        <p:spPr bwMode="auto">
          <a:xfrm>
            <a:off x="4749800" y="3370263"/>
            <a:ext cx="220663" cy="369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sz="1400" i="1" u="sng">
                <a:solidFill>
                  <a:srgbClr val="003366"/>
                </a:solidFill>
                <a:latin typeface="Times New Roman" panose="02020603050405020304" pitchFamily="18" charset="0"/>
                <a:ea typeface="新細明體" panose="02020500000000000000" pitchFamily="18" charset="-120"/>
              </a:defRPr>
            </a:lvl1pPr>
            <a:lvl2pPr marL="742950" indent="-285750">
              <a:defRPr sz="1400" i="1" u="sng">
                <a:solidFill>
                  <a:srgbClr val="003366"/>
                </a:solidFill>
                <a:latin typeface="Times New Roman" panose="02020603050405020304" pitchFamily="18" charset="0"/>
                <a:ea typeface="新細明體" panose="02020500000000000000" pitchFamily="18" charset="-120"/>
              </a:defRPr>
            </a:lvl2pPr>
            <a:lvl3pPr marL="1143000" indent="-228600">
              <a:defRPr sz="1400" i="1" u="sng">
                <a:solidFill>
                  <a:srgbClr val="003366"/>
                </a:solidFill>
                <a:latin typeface="Times New Roman" panose="02020603050405020304" pitchFamily="18" charset="0"/>
                <a:ea typeface="新細明體" panose="02020500000000000000" pitchFamily="18" charset="-120"/>
              </a:defRPr>
            </a:lvl3pPr>
            <a:lvl4pPr marL="1600200" indent="-228600">
              <a:defRPr sz="1400" i="1" u="sng">
                <a:solidFill>
                  <a:srgbClr val="003366"/>
                </a:solidFill>
                <a:latin typeface="Times New Roman" panose="02020603050405020304" pitchFamily="18" charset="0"/>
                <a:ea typeface="新細明體" panose="02020500000000000000" pitchFamily="18" charset="-120"/>
              </a:defRPr>
            </a:lvl4pPr>
            <a:lvl5pPr marL="2057400" indent="-228600">
              <a:defRPr sz="1400" i="1" u="sng">
                <a:solidFill>
                  <a:srgbClr val="003366"/>
                </a:solidFill>
                <a:latin typeface="Times New Roman" panose="02020603050405020304" pitchFamily="18" charset="0"/>
                <a:ea typeface="新細明體" panose="02020500000000000000" pitchFamily="18" charset="-120"/>
              </a:defRPr>
            </a:lvl5pPr>
            <a:lvl6pPr marL="25146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6pPr>
            <a:lvl7pPr marL="29718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7pPr>
            <a:lvl8pPr marL="34290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8pPr>
            <a:lvl9pPr marL="38862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9pPr>
          </a:lstStyle>
          <a:p>
            <a:pPr eaLnBrk="1" hangingPunct="1">
              <a:defRPr/>
            </a:pPr>
            <a:r>
              <a:rPr lang="en-US" altLang="en-US" sz="2400" b="1">
                <a:solidFill>
                  <a:srgbClr val="B870B8"/>
                </a:solidFill>
                <a:cs typeface="Arial" panose="020B0604020202020204" pitchFamily="34" charset="0"/>
              </a:rPr>
              <a:t>+ </a:t>
            </a:r>
          </a:p>
        </p:txBody>
      </p:sp>
      <p:sp>
        <p:nvSpPr>
          <p:cNvPr id="2" name="Title 1"/>
          <p:cNvSpPr>
            <a:spLocks noGrp="1"/>
          </p:cNvSpPr>
          <p:nvPr>
            <p:ph type="title"/>
          </p:nvPr>
        </p:nvSpPr>
        <p:spPr>
          <a:xfrm>
            <a:off x="4953000" y="3124200"/>
            <a:ext cx="3108960" cy="871538"/>
          </a:xfrm>
        </p:spPr>
        <p:txBody>
          <a:bodyPr anchor="b">
            <a:normAutofit/>
          </a:bodyPr>
          <a:lstStyle>
            <a:lvl1pPr algn="l">
              <a:defRPr sz="2600" b="0"/>
            </a:lvl1pPr>
          </a:lstStyle>
          <a:p>
            <a:r>
              <a:rPr lang="en-US"/>
              <a:t>Click to edit Master title style</a:t>
            </a:r>
            <a:endParaRPr/>
          </a:p>
        </p:txBody>
      </p:sp>
      <p:sp>
        <p:nvSpPr>
          <p:cNvPr id="3" name="Picture Placeholder 2"/>
          <p:cNvSpPr>
            <a:spLocks noGrp="1"/>
          </p:cNvSpPr>
          <p:nvPr>
            <p:ph type="pic" idx="1"/>
          </p:nvPr>
        </p:nvSpPr>
        <p:spPr>
          <a:xfrm>
            <a:off x="277905" y="2365248"/>
            <a:ext cx="4240119" cy="4187952"/>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en-US" noProof="0"/>
              <a:t>Click icon to add picture</a:t>
            </a:r>
            <a:endParaRPr noProof="0" dirty="0"/>
          </a:p>
        </p:txBody>
      </p:sp>
      <p:sp>
        <p:nvSpPr>
          <p:cNvPr id="4" name="Text Placeholder 3"/>
          <p:cNvSpPr>
            <a:spLocks noGrp="1"/>
          </p:cNvSpPr>
          <p:nvPr>
            <p:ph type="body" sz="half" idx="2"/>
          </p:nvPr>
        </p:nvSpPr>
        <p:spPr>
          <a:xfrm>
            <a:off x="4953000" y="3995737"/>
            <a:ext cx="3108960" cy="2147888"/>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14" name="Picture Placeholder 12"/>
          <p:cNvSpPr>
            <a:spLocks noGrp="1"/>
          </p:cNvSpPr>
          <p:nvPr>
            <p:ph type="pic" sz="quarter" idx="13"/>
          </p:nvPr>
        </p:nvSpPr>
        <p:spPr>
          <a:xfrm>
            <a:off x="277905" y="228600"/>
            <a:ext cx="2057400" cy="2039112"/>
          </a:xfrm>
        </p:spPr>
        <p:txBody>
          <a:bodyPr rtlCol="0">
            <a:normAutofit/>
          </a:bodyPr>
          <a:lstStyle>
            <a:lvl1pPr>
              <a:buNone/>
              <a:defRPr/>
            </a:lvl1pPr>
          </a:lstStyle>
          <a:p>
            <a:pPr lvl="0"/>
            <a:r>
              <a:rPr lang="en-US" noProof="0"/>
              <a:t>Click icon to add picture</a:t>
            </a:r>
            <a:endParaRPr noProof="0" dirty="0"/>
          </a:p>
        </p:txBody>
      </p:sp>
      <p:sp>
        <p:nvSpPr>
          <p:cNvPr id="15" name="Picture Placeholder 12"/>
          <p:cNvSpPr>
            <a:spLocks noGrp="1"/>
          </p:cNvSpPr>
          <p:nvPr>
            <p:ph type="pic" sz="quarter" idx="14"/>
          </p:nvPr>
        </p:nvSpPr>
        <p:spPr>
          <a:xfrm>
            <a:off x="2460625" y="228600"/>
            <a:ext cx="2057400" cy="2039112"/>
          </a:xfrm>
        </p:spPr>
        <p:txBody>
          <a:bodyPr rtlCol="0">
            <a:normAutofit/>
          </a:bodyPr>
          <a:lstStyle>
            <a:lvl1pPr>
              <a:buNone/>
              <a:defRPr/>
            </a:lvl1pPr>
          </a:lstStyle>
          <a:p>
            <a:pPr lvl="0"/>
            <a:r>
              <a:rPr lang="en-US" noProof="0"/>
              <a:t>Click icon to add picture</a:t>
            </a:r>
            <a:endParaRPr noProof="0" dirty="0"/>
          </a:p>
        </p:txBody>
      </p:sp>
      <p:sp>
        <p:nvSpPr>
          <p:cNvPr id="9" name="Date Placeholder 4">
            <a:extLst>
              <a:ext uri="{FF2B5EF4-FFF2-40B4-BE49-F238E27FC236}">
                <a16:creationId xmlns:a16="http://schemas.microsoft.com/office/drawing/2014/main" id="{649B7326-D2C8-4CBD-A35A-2CB75A4F9E72}"/>
              </a:ext>
            </a:extLst>
          </p:cNvPr>
          <p:cNvSpPr>
            <a:spLocks noGrp="1"/>
          </p:cNvSpPr>
          <p:nvPr>
            <p:ph type="dt" sz="half" idx="15"/>
          </p:nvPr>
        </p:nvSpPr>
        <p:spPr>
          <a:xfrm>
            <a:off x="7391400" y="6423025"/>
            <a:ext cx="1536700" cy="365125"/>
          </a:xfrm>
        </p:spPr>
        <p:txBody>
          <a:bodyPr/>
          <a:lstStyle>
            <a:lvl1pPr>
              <a:defRPr/>
            </a:lvl1pPr>
          </a:lstStyle>
          <a:p>
            <a:pPr>
              <a:defRPr/>
            </a:pPr>
            <a:fld id="{67109545-74AE-4DF0-B5B8-5DCE9283F8AC}" type="datetime4">
              <a:rPr lang="en-US" altLang="en-US" smtClean="0"/>
              <a:t>March 21, 2024</a:t>
            </a:fld>
            <a:endParaRPr lang="en-US" altLang="en-US"/>
          </a:p>
        </p:txBody>
      </p:sp>
      <p:sp>
        <p:nvSpPr>
          <p:cNvPr id="10" name="Footer Placeholder 5">
            <a:extLst>
              <a:ext uri="{FF2B5EF4-FFF2-40B4-BE49-F238E27FC236}">
                <a16:creationId xmlns:a16="http://schemas.microsoft.com/office/drawing/2014/main" id="{46041EA7-B68A-41F3-8113-D9D32DAD8AB8}"/>
              </a:ext>
            </a:extLst>
          </p:cNvPr>
          <p:cNvSpPr>
            <a:spLocks noGrp="1"/>
          </p:cNvSpPr>
          <p:nvPr>
            <p:ph type="ftr" sz="quarter" idx="16"/>
          </p:nvPr>
        </p:nvSpPr>
        <p:spPr>
          <a:xfrm>
            <a:off x="4191000" y="6423025"/>
            <a:ext cx="3005138" cy="365125"/>
          </a:xfrm>
        </p:spPr>
        <p:txBody>
          <a:bodyPr/>
          <a:lstStyle>
            <a:lvl1pPr>
              <a:defRPr/>
            </a:lvl1pPr>
          </a:lstStyle>
          <a:p>
            <a:pPr>
              <a:defRPr/>
            </a:pPr>
            <a:endParaRPr lang="en-US" altLang="en-US"/>
          </a:p>
        </p:txBody>
      </p:sp>
      <p:sp>
        <p:nvSpPr>
          <p:cNvPr id="11" name="Slide Number Placeholder 6">
            <a:extLst>
              <a:ext uri="{FF2B5EF4-FFF2-40B4-BE49-F238E27FC236}">
                <a16:creationId xmlns:a16="http://schemas.microsoft.com/office/drawing/2014/main" id="{443674E4-A79F-449B-9438-925C258E3D68}"/>
              </a:ext>
            </a:extLst>
          </p:cNvPr>
          <p:cNvSpPr>
            <a:spLocks noGrp="1"/>
          </p:cNvSpPr>
          <p:nvPr>
            <p:ph type="sldNum" sz="quarter" idx="17"/>
          </p:nvPr>
        </p:nvSpPr>
        <p:spPr/>
        <p:txBody>
          <a:bodyPr/>
          <a:lstStyle>
            <a:lvl1pPr>
              <a:defRPr/>
            </a:lvl1pPr>
          </a:lstStyle>
          <a:p>
            <a:pPr>
              <a:defRPr/>
            </a:pPr>
            <a:fld id="{27EE316B-296A-4301-835E-E41E4EB19B5F}" type="slidenum">
              <a:rPr lang="en-US" altLang="en-US"/>
              <a:pPr>
                <a:defRPr/>
              </a:pPr>
              <a:t>‹#›</a:t>
            </a:fld>
            <a:endParaRPr lang="en-US" altLang="en-US"/>
          </a:p>
        </p:txBody>
      </p:sp>
    </p:spTree>
    <p:extLst>
      <p:ext uri="{BB962C8B-B14F-4D97-AF65-F5344CB8AC3E}">
        <p14:creationId xmlns:p14="http://schemas.microsoft.com/office/powerpoint/2010/main" val="3444131981"/>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showMasterSp="0" preserve="1">
  <p:cSld name="Title and Vertical Text">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080C5B91-761D-4C3E-96C5-955410F3898F}"/>
              </a:ext>
            </a:extLst>
          </p:cNvPr>
          <p:cNvSpPr/>
          <p:nvPr/>
        </p:nvSpPr>
        <p:spPr>
          <a:xfrm>
            <a:off x="8166100" y="282575"/>
            <a:ext cx="685800" cy="16002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a:p>
        </p:txBody>
      </p:sp>
      <p:sp>
        <p:nvSpPr>
          <p:cNvPr id="5" name="TextBox 4">
            <a:extLst>
              <a:ext uri="{FF2B5EF4-FFF2-40B4-BE49-F238E27FC236}">
                <a16:creationId xmlns:a16="http://schemas.microsoft.com/office/drawing/2014/main" id="{E9964D89-1EB4-4144-A2AB-CB37176A383C}"/>
              </a:ext>
            </a:extLst>
          </p:cNvPr>
          <p:cNvSpPr txBox="1">
            <a:spLocks noChangeArrowheads="1"/>
          </p:cNvSpPr>
          <p:nvPr/>
        </p:nvSpPr>
        <p:spPr bwMode="auto">
          <a:xfrm>
            <a:off x="223838" y="228600"/>
            <a:ext cx="260350" cy="5540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sz="1400" i="1" u="sng">
                <a:solidFill>
                  <a:srgbClr val="003366"/>
                </a:solidFill>
                <a:latin typeface="Times New Roman" panose="02020603050405020304" pitchFamily="18" charset="0"/>
                <a:ea typeface="新細明體" panose="02020500000000000000" pitchFamily="18" charset="-120"/>
              </a:defRPr>
            </a:lvl1pPr>
            <a:lvl2pPr marL="742950" indent="-285750">
              <a:defRPr sz="1400" i="1" u="sng">
                <a:solidFill>
                  <a:srgbClr val="003366"/>
                </a:solidFill>
                <a:latin typeface="Times New Roman" panose="02020603050405020304" pitchFamily="18" charset="0"/>
                <a:ea typeface="新細明體" panose="02020500000000000000" pitchFamily="18" charset="-120"/>
              </a:defRPr>
            </a:lvl2pPr>
            <a:lvl3pPr marL="1143000" indent="-228600">
              <a:defRPr sz="1400" i="1" u="sng">
                <a:solidFill>
                  <a:srgbClr val="003366"/>
                </a:solidFill>
                <a:latin typeface="Times New Roman" panose="02020603050405020304" pitchFamily="18" charset="0"/>
                <a:ea typeface="新細明體" panose="02020500000000000000" pitchFamily="18" charset="-120"/>
              </a:defRPr>
            </a:lvl3pPr>
            <a:lvl4pPr marL="1600200" indent="-228600">
              <a:defRPr sz="1400" i="1" u="sng">
                <a:solidFill>
                  <a:srgbClr val="003366"/>
                </a:solidFill>
                <a:latin typeface="Times New Roman" panose="02020603050405020304" pitchFamily="18" charset="0"/>
                <a:ea typeface="新細明體" panose="02020500000000000000" pitchFamily="18" charset="-120"/>
              </a:defRPr>
            </a:lvl4pPr>
            <a:lvl5pPr marL="2057400" indent="-228600">
              <a:defRPr sz="1400" i="1" u="sng">
                <a:solidFill>
                  <a:srgbClr val="003366"/>
                </a:solidFill>
                <a:latin typeface="Times New Roman" panose="02020603050405020304" pitchFamily="18" charset="0"/>
                <a:ea typeface="新細明體" panose="02020500000000000000" pitchFamily="18" charset="-120"/>
              </a:defRPr>
            </a:lvl5pPr>
            <a:lvl6pPr marL="25146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6pPr>
            <a:lvl7pPr marL="29718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7pPr>
            <a:lvl8pPr marL="34290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8pPr>
            <a:lvl9pPr marL="38862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9pPr>
          </a:lstStyle>
          <a:p>
            <a:pPr eaLnBrk="1" hangingPunct="1">
              <a:defRPr/>
            </a:pPr>
            <a:r>
              <a:rPr lang="en-US" altLang="en-US" sz="3600" b="1">
                <a:solidFill>
                  <a:srgbClr val="B870B8"/>
                </a:solidFill>
                <a:cs typeface="Arial" panose="020B0604020202020204" pitchFamily="34" charset="0"/>
              </a:rPr>
              <a:t>+</a:t>
            </a:r>
          </a:p>
        </p:txBody>
      </p:sp>
      <p:sp>
        <p:nvSpPr>
          <p:cNvPr id="2" name="Title 1"/>
          <p:cNvSpPr>
            <a:spLocks noGrp="1"/>
          </p:cNvSpPr>
          <p:nvPr>
            <p:ph type="title"/>
          </p:nvPr>
        </p:nvSpPr>
        <p:spPr/>
        <p:txBody>
          <a:bodyPr/>
          <a:lstStyle/>
          <a:p>
            <a:r>
              <a:rPr lang="en-US"/>
              <a:t>Click to edit Master title style</a:t>
            </a:r>
            <a:endParaRP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6" name="Date Placeholder 3">
            <a:extLst>
              <a:ext uri="{FF2B5EF4-FFF2-40B4-BE49-F238E27FC236}">
                <a16:creationId xmlns:a16="http://schemas.microsoft.com/office/drawing/2014/main" id="{53BC3FE9-9D89-4235-BD90-E3028C929DE0}"/>
              </a:ext>
            </a:extLst>
          </p:cNvPr>
          <p:cNvSpPr>
            <a:spLocks noGrp="1"/>
          </p:cNvSpPr>
          <p:nvPr>
            <p:ph type="dt" sz="half" idx="10"/>
          </p:nvPr>
        </p:nvSpPr>
        <p:spPr/>
        <p:txBody>
          <a:bodyPr/>
          <a:lstStyle>
            <a:lvl1pPr>
              <a:defRPr/>
            </a:lvl1pPr>
          </a:lstStyle>
          <a:p>
            <a:pPr>
              <a:defRPr/>
            </a:pPr>
            <a:fld id="{88E9DF7E-06F9-4CC6-95F8-38F71CEE8EE2}" type="datetime4">
              <a:rPr lang="en-US" altLang="en-US" smtClean="0"/>
              <a:t>March 21, 2024</a:t>
            </a:fld>
            <a:endParaRPr lang="en-US" altLang="en-US"/>
          </a:p>
        </p:txBody>
      </p:sp>
      <p:sp>
        <p:nvSpPr>
          <p:cNvPr id="7" name="Footer Placeholder 4">
            <a:extLst>
              <a:ext uri="{FF2B5EF4-FFF2-40B4-BE49-F238E27FC236}">
                <a16:creationId xmlns:a16="http://schemas.microsoft.com/office/drawing/2014/main" id="{54F36AFF-A8BF-4BD2-8967-40B05B6D814C}"/>
              </a:ext>
            </a:extLst>
          </p:cNvPr>
          <p:cNvSpPr>
            <a:spLocks noGrp="1"/>
          </p:cNvSpPr>
          <p:nvPr>
            <p:ph type="ftr" sz="quarter" idx="11"/>
          </p:nvPr>
        </p:nvSpPr>
        <p:spPr/>
        <p:txBody>
          <a:bodyPr/>
          <a:lstStyle>
            <a:lvl1pPr>
              <a:defRPr/>
            </a:lvl1pPr>
          </a:lstStyle>
          <a:p>
            <a:pPr>
              <a:defRPr/>
            </a:pPr>
            <a:endParaRPr lang="en-US" altLang="en-US"/>
          </a:p>
        </p:txBody>
      </p:sp>
      <p:sp>
        <p:nvSpPr>
          <p:cNvPr id="8" name="Slide Number Placeholder 5">
            <a:extLst>
              <a:ext uri="{FF2B5EF4-FFF2-40B4-BE49-F238E27FC236}">
                <a16:creationId xmlns:a16="http://schemas.microsoft.com/office/drawing/2014/main" id="{27A965FE-F10B-4D14-AFE7-31ABFE149A4E}"/>
              </a:ext>
            </a:extLst>
          </p:cNvPr>
          <p:cNvSpPr>
            <a:spLocks noGrp="1"/>
          </p:cNvSpPr>
          <p:nvPr>
            <p:ph type="sldNum" sz="quarter" idx="12"/>
          </p:nvPr>
        </p:nvSpPr>
        <p:spPr/>
        <p:txBody>
          <a:bodyPr/>
          <a:lstStyle>
            <a:lvl1pPr>
              <a:defRPr/>
            </a:lvl1pPr>
          </a:lstStyle>
          <a:p>
            <a:pPr>
              <a:defRPr/>
            </a:pPr>
            <a:fld id="{A2147E2A-C44F-4045-82D2-7C371F82CF1D}" type="slidenum">
              <a:rPr lang="en-US" altLang="en-US"/>
              <a:pPr>
                <a:defRPr/>
              </a:pPr>
              <a:t>‹#›</a:t>
            </a:fld>
            <a:endParaRPr lang="en-US" altLang="en-US"/>
          </a:p>
        </p:txBody>
      </p:sp>
    </p:spTree>
    <p:extLst>
      <p:ext uri="{BB962C8B-B14F-4D97-AF65-F5344CB8AC3E}">
        <p14:creationId xmlns:p14="http://schemas.microsoft.com/office/powerpoint/2010/main" val="360669910"/>
      </p:ext>
    </p:extLst>
  </p:cSld>
  <p:clrMapOvr>
    <a:masterClrMapping/>
  </p:clrMapOvr>
  <p:transition>
    <p:random/>
  </p:transition>
</p:sldLayout>
</file>

<file path=ppt/slideLayouts/slideLayout31.xml><?xml version="1.0" encoding="utf-8"?>
<p:sldLayout xmlns:a="http://schemas.openxmlformats.org/drawingml/2006/main" xmlns:r="http://schemas.openxmlformats.org/officeDocument/2006/relationships" xmlns:p="http://schemas.openxmlformats.org/presentationml/2006/main" showMasterSp="0" preserve="1">
  <p:cSld name="Vertical Title and Text">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27741545-59F1-4190-84C9-7BFBFE292ACE}"/>
              </a:ext>
            </a:extLst>
          </p:cNvPr>
          <p:cNvSpPr/>
          <p:nvPr/>
        </p:nvSpPr>
        <p:spPr>
          <a:xfrm>
            <a:off x="8166100" y="282575"/>
            <a:ext cx="685800" cy="301625"/>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a:p>
        </p:txBody>
      </p:sp>
      <p:sp>
        <p:nvSpPr>
          <p:cNvPr id="5" name="TextBox 4">
            <a:extLst>
              <a:ext uri="{FF2B5EF4-FFF2-40B4-BE49-F238E27FC236}">
                <a16:creationId xmlns:a16="http://schemas.microsoft.com/office/drawing/2014/main" id="{0B1A20B8-21F5-4760-BFC9-EC6F73243DA8}"/>
              </a:ext>
            </a:extLst>
          </p:cNvPr>
          <p:cNvSpPr txBox="1">
            <a:spLocks noChangeArrowheads="1"/>
          </p:cNvSpPr>
          <p:nvPr/>
        </p:nvSpPr>
        <p:spPr bwMode="auto">
          <a:xfrm rot="16200000">
            <a:off x="8593932" y="561181"/>
            <a:ext cx="260350" cy="5540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sz="1400" i="1" u="sng">
                <a:solidFill>
                  <a:srgbClr val="003366"/>
                </a:solidFill>
                <a:latin typeface="Times New Roman" panose="02020603050405020304" pitchFamily="18" charset="0"/>
                <a:ea typeface="新細明體" panose="02020500000000000000" pitchFamily="18" charset="-120"/>
              </a:defRPr>
            </a:lvl1pPr>
            <a:lvl2pPr marL="742950" indent="-285750">
              <a:defRPr sz="1400" i="1" u="sng">
                <a:solidFill>
                  <a:srgbClr val="003366"/>
                </a:solidFill>
                <a:latin typeface="Times New Roman" panose="02020603050405020304" pitchFamily="18" charset="0"/>
                <a:ea typeface="新細明體" panose="02020500000000000000" pitchFamily="18" charset="-120"/>
              </a:defRPr>
            </a:lvl2pPr>
            <a:lvl3pPr marL="1143000" indent="-228600">
              <a:defRPr sz="1400" i="1" u="sng">
                <a:solidFill>
                  <a:srgbClr val="003366"/>
                </a:solidFill>
                <a:latin typeface="Times New Roman" panose="02020603050405020304" pitchFamily="18" charset="0"/>
                <a:ea typeface="新細明體" panose="02020500000000000000" pitchFamily="18" charset="-120"/>
              </a:defRPr>
            </a:lvl3pPr>
            <a:lvl4pPr marL="1600200" indent="-228600">
              <a:defRPr sz="1400" i="1" u="sng">
                <a:solidFill>
                  <a:srgbClr val="003366"/>
                </a:solidFill>
                <a:latin typeface="Times New Roman" panose="02020603050405020304" pitchFamily="18" charset="0"/>
                <a:ea typeface="新細明體" panose="02020500000000000000" pitchFamily="18" charset="-120"/>
              </a:defRPr>
            </a:lvl4pPr>
            <a:lvl5pPr marL="2057400" indent="-228600">
              <a:defRPr sz="1400" i="1" u="sng">
                <a:solidFill>
                  <a:srgbClr val="003366"/>
                </a:solidFill>
                <a:latin typeface="Times New Roman" panose="02020603050405020304" pitchFamily="18" charset="0"/>
                <a:ea typeface="新細明體" panose="02020500000000000000" pitchFamily="18" charset="-120"/>
              </a:defRPr>
            </a:lvl5pPr>
            <a:lvl6pPr marL="25146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6pPr>
            <a:lvl7pPr marL="29718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7pPr>
            <a:lvl8pPr marL="34290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8pPr>
            <a:lvl9pPr marL="38862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9pPr>
          </a:lstStyle>
          <a:p>
            <a:pPr eaLnBrk="1" hangingPunct="1">
              <a:defRPr/>
            </a:pPr>
            <a:r>
              <a:rPr lang="en-US" altLang="en-US" sz="3600" b="1">
                <a:solidFill>
                  <a:srgbClr val="B870B8"/>
                </a:solidFill>
                <a:cs typeface="Arial" panose="020B0604020202020204" pitchFamily="34" charset="0"/>
              </a:rPr>
              <a:t>+</a:t>
            </a:r>
          </a:p>
        </p:txBody>
      </p:sp>
      <p:sp>
        <p:nvSpPr>
          <p:cNvPr id="2" name="Vertical Title 1"/>
          <p:cNvSpPr>
            <a:spLocks noGrp="1"/>
          </p:cNvSpPr>
          <p:nvPr>
            <p:ph type="title" orient="vert"/>
          </p:nvPr>
        </p:nvSpPr>
        <p:spPr>
          <a:xfrm>
            <a:off x="7995772" y="954742"/>
            <a:ext cx="681318" cy="5171422"/>
          </a:xfrm>
        </p:spPr>
        <p:txBody>
          <a:bodyPr vert="eaVert"/>
          <a:lstStyle/>
          <a:p>
            <a:r>
              <a:rPr lang="en-US"/>
              <a:t>Click to edit Master title style</a:t>
            </a:r>
            <a:endParaRPr/>
          </a:p>
        </p:txBody>
      </p:sp>
      <p:sp>
        <p:nvSpPr>
          <p:cNvPr id="3" name="Vertical Text Placeholder 2"/>
          <p:cNvSpPr>
            <a:spLocks noGrp="1"/>
          </p:cNvSpPr>
          <p:nvPr>
            <p:ph type="body" orient="vert" idx="1"/>
          </p:nvPr>
        </p:nvSpPr>
        <p:spPr>
          <a:xfrm>
            <a:off x="457200" y="958756"/>
            <a:ext cx="6858000" cy="5184869"/>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6" name="Date Placeholder 3">
            <a:extLst>
              <a:ext uri="{FF2B5EF4-FFF2-40B4-BE49-F238E27FC236}">
                <a16:creationId xmlns:a16="http://schemas.microsoft.com/office/drawing/2014/main" id="{73E6979F-8696-4C70-A779-45E2CFAAF7A3}"/>
              </a:ext>
            </a:extLst>
          </p:cNvPr>
          <p:cNvSpPr>
            <a:spLocks noGrp="1"/>
          </p:cNvSpPr>
          <p:nvPr>
            <p:ph type="dt" sz="half" idx="10"/>
          </p:nvPr>
        </p:nvSpPr>
        <p:spPr/>
        <p:txBody>
          <a:bodyPr/>
          <a:lstStyle>
            <a:lvl1pPr>
              <a:defRPr/>
            </a:lvl1pPr>
          </a:lstStyle>
          <a:p>
            <a:pPr>
              <a:defRPr/>
            </a:pPr>
            <a:fld id="{FA47287B-CD4B-4276-9C9C-6FD4F40A5F28}" type="datetime4">
              <a:rPr lang="en-US" altLang="en-US" smtClean="0"/>
              <a:t>March 21, 2024</a:t>
            </a:fld>
            <a:endParaRPr lang="en-US" altLang="en-US"/>
          </a:p>
        </p:txBody>
      </p:sp>
      <p:sp>
        <p:nvSpPr>
          <p:cNvPr id="7" name="Footer Placeholder 4">
            <a:extLst>
              <a:ext uri="{FF2B5EF4-FFF2-40B4-BE49-F238E27FC236}">
                <a16:creationId xmlns:a16="http://schemas.microsoft.com/office/drawing/2014/main" id="{B259E8A7-94BA-4CE3-9968-0F52201B546D}"/>
              </a:ext>
            </a:extLst>
          </p:cNvPr>
          <p:cNvSpPr>
            <a:spLocks noGrp="1"/>
          </p:cNvSpPr>
          <p:nvPr>
            <p:ph type="ftr" sz="quarter" idx="11"/>
          </p:nvPr>
        </p:nvSpPr>
        <p:spPr/>
        <p:txBody>
          <a:bodyPr/>
          <a:lstStyle>
            <a:lvl1pPr>
              <a:defRPr/>
            </a:lvl1pPr>
          </a:lstStyle>
          <a:p>
            <a:pPr>
              <a:defRPr/>
            </a:pPr>
            <a:endParaRPr lang="en-US" altLang="en-US"/>
          </a:p>
        </p:txBody>
      </p:sp>
      <p:sp>
        <p:nvSpPr>
          <p:cNvPr id="8" name="Slide Number Placeholder 5">
            <a:extLst>
              <a:ext uri="{FF2B5EF4-FFF2-40B4-BE49-F238E27FC236}">
                <a16:creationId xmlns:a16="http://schemas.microsoft.com/office/drawing/2014/main" id="{EBBE8256-DE8F-4CFA-B85D-AA30DC9107E8}"/>
              </a:ext>
            </a:extLst>
          </p:cNvPr>
          <p:cNvSpPr>
            <a:spLocks noGrp="1"/>
          </p:cNvSpPr>
          <p:nvPr>
            <p:ph type="sldNum" sz="quarter" idx="12"/>
          </p:nvPr>
        </p:nvSpPr>
        <p:spPr/>
        <p:txBody>
          <a:bodyPr/>
          <a:lstStyle>
            <a:lvl1pPr>
              <a:defRPr/>
            </a:lvl1pPr>
          </a:lstStyle>
          <a:p>
            <a:pPr>
              <a:defRPr/>
            </a:pPr>
            <a:fld id="{2C23BFD9-2626-4110-A809-223BFB94F502}" type="slidenum">
              <a:rPr lang="en-US" altLang="en-US"/>
              <a:pPr>
                <a:defRPr/>
              </a:pPr>
              <a:t>‹#›</a:t>
            </a:fld>
            <a:endParaRPr lang="en-US" altLang="en-US"/>
          </a:p>
        </p:txBody>
      </p:sp>
    </p:spTree>
    <p:extLst>
      <p:ext uri="{BB962C8B-B14F-4D97-AF65-F5344CB8AC3E}">
        <p14:creationId xmlns:p14="http://schemas.microsoft.com/office/powerpoint/2010/main" val="1156629683"/>
      </p:ext>
    </p:extLst>
  </p:cSld>
  <p:clrMapOvr>
    <a:masterClrMapping/>
  </p:clrMapOvr>
  <p:transition>
    <p:random/>
  </p:transition>
</p:sldLayout>
</file>

<file path=ppt/slideLayouts/slideLayout32.xml><?xml version="1.0" encoding="utf-8"?>
<p:sldLayout xmlns:a="http://schemas.openxmlformats.org/drawingml/2006/main" xmlns:r="http://schemas.openxmlformats.org/officeDocument/2006/relationships" xmlns:p="http://schemas.openxmlformats.org/presentationml/2006/main" showMasterSp="0" type="obj">
  <p:cSld name="標題及物件">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a:t>Click to edit Master title style</a:t>
            </a:r>
            <a:endParaRPr lang="zh-TW" altLang="en-US"/>
          </a:p>
        </p:txBody>
      </p:sp>
      <p:sp>
        <p:nvSpPr>
          <p:cNvPr id="3" name="內容版面配置區 2"/>
          <p:cNvSpPr>
            <a:spLocks noGrp="1"/>
          </p:cNvSpPr>
          <p:nvPr>
            <p:ph idx="1"/>
          </p:nvPr>
        </p:nvSpPr>
        <p:spPr/>
        <p:txBody>
          <a:bodyPr/>
          <a:lstStyle>
            <a:lvl1pPr>
              <a:buClr>
                <a:srgbClr val="0000FF"/>
              </a:buClr>
              <a:buFont typeface="Wingdings 2" pitchFamily="18" charset="2"/>
              <a:buChar char="©"/>
              <a:defRPr/>
            </a:lvl1pPr>
          </a:lstStyle>
          <a:p>
            <a:pPr lvl="0"/>
            <a:r>
              <a:rPr lang="en-US" altLang="zh-TW"/>
              <a:t>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dirty="0"/>
          </a:p>
        </p:txBody>
      </p:sp>
    </p:spTree>
    <p:extLst>
      <p:ext uri="{BB962C8B-B14F-4D97-AF65-F5344CB8AC3E}">
        <p14:creationId xmlns:p14="http://schemas.microsoft.com/office/powerpoint/2010/main" val="1628870415"/>
      </p:ext>
    </p:extLst>
  </p:cSld>
  <p:clrMapOvr>
    <a:overrideClrMapping bg1="lt1" tx1="dk1" bg2="lt2" tx2="dk2" accent1="accent1" accent2="accent2" accent3="accent3" accent4="accent4" accent5="accent5" accent6="accent6" hlink="hlink" folHlink="folHlink"/>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showMasterSp="0" type="titleOnly">
  <p:cSld name="只有標題">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a:t>Click to edit Master title style</a:t>
            </a:r>
            <a:endParaRPr lang="zh-TW" altLang="en-US"/>
          </a:p>
        </p:txBody>
      </p:sp>
    </p:spTree>
    <p:extLst>
      <p:ext uri="{BB962C8B-B14F-4D97-AF65-F5344CB8AC3E}">
        <p14:creationId xmlns:p14="http://schemas.microsoft.com/office/powerpoint/2010/main" val="2510776796"/>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showMasterSp="0" type="txAndObj">
  <p:cSld name="標題，文字及物件">
    <p:spTree>
      <p:nvGrpSpPr>
        <p:cNvPr id="1" name=""/>
        <p:cNvGrpSpPr/>
        <p:nvPr/>
      </p:nvGrpSpPr>
      <p:grpSpPr>
        <a:xfrm>
          <a:off x="0" y="0"/>
          <a:ext cx="0" cy="0"/>
          <a:chOff x="0" y="0"/>
          <a:chExt cx="0" cy="0"/>
        </a:xfrm>
      </p:grpSpPr>
      <p:sp>
        <p:nvSpPr>
          <p:cNvPr id="2" name="標題 1"/>
          <p:cNvSpPr>
            <a:spLocks noGrp="1"/>
          </p:cNvSpPr>
          <p:nvPr>
            <p:ph type="title"/>
          </p:nvPr>
        </p:nvSpPr>
        <p:spPr>
          <a:xfrm>
            <a:off x="855785" y="350839"/>
            <a:ext cx="7904285" cy="414337"/>
          </a:xfrm>
        </p:spPr>
        <p:txBody>
          <a:bodyPr/>
          <a:lstStyle/>
          <a:p>
            <a:r>
              <a:rPr lang="en-US" altLang="zh-TW"/>
              <a:t>Click to edit Master title style</a:t>
            </a:r>
            <a:endParaRPr lang="zh-TW" altLang="en-US"/>
          </a:p>
        </p:txBody>
      </p:sp>
      <p:sp>
        <p:nvSpPr>
          <p:cNvPr id="3" name="文字版面配置區 2"/>
          <p:cNvSpPr>
            <a:spLocks noGrp="1"/>
          </p:cNvSpPr>
          <p:nvPr>
            <p:ph type="body" sz="half" idx="1"/>
          </p:nvPr>
        </p:nvSpPr>
        <p:spPr>
          <a:xfrm>
            <a:off x="457200" y="1295391"/>
            <a:ext cx="4044462" cy="5177127"/>
          </a:xfrm>
          <a:prstGeom prst="rect">
            <a:avLst/>
          </a:prstGeom>
        </p:spPr>
        <p:txBody>
          <a:bodyPr/>
          <a:lstStyle/>
          <a:p>
            <a:pPr lvl="0"/>
            <a:r>
              <a:rPr lang="en-US" altLang="zh-TW"/>
              <a:t>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
        <p:nvSpPr>
          <p:cNvPr id="4" name="內容版面配置區 3"/>
          <p:cNvSpPr>
            <a:spLocks noGrp="1"/>
          </p:cNvSpPr>
          <p:nvPr>
            <p:ph sz="half" idx="2"/>
          </p:nvPr>
        </p:nvSpPr>
        <p:spPr>
          <a:xfrm>
            <a:off x="4642338" y="1295391"/>
            <a:ext cx="4044462" cy="5186091"/>
          </a:xfrm>
          <a:prstGeom prst="rect">
            <a:avLst/>
          </a:prstGeom>
        </p:spPr>
        <p:txBody>
          <a:bodyPr/>
          <a:lstStyle/>
          <a:p>
            <a:pPr lvl="0"/>
            <a:r>
              <a:rPr lang="en-US" altLang="zh-TW"/>
              <a:t>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Tree>
    <p:extLst>
      <p:ext uri="{BB962C8B-B14F-4D97-AF65-F5344CB8AC3E}">
        <p14:creationId xmlns:p14="http://schemas.microsoft.com/office/powerpoint/2010/main" val="2096465992"/>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4" name="Group 2">
            <a:extLst>
              <a:ext uri="{FF2B5EF4-FFF2-40B4-BE49-F238E27FC236}">
                <a16:creationId xmlns:a16="http://schemas.microsoft.com/office/drawing/2014/main" id="{4565F6AB-F257-43C5-9F92-3178E8C87FF1}"/>
              </a:ext>
            </a:extLst>
          </p:cNvPr>
          <p:cNvGrpSpPr>
            <a:grpSpLocks/>
          </p:cNvGrpSpPr>
          <p:nvPr/>
        </p:nvGrpSpPr>
        <p:grpSpPr bwMode="auto">
          <a:xfrm>
            <a:off x="0" y="0"/>
            <a:ext cx="8763000" cy="5943600"/>
            <a:chOff x="0" y="0"/>
            <a:chExt cx="5520" cy="3744"/>
          </a:xfrm>
        </p:grpSpPr>
        <p:sp>
          <p:nvSpPr>
            <p:cNvPr id="5" name="Rectangle 3">
              <a:extLst>
                <a:ext uri="{FF2B5EF4-FFF2-40B4-BE49-F238E27FC236}">
                  <a16:creationId xmlns:a16="http://schemas.microsoft.com/office/drawing/2014/main" id="{5461597E-A600-4D4E-BDA1-48906D219E7D}"/>
                </a:ext>
              </a:extLst>
            </p:cNvPr>
            <p:cNvSpPr>
              <a:spLocks noChangeArrowheads="1"/>
            </p:cNvSpPr>
            <p:nvPr/>
          </p:nvSpPr>
          <p:spPr bwMode="auto">
            <a:xfrm>
              <a:off x="0" y="0"/>
              <a:ext cx="1104" cy="3072"/>
            </a:xfrm>
            <a:prstGeom prst="rect">
              <a:avLst/>
            </a:prstGeom>
            <a:solidFill>
              <a:schemeClr val="accent1"/>
            </a:solidFill>
            <a:ln>
              <a:noFill/>
            </a:ln>
            <a:effectLst/>
            <a:extLst>
              <a:ext uri="{91240B29-F687-4F45-9708-019B960494DF}">
                <a14:hiddenLine xmlns:a14="http://schemas.microsoft.com/office/drawing/2010/main" w="9525">
                  <a:solidFill>
                    <a:schemeClr val="bg2"/>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a:solidFill>
                    <a:schemeClr val="tx1"/>
                  </a:solidFill>
                  <a:latin typeface="Arial" panose="020B0604020202020204" pitchFamily="34" charset="0"/>
                  <a:cs typeface="Angsana New" panose="02020603050405020304" pitchFamily="18" charset="-34"/>
                </a:defRPr>
              </a:lvl1pPr>
              <a:lvl2pPr marL="742950" indent="-285750">
                <a:defRPr>
                  <a:solidFill>
                    <a:schemeClr val="tx1"/>
                  </a:solidFill>
                  <a:latin typeface="Arial" panose="020B0604020202020204" pitchFamily="34" charset="0"/>
                  <a:cs typeface="Angsana New" panose="02020603050405020304" pitchFamily="18" charset="-34"/>
                </a:defRPr>
              </a:lvl2pPr>
              <a:lvl3pPr marL="1143000" indent="-228600">
                <a:defRPr>
                  <a:solidFill>
                    <a:schemeClr val="tx1"/>
                  </a:solidFill>
                  <a:latin typeface="Arial" panose="020B0604020202020204" pitchFamily="34" charset="0"/>
                  <a:cs typeface="Angsana New" panose="02020603050405020304" pitchFamily="18" charset="-34"/>
                </a:defRPr>
              </a:lvl3pPr>
              <a:lvl4pPr marL="1600200" indent="-228600">
                <a:defRPr>
                  <a:solidFill>
                    <a:schemeClr val="tx1"/>
                  </a:solidFill>
                  <a:latin typeface="Arial" panose="020B0604020202020204" pitchFamily="34" charset="0"/>
                  <a:cs typeface="Angsana New" panose="02020603050405020304" pitchFamily="18" charset="-34"/>
                </a:defRPr>
              </a:lvl4pPr>
              <a:lvl5pPr marL="2057400" indent="-228600">
                <a:defRPr>
                  <a:solidFill>
                    <a:schemeClr val="tx1"/>
                  </a:solidFill>
                  <a:latin typeface="Arial" panose="020B0604020202020204" pitchFamily="34" charset="0"/>
                  <a:cs typeface="Angsana New" panose="02020603050405020304" pitchFamily="18" charset="-34"/>
                </a:defRPr>
              </a:lvl5pPr>
              <a:lvl6pPr marL="2514600" indent="-228600" eaLnBrk="0" fontAlgn="base" hangingPunct="0">
                <a:spcBef>
                  <a:spcPct val="0"/>
                </a:spcBef>
                <a:spcAft>
                  <a:spcPct val="0"/>
                </a:spcAft>
                <a:defRPr>
                  <a:solidFill>
                    <a:schemeClr val="tx1"/>
                  </a:solidFill>
                  <a:latin typeface="Arial" panose="020B0604020202020204" pitchFamily="34" charset="0"/>
                  <a:cs typeface="Angsana New" panose="02020603050405020304" pitchFamily="18" charset="-34"/>
                </a:defRPr>
              </a:lvl6pPr>
              <a:lvl7pPr marL="2971800" indent="-228600" eaLnBrk="0" fontAlgn="base" hangingPunct="0">
                <a:spcBef>
                  <a:spcPct val="0"/>
                </a:spcBef>
                <a:spcAft>
                  <a:spcPct val="0"/>
                </a:spcAft>
                <a:defRPr>
                  <a:solidFill>
                    <a:schemeClr val="tx1"/>
                  </a:solidFill>
                  <a:latin typeface="Arial" panose="020B0604020202020204" pitchFamily="34" charset="0"/>
                  <a:cs typeface="Angsana New" panose="02020603050405020304" pitchFamily="18" charset="-34"/>
                </a:defRPr>
              </a:lvl7pPr>
              <a:lvl8pPr marL="3429000" indent="-228600" eaLnBrk="0" fontAlgn="base" hangingPunct="0">
                <a:spcBef>
                  <a:spcPct val="0"/>
                </a:spcBef>
                <a:spcAft>
                  <a:spcPct val="0"/>
                </a:spcAft>
                <a:defRPr>
                  <a:solidFill>
                    <a:schemeClr val="tx1"/>
                  </a:solidFill>
                  <a:latin typeface="Arial" panose="020B0604020202020204" pitchFamily="34" charset="0"/>
                  <a:cs typeface="Angsana New" panose="02020603050405020304" pitchFamily="18" charset="-34"/>
                </a:defRPr>
              </a:lvl8pPr>
              <a:lvl9pPr marL="3886200" indent="-228600" eaLnBrk="0" fontAlgn="base" hangingPunct="0">
                <a:spcBef>
                  <a:spcPct val="0"/>
                </a:spcBef>
                <a:spcAft>
                  <a:spcPct val="0"/>
                </a:spcAft>
                <a:defRPr>
                  <a:solidFill>
                    <a:schemeClr val="tx1"/>
                  </a:solidFill>
                  <a:latin typeface="Arial" panose="020B0604020202020204" pitchFamily="34" charset="0"/>
                  <a:cs typeface="Angsana New" panose="02020603050405020304" pitchFamily="18" charset="-34"/>
                </a:defRPr>
              </a:lvl9pPr>
            </a:lstStyle>
            <a:p>
              <a:pPr algn="ctr" eaLnBrk="1" hangingPunct="1">
                <a:defRPr/>
              </a:pPr>
              <a:endParaRPr lang="en-US" altLang="en-US" sz="2400">
                <a:latin typeface="Times New Roman" panose="02020603050405020304" pitchFamily="18" charset="0"/>
                <a:ea typeface="+mn-ea"/>
              </a:endParaRPr>
            </a:p>
          </p:txBody>
        </p:sp>
        <p:grpSp>
          <p:nvGrpSpPr>
            <p:cNvPr id="6" name="Group 4">
              <a:extLst>
                <a:ext uri="{FF2B5EF4-FFF2-40B4-BE49-F238E27FC236}">
                  <a16:creationId xmlns:a16="http://schemas.microsoft.com/office/drawing/2014/main" id="{BE7A2416-A614-4AFA-9BE6-BB733C41BC18}"/>
                </a:ext>
              </a:extLst>
            </p:cNvPr>
            <p:cNvGrpSpPr>
              <a:grpSpLocks/>
            </p:cNvGrpSpPr>
            <p:nvPr userDrawn="1"/>
          </p:nvGrpSpPr>
          <p:grpSpPr bwMode="auto">
            <a:xfrm>
              <a:off x="0" y="2208"/>
              <a:ext cx="5520" cy="1536"/>
              <a:chOff x="0" y="2208"/>
              <a:chExt cx="5520" cy="1536"/>
            </a:xfrm>
          </p:grpSpPr>
          <p:sp>
            <p:nvSpPr>
              <p:cNvPr id="10" name="Rectangle 5">
                <a:extLst>
                  <a:ext uri="{FF2B5EF4-FFF2-40B4-BE49-F238E27FC236}">
                    <a16:creationId xmlns:a16="http://schemas.microsoft.com/office/drawing/2014/main" id="{2167F23D-50D2-4306-815F-A9CB09376D41}"/>
                  </a:ext>
                </a:extLst>
              </p:cNvPr>
              <p:cNvSpPr>
                <a:spLocks noChangeArrowheads="1"/>
              </p:cNvSpPr>
              <p:nvPr/>
            </p:nvSpPr>
            <p:spPr bwMode="ltGray">
              <a:xfrm>
                <a:off x="624" y="2208"/>
                <a:ext cx="4896" cy="1536"/>
              </a:xfrm>
              <a:prstGeom prst="rect">
                <a:avLst/>
              </a:prstGeom>
              <a:solidFill>
                <a:schemeClr val="bg2"/>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a:solidFill>
                      <a:schemeClr val="tx1"/>
                    </a:solidFill>
                    <a:latin typeface="Arial" panose="020B0604020202020204" pitchFamily="34" charset="0"/>
                    <a:cs typeface="Angsana New" panose="02020603050405020304" pitchFamily="18" charset="-34"/>
                  </a:defRPr>
                </a:lvl1pPr>
                <a:lvl2pPr marL="742950" indent="-285750">
                  <a:defRPr>
                    <a:solidFill>
                      <a:schemeClr val="tx1"/>
                    </a:solidFill>
                    <a:latin typeface="Arial" panose="020B0604020202020204" pitchFamily="34" charset="0"/>
                    <a:cs typeface="Angsana New" panose="02020603050405020304" pitchFamily="18" charset="-34"/>
                  </a:defRPr>
                </a:lvl2pPr>
                <a:lvl3pPr marL="1143000" indent="-228600">
                  <a:defRPr>
                    <a:solidFill>
                      <a:schemeClr val="tx1"/>
                    </a:solidFill>
                    <a:latin typeface="Arial" panose="020B0604020202020204" pitchFamily="34" charset="0"/>
                    <a:cs typeface="Angsana New" panose="02020603050405020304" pitchFamily="18" charset="-34"/>
                  </a:defRPr>
                </a:lvl3pPr>
                <a:lvl4pPr marL="1600200" indent="-228600">
                  <a:defRPr>
                    <a:solidFill>
                      <a:schemeClr val="tx1"/>
                    </a:solidFill>
                    <a:latin typeface="Arial" panose="020B0604020202020204" pitchFamily="34" charset="0"/>
                    <a:cs typeface="Angsana New" panose="02020603050405020304" pitchFamily="18" charset="-34"/>
                  </a:defRPr>
                </a:lvl4pPr>
                <a:lvl5pPr marL="2057400" indent="-228600">
                  <a:defRPr>
                    <a:solidFill>
                      <a:schemeClr val="tx1"/>
                    </a:solidFill>
                    <a:latin typeface="Arial" panose="020B0604020202020204" pitchFamily="34" charset="0"/>
                    <a:cs typeface="Angsana New" panose="02020603050405020304" pitchFamily="18" charset="-34"/>
                  </a:defRPr>
                </a:lvl5pPr>
                <a:lvl6pPr marL="2514600" indent="-228600" eaLnBrk="0" fontAlgn="base" hangingPunct="0">
                  <a:spcBef>
                    <a:spcPct val="0"/>
                  </a:spcBef>
                  <a:spcAft>
                    <a:spcPct val="0"/>
                  </a:spcAft>
                  <a:defRPr>
                    <a:solidFill>
                      <a:schemeClr val="tx1"/>
                    </a:solidFill>
                    <a:latin typeface="Arial" panose="020B0604020202020204" pitchFamily="34" charset="0"/>
                    <a:cs typeface="Angsana New" panose="02020603050405020304" pitchFamily="18" charset="-34"/>
                  </a:defRPr>
                </a:lvl6pPr>
                <a:lvl7pPr marL="2971800" indent="-228600" eaLnBrk="0" fontAlgn="base" hangingPunct="0">
                  <a:spcBef>
                    <a:spcPct val="0"/>
                  </a:spcBef>
                  <a:spcAft>
                    <a:spcPct val="0"/>
                  </a:spcAft>
                  <a:defRPr>
                    <a:solidFill>
                      <a:schemeClr val="tx1"/>
                    </a:solidFill>
                    <a:latin typeface="Arial" panose="020B0604020202020204" pitchFamily="34" charset="0"/>
                    <a:cs typeface="Angsana New" panose="02020603050405020304" pitchFamily="18" charset="-34"/>
                  </a:defRPr>
                </a:lvl7pPr>
                <a:lvl8pPr marL="3429000" indent="-228600" eaLnBrk="0" fontAlgn="base" hangingPunct="0">
                  <a:spcBef>
                    <a:spcPct val="0"/>
                  </a:spcBef>
                  <a:spcAft>
                    <a:spcPct val="0"/>
                  </a:spcAft>
                  <a:defRPr>
                    <a:solidFill>
                      <a:schemeClr val="tx1"/>
                    </a:solidFill>
                    <a:latin typeface="Arial" panose="020B0604020202020204" pitchFamily="34" charset="0"/>
                    <a:cs typeface="Angsana New" panose="02020603050405020304" pitchFamily="18" charset="-34"/>
                  </a:defRPr>
                </a:lvl8pPr>
                <a:lvl9pPr marL="3886200" indent="-228600" eaLnBrk="0" fontAlgn="base" hangingPunct="0">
                  <a:spcBef>
                    <a:spcPct val="0"/>
                  </a:spcBef>
                  <a:spcAft>
                    <a:spcPct val="0"/>
                  </a:spcAft>
                  <a:defRPr>
                    <a:solidFill>
                      <a:schemeClr val="tx1"/>
                    </a:solidFill>
                    <a:latin typeface="Arial" panose="020B0604020202020204" pitchFamily="34" charset="0"/>
                    <a:cs typeface="Angsana New" panose="02020603050405020304" pitchFamily="18" charset="-34"/>
                  </a:defRPr>
                </a:lvl9pPr>
              </a:lstStyle>
              <a:p>
                <a:pPr algn="ctr" eaLnBrk="1" hangingPunct="1">
                  <a:defRPr/>
                </a:pPr>
                <a:endParaRPr lang="en-US" altLang="en-US" sz="2400">
                  <a:latin typeface="Times New Roman" panose="02020603050405020304" pitchFamily="18" charset="0"/>
                  <a:ea typeface="+mn-ea"/>
                </a:endParaRPr>
              </a:p>
            </p:txBody>
          </p:sp>
          <p:sp>
            <p:nvSpPr>
              <p:cNvPr id="11" name="Rectangle 6">
                <a:extLst>
                  <a:ext uri="{FF2B5EF4-FFF2-40B4-BE49-F238E27FC236}">
                    <a16:creationId xmlns:a16="http://schemas.microsoft.com/office/drawing/2014/main" id="{806C7BCE-5DEF-451A-80C5-F05516FDAD53}"/>
                  </a:ext>
                </a:extLst>
              </p:cNvPr>
              <p:cNvSpPr>
                <a:spLocks noChangeArrowheads="1"/>
              </p:cNvSpPr>
              <p:nvPr/>
            </p:nvSpPr>
            <p:spPr bwMode="white">
              <a:xfrm>
                <a:off x="654" y="2352"/>
                <a:ext cx="4818" cy="134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a:solidFill>
                      <a:schemeClr val="tx1"/>
                    </a:solidFill>
                    <a:latin typeface="Arial" panose="020B0604020202020204" pitchFamily="34" charset="0"/>
                    <a:cs typeface="Angsana New" panose="02020603050405020304" pitchFamily="18" charset="-34"/>
                  </a:defRPr>
                </a:lvl1pPr>
                <a:lvl2pPr marL="742950" indent="-285750">
                  <a:defRPr>
                    <a:solidFill>
                      <a:schemeClr val="tx1"/>
                    </a:solidFill>
                    <a:latin typeface="Arial" panose="020B0604020202020204" pitchFamily="34" charset="0"/>
                    <a:cs typeface="Angsana New" panose="02020603050405020304" pitchFamily="18" charset="-34"/>
                  </a:defRPr>
                </a:lvl2pPr>
                <a:lvl3pPr marL="1143000" indent="-228600">
                  <a:defRPr>
                    <a:solidFill>
                      <a:schemeClr val="tx1"/>
                    </a:solidFill>
                    <a:latin typeface="Arial" panose="020B0604020202020204" pitchFamily="34" charset="0"/>
                    <a:cs typeface="Angsana New" panose="02020603050405020304" pitchFamily="18" charset="-34"/>
                  </a:defRPr>
                </a:lvl3pPr>
                <a:lvl4pPr marL="1600200" indent="-228600">
                  <a:defRPr>
                    <a:solidFill>
                      <a:schemeClr val="tx1"/>
                    </a:solidFill>
                    <a:latin typeface="Arial" panose="020B0604020202020204" pitchFamily="34" charset="0"/>
                    <a:cs typeface="Angsana New" panose="02020603050405020304" pitchFamily="18" charset="-34"/>
                  </a:defRPr>
                </a:lvl4pPr>
                <a:lvl5pPr marL="2057400" indent="-228600">
                  <a:defRPr>
                    <a:solidFill>
                      <a:schemeClr val="tx1"/>
                    </a:solidFill>
                    <a:latin typeface="Arial" panose="020B0604020202020204" pitchFamily="34" charset="0"/>
                    <a:cs typeface="Angsana New" panose="02020603050405020304" pitchFamily="18" charset="-34"/>
                  </a:defRPr>
                </a:lvl5pPr>
                <a:lvl6pPr marL="2514600" indent="-228600" eaLnBrk="0" fontAlgn="base" hangingPunct="0">
                  <a:spcBef>
                    <a:spcPct val="0"/>
                  </a:spcBef>
                  <a:spcAft>
                    <a:spcPct val="0"/>
                  </a:spcAft>
                  <a:defRPr>
                    <a:solidFill>
                      <a:schemeClr val="tx1"/>
                    </a:solidFill>
                    <a:latin typeface="Arial" panose="020B0604020202020204" pitchFamily="34" charset="0"/>
                    <a:cs typeface="Angsana New" panose="02020603050405020304" pitchFamily="18" charset="-34"/>
                  </a:defRPr>
                </a:lvl6pPr>
                <a:lvl7pPr marL="2971800" indent="-228600" eaLnBrk="0" fontAlgn="base" hangingPunct="0">
                  <a:spcBef>
                    <a:spcPct val="0"/>
                  </a:spcBef>
                  <a:spcAft>
                    <a:spcPct val="0"/>
                  </a:spcAft>
                  <a:defRPr>
                    <a:solidFill>
                      <a:schemeClr val="tx1"/>
                    </a:solidFill>
                    <a:latin typeface="Arial" panose="020B0604020202020204" pitchFamily="34" charset="0"/>
                    <a:cs typeface="Angsana New" panose="02020603050405020304" pitchFamily="18" charset="-34"/>
                  </a:defRPr>
                </a:lvl7pPr>
                <a:lvl8pPr marL="3429000" indent="-228600" eaLnBrk="0" fontAlgn="base" hangingPunct="0">
                  <a:spcBef>
                    <a:spcPct val="0"/>
                  </a:spcBef>
                  <a:spcAft>
                    <a:spcPct val="0"/>
                  </a:spcAft>
                  <a:defRPr>
                    <a:solidFill>
                      <a:schemeClr val="tx1"/>
                    </a:solidFill>
                    <a:latin typeface="Arial" panose="020B0604020202020204" pitchFamily="34" charset="0"/>
                    <a:cs typeface="Angsana New" panose="02020603050405020304" pitchFamily="18" charset="-34"/>
                  </a:defRPr>
                </a:lvl8pPr>
                <a:lvl9pPr marL="3886200" indent="-228600" eaLnBrk="0" fontAlgn="base" hangingPunct="0">
                  <a:spcBef>
                    <a:spcPct val="0"/>
                  </a:spcBef>
                  <a:spcAft>
                    <a:spcPct val="0"/>
                  </a:spcAft>
                  <a:defRPr>
                    <a:solidFill>
                      <a:schemeClr val="tx1"/>
                    </a:solidFill>
                    <a:latin typeface="Arial" panose="020B0604020202020204" pitchFamily="34" charset="0"/>
                    <a:cs typeface="Angsana New" panose="02020603050405020304" pitchFamily="18" charset="-34"/>
                  </a:defRPr>
                </a:lvl9pPr>
              </a:lstStyle>
              <a:p>
                <a:pPr algn="ctr" eaLnBrk="1" hangingPunct="1">
                  <a:defRPr/>
                </a:pPr>
                <a:endParaRPr lang="en-US" altLang="en-US" sz="2400">
                  <a:latin typeface="Times New Roman" panose="02020603050405020304" pitchFamily="18" charset="0"/>
                  <a:ea typeface="+mn-ea"/>
                </a:endParaRPr>
              </a:p>
            </p:txBody>
          </p:sp>
          <p:sp>
            <p:nvSpPr>
              <p:cNvPr id="12" name="Line 7">
                <a:extLst>
                  <a:ext uri="{FF2B5EF4-FFF2-40B4-BE49-F238E27FC236}">
                    <a16:creationId xmlns:a16="http://schemas.microsoft.com/office/drawing/2014/main" id="{07D70038-99BC-4D49-A2C7-74E645E453FC}"/>
                  </a:ext>
                </a:extLst>
              </p:cNvPr>
              <p:cNvSpPr>
                <a:spLocks noChangeShapeType="1"/>
              </p:cNvSpPr>
              <p:nvPr/>
            </p:nvSpPr>
            <p:spPr bwMode="auto">
              <a:xfrm>
                <a:off x="0" y="3072"/>
                <a:ext cx="624" cy="0"/>
              </a:xfrm>
              <a:prstGeom prst="line">
                <a:avLst/>
              </a:prstGeom>
              <a:noFill/>
              <a:ln w="50800">
                <a:solidFill>
                  <a:schemeClr val="bg2"/>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grpSp>
        <p:grpSp>
          <p:nvGrpSpPr>
            <p:cNvPr id="7" name="Group 8">
              <a:extLst>
                <a:ext uri="{FF2B5EF4-FFF2-40B4-BE49-F238E27FC236}">
                  <a16:creationId xmlns:a16="http://schemas.microsoft.com/office/drawing/2014/main" id="{ABF959D0-7825-47E4-A314-F34628B43592}"/>
                </a:ext>
              </a:extLst>
            </p:cNvPr>
            <p:cNvGrpSpPr>
              <a:grpSpLocks/>
            </p:cNvGrpSpPr>
            <p:nvPr userDrawn="1"/>
          </p:nvGrpSpPr>
          <p:grpSpPr bwMode="auto">
            <a:xfrm>
              <a:off x="400" y="336"/>
              <a:ext cx="5088" cy="192"/>
              <a:chOff x="400" y="336"/>
              <a:chExt cx="5088" cy="192"/>
            </a:xfrm>
          </p:grpSpPr>
          <p:sp>
            <p:nvSpPr>
              <p:cNvPr id="8" name="Rectangle 9">
                <a:extLst>
                  <a:ext uri="{FF2B5EF4-FFF2-40B4-BE49-F238E27FC236}">
                    <a16:creationId xmlns:a16="http://schemas.microsoft.com/office/drawing/2014/main" id="{38B2235D-8976-4386-BA15-2981E58EA6B7}"/>
                  </a:ext>
                </a:extLst>
              </p:cNvPr>
              <p:cNvSpPr>
                <a:spLocks noChangeArrowheads="1"/>
              </p:cNvSpPr>
              <p:nvPr/>
            </p:nvSpPr>
            <p:spPr bwMode="auto">
              <a:xfrm>
                <a:off x="3952" y="336"/>
                <a:ext cx="1536" cy="192"/>
              </a:xfrm>
              <a:prstGeom prst="rect">
                <a:avLst/>
              </a:prstGeom>
              <a:solidFill>
                <a:schemeClr val="folHlink"/>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a:solidFill>
                      <a:schemeClr val="tx1"/>
                    </a:solidFill>
                    <a:latin typeface="Arial" panose="020B0604020202020204" pitchFamily="34" charset="0"/>
                    <a:cs typeface="Angsana New" panose="02020603050405020304" pitchFamily="18" charset="-34"/>
                  </a:defRPr>
                </a:lvl1pPr>
                <a:lvl2pPr marL="742950" indent="-285750">
                  <a:defRPr>
                    <a:solidFill>
                      <a:schemeClr val="tx1"/>
                    </a:solidFill>
                    <a:latin typeface="Arial" panose="020B0604020202020204" pitchFamily="34" charset="0"/>
                    <a:cs typeface="Angsana New" panose="02020603050405020304" pitchFamily="18" charset="-34"/>
                  </a:defRPr>
                </a:lvl2pPr>
                <a:lvl3pPr marL="1143000" indent="-228600">
                  <a:defRPr>
                    <a:solidFill>
                      <a:schemeClr val="tx1"/>
                    </a:solidFill>
                    <a:latin typeface="Arial" panose="020B0604020202020204" pitchFamily="34" charset="0"/>
                    <a:cs typeface="Angsana New" panose="02020603050405020304" pitchFamily="18" charset="-34"/>
                  </a:defRPr>
                </a:lvl3pPr>
                <a:lvl4pPr marL="1600200" indent="-228600">
                  <a:defRPr>
                    <a:solidFill>
                      <a:schemeClr val="tx1"/>
                    </a:solidFill>
                    <a:latin typeface="Arial" panose="020B0604020202020204" pitchFamily="34" charset="0"/>
                    <a:cs typeface="Angsana New" panose="02020603050405020304" pitchFamily="18" charset="-34"/>
                  </a:defRPr>
                </a:lvl4pPr>
                <a:lvl5pPr marL="2057400" indent="-228600">
                  <a:defRPr>
                    <a:solidFill>
                      <a:schemeClr val="tx1"/>
                    </a:solidFill>
                    <a:latin typeface="Arial" panose="020B0604020202020204" pitchFamily="34" charset="0"/>
                    <a:cs typeface="Angsana New" panose="02020603050405020304" pitchFamily="18" charset="-34"/>
                  </a:defRPr>
                </a:lvl5pPr>
                <a:lvl6pPr marL="2514600" indent="-228600" eaLnBrk="0" fontAlgn="base" hangingPunct="0">
                  <a:spcBef>
                    <a:spcPct val="0"/>
                  </a:spcBef>
                  <a:spcAft>
                    <a:spcPct val="0"/>
                  </a:spcAft>
                  <a:defRPr>
                    <a:solidFill>
                      <a:schemeClr val="tx1"/>
                    </a:solidFill>
                    <a:latin typeface="Arial" panose="020B0604020202020204" pitchFamily="34" charset="0"/>
                    <a:cs typeface="Angsana New" panose="02020603050405020304" pitchFamily="18" charset="-34"/>
                  </a:defRPr>
                </a:lvl6pPr>
                <a:lvl7pPr marL="2971800" indent="-228600" eaLnBrk="0" fontAlgn="base" hangingPunct="0">
                  <a:spcBef>
                    <a:spcPct val="0"/>
                  </a:spcBef>
                  <a:spcAft>
                    <a:spcPct val="0"/>
                  </a:spcAft>
                  <a:defRPr>
                    <a:solidFill>
                      <a:schemeClr val="tx1"/>
                    </a:solidFill>
                    <a:latin typeface="Arial" panose="020B0604020202020204" pitchFamily="34" charset="0"/>
                    <a:cs typeface="Angsana New" panose="02020603050405020304" pitchFamily="18" charset="-34"/>
                  </a:defRPr>
                </a:lvl7pPr>
                <a:lvl8pPr marL="3429000" indent="-228600" eaLnBrk="0" fontAlgn="base" hangingPunct="0">
                  <a:spcBef>
                    <a:spcPct val="0"/>
                  </a:spcBef>
                  <a:spcAft>
                    <a:spcPct val="0"/>
                  </a:spcAft>
                  <a:defRPr>
                    <a:solidFill>
                      <a:schemeClr val="tx1"/>
                    </a:solidFill>
                    <a:latin typeface="Arial" panose="020B0604020202020204" pitchFamily="34" charset="0"/>
                    <a:cs typeface="Angsana New" panose="02020603050405020304" pitchFamily="18" charset="-34"/>
                  </a:defRPr>
                </a:lvl8pPr>
                <a:lvl9pPr marL="3886200" indent="-228600" eaLnBrk="0" fontAlgn="base" hangingPunct="0">
                  <a:spcBef>
                    <a:spcPct val="0"/>
                  </a:spcBef>
                  <a:spcAft>
                    <a:spcPct val="0"/>
                  </a:spcAft>
                  <a:defRPr>
                    <a:solidFill>
                      <a:schemeClr val="tx1"/>
                    </a:solidFill>
                    <a:latin typeface="Arial" panose="020B0604020202020204" pitchFamily="34" charset="0"/>
                    <a:cs typeface="Angsana New" panose="02020603050405020304" pitchFamily="18" charset="-34"/>
                  </a:defRPr>
                </a:lvl9pPr>
              </a:lstStyle>
              <a:p>
                <a:pPr algn="ctr" eaLnBrk="1" hangingPunct="1">
                  <a:defRPr/>
                </a:pPr>
                <a:endParaRPr lang="en-US" altLang="en-US" sz="2400">
                  <a:latin typeface="Times New Roman" panose="02020603050405020304" pitchFamily="18" charset="0"/>
                  <a:ea typeface="+mn-ea"/>
                </a:endParaRPr>
              </a:p>
            </p:txBody>
          </p:sp>
          <p:sp>
            <p:nvSpPr>
              <p:cNvPr id="9" name="Line 10">
                <a:extLst>
                  <a:ext uri="{FF2B5EF4-FFF2-40B4-BE49-F238E27FC236}">
                    <a16:creationId xmlns:a16="http://schemas.microsoft.com/office/drawing/2014/main" id="{374D0BE0-54E0-4632-8C0D-50053BF57039}"/>
                  </a:ext>
                </a:extLst>
              </p:cNvPr>
              <p:cNvSpPr>
                <a:spLocks noChangeShapeType="1"/>
              </p:cNvSpPr>
              <p:nvPr/>
            </p:nvSpPr>
            <p:spPr bwMode="auto">
              <a:xfrm>
                <a:off x="400" y="432"/>
                <a:ext cx="5088" cy="0"/>
              </a:xfrm>
              <a:prstGeom prst="line">
                <a:avLst/>
              </a:prstGeom>
              <a:noFill/>
              <a:ln w="44450">
                <a:solidFill>
                  <a:schemeClr val="bg2"/>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grpSp>
      </p:grpSp>
      <p:pic>
        <p:nvPicPr>
          <p:cNvPr id="13" name="Picture 16" descr="emu_300x300_72dpi_black">
            <a:extLst>
              <a:ext uri="{FF2B5EF4-FFF2-40B4-BE49-F238E27FC236}">
                <a16:creationId xmlns:a16="http://schemas.microsoft.com/office/drawing/2014/main" id="{AE54B05D-5B91-4766-A56B-045E3B61C08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68313" y="115888"/>
            <a:ext cx="574675" cy="5746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98027" name="Rectangle 11"/>
          <p:cNvSpPr>
            <a:spLocks noGrp="1" noChangeArrowheads="1"/>
          </p:cNvSpPr>
          <p:nvPr>
            <p:ph type="ctrTitle"/>
          </p:nvPr>
        </p:nvSpPr>
        <p:spPr>
          <a:xfrm>
            <a:off x="2057400" y="1143000"/>
            <a:ext cx="6629400" cy="2209800"/>
          </a:xfrm>
        </p:spPr>
        <p:txBody>
          <a:bodyPr/>
          <a:lstStyle>
            <a:lvl1pPr>
              <a:defRPr sz="4800"/>
            </a:lvl1pPr>
          </a:lstStyle>
          <a:p>
            <a:pPr lvl="0"/>
            <a:r>
              <a:rPr lang="en-US" altLang="en-US" noProof="0"/>
              <a:t>Click to edit Master title style</a:t>
            </a:r>
          </a:p>
        </p:txBody>
      </p:sp>
      <p:sp>
        <p:nvSpPr>
          <p:cNvPr id="598028" name="Rectangle 12"/>
          <p:cNvSpPr>
            <a:spLocks noGrp="1" noChangeArrowheads="1"/>
          </p:cNvSpPr>
          <p:nvPr>
            <p:ph type="subTitle" idx="1"/>
          </p:nvPr>
        </p:nvSpPr>
        <p:spPr>
          <a:xfrm>
            <a:off x="1371600" y="3962400"/>
            <a:ext cx="6858000" cy="1600200"/>
          </a:xfrm>
        </p:spPr>
        <p:txBody>
          <a:bodyPr anchor="ctr"/>
          <a:lstStyle>
            <a:lvl1pPr marL="0" indent="0" algn="ctr">
              <a:buFont typeface="Wingdings" panose="05000000000000000000" pitchFamily="2" charset="2"/>
              <a:buNone/>
              <a:defRPr/>
            </a:lvl1pPr>
          </a:lstStyle>
          <a:p>
            <a:pPr lvl="0"/>
            <a:r>
              <a:rPr lang="en-US" altLang="en-US" noProof="0"/>
              <a:t>Click to edit Master subtitle style</a:t>
            </a:r>
          </a:p>
        </p:txBody>
      </p:sp>
      <p:sp>
        <p:nvSpPr>
          <p:cNvPr id="14" name="Date Placeholder 13">
            <a:extLst>
              <a:ext uri="{FF2B5EF4-FFF2-40B4-BE49-F238E27FC236}">
                <a16:creationId xmlns:a16="http://schemas.microsoft.com/office/drawing/2014/main" id="{7E26C5BD-31A8-4E43-9AD6-DBF4FABBC527}"/>
              </a:ext>
            </a:extLst>
          </p:cNvPr>
          <p:cNvSpPr>
            <a:spLocks noGrp="1" noChangeArrowheads="1"/>
          </p:cNvSpPr>
          <p:nvPr>
            <p:ph type="dt" sz="half" idx="10"/>
          </p:nvPr>
        </p:nvSpPr>
        <p:spPr>
          <a:xfrm>
            <a:off x="912813" y="6251575"/>
            <a:ext cx="1905000" cy="457200"/>
          </a:xfrm>
        </p:spPr>
        <p:txBody>
          <a:bodyPr/>
          <a:lstStyle>
            <a:lvl1pPr>
              <a:defRPr/>
            </a:lvl1pPr>
          </a:lstStyle>
          <a:p>
            <a:pPr>
              <a:defRPr/>
            </a:pPr>
            <a:fld id="{3C4FD5DF-EC03-401D-9ACD-A2AF6F06E3BC}" type="datetime4">
              <a:rPr lang="en-US" altLang="en-US" smtClean="0"/>
              <a:t>March 21, 2024</a:t>
            </a:fld>
            <a:endParaRPr lang="en-US" altLang="en-US"/>
          </a:p>
        </p:txBody>
      </p:sp>
      <p:sp>
        <p:nvSpPr>
          <p:cNvPr id="15" name="Footer Placeholder 14">
            <a:extLst>
              <a:ext uri="{FF2B5EF4-FFF2-40B4-BE49-F238E27FC236}">
                <a16:creationId xmlns:a16="http://schemas.microsoft.com/office/drawing/2014/main" id="{CB14246A-DC61-4613-8409-02EE00F42464}"/>
              </a:ext>
            </a:extLst>
          </p:cNvPr>
          <p:cNvSpPr>
            <a:spLocks noGrp="1" noChangeArrowheads="1"/>
          </p:cNvSpPr>
          <p:nvPr>
            <p:ph type="ftr" sz="quarter" idx="11"/>
          </p:nvPr>
        </p:nvSpPr>
        <p:spPr>
          <a:xfrm>
            <a:off x="3354388" y="6248400"/>
            <a:ext cx="2895600" cy="457200"/>
          </a:xfrm>
        </p:spPr>
        <p:txBody>
          <a:bodyPr/>
          <a:lstStyle>
            <a:lvl1pPr>
              <a:defRPr/>
            </a:lvl1pPr>
          </a:lstStyle>
          <a:p>
            <a:pPr>
              <a:defRPr/>
            </a:pPr>
            <a:endParaRPr lang="en-US" altLang="en-US"/>
          </a:p>
        </p:txBody>
      </p:sp>
      <p:sp>
        <p:nvSpPr>
          <p:cNvPr id="16" name="Slide Number Placeholder 15">
            <a:extLst>
              <a:ext uri="{FF2B5EF4-FFF2-40B4-BE49-F238E27FC236}">
                <a16:creationId xmlns:a16="http://schemas.microsoft.com/office/drawing/2014/main" id="{00E0F886-083D-4C20-A68F-BFE0B0E2C4F4}"/>
              </a:ext>
            </a:extLst>
          </p:cNvPr>
          <p:cNvSpPr>
            <a:spLocks noGrp="1" noChangeArrowheads="1"/>
          </p:cNvSpPr>
          <p:nvPr>
            <p:ph type="sldNum" sz="quarter" idx="12"/>
          </p:nvPr>
        </p:nvSpPr>
        <p:spPr>
          <a:xfrm>
            <a:off x="6781800" y="6248400"/>
            <a:ext cx="1905000" cy="457200"/>
          </a:xfrm>
        </p:spPr>
        <p:txBody>
          <a:bodyPr/>
          <a:lstStyle>
            <a:lvl1pPr>
              <a:defRPr/>
            </a:lvl1pPr>
          </a:lstStyle>
          <a:p>
            <a:pPr>
              <a:defRPr/>
            </a:pPr>
            <a:fld id="{A6AAC328-75BB-4382-8A37-3CD1D41CF670}" type="slidenum">
              <a:rPr lang="en-US" altLang="en-US"/>
              <a:pPr>
                <a:defRPr/>
              </a:pPr>
              <a:t>‹#›</a:t>
            </a:fld>
            <a:endParaRPr lang="en-US" altLang="en-US"/>
          </a:p>
        </p:txBody>
      </p:sp>
    </p:spTree>
    <p:extLst>
      <p:ext uri="{BB962C8B-B14F-4D97-AF65-F5344CB8AC3E}">
        <p14:creationId xmlns:p14="http://schemas.microsoft.com/office/powerpoint/2010/main" val="2848707562"/>
      </p:ext>
    </p:extLst>
  </p:cSld>
  <p:clrMapOvr>
    <a:masterClrMapping/>
  </p:clrMapOvr>
  <p:transition>
    <p:random/>
  </p:transition>
</p:sldLayout>
</file>

<file path=ppt/slideLayouts/slideLayout36.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9">
            <a:extLst>
              <a:ext uri="{FF2B5EF4-FFF2-40B4-BE49-F238E27FC236}">
                <a16:creationId xmlns:a16="http://schemas.microsoft.com/office/drawing/2014/main" id="{59022411-5871-4A8B-BF62-16D06CDB1F13}"/>
              </a:ext>
            </a:extLst>
          </p:cNvPr>
          <p:cNvSpPr>
            <a:spLocks noGrp="1" noChangeArrowheads="1"/>
          </p:cNvSpPr>
          <p:nvPr>
            <p:ph type="dt" sz="half" idx="10"/>
          </p:nvPr>
        </p:nvSpPr>
        <p:spPr>
          <a:ln/>
        </p:spPr>
        <p:txBody>
          <a:bodyPr/>
          <a:lstStyle>
            <a:lvl1pPr>
              <a:defRPr/>
            </a:lvl1pPr>
          </a:lstStyle>
          <a:p>
            <a:pPr>
              <a:defRPr/>
            </a:pPr>
            <a:fld id="{122AB582-E114-47B7-B681-B18692AB844D}" type="datetime4">
              <a:rPr lang="en-US" altLang="en-US" smtClean="0"/>
              <a:t>March 21, 2024</a:t>
            </a:fld>
            <a:endParaRPr lang="en-US" altLang="en-US"/>
          </a:p>
        </p:txBody>
      </p:sp>
      <p:sp>
        <p:nvSpPr>
          <p:cNvPr id="5" name="Rectangle 10">
            <a:extLst>
              <a:ext uri="{FF2B5EF4-FFF2-40B4-BE49-F238E27FC236}">
                <a16:creationId xmlns:a16="http://schemas.microsoft.com/office/drawing/2014/main" id="{441B8DFF-6DF5-46D3-A516-7BA032C46DA2}"/>
              </a:ext>
            </a:extLst>
          </p:cNvPr>
          <p:cNvSpPr>
            <a:spLocks noGrp="1" noChangeArrowheads="1"/>
          </p:cNvSpPr>
          <p:nvPr>
            <p:ph type="ftr" sz="quarter" idx="11"/>
          </p:nvPr>
        </p:nvSpPr>
        <p:spPr>
          <a:ln/>
        </p:spPr>
        <p:txBody>
          <a:bodyPr/>
          <a:lstStyle>
            <a:lvl1pPr>
              <a:defRPr/>
            </a:lvl1pPr>
          </a:lstStyle>
          <a:p>
            <a:pPr>
              <a:defRPr/>
            </a:pPr>
            <a:endParaRPr lang="en-US" altLang="en-US"/>
          </a:p>
        </p:txBody>
      </p:sp>
      <p:sp>
        <p:nvSpPr>
          <p:cNvPr id="6" name="Rectangle 11">
            <a:extLst>
              <a:ext uri="{FF2B5EF4-FFF2-40B4-BE49-F238E27FC236}">
                <a16:creationId xmlns:a16="http://schemas.microsoft.com/office/drawing/2014/main" id="{A2AEC60A-824B-41AC-85EB-DC88D545D36D}"/>
              </a:ext>
            </a:extLst>
          </p:cNvPr>
          <p:cNvSpPr>
            <a:spLocks noGrp="1" noChangeArrowheads="1"/>
          </p:cNvSpPr>
          <p:nvPr>
            <p:ph type="sldNum" sz="quarter" idx="12"/>
          </p:nvPr>
        </p:nvSpPr>
        <p:spPr>
          <a:ln/>
        </p:spPr>
        <p:txBody>
          <a:bodyPr/>
          <a:lstStyle>
            <a:lvl1pPr>
              <a:defRPr/>
            </a:lvl1pPr>
          </a:lstStyle>
          <a:p>
            <a:pPr>
              <a:defRPr/>
            </a:pPr>
            <a:fld id="{1088DDF2-FC33-4380-935C-3471BEC9E082}" type="slidenum">
              <a:rPr lang="en-US" altLang="en-US"/>
              <a:pPr>
                <a:defRPr/>
              </a:pPr>
              <a:t>‹#›</a:t>
            </a:fld>
            <a:endParaRPr lang="en-US" altLang="en-US"/>
          </a:p>
        </p:txBody>
      </p:sp>
    </p:spTree>
    <p:extLst>
      <p:ext uri="{BB962C8B-B14F-4D97-AF65-F5344CB8AC3E}">
        <p14:creationId xmlns:p14="http://schemas.microsoft.com/office/powerpoint/2010/main" val="3319195031"/>
      </p:ext>
    </p:extLst>
  </p:cSld>
  <p:clrMapOvr>
    <a:masterClrMapping/>
  </p:clrMapOvr>
  <p:transition>
    <p:random/>
  </p:transition>
</p:sldLayout>
</file>

<file path=ppt/slideLayouts/slideLayout37.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8"/>
            <a:ext cx="78867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623888" y="4589463"/>
            <a:ext cx="7886700" cy="1500187"/>
          </a:xfrm>
        </p:spPr>
        <p:txBody>
          <a:bodyPr/>
          <a:lstStyle>
            <a:lvl1pPr marL="0" indent="0">
              <a:buNone/>
              <a:defRPr sz="2400"/>
            </a:lvl1pPr>
            <a:lvl2pPr marL="457200" indent="0">
              <a:buNone/>
              <a:defRPr sz="2000"/>
            </a:lvl2pPr>
            <a:lvl3pPr marL="914400" indent="0">
              <a:buNone/>
              <a:defRPr sz="18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pPr lvl="0"/>
            <a:r>
              <a:rPr lang="en-US"/>
              <a:t>Edit Master text styles</a:t>
            </a:r>
          </a:p>
        </p:txBody>
      </p:sp>
      <p:sp>
        <p:nvSpPr>
          <p:cNvPr id="4" name="Rectangle 9">
            <a:extLst>
              <a:ext uri="{FF2B5EF4-FFF2-40B4-BE49-F238E27FC236}">
                <a16:creationId xmlns:a16="http://schemas.microsoft.com/office/drawing/2014/main" id="{7B035493-5AF5-46BE-BEF9-203FD3FE6A22}"/>
              </a:ext>
            </a:extLst>
          </p:cNvPr>
          <p:cNvSpPr>
            <a:spLocks noGrp="1" noChangeArrowheads="1"/>
          </p:cNvSpPr>
          <p:nvPr>
            <p:ph type="dt" sz="half" idx="10"/>
          </p:nvPr>
        </p:nvSpPr>
        <p:spPr>
          <a:ln/>
        </p:spPr>
        <p:txBody>
          <a:bodyPr/>
          <a:lstStyle>
            <a:lvl1pPr>
              <a:defRPr/>
            </a:lvl1pPr>
          </a:lstStyle>
          <a:p>
            <a:pPr>
              <a:defRPr/>
            </a:pPr>
            <a:fld id="{33550446-8384-4E5D-9E53-C0FE3347BEA3}" type="datetime4">
              <a:rPr lang="en-US" altLang="en-US" smtClean="0"/>
              <a:t>March 21, 2024</a:t>
            </a:fld>
            <a:endParaRPr lang="en-US" altLang="en-US"/>
          </a:p>
        </p:txBody>
      </p:sp>
      <p:sp>
        <p:nvSpPr>
          <p:cNvPr id="5" name="Rectangle 10">
            <a:extLst>
              <a:ext uri="{FF2B5EF4-FFF2-40B4-BE49-F238E27FC236}">
                <a16:creationId xmlns:a16="http://schemas.microsoft.com/office/drawing/2014/main" id="{710EE305-D666-4913-88A0-5660678F99BD}"/>
              </a:ext>
            </a:extLst>
          </p:cNvPr>
          <p:cNvSpPr>
            <a:spLocks noGrp="1" noChangeArrowheads="1"/>
          </p:cNvSpPr>
          <p:nvPr>
            <p:ph type="ftr" sz="quarter" idx="11"/>
          </p:nvPr>
        </p:nvSpPr>
        <p:spPr>
          <a:ln/>
        </p:spPr>
        <p:txBody>
          <a:bodyPr/>
          <a:lstStyle>
            <a:lvl1pPr>
              <a:defRPr/>
            </a:lvl1pPr>
          </a:lstStyle>
          <a:p>
            <a:pPr>
              <a:defRPr/>
            </a:pPr>
            <a:endParaRPr lang="en-US" altLang="en-US"/>
          </a:p>
        </p:txBody>
      </p:sp>
      <p:sp>
        <p:nvSpPr>
          <p:cNvPr id="6" name="Rectangle 11">
            <a:extLst>
              <a:ext uri="{FF2B5EF4-FFF2-40B4-BE49-F238E27FC236}">
                <a16:creationId xmlns:a16="http://schemas.microsoft.com/office/drawing/2014/main" id="{5B9CFB8C-E6F2-46C8-A7EA-FD706FB07648}"/>
              </a:ext>
            </a:extLst>
          </p:cNvPr>
          <p:cNvSpPr>
            <a:spLocks noGrp="1" noChangeArrowheads="1"/>
          </p:cNvSpPr>
          <p:nvPr>
            <p:ph type="sldNum" sz="quarter" idx="12"/>
          </p:nvPr>
        </p:nvSpPr>
        <p:spPr>
          <a:ln/>
        </p:spPr>
        <p:txBody>
          <a:bodyPr/>
          <a:lstStyle>
            <a:lvl1pPr>
              <a:defRPr/>
            </a:lvl1pPr>
          </a:lstStyle>
          <a:p>
            <a:pPr>
              <a:defRPr/>
            </a:pPr>
            <a:fld id="{B48F7BAD-3287-45BF-8F90-D810A06E9440}" type="slidenum">
              <a:rPr lang="en-US" altLang="en-US"/>
              <a:pPr>
                <a:defRPr/>
              </a:pPr>
              <a:t>‹#›</a:t>
            </a:fld>
            <a:endParaRPr lang="en-US" altLang="en-US"/>
          </a:p>
        </p:txBody>
      </p:sp>
    </p:spTree>
    <p:extLst>
      <p:ext uri="{BB962C8B-B14F-4D97-AF65-F5344CB8AC3E}">
        <p14:creationId xmlns:p14="http://schemas.microsoft.com/office/powerpoint/2010/main" val="4033263618"/>
      </p:ext>
    </p:extLst>
  </p:cSld>
  <p:clrMapOvr>
    <a:masterClrMapping/>
  </p:clrMapOvr>
  <p:transition>
    <p:random/>
  </p:transition>
</p:sldLayout>
</file>

<file path=ppt/slideLayouts/slideLayout38.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85800" y="1066800"/>
            <a:ext cx="3962400" cy="518160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800600" y="1066800"/>
            <a:ext cx="3962400" cy="518160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9">
            <a:extLst>
              <a:ext uri="{FF2B5EF4-FFF2-40B4-BE49-F238E27FC236}">
                <a16:creationId xmlns:a16="http://schemas.microsoft.com/office/drawing/2014/main" id="{D6ECF3A4-B6C5-4DB6-BA3F-7E44275615E8}"/>
              </a:ext>
            </a:extLst>
          </p:cNvPr>
          <p:cNvSpPr>
            <a:spLocks noGrp="1" noChangeArrowheads="1"/>
          </p:cNvSpPr>
          <p:nvPr>
            <p:ph type="dt" sz="half" idx="10"/>
          </p:nvPr>
        </p:nvSpPr>
        <p:spPr>
          <a:ln/>
        </p:spPr>
        <p:txBody>
          <a:bodyPr/>
          <a:lstStyle>
            <a:lvl1pPr>
              <a:defRPr/>
            </a:lvl1pPr>
          </a:lstStyle>
          <a:p>
            <a:pPr>
              <a:defRPr/>
            </a:pPr>
            <a:fld id="{46CDCFCB-3033-4FCB-913E-7EE270872FF4}" type="datetime4">
              <a:rPr lang="en-US" altLang="en-US" smtClean="0"/>
              <a:t>March 21, 2024</a:t>
            </a:fld>
            <a:endParaRPr lang="en-US" altLang="en-US"/>
          </a:p>
        </p:txBody>
      </p:sp>
      <p:sp>
        <p:nvSpPr>
          <p:cNvPr id="6" name="Rectangle 10">
            <a:extLst>
              <a:ext uri="{FF2B5EF4-FFF2-40B4-BE49-F238E27FC236}">
                <a16:creationId xmlns:a16="http://schemas.microsoft.com/office/drawing/2014/main" id="{AF25DC84-6083-42F1-B827-3A29C87C6E56}"/>
              </a:ext>
            </a:extLst>
          </p:cNvPr>
          <p:cNvSpPr>
            <a:spLocks noGrp="1" noChangeArrowheads="1"/>
          </p:cNvSpPr>
          <p:nvPr>
            <p:ph type="ftr" sz="quarter" idx="11"/>
          </p:nvPr>
        </p:nvSpPr>
        <p:spPr>
          <a:ln/>
        </p:spPr>
        <p:txBody>
          <a:bodyPr/>
          <a:lstStyle>
            <a:lvl1pPr>
              <a:defRPr/>
            </a:lvl1pPr>
          </a:lstStyle>
          <a:p>
            <a:pPr>
              <a:defRPr/>
            </a:pPr>
            <a:endParaRPr lang="en-US" altLang="en-US"/>
          </a:p>
        </p:txBody>
      </p:sp>
      <p:sp>
        <p:nvSpPr>
          <p:cNvPr id="7" name="Rectangle 11">
            <a:extLst>
              <a:ext uri="{FF2B5EF4-FFF2-40B4-BE49-F238E27FC236}">
                <a16:creationId xmlns:a16="http://schemas.microsoft.com/office/drawing/2014/main" id="{CAE6B2B5-B1E8-4B37-8538-6B82AD9E6E0D}"/>
              </a:ext>
            </a:extLst>
          </p:cNvPr>
          <p:cNvSpPr>
            <a:spLocks noGrp="1" noChangeArrowheads="1"/>
          </p:cNvSpPr>
          <p:nvPr>
            <p:ph type="sldNum" sz="quarter" idx="12"/>
          </p:nvPr>
        </p:nvSpPr>
        <p:spPr>
          <a:ln/>
        </p:spPr>
        <p:txBody>
          <a:bodyPr/>
          <a:lstStyle>
            <a:lvl1pPr>
              <a:defRPr/>
            </a:lvl1pPr>
          </a:lstStyle>
          <a:p>
            <a:pPr>
              <a:defRPr/>
            </a:pPr>
            <a:fld id="{62E6C9AD-C5AE-4C93-918B-7A1ABBBF78D4}" type="slidenum">
              <a:rPr lang="en-US" altLang="en-US"/>
              <a:pPr>
                <a:defRPr/>
              </a:pPr>
              <a:t>‹#›</a:t>
            </a:fld>
            <a:endParaRPr lang="en-US" altLang="en-US"/>
          </a:p>
        </p:txBody>
      </p:sp>
    </p:spTree>
    <p:extLst>
      <p:ext uri="{BB962C8B-B14F-4D97-AF65-F5344CB8AC3E}">
        <p14:creationId xmlns:p14="http://schemas.microsoft.com/office/powerpoint/2010/main" val="685781226"/>
      </p:ext>
    </p:extLst>
  </p:cSld>
  <p:clrMapOvr>
    <a:masterClrMapping/>
  </p:clrMapOvr>
  <p:transition>
    <p:random/>
  </p:transition>
</p:sldLayout>
</file>

<file path=ppt/slideLayouts/slideLayout39.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30238" y="365125"/>
            <a:ext cx="7886700" cy="1325563"/>
          </a:xfrm>
        </p:spPr>
        <p:txBody>
          <a:bodyPr/>
          <a:lstStyle/>
          <a:p>
            <a:r>
              <a:rPr lang="en-US"/>
              <a:t>Click to edit Master title style</a:t>
            </a:r>
          </a:p>
        </p:txBody>
      </p:sp>
      <p:sp>
        <p:nvSpPr>
          <p:cNvPr id="3" name="Text Placeholder 2"/>
          <p:cNvSpPr>
            <a:spLocks noGrp="1"/>
          </p:cNvSpPr>
          <p:nvPr>
            <p:ph type="body" idx="1"/>
          </p:nvPr>
        </p:nvSpPr>
        <p:spPr>
          <a:xfrm>
            <a:off x="630238" y="1681163"/>
            <a:ext cx="386873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630238" y="2505075"/>
            <a:ext cx="386873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29150" y="1681163"/>
            <a:ext cx="38877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4629150" y="2505075"/>
            <a:ext cx="38877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9">
            <a:extLst>
              <a:ext uri="{FF2B5EF4-FFF2-40B4-BE49-F238E27FC236}">
                <a16:creationId xmlns:a16="http://schemas.microsoft.com/office/drawing/2014/main" id="{C115879A-1E70-4F37-936B-A8779C6C6A70}"/>
              </a:ext>
            </a:extLst>
          </p:cNvPr>
          <p:cNvSpPr>
            <a:spLocks noGrp="1" noChangeArrowheads="1"/>
          </p:cNvSpPr>
          <p:nvPr>
            <p:ph type="dt" sz="half" idx="10"/>
          </p:nvPr>
        </p:nvSpPr>
        <p:spPr>
          <a:ln/>
        </p:spPr>
        <p:txBody>
          <a:bodyPr/>
          <a:lstStyle>
            <a:lvl1pPr>
              <a:defRPr/>
            </a:lvl1pPr>
          </a:lstStyle>
          <a:p>
            <a:pPr>
              <a:defRPr/>
            </a:pPr>
            <a:fld id="{3A373AB7-8885-4C1B-9450-465366F23A00}" type="datetime4">
              <a:rPr lang="en-US" altLang="en-US" smtClean="0"/>
              <a:t>March 21, 2024</a:t>
            </a:fld>
            <a:endParaRPr lang="en-US" altLang="en-US"/>
          </a:p>
        </p:txBody>
      </p:sp>
      <p:sp>
        <p:nvSpPr>
          <p:cNvPr id="8" name="Rectangle 10">
            <a:extLst>
              <a:ext uri="{FF2B5EF4-FFF2-40B4-BE49-F238E27FC236}">
                <a16:creationId xmlns:a16="http://schemas.microsoft.com/office/drawing/2014/main" id="{2B314D12-FA41-41D4-B569-36BD9638E8C2}"/>
              </a:ext>
            </a:extLst>
          </p:cNvPr>
          <p:cNvSpPr>
            <a:spLocks noGrp="1" noChangeArrowheads="1"/>
          </p:cNvSpPr>
          <p:nvPr>
            <p:ph type="ftr" sz="quarter" idx="11"/>
          </p:nvPr>
        </p:nvSpPr>
        <p:spPr>
          <a:ln/>
        </p:spPr>
        <p:txBody>
          <a:bodyPr/>
          <a:lstStyle>
            <a:lvl1pPr>
              <a:defRPr/>
            </a:lvl1pPr>
          </a:lstStyle>
          <a:p>
            <a:pPr>
              <a:defRPr/>
            </a:pPr>
            <a:endParaRPr lang="en-US" altLang="en-US"/>
          </a:p>
        </p:txBody>
      </p:sp>
      <p:sp>
        <p:nvSpPr>
          <p:cNvPr id="9" name="Rectangle 11">
            <a:extLst>
              <a:ext uri="{FF2B5EF4-FFF2-40B4-BE49-F238E27FC236}">
                <a16:creationId xmlns:a16="http://schemas.microsoft.com/office/drawing/2014/main" id="{7EF6AE72-0373-4CED-816B-7A256019388A}"/>
              </a:ext>
            </a:extLst>
          </p:cNvPr>
          <p:cNvSpPr>
            <a:spLocks noGrp="1" noChangeArrowheads="1"/>
          </p:cNvSpPr>
          <p:nvPr>
            <p:ph type="sldNum" sz="quarter" idx="12"/>
          </p:nvPr>
        </p:nvSpPr>
        <p:spPr>
          <a:ln/>
        </p:spPr>
        <p:txBody>
          <a:bodyPr/>
          <a:lstStyle>
            <a:lvl1pPr>
              <a:defRPr/>
            </a:lvl1pPr>
          </a:lstStyle>
          <a:p>
            <a:pPr>
              <a:defRPr/>
            </a:pPr>
            <a:fld id="{3543F5B8-3E60-4752-838F-F6941F5ADCDC}" type="slidenum">
              <a:rPr lang="en-US" altLang="en-US"/>
              <a:pPr>
                <a:defRPr/>
              </a:pPr>
              <a:t>‹#›</a:t>
            </a:fld>
            <a:endParaRPr lang="en-US" altLang="en-US"/>
          </a:p>
        </p:txBody>
      </p:sp>
    </p:spTree>
    <p:extLst>
      <p:ext uri="{BB962C8B-B14F-4D97-AF65-F5344CB8AC3E}">
        <p14:creationId xmlns:p14="http://schemas.microsoft.com/office/powerpoint/2010/main" val="2757641661"/>
      </p:ext>
    </p:extLst>
  </p:cSld>
  <p:clrMapOvr>
    <a:masterClrMapping/>
  </p:clrMapOvr>
  <p:transition>
    <p:random/>
  </p:transition>
</p:sldLayout>
</file>

<file path=ppt/slideLayouts/slideLayout40.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Rectangle 9">
            <a:extLst>
              <a:ext uri="{FF2B5EF4-FFF2-40B4-BE49-F238E27FC236}">
                <a16:creationId xmlns:a16="http://schemas.microsoft.com/office/drawing/2014/main" id="{10FC0B23-A863-4F89-9403-B289767D242C}"/>
              </a:ext>
            </a:extLst>
          </p:cNvPr>
          <p:cNvSpPr>
            <a:spLocks noGrp="1" noChangeArrowheads="1"/>
          </p:cNvSpPr>
          <p:nvPr>
            <p:ph type="dt" sz="half" idx="10"/>
          </p:nvPr>
        </p:nvSpPr>
        <p:spPr>
          <a:ln/>
        </p:spPr>
        <p:txBody>
          <a:bodyPr/>
          <a:lstStyle>
            <a:lvl1pPr>
              <a:defRPr/>
            </a:lvl1pPr>
          </a:lstStyle>
          <a:p>
            <a:pPr>
              <a:defRPr/>
            </a:pPr>
            <a:fld id="{838B0145-915D-492E-B0E5-E5465E6A681C}" type="datetime4">
              <a:rPr lang="en-US" altLang="en-US" smtClean="0"/>
              <a:t>March 21, 2024</a:t>
            </a:fld>
            <a:endParaRPr lang="en-US" altLang="en-US"/>
          </a:p>
        </p:txBody>
      </p:sp>
      <p:sp>
        <p:nvSpPr>
          <p:cNvPr id="4" name="Rectangle 10">
            <a:extLst>
              <a:ext uri="{FF2B5EF4-FFF2-40B4-BE49-F238E27FC236}">
                <a16:creationId xmlns:a16="http://schemas.microsoft.com/office/drawing/2014/main" id="{BF7E0FBC-DE69-42EB-BF69-7A02DF484804}"/>
              </a:ext>
            </a:extLst>
          </p:cNvPr>
          <p:cNvSpPr>
            <a:spLocks noGrp="1" noChangeArrowheads="1"/>
          </p:cNvSpPr>
          <p:nvPr>
            <p:ph type="ftr" sz="quarter" idx="11"/>
          </p:nvPr>
        </p:nvSpPr>
        <p:spPr>
          <a:ln/>
        </p:spPr>
        <p:txBody>
          <a:bodyPr/>
          <a:lstStyle>
            <a:lvl1pPr>
              <a:defRPr/>
            </a:lvl1pPr>
          </a:lstStyle>
          <a:p>
            <a:pPr>
              <a:defRPr/>
            </a:pPr>
            <a:endParaRPr lang="en-US" altLang="en-US"/>
          </a:p>
        </p:txBody>
      </p:sp>
      <p:sp>
        <p:nvSpPr>
          <p:cNvPr id="5" name="Rectangle 11">
            <a:extLst>
              <a:ext uri="{FF2B5EF4-FFF2-40B4-BE49-F238E27FC236}">
                <a16:creationId xmlns:a16="http://schemas.microsoft.com/office/drawing/2014/main" id="{61CF5B6C-C76C-4DB9-81DC-DCC8AA85374D}"/>
              </a:ext>
            </a:extLst>
          </p:cNvPr>
          <p:cNvSpPr>
            <a:spLocks noGrp="1" noChangeArrowheads="1"/>
          </p:cNvSpPr>
          <p:nvPr>
            <p:ph type="sldNum" sz="quarter" idx="12"/>
          </p:nvPr>
        </p:nvSpPr>
        <p:spPr>
          <a:ln/>
        </p:spPr>
        <p:txBody>
          <a:bodyPr/>
          <a:lstStyle>
            <a:lvl1pPr>
              <a:defRPr/>
            </a:lvl1pPr>
          </a:lstStyle>
          <a:p>
            <a:pPr>
              <a:defRPr/>
            </a:pPr>
            <a:fld id="{9152B9A4-2E15-4AD1-8346-48E15ACC8828}" type="slidenum">
              <a:rPr lang="en-US" altLang="en-US"/>
              <a:pPr>
                <a:defRPr/>
              </a:pPr>
              <a:t>‹#›</a:t>
            </a:fld>
            <a:endParaRPr lang="en-US" altLang="en-US"/>
          </a:p>
        </p:txBody>
      </p:sp>
    </p:spTree>
    <p:extLst>
      <p:ext uri="{BB962C8B-B14F-4D97-AF65-F5344CB8AC3E}">
        <p14:creationId xmlns:p14="http://schemas.microsoft.com/office/powerpoint/2010/main" val="2082149873"/>
      </p:ext>
    </p:extLst>
  </p:cSld>
  <p:clrMapOvr>
    <a:masterClrMapping/>
  </p:clrMapOvr>
  <p:transition>
    <p:random/>
  </p:transition>
</p:sldLayout>
</file>

<file path=ppt/slideLayouts/slideLayout4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Rectangle 9">
            <a:extLst>
              <a:ext uri="{FF2B5EF4-FFF2-40B4-BE49-F238E27FC236}">
                <a16:creationId xmlns:a16="http://schemas.microsoft.com/office/drawing/2014/main" id="{2D9E26E7-2562-4F67-94F6-68E16756B5F7}"/>
              </a:ext>
            </a:extLst>
          </p:cNvPr>
          <p:cNvSpPr>
            <a:spLocks noGrp="1" noChangeArrowheads="1"/>
          </p:cNvSpPr>
          <p:nvPr>
            <p:ph type="dt" sz="half" idx="10"/>
          </p:nvPr>
        </p:nvSpPr>
        <p:spPr>
          <a:ln/>
        </p:spPr>
        <p:txBody>
          <a:bodyPr/>
          <a:lstStyle>
            <a:lvl1pPr>
              <a:defRPr/>
            </a:lvl1pPr>
          </a:lstStyle>
          <a:p>
            <a:pPr>
              <a:defRPr/>
            </a:pPr>
            <a:fld id="{F012CE62-0E92-46D2-9ABF-07EBB40E7203}" type="datetime4">
              <a:rPr lang="en-US" altLang="en-US" smtClean="0"/>
              <a:t>March 21, 2024</a:t>
            </a:fld>
            <a:endParaRPr lang="en-US" altLang="en-US"/>
          </a:p>
        </p:txBody>
      </p:sp>
      <p:sp>
        <p:nvSpPr>
          <p:cNvPr id="3" name="Rectangle 10">
            <a:extLst>
              <a:ext uri="{FF2B5EF4-FFF2-40B4-BE49-F238E27FC236}">
                <a16:creationId xmlns:a16="http://schemas.microsoft.com/office/drawing/2014/main" id="{B3F9B8C8-EF31-450B-8DFB-EF9AD89E1A16}"/>
              </a:ext>
            </a:extLst>
          </p:cNvPr>
          <p:cNvSpPr>
            <a:spLocks noGrp="1" noChangeArrowheads="1"/>
          </p:cNvSpPr>
          <p:nvPr>
            <p:ph type="ftr" sz="quarter" idx="11"/>
          </p:nvPr>
        </p:nvSpPr>
        <p:spPr>
          <a:ln/>
        </p:spPr>
        <p:txBody>
          <a:bodyPr/>
          <a:lstStyle>
            <a:lvl1pPr>
              <a:defRPr/>
            </a:lvl1pPr>
          </a:lstStyle>
          <a:p>
            <a:pPr>
              <a:defRPr/>
            </a:pPr>
            <a:endParaRPr lang="en-US" altLang="en-US"/>
          </a:p>
        </p:txBody>
      </p:sp>
      <p:sp>
        <p:nvSpPr>
          <p:cNvPr id="4" name="Rectangle 11">
            <a:extLst>
              <a:ext uri="{FF2B5EF4-FFF2-40B4-BE49-F238E27FC236}">
                <a16:creationId xmlns:a16="http://schemas.microsoft.com/office/drawing/2014/main" id="{56F2B89E-96AB-4169-95F3-325D4A7F8A83}"/>
              </a:ext>
            </a:extLst>
          </p:cNvPr>
          <p:cNvSpPr>
            <a:spLocks noGrp="1" noChangeArrowheads="1"/>
          </p:cNvSpPr>
          <p:nvPr>
            <p:ph type="sldNum" sz="quarter" idx="12"/>
          </p:nvPr>
        </p:nvSpPr>
        <p:spPr>
          <a:ln/>
        </p:spPr>
        <p:txBody>
          <a:bodyPr/>
          <a:lstStyle>
            <a:lvl1pPr>
              <a:defRPr/>
            </a:lvl1pPr>
          </a:lstStyle>
          <a:p>
            <a:pPr>
              <a:defRPr/>
            </a:pPr>
            <a:fld id="{2258FD48-D5F9-4E92-926A-6983804FD3FE}" type="slidenum">
              <a:rPr lang="en-US" altLang="en-US"/>
              <a:pPr>
                <a:defRPr/>
              </a:pPr>
              <a:t>‹#›</a:t>
            </a:fld>
            <a:endParaRPr lang="en-US" altLang="en-US"/>
          </a:p>
        </p:txBody>
      </p:sp>
    </p:spTree>
    <p:extLst>
      <p:ext uri="{BB962C8B-B14F-4D97-AF65-F5344CB8AC3E}">
        <p14:creationId xmlns:p14="http://schemas.microsoft.com/office/powerpoint/2010/main" val="3613735793"/>
      </p:ext>
    </p:extLst>
  </p:cSld>
  <p:clrMapOvr>
    <a:masterClrMapping/>
  </p:clrMapOvr>
  <p:transition>
    <p:random/>
  </p:transition>
</p:sldLayout>
</file>

<file path=ppt/slideLayouts/slideLayout42.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30238" y="457200"/>
            <a:ext cx="2949575"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3887788" y="987425"/>
            <a:ext cx="462915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30238" y="2057400"/>
            <a:ext cx="2949575"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Rectangle 9">
            <a:extLst>
              <a:ext uri="{FF2B5EF4-FFF2-40B4-BE49-F238E27FC236}">
                <a16:creationId xmlns:a16="http://schemas.microsoft.com/office/drawing/2014/main" id="{18F9EF36-EC40-482B-94FA-5578E2B0DD40}"/>
              </a:ext>
            </a:extLst>
          </p:cNvPr>
          <p:cNvSpPr>
            <a:spLocks noGrp="1" noChangeArrowheads="1"/>
          </p:cNvSpPr>
          <p:nvPr>
            <p:ph type="dt" sz="half" idx="10"/>
          </p:nvPr>
        </p:nvSpPr>
        <p:spPr>
          <a:ln/>
        </p:spPr>
        <p:txBody>
          <a:bodyPr/>
          <a:lstStyle>
            <a:lvl1pPr>
              <a:defRPr/>
            </a:lvl1pPr>
          </a:lstStyle>
          <a:p>
            <a:pPr>
              <a:defRPr/>
            </a:pPr>
            <a:fld id="{639D1EB5-5918-4FA3-B40B-72E7B048AE64}" type="datetime4">
              <a:rPr lang="en-US" altLang="en-US" smtClean="0"/>
              <a:t>March 21, 2024</a:t>
            </a:fld>
            <a:endParaRPr lang="en-US" altLang="en-US"/>
          </a:p>
        </p:txBody>
      </p:sp>
      <p:sp>
        <p:nvSpPr>
          <p:cNvPr id="6" name="Rectangle 10">
            <a:extLst>
              <a:ext uri="{FF2B5EF4-FFF2-40B4-BE49-F238E27FC236}">
                <a16:creationId xmlns:a16="http://schemas.microsoft.com/office/drawing/2014/main" id="{9F9B30E7-289F-4B7F-9370-33C752087013}"/>
              </a:ext>
            </a:extLst>
          </p:cNvPr>
          <p:cNvSpPr>
            <a:spLocks noGrp="1" noChangeArrowheads="1"/>
          </p:cNvSpPr>
          <p:nvPr>
            <p:ph type="ftr" sz="quarter" idx="11"/>
          </p:nvPr>
        </p:nvSpPr>
        <p:spPr>
          <a:ln/>
        </p:spPr>
        <p:txBody>
          <a:bodyPr/>
          <a:lstStyle>
            <a:lvl1pPr>
              <a:defRPr/>
            </a:lvl1pPr>
          </a:lstStyle>
          <a:p>
            <a:pPr>
              <a:defRPr/>
            </a:pPr>
            <a:endParaRPr lang="en-US" altLang="en-US"/>
          </a:p>
        </p:txBody>
      </p:sp>
      <p:sp>
        <p:nvSpPr>
          <p:cNvPr id="7" name="Rectangle 11">
            <a:extLst>
              <a:ext uri="{FF2B5EF4-FFF2-40B4-BE49-F238E27FC236}">
                <a16:creationId xmlns:a16="http://schemas.microsoft.com/office/drawing/2014/main" id="{F307C202-ED24-441A-B933-E3B1A14EDED0}"/>
              </a:ext>
            </a:extLst>
          </p:cNvPr>
          <p:cNvSpPr>
            <a:spLocks noGrp="1" noChangeArrowheads="1"/>
          </p:cNvSpPr>
          <p:nvPr>
            <p:ph type="sldNum" sz="quarter" idx="12"/>
          </p:nvPr>
        </p:nvSpPr>
        <p:spPr>
          <a:ln/>
        </p:spPr>
        <p:txBody>
          <a:bodyPr/>
          <a:lstStyle>
            <a:lvl1pPr>
              <a:defRPr/>
            </a:lvl1pPr>
          </a:lstStyle>
          <a:p>
            <a:pPr>
              <a:defRPr/>
            </a:pPr>
            <a:fld id="{1F27FE13-3A08-46F4-9540-C0AC9F1369C4}" type="slidenum">
              <a:rPr lang="en-US" altLang="en-US"/>
              <a:pPr>
                <a:defRPr/>
              </a:pPr>
              <a:t>‹#›</a:t>
            </a:fld>
            <a:endParaRPr lang="en-US" altLang="en-US"/>
          </a:p>
        </p:txBody>
      </p:sp>
    </p:spTree>
    <p:extLst>
      <p:ext uri="{BB962C8B-B14F-4D97-AF65-F5344CB8AC3E}">
        <p14:creationId xmlns:p14="http://schemas.microsoft.com/office/powerpoint/2010/main" val="3331546764"/>
      </p:ext>
    </p:extLst>
  </p:cSld>
  <p:clrMapOvr>
    <a:masterClrMapping/>
  </p:clrMapOvr>
  <p:transition>
    <p:random/>
  </p:transition>
</p:sldLayout>
</file>

<file path=ppt/slideLayouts/slideLayout43.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30238" y="457200"/>
            <a:ext cx="2949575"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3887788" y="987425"/>
            <a:ext cx="462915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en-US" noProof="0"/>
              <a:t>Click icon to add picture</a:t>
            </a:r>
          </a:p>
        </p:txBody>
      </p:sp>
      <p:sp>
        <p:nvSpPr>
          <p:cNvPr id="4" name="Text Placeholder 3"/>
          <p:cNvSpPr>
            <a:spLocks noGrp="1"/>
          </p:cNvSpPr>
          <p:nvPr>
            <p:ph type="body" sz="half" idx="2"/>
          </p:nvPr>
        </p:nvSpPr>
        <p:spPr>
          <a:xfrm>
            <a:off x="630238" y="2057400"/>
            <a:ext cx="2949575"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Rectangle 9">
            <a:extLst>
              <a:ext uri="{FF2B5EF4-FFF2-40B4-BE49-F238E27FC236}">
                <a16:creationId xmlns:a16="http://schemas.microsoft.com/office/drawing/2014/main" id="{C676408B-40A3-4A62-A26A-DD972758D001}"/>
              </a:ext>
            </a:extLst>
          </p:cNvPr>
          <p:cNvSpPr>
            <a:spLocks noGrp="1" noChangeArrowheads="1"/>
          </p:cNvSpPr>
          <p:nvPr>
            <p:ph type="dt" sz="half" idx="10"/>
          </p:nvPr>
        </p:nvSpPr>
        <p:spPr>
          <a:ln/>
        </p:spPr>
        <p:txBody>
          <a:bodyPr/>
          <a:lstStyle>
            <a:lvl1pPr>
              <a:defRPr/>
            </a:lvl1pPr>
          </a:lstStyle>
          <a:p>
            <a:pPr>
              <a:defRPr/>
            </a:pPr>
            <a:fld id="{5A79ED6A-635C-48B5-8C93-4AE64B9B7041}" type="datetime4">
              <a:rPr lang="en-US" altLang="en-US" smtClean="0"/>
              <a:t>March 21, 2024</a:t>
            </a:fld>
            <a:endParaRPr lang="en-US" altLang="en-US"/>
          </a:p>
        </p:txBody>
      </p:sp>
      <p:sp>
        <p:nvSpPr>
          <p:cNvPr id="6" name="Rectangle 10">
            <a:extLst>
              <a:ext uri="{FF2B5EF4-FFF2-40B4-BE49-F238E27FC236}">
                <a16:creationId xmlns:a16="http://schemas.microsoft.com/office/drawing/2014/main" id="{FBF0B2E1-F337-4682-A39A-6018BF9E2DA7}"/>
              </a:ext>
            </a:extLst>
          </p:cNvPr>
          <p:cNvSpPr>
            <a:spLocks noGrp="1" noChangeArrowheads="1"/>
          </p:cNvSpPr>
          <p:nvPr>
            <p:ph type="ftr" sz="quarter" idx="11"/>
          </p:nvPr>
        </p:nvSpPr>
        <p:spPr>
          <a:ln/>
        </p:spPr>
        <p:txBody>
          <a:bodyPr/>
          <a:lstStyle>
            <a:lvl1pPr>
              <a:defRPr/>
            </a:lvl1pPr>
          </a:lstStyle>
          <a:p>
            <a:pPr>
              <a:defRPr/>
            </a:pPr>
            <a:endParaRPr lang="en-US" altLang="en-US"/>
          </a:p>
        </p:txBody>
      </p:sp>
      <p:sp>
        <p:nvSpPr>
          <p:cNvPr id="7" name="Rectangle 11">
            <a:extLst>
              <a:ext uri="{FF2B5EF4-FFF2-40B4-BE49-F238E27FC236}">
                <a16:creationId xmlns:a16="http://schemas.microsoft.com/office/drawing/2014/main" id="{5C24516E-1776-41F6-9130-468BF3AD817B}"/>
              </a:ext>
            </a:extLst>
          </p:cNvPr>
          <p:cNvSpPr>
            <a:spLocks noGrp="1" noChangeArrowheads="1"/>
          </p:cNvSpPr>
          <p:nvPr>
            <p:ph type="sldNum" sz="quarter" idx="12"/>
          </p:nvPr>
        </p:nvSpPr>
        <p:spPr>
          <a:ln/>
        </p:spPr>
        <p:txBody>
          <a:bodyPr/>
          <a:lstStyle>
            <a:lvl1pPr>
              <a:defRPr/>
            </a:lvl1pPr>
          </a:lstStyle>
          <a:p>
            <a:pPr>
              <a:defRPr/>
            </a:pPr>
            <a:fld id="{EEF591CC-DEA9-4D87-A3E3-77F1E385199A}" type="slidenum">
              <a:rPr lang="en-US" altLang="en-US"/>
              <a:pPr>
                <a:defRPr/>
              </a:pPr>
              <a:t>‹#›</a:t>
            </a:fld>
            <a:endParaRPr lang="en-US" altLang="en-US"/>
          </a:p>
        </p:txBody>
      </p:sp>
    </p:spTree>
    <p:extLst>
      <p:ext uri="{BB962C8B-B14F-4D97-AF65-F5344CB8AC3E}">
        <p14:creationId xmlns:p14="http://schemas.microsoft.com/office/powerpoint/2010/main" val="3676862155"/>
      </p:ext>
    </p:extLst>
  </p:cSld>
  <p:clrMapOvr>
    <a:masterClrMapping/>
  </p:clrMapOvr>
  <p:transition>
    <p:random/>
  </p:transition>
</p:sldLayout>
</file>

<file path=ppt/slideLayouts/slideLayout44.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9">
            <a:extLst>
              <a:ext uri="{FF2B5EF4-FFF2-40B4-BE49-F238E27FC236}">
                <a16:creationId xmlns:a16="http://schemas.microsoft.com/office/drawing/2014/main" id="{9637224F-8EBD-4964-9859-9AD92408085B}"/>
              </a:ext>
            </a:extLst>
          </p:cNvPr>
          <p:cNvSpPr>
            <a:spLocks noGrp="1" noChangeArrowheads="1"/>
          </p:cNvSpPr>
          <p:nvPr>
            <p:ph type="dt" sz="half" idx="10"/>
          </p:nvPr>
        </p:nvSpPr>
        <p:spPr>
          <a:ln/>
        </p:spPr>
        <p:txBody>
          <a:bodyPr/>
          <a:lstStyle>
            <a:lvl1pPr>
              <a:defRPr/>
            </a:lvl1pPr>
          </a:lstStyle>
          <a:p>
            <a:pPr>
              <a:defRPr/>
            </a:pPr>
            <a:fld id="{D1E2ECF6-6271-4600-B0AC-45B57EB194C0}" type="datetime4">
              <a:rPr lang="en-US" altLang="en-US" smtClean="0"/>
              <a:t>March 21, 2024</a:t>
            </a:fld>
            <a:endParaRPr lang="en-US" altLang="en-US"/>
          </a:p>
        </p:txBody>
      </p:sp>
      <p:sp>
        <p:nvSpPr>
          <p:cNvPr id="5" name="Rectangle 10">
            <a:extLst>
              <a:ext uri="{FF2B5EF4-FFF2-40B4-BE49-F238E27FC236}">
                <a16:creationId xmlns:a16="http://schemas.microsoft.com/office/drawing/2014/main" id="{1CF75AFC-60FB-4AE7-B265-A72286D20402}"/>
              </a:ext>
            </a:extLst>
          </p:cNvPr>
          <p:cNvSpPr>
            <a:spLocks noGrp="1" noChangeArrowheads="1"/>
          </p:cNvSpPr>
          <p:nvPr>
            <p:ph type="ftr" sz="quarter" idx="11"/>
          </p:nvPr>
        </p:nvSpPr>
        <p:spPr>
          <a:ln/>
        </p:spPr>
        <p:txBody>
          <a:bodyPr/>
          <a:lstStyle>
            <a:lvl1pPr>
              <a:defRPr/>
            </a:lvl1pPr>
          </a:lstStyle>
          <a:p>
            <a:pPr>
              <a:defRPr/>
            </a:pPr>
            <a:endParaRPr lang="en-US" altLang="en-US"/>
          </a:p>
        </p:txBody>
      </p:sp>
      <p:sp>
        <p:nvSpPr>
          <p:cNvPr id="6" name="Rectangle 11">
            <a:extLst>
              <a:ext uri="{FF2B5EF4-FFF2-40B4-BE49-F238E27FC236}">
                <a16:creationId xmlns:a16="http://schemas.microsoft.com/office/drawing/2014/main" id="{736355B5-28A0-464A-B113-C5BFC82E67E1}"/>
              </a:ext>
            </a:extLst>
          </p:cNvPr>
          <p:cNvSpPr>
            <a:spLocks noGrp="1" noChangeArrowheads="1"/>
          </p:cNvSpPr>
          <p:nvPr>
            <p:ph type="sldNum" sz="quarter" idx="12"/>
          </p:nvPr>
        </p:nvSpPr>
        <p:spPr>
          <a:ln/>
        </p:spPr>
        <p:txBody>
          <a:bodyPr/>
          <a:lstStyle>
            <a:lvl1pPr>
              <a:defRPr/>
            </a:lvl1pPr>
          </a:lstStyle>
          <a:p>
            <a:pPr>
              <a:defRPr/>
            </a:pPr>
            <a:fld id="{06144093-CF23-4573-8EB6-2CFA10DA383F}" type="slidenum">
              <a:rPr lang="en-US" altLang="en-US"/>
              <a:pPr>
                <a:defRPr/>
              </a:pPr>
              <a:t>‹#›</a:t>
            </a:fld>
            <a:endParaRPr lang="en-US" altLang="en-US"/>
          </a:p>
        </p:txBody>
      </p:sp>
    </p:spTree>
    <p:extLst>
      <p:ext uri="{BB962C8B-B14F-4D97-AF65-F5344CB8AC3E}">
        <p14:creationId xmlns:p14="http://schemas.microsoft.com/office/powerpoint/2010/main" val="3333762286"/>
      </p:ext>
    </p:extLst>
  </p:cSld>
  <p:clrMapOvr>
    <a:masterClrMapping/>
  </p:clrMapOvr>
  <p:transition>
    <p:random/>
  </p:transition>
</p:sldLayout>
</file>

<file path=ppt/slideLayouts/slideLayout45.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743700" y="152400"/>
            <a:ext cx="2019300" cy="609600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85800" y="152400"/>
            <a:ext cx="5905500" cy="6096000"/>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9">
            <a:extLst>
              <a:ext uri="{FF2B5EF4-FFF2-40B4-BE49-F238E27FC236}">
                <a16:creationId xmlns:a16="http://schemas.microsoft.com/office/drawing/2014/main" id="{40EB2D34-9CF9-4FA1-9891-8646038C9EC9}"/>
              </a:ext>
            </a:extLst>
          </p:cNvPr>
          <p:cNvSpPr>
            <a:spLocks noGrp="1" noChangeArrowheads="1"/>
          </p:cNvSpPr>
          <p:nvPr>
            <p:ph type="dt" sz="half" idx="10"/>
          </p:nvPr>
        </p:nvSpPr>
        <p:spPr>
          <a:ln/>
        </p:spPr>
        <p:txBody>
          <a:bodyPr/>
          <a:lstStyle>
            <a:lvl1pPr>
              <a:defRPr/>
            </a:lvl1pPr>
          </a:lstStyle>
          <a:p>
            <a:pPr>
              <a:defRPr/>
            </a:pPr>
            <a:fld id="{AAC094E6-E21F-4642-B330-77EFB0D90D37}" type="datetime4">
              <a:rPr lang="en-US" altLang="en-US" smtClean="0"/>
              <a:t>March 21, 2024</a:t>
            </a:fld>
            <a:endParaRPr lang="en-US" altLang="en-US"/>
          </a:p>
        </p:txBody>
      </p:sp>
      <p:sp>
        <p:nvSpPr>
          <p:cNvPr id="5" name="Rectangle 10">
            <a:extLst>
              <a:ext uri="{FF2B5EF4-FFF2-40B4-BE49-F238E27FC236}">
                <a16:creationId xmlns:a16="http://schemas.microsoft.com/office/drawing/2014/main" id="{4CD0DCE1-E22C-49A5-B6E7-047480437FAD}"/>
              </a:ext>
            </a:extLst>
          </p:cNvPr>
          <p:cNvSpPr>
            <a:spLocks noGrp="1" noChangeArrowheads="1"/>
          </p:cNvSpPr>
          <p:nvPr>
            <p:ph type="ftr" sz="quarter" idx="11"/>
          </p:nvPr>
        </p:nvSpPr>
        <p:spPr>
          <a:ln/>
        </p:spPr>
        <p:txBody>
          <a:bodyPr/>
          <a:lstStyle>
            <a:lvl1pPr>
              <a:defRPr/>
            </a:lvl1pPr>
          </a:lstStyle>
          <a:p>
            <a:pPr>
              <a:defRPr/>
            </a:pPr>
            <a:endParaRPr lang="en-US" altLang="en-US"/>
          </a:p>
        </p:txBody>
      </p:sp>
      <p:sp>
        <p:nvSpPr>
          <p:cNvPr id="6" name="Rectangle 11">
            <a:extLst>
              <a:ext uri="{FF2B5EF4-FFF2-40B4-BE49-F238E27FC236}">
                <a16:creationId xmlns:a16="http://schemas.microsoft.com/office/drawing/2014/main" id="{FBA64E89-7327-4792-A101-5C3C61458511}"/>
              </a:ext>
            </a:extLst>
          </p:cNvPr>
          <p:cNvSpPr>
            <a:spLocks noGrp="1" noChangeArrowheads="1"/>
          </p:cNvSpPr>
          <p:nvPr>
            <p:ph type="sldNum" sz="quarter" idx="12"/>
          </p:nvPr>
        </p:nvSpPr>
        <p:spPr>
          <a:ln/>
        </p:spPr>
        <p:txBody>
          <a:bodyPr/>
          <a:lstStyle>
            <a:lvl1pPr>
              <a:defRPr/>
            </a:lvl1pPr>
          </a:lstStyle>
          <a:p>
            <a:pPr>
              <a:defRPr/>
            </a:pPr>
            <a:fld id="{36D07167-06C4-4146-896E-E23FE8A9CC31}" type="slidenum">
              <a:rPr lang="en-US" altLang="en-US"/>
              <a:pPr>
                <a:defRPr/>
              </a:pPr>
              <a:t>‹#›</a:t>
            </a:fld>
            <a:endParaRPr lang="en-US" altLang="en-US"/>
          </a:p>
        </p:txBody>
      </p:sp>
    </p:spTree>
    <p:extLst>
      <p:ext uri="{BB962C8B-B14F-4D97-AF65-F5344CB8AC3E}">
        <p14:creationId xmlns:p14="http://schemas.microsoft.com/office/powerpoint/2010/main" val="551357650"/>
      </p:ext>
    </p:extLst>
  </p:cSld>
  <p:clrMapOvr>
    <a:masterClrMapping/>
  </p:clrMapOvr>
  <p:transition>
    <p:random/>
  </p:transition>
</p:sldLayout>
</file>

<file path=ppt/slideLayouts/slideLayout46.xml><?xml version="1.0" encoding="utf-8"?>
<p:sldLayout xmlns:a="http://schemas.openxmlformats.org/drawingml/2006/main" xmlns:r="http://schemas.openxmlformats.org/officeDocument/2006/relationships" xmlns:p="http://schemas.openxmlformats.org/presentationml/2006/main" type="txAndObj" preserve="1">
  <p:cSld name="Title,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914400" y="152400"/>
            <a:ext cx="7772400" cy="712788"/>
          </a:xfrm>
        </p:spPr>
        <p:txBody>
          <a:bodyPr/>
          <a:lstStyle/>
          <a:p>
            <a:r>
              <a:rPr lang="en-US"/>
              <a:t>Click to edit Master title style</a:t>
            </a:r>
          </a:p>
        </p:txBody>
      </p:sp>
      <p:sp>
        <p:nvSpPr>
          <p:cNvPr id="3" name="Text Placeholder 2"/>
          <p:cNvSpPr>
            <a:spLocks noGrp="1"/>
          </p:cNvSpPr>
          <p:nvPr>
            <p:ph type="body" sz="half" idx="1"/>
          </p:nvPr>
        </p:nvSpPr>
        <p:spPr>
          <a:xfrm>
            <a:off x="685800" y="1066800"/>
            <a:ext cx="3962400" cy="518160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800600" y="1066800"/>
            <a:ext cx="3962400" cy="518160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9">
            <a:extLst>
              <a:ext uri="{FF2B5EF4-FFF2-40B4-BE49-F238E27FC236}">
                <a16:creationId xmlns:a16="http://schemas.microsoft.com/office/drawing/2014/main" id="{D143BBFF-AB83-4762-B240-D640FB446D7A}"/>
              </a:ext>
            </a:extLst>
          </p:cNvPr>
          <p:cNvSpPr>
            <a:spLocks noGrp="1" noChangeArrowheads="1"/>
          </p:cNvSpPr>
          <p:nvPr>
            <p:ph type="dt" sz="half" idx="10"/>
          </p:nvPr>
        </p:nvSpPr>
        <p:spPr>
          <a:ln/>
        </p:spPr>
        <p:txBody>
          <a:bodyPr/>
          <a:lstStyle>
            <a:lvl1pPr>
              <a:defRPr/>
            </a:lvl1pPr>
          </a:lstStyle>
          <a:p>
            <a:pPr>
              <a:defRPr/>
            </a:pPr>
            <a:fld id="{9A772627-FA51-460C-BC09-B1AC454D784C}" type="datetime4">
              <a:rPr lang="en-US" altLang="en-US" smtClean="0"/>
              <a:t>March 21, 2024</a:t>
            </a:fld>
            <a:endParaRPr lang="en-US" altLang="en-US"/>
          </a:p>
        </p:txBody>
      </p:sp>
      <p:sp>
        <p:nvSpPr>
          <p:cNvPr id="6" name="Rectangle 10">
            <a:extLst>
              <a:ext uri="{FF2B5EF4-FFF2-40B4-BE49-F238E27FC236}">
                <a16:creationId xmlns:a16="http://schemas.microsoft.com/office/drawing/2014/main" id="{FB6232EA-ABCC-4D5B-817E-5CA339081A46}"/>
              </a:ext>
            </a:extLst>
          </p:cNvPr>
          <p:cNvSpPr>
            <a:spLocks noGrp="1" noChangeArrowheads="1"/>
          </p:cNvSpPr>
          <p:nvPr>
            <p:ph type="ftr" sz="quarter" idx="11"/>
          </p:nvPr>
        </p:nvSpPr>
        <p:spPr>
          <a:ln/>
        </p:spPr>
        <p:txBody>
          <a:bodyPr/>
          <a:lstStyle>
            <a:lvl1pPr>
              <a:defRPr/>
            </a:lvl1pPr>
          </a:lstStyle>
          <a:p>
            <a:pPr>
              <a:defRPr/>
            </a:pPr>
            <a:endParaRPr lang="en-US" altLang="en-US"/>
          </a:p>
        </p:txBody>
      </p:sp>
      <p:sp>
        <p:nvSpPr>
          <p:cNvPr id="7" name="Rectangle 11">
            <a:extLst>
              <a:ext uri="{FF2B5EF4-FFF2-40B4-BE49-F238E27FC236}">
                <a16:creationId xmlns:a16="http://schemas.microsoft.com/office/drawing/2014/main" id="{DB6E29C0-AE86-4B3F-9332-6155F923022F}"/>
              </a:ext>
            </a:extLst>
          </p:cNvPr>
          <p:cNvSpPr>
            <a:spLocks noGrp="1" noChangeArrowheads="1"/>
          </p:cNvSpPr>
          <p:nvPr>
            <p:ph type="sldNum" sz="quarter" idx="12"/>
          </p:nvPr>
        </p:nvSpPr>
        <p:spPr>
          <a:ln/>
        </p:spPr>
        <p:txBody>
          <a:bodyPr/>
          <a:lstStyle>
            <a:lvl1pPr>
              <a:defRPr/>
            </a:lvl1pPr>
          </a:lstStyle>
          <a:p>
            <a:pPr>
              <a:defRPr/>
            </a:pPr>
            <a:fld id="{172AABB2-C4AC-49F0-979A-772357E84031}" type="slidenum">
              <a:rPr lang="en-US" altLang="en-US"/>
              <a:pPr>
                <a:defRPr/>
              </a:pPr>
              <a:t>‹#›</a:t>
            </a:fld>
            <a:endParaRPr lang="en-US" altLang="en-US"/>
          </a:p>
        </p:txBody>
      </p:sp>
    </p:spTree>
    <p:extLst>
      <p:ext uri="{BB962C8B-B14F-4D97-AF65-F5344CB8AC3E}">
        <p14:creationId xmlns:p14="http://schemas.microsoft.com/office/powerpoint/2010/main" val="2592524691"/>
      </p:ext>
    </p:extLst>
  </p:cSld>
  <p:clrMapOvr>
    <a:masterClrMapping/>
  </p:clrMapOvr>
  <p:transition>
    <p:random/>
  </p:transition>
</p:sldLayout>
</file>

<file path=ppt/slideLayouts/slideLayout47.xml><?xml version="1.0" encoding="utf-8"?>
<p:sldLayout xmlns:a="http://schemas.openxmlformats.org/drawingml/2006/main" xmlns:r="http://schemas.openxmlformats.org/officeDocument/2006/relationships" xmlns:p="http://schemas.openxmlformats.org/presentationml/2006/main" showMasterSp="0" type="title" preserve="1">
  <p:cSld name="標題投影片">
    <p:spTree>
      <p:nvGrpSpPr>
        <p:cNvPr id="1" name=""/>
        <p:cNvGrpSpPr/>
        <p:nvPr/>
      </p:nvGrpSpPr>
      <p:grpSpPr>
        <a:xfrm>
          <a:off x="0" y="0"/>
          <a:ext cx="0" cy="0"/>
          <a:chOff x="0" y="0"/>
          <a:chExt cx="0" cy="0"/>
        </a:xfrm>
      </p:grpSpPr>
      <p:sp>
        <p:nvSpPr>
          <p:cNvPr id="2" name="標題 1"/>
          <p:cNvSpPr>
            <a:spLocks noGrp="1"/>
          </p:cNvSpPr>
          <p:nvPr>
            <p:ph type="ctrTitle"/>
          </p:nvPr>
        </p:nvSpPr>
        <p:spPr>
          <a:xfrm>
            <a:off x="685800" y="2130425"/>
            <a:ext cx="7772400" cy="1470025"/>
          </a:xfrm>
        </p:spPr>
        <p:txBody>
          <a:bodyPr/>
          <a:lstStyle/>
          <a:p>
            <a:r>
              <a:rPr lang="en-US" altLang="zh-TW"/>
              <a:t>Click to edit Master title style</a:t>
            </a:r>
            <a:endParaRPr lang="zh-TW" altLang="en-US"/>
          </a:p>
        </p:txBody>
      </p:sp>
      <p:sp>
        <p:nvSpPr>
          <p:cNvPr id="3" name="副標題 2"/>
          <p:cNvSpPr>
            <a:spLocks noGrp="1"/>
          </p:cNvSpPr>
          <p:nvPr>
            <p:ph type="subTitle" idx="1"/>
          </p:nvPr>
        </p:nvSpPr>
        <p:spPr>
          <a:xfrm>
            <a:off x="1371600" y="3886200"/>
            <a:ext cx="6400800"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en-US" altLang="zh-TW"/>
              <a:t>Click to edit Master subtitle style</a:t>
            </a:r>
            <a:endParaRPr lang="zh-TW" altLang="en-US"/>
          </a:p>
        </p:txBody>
      </p:sp>
    </p:spTree>
    <p:extLst>
      <p:ext uri="{BB962C8B-B14F-4D97-AF65-F5344CB8AC3E}">
        <p14:creationId xmlns:p14="http://schemas.microsoft.com/office/powerpoint/2010/main" val="606907634"/>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showMasterSp="0" type="obj" preserve="1">
  <p:cSld name="標題及物件">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a:t>Click to edit Master title style</a:t>
            </a:r>
            <a:endParaRPr lang="zh-TW" altLang="en-US"/>
          </a:p>
        </p:txBody>
      </p:sp>
      <p:sp>
        <p:nvSpPr>
          <p:cNvPr id="3" name="內容版面配置區 2"/>
          <p:cNvSpPr>
            <a:spLocks noGrp="1"/>
          </p:cNvSpPr>
          <p:nvPr>
            <p:ph idx="1"/>
          </p:nvPr>
        </p:nvSpPr>
        <p:spPr/>
        <p:txBody>
          <a:bodyPr/>
          <a:lstStyle>
            <a:lvl1pPr>
              <a:buClr>
                <a:srgbClr val="0000FF"/>
              </a:buClr>
              <a:buFont typeface="Wingdings 2" pitchFamily="18" charset="2"/>
              <a:buChar char="©"/>
              <a:defRPr/>
            </a:lvl1pPr>
          </a:lstStyle>
          <a:p>
            <a:pPr lvl="0"/>
            <a:r>
              <a:rPr lang="en-US" altLang="zh-TW"/>
              <a:t>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dirty="0"/>
          </a:p>
        </p:txBody>
      </p:sp>
    </p:spTree>
    <p:extLst>
      <p:ext uri="{BB962C8B-B14F-4D97-AF65-F5344CB8AC3E}">
        <p14:creationId xmlns:p14="http://schemas.microsoft.com/office/powerpoint/2010/main" val="2874208808"/>
      </p:ext>
    </p:extLst>
  </p:cSld>
  <p:clrMapOvr>
    <a:overrideClrMapping bg1="lt1" tx1="dk1" bg2="lt2" tx2="dk2" accent1="accent1" accent2="accent2" accent3="accent3" accent4="accent4" accent5="accent5" accent6="accent6" hlink="hlink" folHlink="folHlink"/>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showMasterSp="0" type="secHead" preserve="1">
  <p:cSld name="區段標題">
    <p:spTree>
      <p:nvGrpSpPr>
        <p:cNvPr id="1" name=""/>
        <p:cNvGrpSpPr/>
        <p:nvPr/>
      </p:nvGrpSpPr>
      <p:grpSpPr>
        <a:xfrm>
          <a:off x="0" y="0"/>
          <a:ext cx="0" cy="0"/>
          <a:chOff x="0" y="0"/>
          <a:chExt cx="0" cy="0"/>
        </a:xfrm>
      </p:grpSpPr>
      <p:sp>
        <p:nvSpPr>
          <p:cNvPr id="2" name="標題 1"/>
          <p:cNvSpPr>
            <a:spLocks noGrp="1"/>
          </p:cNvSpPr>
          <p:nvPr>
            <p:ph type="title"/>
          </p:nvPr>
        </p:nvSpPr>
        <p:spPr>
          <a:xfrm>
            <a:off x="722313" y="4406900"/>
            <a:ext cx="7772400" cy="1362075"/>
          </a:xfrm>
        </p:spPr>
        <p:txBody>
          <a:bodyPr anchor="t"/>
          <a:lstStyle>
            <a:lvl1pPr algn="l">
              <a:defRPr sz="4000" b="1" cap="all"/>
            </a:lvl1pPr>
          </a:lstStyle>
          <a:p>
            <a:r>
              <a:rPr lang="en-US" altLang="zh-TW"/>
              <a:t>Click to edit Master title style</a:t>
            </a:r>
            <a:endParaRPr lang="zh-TW" altLang="en-US"/>
          </a:p>
        </p:txBody>
      </p:sp>
      <p:sp>
        <p:nvSpPr>
          <p:cNvPr id="3" name="文字版面配置區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ltLang="zh-TW"/>
              <a:t>Edit Master text styles</a:t>
            </a:r>
          </a:p>
        </p:txBody>
      </p:sp>
    </p:spTree>
    <p:extLst>
      <p:ext uri="{BB962C8B-B14F-4D97-AF65-F5344CB8AC3E}">
        <p14:creationId xmlns:p14="http://schemas.microsoft.com/office/powerpoint/2010/main" val="888886657"/>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showMasterSp="0" type="twoObj" preserve="1">
  <p:cSld name="兩項物件">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a:t>Click to edit Master title style</a:t>
            </a:r>
            <a:endParaRPr lang="zh-TW" altLang="en-US"/>
          </a:p>
        </p:txBody>
      </p:sp>
      <p:sp>
        <p:nvSpPr>
          <p:cNvPr id="3" name="內容版面配置區 2"/>
          <p:cNvSpPr>
            <a:spLocks noGrp="1"/>
          </p:cNvSpPr>
          <p:nvPr>
            <p:ph sz="half" idx="1"/>
          </p:nvPr>
        </p:nvSpPr>
        <p:spPr>
          <a:xfrm>
            <a:off x="307975" y="1295400"/>
            <a:ext cx="4208463" cy="5202238"/>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ltLang="zh-TW"/>
              <a:t>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
        <p:nvSpPr>
          <p:cNvPr id="4" name="內容版面配置區 3"/>
          <p:cNvSpPr>
            <a:spLocks noGrp="1"/>
          </p:cNvSpPr>
          <p:nvPr>
            <p:ph sz="half" idx="2"/>
          </p:nvPr>
        </p:nvSpPr>
        <p:spPr>
          <a:xfrm>
            <a:off x="4668838" y="1295400"/>
            <a:ext cx="4210050" cy="5202238"/>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ltLang="zh-TW"/>
              <a:t>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Tree>
    <p:extLst>
      <p:ext uri="{BB962C8B-B14F-4D97-AF65-F5344CB8AC3E}">
        <p14:creationId xmlns:p14="http://schemas.microsoft.com/office/powerpoint/2010/main" val="1429682237"/>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showMasterSp="0" type="twoTxTwoObj" preserve="1">
  <p:cSld name="比對">
    <p:spTree>
      <p:nvGrpSpPr>
        <p:cNvPr id="1" name=""/>
        <p:cNvGrpSpPr/>
        <p:nvPr/>
      </p:nvGrpSpPr>
      <p:grpSpPr>
        <a:xfrm>
          <a:off x="0" y="0"/>
          <a:ext cx="0" cy="0"/>
          <a:chOff x="0" y="0"/>
          <a:chExt cx="0" cy="0"/>
        </a:xfrm>
      </p:grpSpPr>
      <p:sp>
        <p:nvSpPr>
          <p:cNvPr id="2" name="標題 1"/>
          <p:cNvSpPr>
            <a:spLocks noGrp="1"/>
          </p:cNvSpPr>
          <p:nvPr>
            <p:ph type="title"/>
          </p:nvPr>
        </p:nvSpPr>
        <p:spPr>
          <a:xfrm>
            <a:off x="457200" y="274638"/>
            <a:ext cx="8229600" cy="1143000"/>
          </a:xfrm>
        </p:spPr>
        <p:txBody>
          <a:bodyPr/>
          <a:lstStyle>
            <a:lvl1pPr>
              <a:defRPr/>
            </a:lvl1pPr>
          </a:lstStyle>
          <a:p>
            <a:r>
              <a:rPr lang="en-US" altLang="zh-TW"/>
              <a:t>Click to edit Master title style</a:t>
            </a:r>
            <a:endParaRPr lang="zh-TW" altLang="en-US"/>
          </a:p>
        </p:txBody>
      </p:sp>
      <p:sp>
        <p:nvSpPr>
          <p:cNvPr id="3" name="文字版面配置區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zh-TW"/>
              <a:t>Edit Master text styles</a:t>
            </a:r>
          </a:p>
        </p:txBody>
      </p:sp>
      <p:sp>
        <p:nvSpPr>
          <p:cNvPr id="4" name="內容版面配置區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zh-TW"/>
              <a:t>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
        <p:nvSpPr>
          <p:cNvPr id="5" name="文字版面配置區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zh-TW"/>
              <a:t>Edit Master text styles</a:t>
            </a:r>
          </a:p>
        </p:txBody>
      </p:sp>
      <p:sp>
        <p:nvSpPr>
          <p:cNvPr id="6" name="內容版面配置區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zh-TW"/>
              <a:t>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Tree>
    <p:extLst>
      <p:ext uri="{BB962C8B-B14F-4D97-AF65-F5344CB8AC3E}">
        <p14:creationId xmlns:p14="http://schemas.microsoft.com/office/powerpoint/2010/main" val="3301303662"/>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showMasterSp="0" type="titleOnly" preserve="1">
  <p:cSld name="只有標題">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a:t>Click to edit Master title style</a:t>
            </a:r>
            <a:endParaRPr lang="zh-TW" altLang="en-US"/>
          </a:p>
        </p:txBody>
      </p:sp>
    </p:spTree>
    <p:extLst>
      <p:ext uri="{BB962C8B-B14F-4D97-AF65-F5344CB8AC3E}">
        <p14:creationId xmlns:p14="http://schemas.microsoft.com/office/powerpoint/2010/main" val="3506370247"/>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showMasterSp="0" type="blank" preserve="1">
  <p:cSld name="空白">
    <p:spTree>
      <p:nvGrpSpPr>
        <p:cNvPr id="1" name=""/>
        <p:cNvGrpSpPr/>
        <p:nvPr/>
      </p:nvGrpSpPr>
      <p:grpSpPr>
        <a:xfrm>
          <a:off x="0" y="0"/>
          <a:ext cx="0" cy="0"/>
          <a:chOff x="0" y="0"/>
          <a:chExt cx="0" cy="0"/>
        </a:xfrm>
      </p:grpSpPr>
    </p:spTree>
    <p:extLst>
      <p:ext uri="{BB962C8B-B14F-4D97-AF65-F5344CB8AC3E}">
        <p14:creationId xmlns:p14="http://schemas.microsoft.com/office/powerpoint/2010/main" val="1815476300"/>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showMasterSp="0" type="objTx" preserve="1">
  <p:cSld name="含標題的內容">
    <p:spTree>
      <p:nvGrpSpPr>
        <p:cNvPr id="1" name=""/>
        <p:cNvGrpSpPr/>
        <p:nvPr/>
      </p:nvGrpSpPr>
      <p:grpSpPr>
        <a:xfrm>
          <a:off x="0" y="0"/>
          <a:ext cx="0" cy="0"/>
          <a:chOff x="0" y="0"/>
          <a:chExt cx="0" cy="0"/>
        </a:xfrm>
      </p:grpSpPr>
      <p:sp>
        <p:nvSpPr>
          <p:cNvPr id="2" name="標題 1"/>
          <p:cNvSpPr>
            <a:spLocks noGrp="1"/>
          </p:cNvSpPr>
          <p:nvPr>
            <p:ph type="title"/>
          </p:nvPr>
        </p:nvSpPr>
        <p:spPr>
          <a:xfrm>
            <a:off x="457200" y="273050"/>
            <a:ext cx="3008313" cy="1162050"/>
          </a:xfrm>
        </p:spPr>
        <p:txBody>
          <a:bodyPr anchor="b"/>
          <a:lstStyle>
            <a:lvl1pPr algn="l">
              <a:defRPr sz="2000" b="1"/>
            </a:lvl1pPr>
          </a:lstStyle>
          <a:p>
            <a:r>
              <a:rPr lang="en-US" altLang="zh-TW"/>
              <a:t>Click to edit Master title style</a:t>
            </a:r>
            <a:endParaRPr lang="zh-TW" altLang="en-US"/>
          </a:p>
        </p:txBody>
      </p:sp>
      <p:sp>
        <p:nvSpPr>
          <p:cNvPr id="3" name="內容版面配置區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ltLang="zh-TW"/>
              <a:t>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
        <p:nvSpPr>
          <p:cNvPr id="4" name="文字版面配置區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zh-TW"/>
              <a:t>Edit Master text styles</a:t>
            </a:r>
          </a:p>
        </p:txBody>
      </p:sp>
    </p:spTree>
    <p:extLst>
      <p:ext uri="{BB962C8B-B14F-4D97-AF65-F5344CB8AC3E}">
        <p14:creationId xmlns:p14="http://schemas.microsoft.com/office/powerpoint/2010/main" val="2982116541"/>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showMasterSp="0" type="picTx" preserve="1">
  <p:cSld name="含標題的圖片">
    <p:spTree>
      <p:nvGrpSpPr>
        <p:cNvPr id="1" name=""/>
        <p:cNvGrpSpPr/>
        <p:nvPr/>
      </p:nvGrpSpPr>
      <p:grpSpPr>
        <a:xfrm>
          <a:off x="0" y="0"/>
          <a:ext cx="0" cy="0"/>
          <a:chOff x="0" y="0"/>
          <a:chExt cx="0" cy="0"/>
        </a:xfrm>
      </p:grpSpPr>
      <p:sp>
        <p:nvSpPr>
          <p:cNvPr id="2" name="標題 1"/>
          <p:cNvSpPr>
            <a:spLocks noGrp="1"/>
          </p:cNvSpPr>
          <p:nvPr>
            <p:ph type="title"/>
          </p:nvPr>
        </p:nvSpPr>
        <p:spPr>
          <a:xfrm>
            <a:off x="1792288" y="4800600"/>
            <a:ext cx="5486400" cy="566738"/>
          </a:xfrm>
        </p:spPr>
        <p:txBody>
          <a:bodyPr anchor="b"/>
          <a:lstStyle>
            <a:lvl1pPr algn="l">
              <a:defRPr sz="2000" b="1"/>
            </a:lvl1pPr>
          </a:lstStyle>
          <a:p>
            <a:r>
              <a:rPr lang="en-US" altLang="zh-TW"/>
              <a:t>Click to edit Master title style</a:t>
            </a:r>
            <a:endParaRPr lang="zh-TW" altLang="en-US"/>
          </a:p>
        </p:txBody>
      </p:sp>
      <p:sp>
        <p:nvSpPr>
          <p:cNvPr id="3" name="圖片版面配置區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en-US" altLang="zh-TW" noProof="0"/>
              <a:t>Click icon to add picture</a:t>
            </a:r>
            <a:endParaRPr lang="zh-TW" altLang="en-US" noProof="0"/>
          </a:p>
        </p:txBody>
      </p:sp>
      <p:sp>
        <p:nvSpPr>
          <p:cNvPr id="4" name="文字版面配置區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zh-TW"/>
              <a:t>Edit Master text styles</a:t>
            </a:r>
          </a:p>
        </p:txBody>
      </p:sp>
    </p:spTree>
    <p:extLst>
      <p:ext uri="{BB962C8B-B14F-4D97-AF65-F5344CB8AC3E}">
        <p14:creationId xmlns:p14="http://schemas.microsoft.com/office/powerpoint/2010/main" val="1324615631"/>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showMasterSp="0" type="vertTx" preserve="1">
  <p:cSld name="標題及直排文字">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a:t>Click to edit Master title style</a:t>
            </a:r>
            <a:endParaRPr lang="zh-TW" altLang="en-US"/>
          </a:p>
        </p:txBody>
      </p:sp>
      <p:sp>
        <p:nvSpPr>
          <p:cNvPr id="3" name="直排文字版面配置區 2"/>
          <p:cNvSpPr>
            <a:spLocks noGrp="1"/>
          </p:cNvSpPr>
          <p:nvPr>
            <p:ph type="body" orient="vert" idx="1"/>
          </p:nvPr>
        </p:nvSpPr>
        <p:spPr/>
        <p:txBody>
          <a:bodyPr vert="eaVert"/>
          <a:lstStyle/>
          <a:p>
            <a:pPr lvl="0"/>
            <a:r>
              <a:rPr lang="en-US" altLang="zh-TW"/>
              <a:t>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Tree>
    <p:extLst>
      <p:ext uri="{BB962C8B-B14F-4D97-AF65-F5344CB8AC3E}">
        <p14:creationId xmlns:p14="http://schemas.microsoft.com/office/powerpoint/2010/main" val="3776185667"/>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showMasterSp="0" type="vertTitleAndTx" preserve="1">
  <p:cSld name="直排標題及文字">
    <p:spTree>
      <p:nvGrpSpPr>
        <p:cNvPr id="1" name=""/>
        <p:cNvGrpSpPr/>
        <p:nvPr/>
      </p:nvGrpSpPr>
      <p:grpSpPr>
        <a:xfrm>
          <a:off x="0" y="0"/>
          <a:ext cx="0" cy="0"/>
          <a:chOff x="0" y="0"/>
          <a:chExt cx="0" cy="0"/>
        </a:xfrm>
      </p:grpSpPr>
      <p:sp>
        <p:nvSpPr>
          <p:cNvPr id="2" name="直排標題 1"/>
          <p:cNvSpPr>
            <a:spLocks noGrp="1"/>
          </p:cNvSpPr>
          <p:nvPr>
            <p:ph type="title" orient="vert"/>
          </p:nvPr>
        </p:nvSpPr>
        <p:spPr>
          <a:xfrm>
            <a:off x="6734175" y="228600"/>
            <a:ext cx="2144713" cy="6269038"/>
          </a:xfrm>
        </p:spPr>
        <p:txBody>
          <a:bodyPr vert="eaVert"/>
          <a:lstStyle/>
          <a:p>
            <a:r>
              <a:rPr lang="en-US" altLang="zh-TW"/>
              <a:t>Click to edit Master title style</a:t>
            </a:r>
            <a:endParaRPr lang="zh-TW" altLang="en-US"/>
          </a:p>
        </p:txBody>
      </p:sp>
      <p:sp>
        <p:nvSpPr>
          <p:cNvPr id="3" name="直排文字版面配置區 2"/>
          <p:cNvSpPr>
            <a:spLocks noGrp="1"/>
          </p:cNvSpPr>
          <p:nvPr>
            <p:ph type="body" orient="vert" idx="1"/>
          </p:nvPr>
        </p:nvSpPr>
        <p:spPr>
          <a:xfrm>
            <a:off x="298450" y="228600"/>
            <a:ext cx="6283325" cy="6269038"/>
          </a:xfrm>
        </p:spPr>
        <p:txBody>
          <a:bodyPr vert="eaVert"/>
          <a:lstStyle/>
          <a:p>
            <a:pPr lvl="0"/>
            <a:r>
              <a:rPr lang="en-US" altLang="zh-TW"/>
              <a:t>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Tree>
    <p:extLst>
      <p:ext uri="{BB962C8B-B14F-4D97-AF65-F5344CB8AC3E}">
        <p14:creationId xmlns:p14="http://schemas.microsoft.com/office/powerpoint/2010/main" val="2679960724"/>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showMasterSp="0" type="txAndObj" preserve="1">
  <p:cSld name="標題，文字及物件">
    <p:spTree>
      <p:nvGrpSpPr>
        <p:cNvPr id="1" name=""/>
        <p:cNvGrpSpPr/>
        <p:nvPr/>
      </p:nvGrpSpPr>
      <p:grpSpPr>
        <a:xfrm>
          <a:off x="0" y="0"/>
          <a:ext cx="0" cy="0"/>
          <a:chOff x="0" y="0"/>
          <a:chExt cx="0" cy="0"/>
        </a:xfrm>
      </p:grpSpPr>
      <p:sp>
        <p:nvSpPr>
          <p:cNvPr id="2" name="標題 1"/>
          <p:cNvSpPr>
            <a:spLocks noGrp="1"/>
          </p:cNvSpPr>
          <p:nvPr>
            <p:ph type="title"/>
          </p:nvPr>
        </p:nvSpPr>
        <p:spPr>
          <a:xfrm>
            <a:off x="855785" y="350839"/>
            <a:ext cx="7904285" cy="414337"/>
          </a:xfrm>
        </p:spPr>
        <p:txBody>
          <a:bodyPr/>
          <a:lstStyle/>
          <a:p>
            <a:r>
              <a:rPr lang="en-US" altLang="zh-TW"/>
              <a:t>Click to edit Master title style</a:t>
            </a:r>
            <a:endParaRPr lang="zh-TW" altLang="en-US"/>
          </a:p>
        </p:txBody>
      </p:sp>
      <p:sp>
        <p:nvSpPr>
          <p:cNvPr id="3" name="文字版面配置區 2"/>
          <p:cNvSpPr>
            <a:spLocks noGrp="1"/>
          </p:cNvSpPr>
          <p:nvPr>
            <p:ph type="body" sz="half" idx="1"/>
          </p:nvPr>
        </p:nvSpPr>
        <p:spPr>
          <a:xfrm>
            <a:off x="457200" y="1295391"/>
            <a:ext cx="4044462" cy="5177127"/>
          </a:xfrm>
          <a:prstGeom prst="rect">
            <a:avLst/>
          </a:prstGeom>
        </p:spPr>
        <p:txBody>
          <a:bodyPr/>
          <a:lstStyle/>
          <a:p>
            <a:pPr lvl="0"/>
            <a:r>
              <a:rPr lang="en-US" altLang="zh-TW"/>
              <a:t>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
        <p:nvSpPr>
          <p:cNvPr id="4" name="內容版面配置區 3"/>
          <p:cNvSpPr>
            <a:spLocks noGrp="1"/>
          </p:cNvSpPr>
          <p:nvPr>
            <p:ph sz="half" idx="2"/>
          </p:nvPr>
        </p:nvSpPr>
        <p:spPr>
          <a:xfrm>
            <a:off x="4642338" y="1295391"/>
            <a:ext cx="4044462" cy="5186091"/>
          </a:xfrm>
          <a:prstGeom prst="rect">
            <a:avLst/>
          </a:prstGeom>
        </p:spPr>
        <p:txBody>
          <a:bodyPr/>
          <a:lstStyle/>
          <a:p>
            <a:pPr lvl="0"/>
            <a:r>
              <a:rPr lang="en-US" altLang="zh-TW"/>
              <a:t>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Tree>
    <p:extLst>
      <p:ext uri="{BB962C8B-B14F-4D97-AF65-F5344CB8AC3E}">
        <p14:creationId xmlns:p14="http://schemas.microsoft.com/office/powerpoint/2010/main" val="2990446349"/>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showMasterSp="0" type="title" preserve="1">
  <p:cSld name="標題投影片">
    <p:spTree>
      <p:nvGrpSpPr>
        <p:cNvPr id="1" name=""/>
        <p:cNvGrpSpPr/>
        <p:nvPr/>
      </p:nvGrpSpPr>
      <p:grpSpPr>
        <a:xfrm>
          <a:off x="0" y="0"/>
          <a:ext cx="0" cy="0"/>
          <a:chOff x="0" y="0"/>
          <a:chExt cx="0" cy="0"/>
        </a:xfrm>
      </p:grpSpPr>
      <p:sp>
        <p:nvSpPr>
          <p:cNvPr id="2" name="標題 1"/>
          <p:cNvSpPr>
            <a:spLocks noGrp="1"/>
          </p:cNvSpPr>
          <p:nvPr>
            <p:ph type="ctrTitle"/>
          </p:nvPr>
        </p:nvSpPr>
        <p:spPr>
          <a:xfrm>
            <a:off x="685800" y="2130425"/>
            <a:ext cx="7772400" cy="1470025"/>
          </a:xfrm>
          <a:prstGeom prst="rect">
            <a:avLst/>
          </a:prstGeom>
        </p:spPr>
        <p:txBody>
          <a:bodyPr/>
          <a:lstStyle/>
          <a:p>
            <a:r>
              <a:rPr lang="en-US" altLang="zh-TW"/>
              <a:t>Click to edit Master title style</a:t>
            </a:r>
            <a:endParaRPr lang="zh-TW" altLang="en-US"/>
          </a:p>
        </p:txBody>
      </p:sp>
      <p:sp>
        <p:nvSpPr>
          <p:cNvPr id="3" name="副標題 2"/>
          <p:cNvSpPr>
            <a:spLocks noGrp="1"/>
          </p:cNvSpPr>
          <p:nvPr>
            <p:ph type="subTitle" idx="1"/>
          </p:nvPr>
        </p:nvSpPr>
        <p:spPr>
          <a:xfrm>
            <a:off x="1371600" y="3886200"/>
            <a:ext cx="6400800" cy="1752600"/>
          </a:xfrm>
          <a:prstGeom prst="rect">
            <a:avLst/>
          </a:prstGeo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en-US" altLang="zh-TW"/>
              <a:t>Click to edit Master subtitle style</a:t>
            </a:r>
            <a:endParaRPr lang="zh-TW" altLang="en-US"/>
          </a:p>
        </p:txBody>
      </p:sp>
    </p:spTree>
    <p:extLst>
      <p:ext uri="{BB962C8B-B14F-4D97-AF65-F5344CB8AC3E}">
        <p14:creationId xmlns:p14="http://schemas.microsoft.com/office/powerpoint/2010/main" val="89776014"/>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showMasterSp="0" type="obj" preserve="1">
  <p:cSld name="標題及物件">
    <p:spTree>
      <p:nvGrpSpPr>
        <p:cNvPr id="1" name=""/>
        <p:cNvGrpSpPr/>
        <p:nvPr/>
      </p:nvGrpSpPr>
      <p:grpSpPr>
        <a:xfrm>
          <a:off x="0" y="0"/>
          <a:ext cx="0" cy="0"/>
          <a:chOff x="0" y="0"/>
          <a:chExt cx="0" cy="0"/>
        </a:xfrm>
      </p:grpSpPr>
      <p:sp>
        <p:nvSpPr>
          <p:cNvPr id="2" name="標題 1"/>
          <p:cNvSpPr>
            <a:spLocks noGrp="1"/>
          </p:cNvSpPr>
          <p:nvPr>
            <p:ph type="title"/>
          </p:nvPr>
        </p:nvSpPr>
        <p:spPr>
          <a:xfrm>
            <a:off x="457200" y="274638"/>
            <a:ext cx="8229600" cy="1143000"/>
          </a:xfrm>
          <a:prstGeom prst="rect">
            <a:avLst/>
          </a:prstGeom>
        </p:spPr>
        <p:txBody>
          <a:bodyPr/>
          <a:lstStyle/>
          <a:p>
            <a:r>
              <a:rPr lang="en-US" altLang="zh-TW"/>
              <a:t>Click to edit Master title style</a:t>
            </a:r>
            <a:endParaRPr lang="zh-TW" altLang="en-US"/>
          </a:p>
        </p:txBody>
      </p:sp>
      <p:sp>
        <p:nvSpPr>
          <p:cNvPr id="3" name="內容版面配置區 2"/>
          <p:cNvSpPr>
            <a:spLocks noGrp="1"/>
          </p:cNvSpPr>
          <p:nvPr>
            <p:ph idx="1"/>
          </p:nvPr>
        </p:nvSpPr>
        <p:spPr>
          <a:xfrm>
            <a:off x="457200" y="1600200"/>
            <a:ext cx="8229600" cy="4525963"/>
          </a:xfrm>
          <a:prstGeom prst="rect">
            <a:avLst/>
          </a:prstGeom>
        </p:spPr>
        <p:txBody>
          <a:bodyPr/>
          <a:lstStyle/>
          <a:p>
            <a:pPr lvl="0"/>
            <a:r>
              <a:rPr lang="en-US" altLang="zh-TW"/>
              <a:t>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Tree>
    <p:extLst>
      <p:ext uri="{BB962C8B-B14F-4D97-AF65-F5344CB8AC3E}">
        <p14:creationId xmlns:p14="http://schemas.microsoft.com/office/powerpoint/2010/main" val="2418777215"/>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showMasterSp="0" type="secHead" preserve="1">
  <p:cSld name="區段標題">
    <p:spTree>
      <p:nvGrpSpPr>
        <p:cNvPr id="1" name=""/>
        <p:cNvGrpSpPr/>
        <p:nvPr/>
      </p:nvGrpSpPr>
      <p:grpSpPr>
        <a:xfrm>
          <a:off x="0" y="0"/>
          <a:ext cx="0" cy="0"/>
          <a:chOff x="0" y="0"/>
          <a:chExt cx="0" cy="0"/>
        </a:xfrm>
      </p:grpSpPr>
      <p:sp>
        <p:nvSpPr>
          <p:cNvPr id="2" name="標題 1"/>
          <p:cNvSpPr>
            <a:spLocks noGrp="1"/>
          </p:cNvSpPr>
          <p:nvPr>
            <p:ph type="title"/>
          </p:nvPr>
        </p:nvSpPr>
        <p:spPr>
          <a:xfrm>
            <a:off x="722313" y="4406900"/>
            <a:ext cx="7772400" cy="1362075"/>
          </a:xfrm>
          <a:prstGeom prst="rect">
            <a:avLst/>
          </a:prstGeom>
        </p:spPr>
        <p:txBody>
          <a:bodyPr anchor="t"/>
          <a:lstStyle>
            <a:lvl1pPr algn="l">
              <a:defRPr sz="4000" b="1" cap="all"/>
            </a:lvl1pPr>
          </a:lstStyle>
          <a:p>
            <a:r>
              <a:rPr lang="en-US" altLang="zh-TW"/>
              <a:t>Click to edit Master title style</a:t>
            </a:r>
            <a:endParaRPr lang="zh-TW" altLang="en-US"/>
          </a:p>
        </p:txBody>
      </p:sp>
      <p:sp>
        <p:nvSpPr>
          <p:cNvPr id="3" name="文字版面配置區 2"/>
          <p:cNvSpPr>
            <a:spLocks noGrp="1"/>
          </p:cNvSpPr>
          <p:nvPr>
            <p:ph type="body" idx="1"/>
          </p:nvPr>
        </p:nvSpPr>
        <p:spPr>
          <a:xfrm>
            <a:off x="722313" y="2906713"/>
            <a:ext cx="7772400" cy="1500187"/>
          </a:xfrm>
          <a:prstGeom prst="rect">
            <a:avLst/>
          </a:prstGeo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ltLang="zh-TW"/>
              <a:t>Edit Master text styles</a:t>
            </a:r>
          </a:p>
        </p:txBody>
      </p:sp>
    </p:spTree>
    <p:extLst>
      <p:ext uri="{BB962C8B-B14F-4D97-AF65-F5344CB8AC3E}">
        <p14:creationId xmlns:p14="http://schemas.microsoft.com/office/powerpoint/2010/main" val="1588430409"/>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showMasterSp="0" type="twoObj" preserve="1">
  <p:cSld name="兩項物件">
    <p:spTree>
      <p:nvGrpSpPr>
        <p:cNvPr id="1" name=""/>
        <p:cNvGrpSpPr/>
        <p:nvPr/>
      </p:nvGrpSpPr>
      <p:grpSpPr>
        <a:xfrm>
          <a:off x="0" y="0"/>
          <a:ext cx="0" cy="0"/>
          <a:chOff x="0" y="0"/>
          <a:chExt cx="0" cy="0"/>
        </a:xfrm>
      </p:grpSpPr>
      <p:sp>
        <p:nvSpPr>
          <p:cNvPr id="2" name="標題 1"/>
          <p:cNvSpPr>
            <a:spLocks noGrp="1"/>
          </p:cNvSpPr>
          <p:nvPr>
            <p:ph type="title"/>
          </p:nvPr>
        </p:nvSpPr>
        <p:spPr>
          <a:xfrm>
            <a:off x="457200" y="274638"/>
            <a:ext cx="8229600" cy="1143000"/>
          </a:xfrm>
          <a:prstGeom prst="rect">
            <a:avLst/>
          </a:prstGeom>
        </p:spPr>
        <p:txBody>
          <a:bodyPr/>
          <a:lstStyle/>
          <a:p>
            <a:r>
              <a:rPr lang="en-US" altLang="zh-TW"/>
              <a:t>Click to edit Master title style</a:t>
            </a:r>
            <a:endParaRPr lang="zh-TW" altLang="en-US"/>
          </a:p>
        </p:txBody>
      </p:sp>
      <p:sp>
        <p:nvSpPr>
          <p:cNvPr id="3" name="內容版面配置區 2"/>
          <p:cNvSpPr>
            <a:spLocks noGrp="1"/>
          </p:cNvSpPr>
          <p:nvPr>
            <p:ph sz="half" idx="1"/>
          </p:nvPr>
        </p:nvSpPr>
        <p:spPr>
          <a:xfrm>
            <a:off x="457200" y="1600200"/>
            <a:ext cx="4038600" cy="4525963"/>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ltLang="zh-TW"/>
              <a:t>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
        <p:nvSpPr>
          <p:cNvPr id="4" name="內容版面配置區 3"/>
          <p:cNvSpPr>
            <a:spLocks noGrp="1"/>
          </p:cNvSpPr>
          <p:nvPr>
            <p:ph sz="half" idx="2"/>
          </p:nvPr>
        </p:nvSpPr>
        <p:spPr>
          <a:xfrm>
            <a:off x="4648200" y="1600200"/>
            <a:ext cx="4038600" cy="4525963"/>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ltLang="zh-TW"/>
              <a:t>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Tree>
    <p:extLst>
      <p:ext uri="{BB962C8B-B14F-4D97-AF65-F5344CB8AC3E}">
        <p14:creationId xmlns:p14="http://schemas.microsoft.com/office/powerpoint/2010/main" val="1300625049"/>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showMasterSp="0" type="twoTxTwoObj" preserve="1">
  <p:cSld name="比對">
    <p:spTree>
      <p:nvGrpSpPr>
        <p:cNvPr id="1" name=""/>
        <p:cNvGrpSpPr/>
        <p:nvPr/>
      </p:nvGrpSpPr>
      <p:grpSpPr>
        <a:xfrm>
          <a:off x="0" y="0"/>
          <a:ext cx="0" cy="0"/>
          <a:chOff x="0" y="0"/>
          <a:chExt cx="0" cy="0"/>
        </a:xfrm>
      </p:grpSpPr>
      <p:sp>
        <p:nvSpPr>
          <p:cNvPr id="2" name="標題 1"/>
          <p:cNvSpPr>
            <a:spLocks noGrp="1"/>
          </p:cNvSpPr>
          <p:nvPr>
            <p:ph type="title"/>
          </p:nvPr>
        </p:nvSpPr>
        <p:spPr>
          <a:xfrm>
            <a:off x="457200" y="274638"/>
            <a:ext cx="8229600" cy="1143000"/>
          </a:xfrm>
          <a:prstGeom prst="rect">
            <a:avLst/>
          </a:prstGeom>
        </p:spPr>
        <p:txBody>
          <a:bodyPr/>
          <a:lstStyle>
            <a:lvl1pPr>
              <a:defRPr/>
            </a:lvl1pPr>
          </a:lstStyle>
          <a:p>
            <a:r>
              <a:rPr lang="en-US" altLang="zh-TW"/>
              <a:t>Click to edit Master title style</a:t>
            </a:r>
            <a:endParaRPr lang="zh-TW" altLang="en-US"/>
          </a:p>
        </p:txBody>
      </p:sp>
      <p:sp>
        <p:nvSpPr>
          <p:cNvPr id="3" name="文字版面配置區 2"/>
          <p:cNvSpPr>
            <a:spLocks noGrp="1"/>
          </p:cNvSpPr>
          <p:nvPr>
            <p:ph type="body" idx="1"/>
          </p:nvPr>
        </p:nvSpPr>
        <p:spPr>
          <a:xfrm>
            <a:off x="457200" y="1535113"/>
            <a:ext cx="4040188" cy="63976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zh-TW"/>
              <a:t>Edit Master text styles</a:t>
            </a:r>
          </a:p>
        </p:txBody>
      </p:sp>
      <p:sp>
        <p:nvSpPr>
          <p:cNvPr id="4" name="內容版面配置區 3"/>
          <p:cNvSpPr>
            <a:spLocks noGrp="1"/>
          </p:cNvSpPr>
          <p:nvPr>
            <p:ph sz="half" idx="2"/>
          </p:nvPr>
        </p:nvSpPr>
        <p:spPr>
          <a:xfrm>
            <a:off x="457200" y="2174875"/>
            <a:ext cx="4040188" cy="3951288"/>
          </a:xfrm>
          <a:prstGeom prst="rect">
            <a:avLst/>
          </a:prstGeo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zh-TW"/>
              <a:t>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
        <p:nvSpPr>
          <p:cNvPr id="5" name="文字版面配置區 4"/>
          <p:cNvSpPr>
            <a:spLocks noGrp="1"/>
          </p:cNvSpPr>
          <p:nvPr>
            <p:ph type="body" sz="quarter" idx="3"/>
          </p:nvPr>
        </p:nvSpPr>
        <p:spPr>
          <a:xfrm>
            <a:off x="4645025" y="1535113"/>
            <a:ext cx="4041775" cy="63976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zh-TW"/>
              <a:t>Edit Master text styles</a:t>
            </a:r>
          </a:p>
        </p:txBody>
      </p:sp>
      <p:sp>
        <p:nvSpPr>
          <p:cNvPr id="6" name="內容版面配置區 5"/>
          <p:cNvSpPr>
            <a:spLocks noGrp="1"/>
          </p:cNvSpPr>
          <p:nvPr>
            <p:ph sz="quarter" idx="4"/>
          </p:nvPr>
        </p:nvSpPr>
        <p:spPr>
          <a:xfrm>
            <a:off x="4645025" y="2174875"/>
            <a:ext cx="4041775" cy="3951288"/>
          </a:xfrm>
          <a:prstGeom prst="rect">
            <a:avLst/>
          </a:prstGeo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zh-TW"/>
              <a:t>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Tree>
    <p:extLst>
      <p:ext uri="{BB962C8B-B14F-4D97-AF65-F5344CB8AC3E}">
        <p14:creationId xmlns:p14="http://schemas.microsoft.com/office/powerpoint/2010/main" val="509743568"/>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showMasterSp="0" type="titleOnly" preserve="1">
  <p:cSld name="只有標題">
    <p:spTree>
      <p:nvGrpSpPr>
        <p:cNvPr id="1" name=""/>
        <p:cNvGrpSpPr/>
        <p:nvPr/>
      </p:nvGrpSpPr>
      <p:grpSpPr>
        <a:xfrm>
          <a:off x="0" y="0"/>
          <a:ext cx="0" cy="0"/>
          <a:chOff x="0" y="0"/>
          <a:chExt cx="0" cy="0"/>
        </a:xfrm>
      </p:grpSpPr>
      <p:sp>
        <p:nvSpPr>
          <p:cNvPr id="2" name="標題 1"/>
          <p:cNvSpPr>
            <a:spLocks noGrp="1"/>
          </p:cNvSpPr>
          <p:nvPr>
            <p:ph type="title"/>
          </p:nvPr>
        </p:nvSpPr>
        <p:spPr>
          <a:xfrm>
            <a:off x="457200" y="274638"/>
            <a:ext cx="8229600" cy="1143000"/>
          </a:xfrm>
          <a:prstGeom prst="rect">
            <a:avLst/>
          </a:prstGeom>
        </p:spPr>
        <p:txBody>
          <a:bodyPr/>
          <a:lstStyle/>
          <a:p>
            <a:r>
              <a:rPr lang="en-US" altLang="zh-TW"/>
              <a:t>Click to edit Master title style</a:t>
            </a:r>
            <a:endParaRPr lang="zh-TW" altLang="en-US"/>
          </a:p>
        </p:txBody>
      </p:sp>
    </p:spTree>
    <p:extLst>
      <p:ext uri="{BB962C8B-B14F-4D97-AF65-F5344CB8AC3E}">
        <p14:creationId xmlns:p14="http://schemas.microsoft.com/office/powerpoint/2010/main" val="789056735"/>
      </p:ext>
    </p:extLst>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showMasterSp="0" type="blank" preserve="1">
  <p:cSld name="空白">
    <p:spTree>
      <p:nvGrpSpPr>
        <p:cNvPr id="1" name=""/>
        <p:cNvGrpSpPr/>
        <p:nvPr/>
      </p:nvGrpSpPr>
      <p:grpSpPr>
        <a:xfrm>
          <a:off x="0" y="0"/>
          <a:ext cx="0" cy="0"/>
          <a:chOff x="0" y="0"/>
          <a:chExt cx="0" cy="0"/>
        </a:xfrm>
      </p:grpSpPr>
    </p:spTree>
    <p:extLst>
      <p:ext uri="{BB962C8B-B14F-4D97-AF65-F5344CB8AC3E}">
        <p14:creationId xmlns:p14="http://schemas.microsoft.com/office/powerpoint/2010/main" val="1391930316"/>
      </p:ext>
    </p:extLst>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showMasterSp="0" type="objTx" preserve="1">
  <p:cSld name="含標題的內容">
    <p:spTree>
      <p:nvGrpSpPr>
        <p:cNvPr id="1" name=""/>
        <p:cNvGrpSpPr/>
        <p:nvPr/>
      </p:nvGrpSpPr>
      <p:grpSpPr>
        <a:xfrm>
          <a:off x="0" y="0"/>
          <a:ext cx="0" cy="0"/>
          <a:chOff x="0" y="0"/>
          <a:chExt cx="0" cy="0"/>
        </a:xfrm>
      </p:grpSpPr>
      <p:sp>
        <p:nvSpPr>
          <p:cNvPr id="2" name="標題 1"/>
          <p:cNvSpPr>
            <a:spLocks noGrp="1"/>
          </p:cNvSpPr>
          <p:nvPr>
            <p:ph type="title"/>
          </p:nvPr>
        </p:nvSpPr>
        <p:spPr>
          <a:xfrm>
            <a:off x="457200" y="273050"/>
            <a:ext cx="3008313" cy="1162050"/>
          </a:xfrm>
          <a:prstGeom prst="rect">
            <a:avLst/>
          </a:prstGeom>
        </p:spPr>
        <p:txBody>
          <a:bodyPr anchor="b"/>
          <a:lstStyle>
            <a:lvl1pPr algn="l">
              <a:defRPr sz="2000" b="1"/>
            </a:lvl1pPr>
          </a:lstStyle>
          <a:p>
            <a:r>
              <a:rPr lang="en-US" altLang="zh-TW"/>
              <a:t>Click to edit Master title style</a:t>
            </a:r>
            <a:endParaRPr lang="zh-TW" altLang="en-US"/>
          </a:p>
        </p:txBody>
      </p:sp>
      <p:sp>
        <p:nvSpPr>
          <p:cNvPr id="3" name="內容版面配置區 2"/>
          <p:cNvSpPr>
            <a:spLocks noGrp="1"/>
          </p:cNvSpPr>
          <p:nvPr>
            <p:ph idx="1"/>
          </p:nvPr>
        </p:nvSpPr>
        <p:spPr>
          <a:xfrm>
            <a:off x="3575050" y="273050"/>
            <a:ext cx="5111750" cy="5853113"/>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ltLang="zh-TW"/>
              <a:t>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
        <p:nvSpPr>
          <p:cNvPr id="4" name="文字版面配置區 3"/>
          <p:cNvSpPr>
            <a:spLocks noGrp="1"/>
          </p:cNvSpPr>
          <p:nvPr>
            <p:ph type="body" sz="half" idx="2"/>
          </p:nvPr>
        </p:nvSpPr>
        <p:spPr>
          <a:xfrm>
            <a:off x="457200" y="1435100"/>
            <a:ext cx="3008313" cy="4691063"/>
          </a:xfrm>
          <a:prstGeom prst="rect">
            <a:avLst/>
          </a:prstGeo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zh-TW"/>
              <a:t>Edit Master text styles</a:t>
            </a:r>
          </a:p>
        </p:txBody>
      </p:sp>
    </p:spTree>
    <p:extLst>
      <p:ext uri="{BB962C8B-B14F-4D97-AF65-F5344CB8AC3E}">
        <p14:creationId xmlns:p14="http://schemas.microsoft.com/office/powerpoint/2010/main" val="786789785"/>
      </p:ext>
    </p:extLst>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showMasterSp="0" type="picTx" preserve="1">
  <p:cSld name="含標題的圖片">
    <p:spTree>
      <p:nvGrpSpPr>
        <p:cNvPr id="1" name=""/>
        <p:cNvGrpSpPr/>
        <p:nvPr/>
      </p:nvGrpSpPr>
      <p:grpSpPr>
        <a:xfrm>
          <a:off x="0" y="0"/>
          <a:ext cx="0" cy="0"/>
          <a:chOff x="0" y="0"/>
          <a:chExt cx="0" cy="0"/>
        </a:xfrm>
      </p:grpSpPr>
      <p:sp>
        <p:nvSpPr>
          <p:cNvPr id="2" name="標題 1"/>
          <p:cNvSpPr>
            <a:spLocks noGrp="1"/>
          </p:cNvSpPr>
          <p:nvPr>
            <p:ph type="title"/>
          </p:nvPr>
        </p:nvSpPr>
        <p:spPr>
          <a:xfrm>
            <a:off x="1792288" y="4800600"/>
            <a:ext cx="5486400" cy="566738"/>
          </a:xfrm>
          <a:prstGeom prst="rect">
            <a:avLst/>
          </a:prstGeom>
        </p:spPr>
        <p:txBody>
          <a:bodyPr anchor="b"/>
          <a:lstStyle>
            <a:lvl1pPr algn="l">
              <a:defRPr sz="2000" b="1"/>
            </a:lvl1pPr>
          </a:lstStyle>
          <a:p>
            <a:r>
              <a:rPr lang="en-US" altLang="zh-TW"/>
              <a:t>Click to edit Master title style</a:t>
            </a:r>
            <a:endParaRPr lang="zh-TW" altLang="en-US"/>
          </a:p>
        </p:txBody>
      </p:sp>
      <p:sp>
        <p:nvSpPr>
          <p:cNvPr id="3" name="圖片版面配置區 2"/>
          <p:cNvSpPr>
            <a:spLocks noGrp="1"/>
          </p:cNvSpPr>
          <p:nvPr>
            <p:ph type="pic" idx="1"/>
          </p:nvPr>
        </p:nvSpPr>
        <p:spPr>
          <a:xfrm>
            <a:off x="1792288" y="612775"/>
            <a:ext cx="5486400" cy="4114800"/>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en-US" altLang="zh-TW" noProof="0"/>
              <a:t>Click icon to add picture</a:t>
            </a:r>
            <a:endParaRPr lang="zh-TW" altLang="en-US" noProof="0"/>
          </a:p>
        </p:txBody>
      </p:sp>
      <p:sp>
        <p:nvSpPr>
          <p:cNvPr id="4" name="文字版面配置區 3"/>
          <p:cNvSpPr>
            <a:spLocks noGrp="1"/>
          </p:cNvSpPr>
          <p:nvPr>
            <p:ph type="body" sz="half" idx="2"/>
          </p:nvPr>
        </p:nvSpPr>
        <p:spPr>
          <a:xfrm>
            <a:off x="1792288" y="5367338"/>
            <a:ext cx="5486400" cy="804862"/>
          </a:xfrm>
          <a:prstGeom prst="rect">
            <a:avLst/>
          </a:prstGeo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zh-TW"/>
              <a:t>Edit Master text styles</a:t>
            </a:r>
          </a:p>
        </p:txBody>
      </p:sp>
    </p:spTree>
    <p:extLst>
      <p:ext uri="{BB962C8B-B14F-4D97-AF65-F5344CB8AC3E}">
        <p14:creationId xmlns:p14="http://schemas.microsoft.com/office/powerpoint/2010/main" val="642787961"/>
      </p:ext>
    </p:extLst>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showMasterSp="0" type="vertTx" preserve="1">
  <p:cSld name="標題及直排文字">
    <p:spTree>
      <p:nvGrpSpPr>
        <p:cNvPr id="1" name=""/>
        <p:cNvGrpSpPr/>
        <p:nvPr/>
      </p:nvGrpSpPr>
      <p:grpSpPr>
        <a:xfrm>
          <a:off x="0" y="0"/>
          <a:ext cx="0" cy="0"/>
          <a:chOff x="0" y="0"/>
          <a:chExt cx="0" cy="0"/>
        </a:xfrm>
      </p:grpSpPr>
      <p:sp>
        <p:nvSpPr>
          <p:cNvPr id="2" name="標題 1"/>
          <p:cNvSpPr>
            <a:spLocks noGrp="1"/>
          </p:cNvSpPr>
          <p:nvPr>
            <p:ph type="title"/>
          </p:nvPr>
        </p:nvSpPr>
        <p:spPr>
          <a:xfrm>
            <a:off x="457200" y="274638"/>
            <a:ext cx="8229600" cy="1143000"/>
          </a:xfrm>
          <a:prstGeom prst="rect">
            <a:avLst/>
          </a:prstGeom>
        </p:spPr>
        <p:txBody>
          <a:bodyPr/>
          <a:lstStyle/>
          <a:p>
            <a:r>
              <a:rPr lang="en-US" altLang="zh-TW"/>
              <a:t>Click to edit Master title style</a:t>
            </a:r>
            <a:endParaRPr lang="zh-TW" altLang="en-US"/>
          </a:p>
        </p:txBody>
      </p:sp>
      <p:sp>
        <p:nvSpPr>
          <p:cNvPr id="3" name="直排文字版面配置區 2"/>
          <p:cNvSpPr>
            <a:spLocks noGrp="1"/>
          </p:cNvSpPr>
          <p:nvPr>
            <p:ph type="body" orient="vert" idx="1"/>
          </p:nvPr>
        </p:nvSpPr>
        <p:spPr>
          <a:xfrm>
            <a:off x="457200" y="1600200"/>
            <a:ext cx="8229600" cy="4525963"/>
          </a:xfrm>
          <a:prstGeom prst="rect">
            <a:avLst/>
          </a:prstGeom>
        </p:spPr>
        <p:txBody>
          <a:bodyPr vert="eaVert"/>
          <a:lstStyle/>
          <a:p>
            <a:pPr lvl="0"/>
            <a:r>
              <a:rPr lang="en-US" altLang="zh-TW"/>
              <a:t>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Tree>
    <p:extLst>
      <p:ext uri="{BB962C8B-B14F-4D97-AF65-F5344CB8AC3E}">
        <p14:creationId xmlns:p14="http://schemas.microsoft.com/office/powerpoint/2010/main" val="861667938"/>
      </p:ext>
    </p:extLst>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showMasterSp="0" type="vertTitleAndTx" preserve="1">
  <p:cSld name="直排標題及文字">
    <p:spTree>
      <p:nvGrpSpPr>
        <p:cNvPr id="1" name=""/>
        <p:cNvGrpSpPr/>
        <p:nvPr/>
      </p:nvGrpSpPr>
      <p:grpSpPr>
        <a:xfrm>
          <a:off x="0" y="0"/>
          <a:ext cx="0" cy="0"/>
          <a:chOff x="0" y="0"/>
          <a:chExt cx="0" cy="0"/>
        </a:xfrm>
      </p:grpSpPr>
      <p:sp>
        <p:nvSpPr>
          <p:cNvPr id="2" name="直排標題 1"/>
          <p:cNvSpPr>
            <a:spLocks noGrp="1"/>
          </p:cNvSpPr>
          <p:nvPr>
            <p:ph type="title" orient="vert"/>
          </p:nvPr>
        </p:nvSpPr>
        <p:spPr>
          <a:xfrm>
            <a:off x="6629400" y="274638"/>
            <a:ext cx="2057400" cy="5851525"/>
          </a:xfrm>
          <a:prstGeom prst="rect">
            <a:avLst/>
          </a:prstGeom>
        </p:spPr>
        <p:txBody>
          <a:bodyPr vert="eaVert"/>
          <a:lstStyle/>
          <a:p>
            <a:r>
              <a:rPr lang="en-US" altLang="zh-TW"/>
              <a:t>Click to edit Master title style</a:t>
            </a:r>
            <a:endParaRPr lang="zh-TW" altLang="en-US"/>
          </a:p>
        </p:txBody>
      </p:sp>
      <p:sp>
        <p:nvSpPr>
          <p:cNvPr id="3" name="直排文字版面配置區 2"/>
          <p:cNvSpPr>
            <a:spLocks noGrp="1"/>
          </p:cNvSpPr>
          <p:nvPr>
            <p:ph type="body" orient="vert" idx="1"/>
          </p:nvPr>
        </p:nvSpPr>
        <p:spPr>
          <a:xfrm>
            <a:off x="457200" y="274638"/>
            <a:ext cx="6019800" cy="5851525"/>
          </a:xfrm>
          <a:prstGeom prst="rect">
            <a:avLst/>
          </a:prstGeom>
        </p:spPr>
        <p:txBody>
          <a:bodyPr vert="eaVert"/>
          <a:lstStyle/>
          <a:p>
            <a:pPr lvl="0"/>
            <a:r>
              <a:rPr lang="en-US" altLang="zh-TW"/>
              <a:t>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Tree>
    <p:extLst>
      <p:ext uri="{BB962C8B-B14F-4D97-AF65-F5344CB8AC3E}">
        <p14:creationId xmlns:p14="http://schemas.microsoft.com/office/powerpoint/2010/main" val="1849914703"/>
      </p:ext>
    </p:extLst>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pic>
        <p:nvPicPr>
          <p:cNvPr id="8" name="Picture 7" descr="Droplets-SD-Title-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6858000"/>
          </a:xfrm>
          <a:prstGeom prst="rect">
            <a:avLst/>
          </a:prstGeom>
        </p:spPr>
      </p:pic>
      <p:sp>
        <p:nvSpPr>
          <p:cNvPr id="2" name="Title 1"/>
          <p:cNvSpPr>
            <a:spLocks noGrp="1"/>
          </p:cNvSpPr>
          <p:nvPr>
            <p:ph type="ctrTitle"/>
          </p:nvPr>
        </p:nvSpPr>
        <p:spPr>
          <a:xfrm>
            <a:off x="1313259" y="1300786"/>
            <a:ext cx="6517482" cy="2509213"/>
          </a:xfrm>
        </p:spPr>
        <p:txBody>
          <a:bodyPr anchor="b">
            <a:normAutofit/>
          </a:bodyPr>
          <a:lstStyle>
            <a:lvl1pPr algn="ctr">
              <a:defRPr sz="4800"/>
            </a:lvl1pPr>
          </a:lstStyle>
          <a:p>
            <a:r>
              <a:rPr lang="en-US"/>
              <a:t>Click to edit Master title style</a:t>
            </a:r>
            <a:endParaRPr lang="en-US" dirty="0"/>
          </a:p>
        </p:txBody>
      </p:sp>
      <p:sp>
        <p:nvSpPr>
          <p:cNvPr id="3" name="Subtitle 2"/>
          <p:cNvSpPr>
            <a:spLocks noGrp="1"/>
          </p:cNvSpPr>
          <p:nvPr>
            <p:ph type="subTitle" idx="1"/>
          </p:nvPr>
        </p:nvSpPr>
        <p:spPr>
          <a:xfrm>
            <a:off x="1313259" y="3886201"/>
            <a:ext cx="6517482" cy="1371599"/>
          </a:xfrm>
        </p:spPr>
        <p:txBody>
          <a:bodyPr>
            <a:normAutofit/>
          </a:bodyPr>
          <a:lstStyle>
            <a:lvl1pPr marL="0" indent="0" algn="ctr">
              <a:buNone/>
              <a:defRPr sz="2200">
                <a:solidFill>
                  <a:schemeClr val="bg1">
                    <a:lumMod val="50000"/>
                  </a:schemeClr>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pPr>
              <a:defRPr/>
            </a:pPr>
            <a:fld id="{51752509-2F43-4E42-9C46-F67640C7B1B0}" type="datetime4">
              <a:rPr lang="en-US" altLang="en-US" smtClean="0"/>
              <a:t>March 21, 2024</a:t>
            </a:fld>
            <a:endParaRPr lang="en-US" altLang="en-US"/>
          </a:p>
        </p:txBody>
      </p:sp>
      <p:sp>
        <p:nvSpPr>
          <p:cNvPr id="5" name="Footer Placeholder 4"/>
          <p:cNvSpPr>
            <a:spLocks noGrp="1"/>
          </p:cNvSpPr>
          <p:nvPr>
            <p:ph type="ftr" sz="quarter" idx="11"/>
          </p:nvPr>
        </p:nvSpPr>
        <p:spPr/>
        <p:txBody>
          <a:bodyPr/>
          <a:lstStyle/>
          <a:p>
            <a:pPr>
              <a:defRPr/>
            </a:pPr>
            <a:endParaRPr lang="en-US" altLang="en-US"/>
          </a:p>
        </p:txBody>
      </p:sp>
      <p:sp>
        <p:nvSpPr>
          <p:cNvPr id="6" name="Slide Number Placeholder 5"/>
          <p:cNvSpPr>
            <a:spLocks noGrp="1"/>
          </p:cNvSpPr>
          <p:nvPr>
            <p:ph type="sldNum" sz="quarter" idx="12"/>
          </p:nvPr>
        </p:nvSpPr>
        <p:spPr/>
        <p:txBody>
          <a:bodyPr/>
          <a:lstStyle/>
          <a:p>
            <a:fld id="{6D22F896-40B5-4ADD-8801-0D06FADFA095}" type="slidenum">
              <a:rPr lang="en-US" dirty="0"/>
              <a:t>‹#›</a:t>
            </a:fld>
            <a:endParaRPr lang="en-US" dirty="0"/>
          </a:p>
        </p:txBody>
      </p:sp>
    </p:spTree>
    <p:extLst>
      <p:ext uri="{BB962C8B-B14F-4D97-AF65-F5344CB8AC3E}">
        <p14:creationId xmlns:p14="http://schemas.microsoft.com/office/powerpoint/2010/main" val="2296434663"/>
      </p:ext>
    </p:extLst>
  </p:cSld>
  <p:clrMapOvr>
    <a:masterClrMapping/>
  </p:clrMapOvr>
  <p:transition>
    <p:random/>
  </p:transition>
</p:sldLayout>
</file>

<file path=ppt/slideLayouts/slideLayout71.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pic>
        <p:nvPicPr>
          <p:cNvPr id="7" name="Picture 6" descr="Droplets-S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6858000"/>
          </a:xfrm>
          <a:prstGeom prst="rect">
            <a:avLst/>
          </a:prstGeom>
        </p:spPr>
      </p:pic>
      <p:sp>
        <p:nvSpPr>
          <p:cNvPr id="2" name="Title 1"/>
          <p:cNvSpPr>
            <a:spLocks noGrp="1"/>
          </p:cNvSpPr>
          <p:nvPr>
            <p:ph type="title"/>
          </p:nvPr>
        </p:nvSpPr>
        <p:spPr/>
        <p:txBody>
          <a:bodyPr/>
          <a:lstStyle/>
          <a:p>
            <a:r>
              <a:rPr lang="en-US"/>
              <a:t>Click to edit Master title style</a:t>
            </a:r>
            <a:endParaRPr lang="en-US" dirty="0"/>
          </a:p>
        </p:txBody>
      </p:sp>
      <p:sp>
        <p:nvSpPr>
          <p:cNvPr id="12" name="Content Placeholder 2"/>
          <p:cNvSpPr>
            <a:spLocks noGrp="1"/>
          </p:cNvSpPr>
          <p:nvPr>
            <p:ph sz="quarter" idx="13"/>
          </p:nvPr>
        </p:nvSpPr>
        <p:spPr>
          <a:xfrm>
            <a:off x="685330" y="2367093"/>
            <a:ext cx="7772870" cy="342410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pPr>
              <a:defRPr/>
            </a:pPr>
            <a:fld id="{FF5480F7-A01B-4497-9686-67728E872290}" type="datetime4">
              <a:rPr lang="en-US" altLang="en-US" smtClean="0"/>
              <a:t>March 21, 2024</a:t>
            </a:fld>
            <a:endParaRPr lang="en-US" altLang="en-US"/>
          </a:p>
        </p:txBody>
      </p:sp>
      <p:sp>
        <p:nvSpPr>
          <p:cNvPr id="5" name="Footer Placeholder 4"/>
          <p:cNvSpPr>
            <a:spLocks noGrp="1"/>
          </p:cNvSpPr>
          <p:nvPr>
            <p:ph type="ftr" sz="quarter" idx="11"/>
          </p:nvPr>
        </p:nvSpPr>
        <p:spPr/>
        <p:txBody>
          <a:bodyPr/>
          <a:lstStyle/>
          <a:p>
            <a:pPr>
              <a:defRPr/>
            </a:pPr>
            <a:endParaRPr lang="en-US" altLang="en-US"/>
          </a:p>
        </p:txBody>
      </p:sp>
      <p:sp>
        <p:nvSpPr>
          <p:cNvPr id="6" name="Slide Number Placeholder 5"/>
          <p:cNvSpPr>
            <a:spLocks noGrp="1"/>
          </p:cNvSpPr>
          <p:nvPr>
            <p:ph type="sldNum" sz="quarter" idx="12"/>
          </p:nvPr>
        </p:nvSpPr>
        <p:spPr/>
        <p:txBody>
          <a:bodyPr/>
          <a:lstStyle/>
          <a:p>
            <a:pPr>
              <a:defRPr/>
            </a:pPr>
            <a:fld id="{EAC1E9C5-179F-49B5-A20B-74BA07190DB8}" type="slidenum">
              <a:rPr lang="en-US" altLang="en-US" smtClean="0"/>
              <a:pPr>
                <a:defRPr/>
              </a:pPr>
              <a:t>‹#›</a:t>
            </a:fld>
            <a:endParaRPr lang="en-US" altLang="en-US"/>
          </a:p>
        </p:txBody>
      </p:sp>
    </p:spTree>
    <p:extLst>
      <p:ext uri="{BB962C8B-B14F-4D97-AF65-F5344CB8AC3E}">
        <p14:creationId xmlns:p14="http://schemas.microsoft.com/office/powerpoint/2010/main" val="2312415276"/>
      </p:ext>
    </p:extLst>
  </p:cSld>
  <p:clrMapOvr>
    <a:masterClrMapping/>
  </p:clrMapOvr>
  <p:hf hdr="0" ftr="0"/>
</p:sldLayout>
</file>

<file path=ppt/slideLayouts/slideLayout72.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pic>
        <p:nvPicPr>
          <p:cNvPr id="8" name="Picture 7" descr="Droplets-S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6858000"/>
          </a:xfrm>
          <a:prstGeom prst="rect">
            <a:avLst/>
          </a:prstGeom>
        </p:spPr>
      </p:pic>
      <p:sp>
        <p:nvSpPr>
          <p:cNvPr id="2" name="Title 1"/>
          <p:cNvSpPr>
            <a:spLocks noGrp="1"/>
          </p:cNvSpPr>
          <p:nvPr>
            <p:ph type="title"/>
          </p:nvPr>
        </p:nvSpPr>
        <p:spPr>
          <a:xfrm>
            <a:off x="685331" y="828564"/>
            <a:ext cx="7763814" cy="2736819"/>
          </a:xfrm>
        </p:spPr>
        <p:txBody>
          <a:bodyPr anchor="b">
            <a:normAutofit/>
          </a:bodyPr>
          <a:lstStyle>
            <a:lvl1pPr>
              <a:defRPr sz="4000"/>
            </a:lvl1pPr>
          </a:lstStyle>
          <a:p>
            <a:r>
              <a:rPr lang="en-US"/>
              <a:t>Click to edit Master title style</a:t>
            </a:r>
            <a:endParaRPr lang="en-US" dirty="0"/>
          </a:p>
        </p:txBody>
      </p:sp>
      <p:sp>
        <p:nvSpPr>
          <p:cNvPr id="3" name="Text Placeholder 2"/>
          <p:cNvSpPr>
            <a:spLocks noGrp="1"/>
          </p:cNvSpPr>
          <p:nvPr>
            <p:ph type="body" idx="1"/>
          </p:nvPr>
        </p:nvSpPr>
        <p:spPr>
          <a:xfrm>
            <a:off x="685331" y="3657458"/>
            <a:ext cx="7763814" cy="1368183"/>
          </a:xfrm>
        </p:spPr>
        <p:txBody>
          <a:bodyPr>
            <a:normAutofit/>
          </a:bodyPr>
          <a:lstStyle>
            <a:lvl1pPr marL="0" indent="0" algn="ctr">
              <a:buNone/>
              <a:defRPr sz="2000">
                <a:solidFill>
                  <a:schemeClr val="bg1">
                    <a:lumMod val="50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pPr>
              <a:defRPr/>
            </a:pPr>
            <a:fld id="{BCD013CE-67C9-4988-A823-7D0EB71D023D}" type="datetime4">
              <a:rPr lang="en-US" altLang="en-US" smtClean="0"/>
              <a:t>March 21, 2024</a:t>
            </a:fld>
            <a:endParaRPr lang="en-US" altLang="en-US"/>
          </a:p>
        </p:txBody>
      </p:sp>
      <p:sp>
        <p:nvSpPr>
          <p:cNvPr id="5" name="Footer Placeholder 4"/>
          <p:cNvSpPr>
            <a:spLocks noGrp="1"/>
          </p:cNvSpPr>
          <p:nvPr>
            <p:ph type="ftr" sz="quarter" idx="11"/>
          </p:nvPr>
        </p:nvSpPr>
        <p:spPr/>
        <p:txBody>
          <a:bodyPr/>
          <a:lstStyle/>
          <a:p>
            <a:pPr>
              <a:defRPr/>
            </a:pPr>
            <a:endParaRPr lang="en-US" altLang="en-US"/>
          </a:p>
        </p:txBody>
      </p:sp>
      <p:sp>
        <p:nvSpPr>
          <p:cNvPr id="6" name="Slide Number Placeholder 5"/>
          <p:cNvSpPr>
            <a:spLocks noGrp="1"/>
          </p:cNvSpPr>
          <p:nvPr>
            <p:ph type="sldNum" sz="quarter" idx="12"/>
          </p:nvPr>
        </p:nvSpPr>
        <p:spPr/>
        <p:txBody>
          <a:bodyPr/>
          <a:lstStyle/>
          <a:p>
            <a:pPr>
              <a:defRPr/>
            </a:pPr>
            <a:fld id="{04D8FD4F-45E7-4072-8800-E1C10689F0F2}" type="slidenum">
              <a:rPr lang="en-US" altLang="en-US" smtClean="0"/>
              <a:pPr>
                <a:defRPr/>
              </a:pPr>
              <a:t>‹#›</a:t>
            </a:fld>
            <a:endParaRPr lang="en-US" altLang="en-US"/>
          </a:p>
        </p:txBody>
      </p:sp>
    </p:spTree>
    <p:extLst>
      <p:ext uri="{BB962C8B-B14F-4D97-AF65-F5344CB8AC3E}">
        <p14:creationId xmlns:p14="http://schemas.microsoft.com/office/powerpoint/2010/main" val="3270420518"/>
      </p:ext>
    </p:extLst>
  </p:cSld>
  <p:clrMapOvr>
    <a:masterClrMapping/>
  </p:clrMapOvr>
  <p:transition>
    <p:random/>
  </p:transition>
</p:sldLayout>
</file>

<file path=ppt/slideLayouts/slideLayout73.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pic>
        <p:nvPicPr>
          <p:cNvPr id="9" name="Picture 8" descr="Droplets-S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6858000"/>
          </a:xfrm>
          <a:prstGeom prst="rect">
            <a:avLst/>
          </a:prstGeom>
        </p:spPr>
      </p:pic>
      <p:sp>
        <p:nvSpPr>
          <p:cNvPr id="14" name="Title 1"/>
          <p:cNvSpPr>
            <a:spLocks noGrp="1"/>
          </p:cNvSpPr>
          <p:nvPr>
            <p:ph type="title"/>
          </p:nvPr>
        </p:nvSpPr>
        <p:spPr>
          <a:xfrm>
            <a:off x="685332" y="618518"/>
            <a:ext cx="7773338" cy="1596177"/>
          </a:xfrm>
        </p:spPr>
        <p:txBody>
          <a:bodyPr/>
          <a:lstStyle/>
          <a:p>
            <a:r>
              <a:rPr lang="en-US"/>
              <a:t>Click to edit Master title style</a:t>
            </a:r>
            <a:endParaRPr lang="en-US" dirty="0"/>
          </a:p>
        </p:txBody>
      </p:sp>
      <p:sp>
        <p:nvSpPr>
          <p:cNvPr id="12" name="Content Placeholder 2"/>
          <p:cNvSpPr>
            <a:spLocks noGrp="1"/>
          </p:cNvSpPr>
          <p:nvPr>
            <p:ph sz="quarter" idx="13"/>
          </p:nvPr>
        </p:nvSpPr>
        <p:spPr>
          <a:xfrm>
            <a:off x="685330" y="2367093"/>
            <a:ext cx="3829520" cy="342410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3"/>
          <p:cNvSpPr>
            <a:spLocks noGrp="1"/>
          </p:cNvSpPr>
          <p:nvPr>
            <p:ph sz="quarter" idx="14"/>
          </p:nvPr>
        </p:nvSpPr>
        <p:spPr>
          <a:xfrm>
            <a:off x="4629150" y="2367093"/>
            <a:ext cx="3829050" cy="342410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pPr>
              <a:defRPr/>
            </a:pPr>
            <a:fld id="{FF5480F7-A01B-4497-9686-67728E872290}" type="datetime4">
              <a:rPr lang="en-US" altLang="en-US" smtClean="0"/>
              <a:t>March 21, 2024</a:t>
            </a:fld>
            <a:endParaRPr lang="en-US" altLang="en-US"/>
          </a:p>
        </p:txBody>
      </p:sp>
      <p:sp>
        <p:nvSpPr>
          <p:cNvPr id="6" name="Footer Placeholder 5"/>
          <p:cNvSpPr>
            <a:spLocks noGrp="1"/>
          </p:cNvSpPr>
          <p:nvPr>
            <p:ph type="ftr" sz="quarter" idx="11"/>
          </p:nvPr>
        </p:nvSpPr>
        <p:spPr/>
        <p:txBody>
          <a:bodyPr/>
          <a:lstStyle/>
          <a:p>
            <a:pPr>
              <a:defRPr/>
            </a:pPr>
            <a:endParaRPr lang="en-US" altLang="en-US"/>
          </a:p>
        </p:txBody>
      </p:sp>
      <p:sp>
        <p:nvSpPr>
          <p:cNvPr id="7" name="Slide Number Placeholder 6"/>
          <p:cNvSpPr>
            <a:spLocks noGrp="1"/>
          </p:cNvSpPr>
          <p:nvPr>
            <p:ph type="sldNum" sz="quarter" idx="12"/>
          </p:nvPr>
        </p:nvSpPr>
        <p:spPr/>
        <p:txBody>
          <a:bodyPr/>
          <a:lstStyle/>
          <a:p>
            <a:pPr>
              <a:defRPr/>
            </a:pPr>
            <a:fld id="{EAC1E9C5-179F-49B5-A20B-74BA07190DB8}" type="slidenum">
              <a:rPr lang="en-US" altLang="en-US" smtClean="0"/>
              <a:pPr>
                <a:defRPr/>
              </a:pPr>
              <a:t>‹#›</a:t>
            </a:fld>
            <a:endParaRPr lang="en-US" altLang="en-US"/>
          </a:p>
        </p:txBody>
      </p:sp>
    </p:spTree>
    <p:extLst>
      <p:ext uri="{BB962C8B-B14F-4D97-AF65-F5344CB8AC3E}">
        <p14:creationId xmlns:p14="http://schemas.microsoft.com/office/powerpoint/2010/main" val="4262612416"/>
      </p:ext>
    </p:extLst>
  </p:cSld>
  <p:clrMapOvr>
    <a:masterClrMapping/>
  </p:clrMapOvr>
  <p:hf hdr="0" ftr="0"/>
</p:sldLayout>
</file>

<file path=ppt/slideLayouts/slideLayout74.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pic>
        <p:nvPicPr>
          <p:cNvPr id="11" name="Picture 10" descr="Droplets-S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6858000"/>
          </a:xfrm>
          <a:prstGeom prst="rect">
            <a:avLst/>
          </a:prstGeom>
        </p:spPr>
      </p:pic>
      <p:sp>
        <p:nvSpPr>
          <p:cNvPr id="14" name="Title 1"/>
          <p:cNvSpPr>
            <a:spLocks noGrp="1"/>
          </p:cNvSpPr>
          <p:nvPr>
            <p:ph type="title"/>
          </p:nvPr>
        </p:nvSpPr>
        <p:spPr>
          <a:xfrm>
            <a:off x="685332" y="618518"/>
            <a:ext cx="7773338" cy="1596177"/>
          </a:xfrm>
        </p:spPr>
        <p:txBody>
          <a:bodyPr/>
          <a:lstStyle/>
          <a:p>
            <a:r>
              <a:rPr lang="en-US"/>
              <a:t>Click to edit Master title style</a:t>
            </a:r>
            <a:endParaRPr lang="en-US" dirty="0"/>
          </a:p>
        </p:txBody>
      </p:sp>
      <p:sp>
        <p:nvSpPr>
          <p:cNvPr id="3" name="Text Placeholder 2"/>
          <p:cNvSpPr>
            <a:spLocks noGrp="1"/>
          </p:cNvSpPr>
          <p:nvPr>
            <p:ph type="body" idx="1"/>
          </p:nvPr>
        </p:nvSpPr>
        <p:spPr>
          <a:xfrm>
            <a:off x="859746" y="2371018"/>
            <a:ext cx="3655106" cy="679994"/>
          </a:xfrm>
        </p:spPr>
        <p:txBody>
          <a:bodyPr anchor="b">
            <a:noAutofit/>
          </a:bodyPr>
          <a:lstStyle>
            <a:lvl1pPr marL="0" indent="0">
              <a:lnSpc>
                <a:spcPct val="75000"/>
              </a:lnSpc>
              <a:buNone/>
              <a:defRPr sz="26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2" name="Content Placeholder 3"/>
          <p:cNvSpPr>
            <a:spLocks noGrp="1"/>
          </p:cNvSpPr>
          <p:nvPr>
            <p:ph sz="quarter" idx="13"/>
          </p:nvPr>
        </p:nvSpPr>
        <p:spPr>
          <a:xfrm>
            <a:off x="685331" y="3051013"/>
            <a:ext cx="3829520" cy="274018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797317" y="2371018"/>
            <a:ext cx="3661353" cy="679994"/>
          </a:xfrm>
        </p:spPr>
        <p:txBody>
          <a:bodyPr anchor="b">
            <a:noAutofit/>
          </a:bodyPr>
          <a:lstStyle>
            <a:lvl1pPr marL="0" indent="0">
              <a:lnSpc>
                <a:spcPct val="75000"/>
              </a:lnSpc>
              <a:buNone/>
              <a:defRPr sz="26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3" name="Content Placeholder 5"/>
          <p:cNvSpPr>
            <a:spLocks noGrp="1"/>
          </p:cNvSpPr>
          <p:nvPr>
            <p:ph sz="quarter" idx="14"/>
          </p:nvPr>
        </p:nvSpPr>
        <p:spPr>
          <a:xfrm>
            <a:off x="4629150" y="3051013"/>
            <a:ext cx="3829051" cy="274018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pPr>
              <a:defRPr/>
            </a:pPr>
            <a:fld id="{FF5480F7-A01B-4497-9686-67728E872290}" type="datetime4">
              <a:rPr lang="en-US" altLang="en-US" smtClean="0"/>
              <a:t>March 21, 2024</a:t>
            </a:fld>
            <a:endParaRPr lang="en-US" altLang="en-US"/>
          </a:p>
        </p:txBody>
      </p:sp>
      <p:sp>
        <p:nvSpPr>
          <p:cNvPr id="8" name="Footer Placeholder 7"/>
          <p:cNvSpPr>
            <a:spLocks noGrp="1"/>
          </p:cNvSpPr>
          <p:nvPr>
            <p:ph type="ftr" sz="quarter" idx="11"/>
          </p:nvPr>
        </p:nvSpPr>
        <p:spPr/>
        <p:txBody>
          <a:bodyPr/>
          <a:lstStyle/>
          <a:p>
            <a:pPr>
              <a:defRPr/>
            </a:pPr>
            <a:endParaRPr lang="en-US" altLang="en-US"/>
          </a:p>
        </p:txBody>
      </p:sp>
      <p:sp>
        <p:nvSpPr>
          <p:cNvPr id="9" name="Slide Number Placeholder 8"/>
          <p:cNvSpPr>
            <a:spLocks noGrp="1"/>
          </p:cNvSpPr>
          <p:nvPr>
            <p:ph type="sldNum" sz="quarter" idx="12"/>
          </p:nvPr>
        </p:nvSpPr>
        <p:spPr/>
        <p:txBody>
          <a:bodyPr/>
          <a:lstStyle/>
          <a:p>
            <a:pPr>
              <a:defRPr/>
            </a:pPr>
            <a:fld id="{EAC1E9C5-179F-49B5-A20B-74BA07190DB8}" type="slidenum">
              <a:rPr lang="en-US" altLang="en-US" smtClean="0"/>
              <a:pPr>
                <a:defRPr/>
              </a:pPr>
              <a:t>‹#›</a:t>
            </a:fld>
            <a:endParaRPr lang="en-US" altLang="en-US"/>
          </a:p>
        </p:txBody>
      </p:sp>
    </p:spTree>
    <p:extLst>
      <p:ext uri="{BB962C8B-B14F-4D97-AF65-F5344CB8AC3E}">
        <p14:creationId xmlns:p14="http://schemas.microsoft.com/office/powerpoint/2010/main" val="3328461537"/>
      </p:ext>
    </p:extLst>
  </p:cSld>
  <p:clrMapOvr>
    <a:masterClrMapping/>
  </p:clrMapOvr>
  <p:hf hdr="0" ftr="0"/>
</p:sldLayout>
</file>

<file path=ppt/slideLayouts/slideLayout7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pic>
        <p:nvPicPr>
          <p:cNvPr id="7" name="Picture 6" descr="Droplets-S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6858000"/>
          </a:xfrm>
          <a:prstGeom prst="rect">
            <a:avLst/>
          </a:prstGeom>
        </p:spPr>
      </p:pic>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pPr>
              <a:defRPr/>
            </a:pPr>
            <a:fld id="{3A100575-81D0-4836-BDA5-88ECA2DF1A30}" type="datetime4">
              <a:rPr lang="en-US" altLang="en-US" smtClean="0"/>
              <a:t>March 21, 2024</a:t>
            </a:fld>
            <a:endParaRPr lang="en-US" altLang="en-US"/>
          </a:p>
        </p:txBody>
      </p:sp>
      <p:sp>
        <p:nvSpPr>
          <p:cNvPr id="4" name="Footer Placeholder 3"/>
          <p:cNvSpPr>
            <a:spLocks noGrp="1"/>
          </p:cNvSpPr>
          <p:nvPr>
            <p:ph type="ftr" sz="quarter" idx="11"/>
          </p:nvPr>
        </p:nvSpPr>
        <p:spPr/>
        <p:txBody>
          <a:bodyPr/>
          <a:lstStyle/>
          <a:p>
            <a:pPr>
              <a:defRPr/>
            </a:pPr>
            <a:endParaRPr lang="en-US" altLang="en-US"/>
          </a:p>
        </p:txBody>
      </p:sp>
      <p:sp>
        <p:nvSpPr>
          <p:cNvPr id="5" name="Slide Number Placeholder 4"/>
          <p:cNvSpPr>
            <a:spLocks noGrp="1"/>
          </p:cNvSpPr>
          <p:nvPr>
            <p:ph type="sldNum" sz="quarter" idx="12"/>
          </p:nvPr>
        </p:nvSpPr>
        <p:spPr/>
        <p:txBody>
          <a:bodyPr/>
          <a:lstStyle/>
          <a:p>
            <a:pPr>
              <a:defRPr/>
            </a:pPr>
            <a:fld id="{F02FF4ED-2B23-4CC6-834A-FCFA22AF88CD}" type="slidenum">
              <a:rPr lang="en-US" altLang="en-US" smtClean="0"/>
              <a:pPr>
                <a:defRPr/>
              </a:pPr>
              <a:t>‹#›</a:t>
            </a:fld>
            <a:endParaRPr lang="en-US" altLang="en-US"/>
          </a:p>
        </p:txBody>
      </p:sp>
    </p:spTree>
    <p:extLst>
      <p:ext uri="{BB962C8B-B14F-4D97-AF65-F5344CB8AC3E}">
        <p14:creationId xmlns:p14="http://schemas.microsoft.com/office/powerpoint/2010/main" val="811284896"/>
      </p:ext>
    </p:extLst>
  </p:cSld>
  <p:clrMapOvr>
    <a:masterClrMapping/>
  </p:clrMapOvr>
  <p:transition>
    <p:random/>
  </p:transition>
</p:sldLayout>
</file>

<file path=ppt/slideLayouts/slideLayout76.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pic>
        <p:nvPicPr>
          <p:cNvPr id="6" name="Picture 5" descr="Droplets-S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6858000"/>
          </a:xfrm>
          <a:prstGeom prst="rect">
            <a:avLst/>
          </a:prstGeom>
        </p:spPr>
      </p:pic>
      <p:sp>
        <p:nvSpPr>
          <p:cNvPr id="2" name="Date Placeholder 1"/>
          <p:cNvSpPr>
            <a:spLocks noGrp="1"/>
          </p:cNvSpPr>
          <p:nvPr>
            <p:ph type="dt" sz="half" idx="10"/>
          </p:nvPr>
        </p:nvSpPr>
        <p:spPr/>
        <p:txBody>
          <a:bodyPr/>
          <a:lstStyle/>
          <a:p>
            <a:pPr>
              <a:defRPr/>
            </a:pPr>
            <a:fld id="{8FC35119-4326-4B12-8C41-028122D81B5B}" type="datetime4">
              <a:rPr lang="en-US" altLang="en-US" smtClean="0"/>
              <a:t>March 21, 2024</a:t>
            </a:fld>
            <a:endParaRPr lang="en-US" altLang="en-US"/>
          </a:p>
        </p:txBody>
      </p:sp>
      <p:sp>
        <p:nvSpPr>
          <p:cNvPr id="3" name="Footer Placeholder 2"/>
          <p:cNvSpPr>
            <a:spLocks noGrp="1"/>
          </p:cNvSpPr>
          <p:nvPr>
            <p:ph type="ftr" sz="quarter" idx="11"/>
          </p:nvPr>
        </p:nvSpPr>
        <p:spPr/>
        <p:txBody>
          <a:bodyPr/>
          <a:lstStyle/>
          <a:p>
            <a:pPr>
              <a:defRPr/>
            </a:pPr>
            <a:endParaRPr lang="en-US" altLang="en-US"/>
          </a:p>
        </p:txBody>
      </p:sp>
      <p:sp>
        <p:nvSpPr>
          <p:cNvPr id="4" name="Slide Number Placeholder 3"/>
          <p:cNvSpPr>
            <a:spLocks noGrp="1"/>
          </p:cNvSpPr>
          <p:nvPr>
            <p:ph type="sldNum" sz="quarter" idx="12"/>
          </p:nvPr>
        </p:nvSpPr>
        <p:spPr/>
        <p:txBody>
          <a:bodyPr/>
          <a:lstStyle/>
          <a:p>
            <a:pPr>
              <a:defRPr/>
            </a:pPr>
            <a:fld id="{CC516D0E-CD58-4E49-9F6D-689564ED6CA6}" type="slidenum">
              <a:rPr lang="en-US" altLang="en-US" smtClean="0"/>
              <a:pPr>
                <a:defRPr/>
              </a:pPr>
              <a:t>‹#›</a:t>
            </a:fld>
            <a:endParaRPr lang="en-US" altLang="en-US"/>
          </a:p>
        </p:txBody>
      </p:sp>
    </p:spTree>
    <p:extLst>
      <p:ext uri="{BB962C8B-B14F-4D97-AF65-F5344CB8AC3E}">
        <p14:creationId xmlns:p14="http://schemas.microsoft.com/office/powerpoint/2010/main" val="3515717474"/>
      </p:ext>
    </p:extLst>
  </p:cSld>
  <p:clrMapOvr>
    <a:masterClrMapping/>
  </p:clrMapOvr>
  <p:transition>
    <p:random/>
  </p:transition>
</p:sldLayout>
</file>

<file path=ppt/slideLayouts/slideLayout77.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pic>
        <p:nvPicPr>
          <p:cNvPr id="9" name="Picture 8" descr="Droplets-S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6858000"/>
          </a:xfrm>
          <a:prstGeom prst="rect">
            <a:avLst/>
          </a:prstGeom>
        </p:spPr>
      </p:pic>
      <p:sp>
        <p:nvSpPr>
          <p:cNvPr id="2" name="Title 1"/>
          <p:cNvSpPr>
            <a:spLocks noGrp="1"/>
          </p:cNvSpPr>
          <p:nvPr>
            <p:ph type="title"/>
          </p:nvPr>
        </p:nvSpPr>
        <p:spPr>
          <a:xfrm>
            <a:off x="685331" y="609600"/>
            <a:ext cx="2951766" cy="2023252"/>
          </a:xfrm>
        </p:spPr>
        <p:txBody>
          <a:bodyPr anchor="b"/>
          <a:lstStyle>
            <a:lvl1pPr algn="ctr">
              <a:defRPr sz="3200"/>
            </a:lvl1pPr>
          </a:lstStyle>
          <a:p>
            <a:r>
              <a:rPr lang="en-US"/>
              <a:t>Click to edit Master title style</a:t>
            </a:r>
            <a:endParaRPr lang="en-US" dirty="0"/>
          </a:p>
        </p:txBody>
      </p:sp>
      <p:sp>
        <p:nvSpPr>
          <p:cNvPr id="10" name="Content Placeholder 2"/>
          <p:cNvSpPr>
            <a:spLocks noGrp="1"/>
          </p:cNvSpPr>
          <p:nvPr>
            <p:ph sz="quarter" idx="13"/>
          </p:nvPr>
        </p:nvSpPr>
        <p:spPr>
          <a:xfrm>
            <a:off x="3808547" y="609601"/>
            <a:ext cx="4650122" cy="518159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85331" y="2632852"/>
            <a:ext cx="2951767" cy="3158348"/>
          </a:xfrm>
        </p:spPr>
        <p:txBody>
          <a:bodyP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pPr>
              <a:defRPr/>
            </a:pPr>
            <a:fld id="{FF5480F7-A01B-4497-9686-67728E872290}" type="datetime4">
              <a:rPr lang="en-US" altLang="en-US" smtClean="0"/>
              <a:t>March 21, 2024</a:t>
            </a:fld>
            <a:endParaRPr lang="en-US" altLang="en-US"/>
          </a:p>
        </p:txBody>
      </p:sp>
      <p:sp>
        <p:nvSpPr>
          <p:cNvPr id="6" name="Footer Placeholder 5"/>
          <p:cNvSpPr>
            <a:spLocks noGrp="1"/>
          </p:cNvSpPr>
          <p:nvPr>
            <p:ph type="ftr" sz="quarter" idx="11"/>
          </p:nvPr>
        </p:nvSpPr>
        <p:spPr/>
        <p:txBody>
          <a:bodyPr/>
          <a:lstStyle/>
          <a:p>
            <a:pPr>
              <a:defRPr/>
            </a:pPr>
            <a:endParaRPr lang="en-US" altLang="en-US"/>
          </a:p>
        </p:txBody>
      </p:sp>
      <p:sp>
        <p:nvSpPr>
          <p:cNvPr id="7" name="Slide Number Placeholder 6"/>
          <p:cNvSpPr>
            <a:spLocks noGrp="1"/>
          </p:cNvSpPr>
          <p:nvPr>
            <p:ph type="sldNum" sz="quarter" idx="12"/>
          </p:nvPr>
        </p:nvSpPr>
        <p:spPr/>
        <p:txBody>
          <a:bodyPr/>
          <a:lstStyle/>
          <a:p>
            <a:pPr>
              <a:defRPr/>
            </a:pPr>
            <a:fld id="{EAC1E9C5-179F-49B5-A20B-74BA07190DB8}" type="slidenum">
              <a:rPr lang="en-US" altLang="en-US" smtClean="0"/>
              <a:pPr>
                <a:defRPr/>
              </a:pPr>
              <a:t>‹#›</a:t>
            </a:fld>
            <a:endParaRPr lang="en-US" altLang="en-US"/>
          </a:p>
        </p:txBody>
      </p:sp>
    </p:spTree>
    <p:extLst>
      <p:ext uri="{BB962C8B-B14F-4D97-AF65-F5344CB8AC3E}">
        <p14:creationId xmlns:p14="http://schemas.microsoft.com/office/powerpoint/2010/main" val="3802453608"/>
      </p:ext>
    </p:extLst>
  </p:cSld>
  <p:clrMapOvr>
    <a:masterClrMapping/>
  </p:clrMapOvr>
  <p:hf hdr="0" ftr="0"/>
</p:sldLayout>
</file>

<file path=ppt/slideLayouts/slideLayout78.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pic>
        <p:nvPicPr>
          <p:cNvPr id="9" name="Picture 8" descr="Droplets-S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6858000"/>
          </a:xfrm>
          <a:prstGeom prst="rect">
            <a:avLst/>
          </a:prstGeom>
        </p:spPr>
      </p:pic>
      <p:sp>
        <p:nvSpPr>
          <p:cNvPr id="2" name="Title 1"/>
          <p:cNvSpPr>
            <a:spLocks noGrp="1"/>
          </p:cNvSpPr>
          <p:nvPr>
            <p:ph type="title"/>
          </p:nvPr>
        </p:nvSpPr>
        <p:spPr>
          <a:xfrm>
            <a:off x="685332" y="609600"/>
            <a:ext cx="4129618" cy="2023254"/>
          </a:xfrm>
        </p:spPr>
        <p:txBody>
          <a:bodyPr anchor="b"/>
          <a:lstStyle>
            <a:lvl1pPr algn="ct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004270" y="609601"/>
            <a:ext cx="3005851" cy="5181600"/>
          </a:xfrm>
          <a:prstGeom prst="roundRect">
            <a:avLst>
              <a:gd name="adj" fmla="val 4943"/>
            </a:avLst>
          </a:prstGeom>
          <a:noFill/>
          <a:ln w="82550" cap="sq">
            <a:solidFill>
              <a:srgbClr val="EAEAEA"/>
            </a:solidFill>
            <a:miter lim="800000"/>
          </a:ln>
          <a:effectLst/>
          <a:scene3d>
            <a:camera prst="orthographicFront"/>
            <a:lightRig rig="threePt" dir="t">
              <a:rot lat="0" lon="0" rev="2700000"/>
            </a:lightRig>
          </a:scene3d>
          <a:sp3d contourW="6350">
            <a:bevelT h="38100"/>
            <a:contourClr>
              <a:srgbClr val="C0C0C0"/>
            </a:contourClr>
          </a:sp3d>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685346" y="2632853"/>
            <a:ext cx="4129604" cy="3158347"/>
          </a:xfrm>
        </p:spPr>
        <p:txBody>
          <a:bodyP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pPr>
              <a:defRPr/>
            </a:pPr>
            <a:fld id="{00F7BFBB-6B8B-4E2E-8F5B-F5D4B0E631F4}" type="datetime4">
              <a:rPr lang="en-US" altLang="en-US" smtClean="0"/>
              <a:t>March 21, 2024</a:t>
            </a:fld>
            <a:endParaRPr lang="en-US" altLang="en-US"/>
          </a:p>
        </p:txBody>
      </p:sp>
      <p:sp>
        <p:nvSpPr>
          <p:cNvPr id="6" name="Footer Placeholder 5"/>
          <p:cNvSpPr>
            <a:spLocks noGrp="1"/>
          </p:cNvSpPr>
          <p:nvPr>
            <p:ph type="ftr" sz="quarter" idx="11"/>
          </p:nvPr>
        </p:nvSpPr>
        <p:spPr/>
        <p:txBody>
          <a:bodyPr/>
          <a:lstStyle/>
          <a:p>
            <a:pPr>
              <a:defRPr/>
            </a:pPr>
            <a:endParaRPr lang="en-US" altLang="en-US"/>
          </a:p>
        </p:txBody>
      </p:sp>
      <p:sp>
        <p:nvSpPr>
          <p:cNvPr id="7" name="Slide Number Placeholder 6"/>
          <p:cNvSpPr>
            <a:spLocks noGrp="1"/>
          </p:cNvSpPr>
          <p:nvPr>
            <p:ph type="sldNum" sz="quarter" idx="12"/>
          </p:nvPr>
        </p:nvSpPr>
        <p:spPr/>
        <p:txBody>
          <a:bodyPr/>
          <a:lstStyle/>
          <a:p>
            <a:pPr>
              <a:defRPr/>
            </a:pPr>
            <a:fld id="{F4C4F20B-DFB7-47E0-99A5-E35BEB509EFA}" type="slidenum">
              <a:rPr lang="en-US" altLang="en-US" smtClean="0"/>
              <a:pPr>
                <a:defRPr/>
              </a:pPr>
              <a:t>‹#›</a:t>
            </a:fld>
            <a:endParaRPr lang="en-US" altLang="en-US"/>
          </a:p>
        </p:txBody>
      </p:sp>
    </p:spTree>
    <p:extLst>
      <p:ext uri="{BB962C8B-B14F-4D97-AF65-F5344CB8AC3E}">
        <p14:creationId xmlns:p14="http://schemas.microsoft.com/office/powerpoint/2010/main" val="3324908911"/>
      </p:ext>
    </p:extLst>
  </p:cSld>
  <p:clrMapOvr>
    <a:masterClrMapping/>
  </p:clrMapOvr>
  <p:transition>
    <p:random/>
  </p:transition>
</p:sldLayout>
</file>

<file path=ppt/slideLayouts/slideLayout79.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pic>
        <p:nvPicPr>
          <p:cNvPr id="9" name="Picture 8" descr="Droplets-S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6858000"/>
          </a:xfrm>
          <a:prstGeom prst="rect">
            <a:avLst/>
          </a:prstGeom>
        </p:spPr>
      </p:pic>
      <p:sp>
        <p:nvSpPr>
          <p:cNvPr id="2" name="Title 1"/>
          <p:cNvSpPr>
            <a:spLocks noGrp="1"/>
          </p:cNvSpPr>
          <p:nvPr>
            <p:ph type="title"/>
          </p:nvPr>
        </p:nvSpPr>
        <p:spPr>
          <a:xfrm>
            <a:off x="685346" y="4289374"/>
            <a:ext cx="7773324" cy="81161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888558" y="698261"/>
            <a:ext cx="7366899" cy="3214136"/>
          </a:xfrm>
          <a:prstGeom prst="roundRect">
            <a:avLst>
              <a:gd name="adj" fmla="val 4944"/>
            </a:avLst>
          </a:prstGeom>
          <a:noFill/>
          <a:ln w="82550" cap="sq">
            <a:solidFill>
              <a:srgbClr val="EAEAEA"/>
            </a:solidFill>
            <a:miter lim="800000"/>
          </a:ln>
          <a:effectLst/>
          <a:scene3d>
            <a:camera prst="orthographicFront"/>
            <a:lightRig rig="threePt" dir="t">
              <a:rot lat="0" lon="0" rev="2700000"/>
            </a:lightRig>
          </a:scene3d>
          <a:sp3d contourW="6350">
            <a:bevelT h="38100"/>
            <a:contourClr>
              <a:srgbClr val="C0C0C0"/>
            </a:contourClr>
          </a:sp3d>
        </p:spPr>
        <p:txBody>
          <a:bodyPr anchor="t"/>
          <a:lstStyle>
            <a:lvl1pPr marL="0" indent="0" algn="ctr">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685331" y="5108728"/>
            <a:ext cx="7773339" cy="682472"/>
          </a:xfrm>
        </p:spPr>
        <p:txBody>
          <a:bodyP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pPr>
              <a:defRPr/>
            </a:pPr>
            <a:fld id="{FF5480F7-A01B-4497-9686-67728E872290}" type="datetime4">
              <a:rPr lang="en-US" altLang="en-US" smtClean="0"/>
              <a:t>March 21, 2024</a:t>
            </a:fld>
            <a:endParaRPr lang="en-US" altLang="en-US"/>
          </a:p>
        </p:txBody>
      </p:sp>
      <p:sp>
        <p:nvSpPr>
          <p:cNvPr id="6" name="Footer Placeholder 5"/>
          <p:cNvSpPr>
            <a:spLocks noGrp="1"/>
          </p:cNvSpPr>
          <p:nvPr>
            <p:ph type="ftr" sz="quarter" idx="11"/>
          </p:nvPr>
        </p:nvSpPr>
        <p:spPr/>
        <p:txBody>
          <a:bodyPr/>
          <a:lstStyle/>
          <a:p>
            <a:pPr>
              <a:defRPr/>
            </a:pPr>
            <a:endParaRPr lang="en-US" altLang="en-US"/>
          </a:p>
        </p:txBody>
      </p:sp>
      <p:sp>
        <p:nvSpPr>
          <p:cNvPr id="7" name="Slide Number Placeholder 6"/>
          <p:cNvSpPr>
            <a:spLocks noGrp="1"/>
          </p:cNvSpPr>
          <p:nvPr>
            <p:ph type="sldNum" sz="quarter" idx="12"/>
          </p:nvPr>
        </p:nvSpPr>
        <p:spPr/>
        <p:txBody>
          <a:bodyPr/>
          <a:lstStyle/>
          <a:p>
            <a:pPr>
              <a:defRPr/>
            </a:pPr>
            <a:fld id="{EAC1E9C5-179F-49B5-A20B-74BA07190DB8}" type="slidenum">
              <a:rPr lang="en-US" altLang="en-US" smtClean="0"/>
              <a:pPr>
                <a:defRPr/>
              </a:pPr>
              <a:t>‹#›</a:t>
            </a:fld>
            <a:endParaRPr lang="en-US" altLang="en-US"/>
          </a:p>
        </p:txBody>
      </p:sp>
    </p:spTree>
    <p:extLst>
      <p:ext uri="{BB962C8B-B14F-4D97-AF65-F5344CB8AC3E}">
        <p14:creationId xmlns:p14="http://schemas.microsoft.com/office/powerpoint/2010/main" val="3560313768"/>
      </p:ext>
    </p:extLst>
  </p:cSld>
  <p:clrMapOvr>
    <a:masterClrMapping/>
  </p:clrMapOvr>
  <p:hf hdr="0" ftr="0"/>
</p:sldLayout>
</file>

<file path=ppt/slideLayouts/slideLayout8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pic>
        <p:nvPicPr>
          <p:cNvPr id="9" name="Picture 8" descr="Droplets-S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6858000"/>
          </a:xfrm>
          <a:prstGeom prst="rect">
            <a:avLst/>
          </a:prstGeom>
        </p:spPr>
      </p:pic>
      <p:sp>
        <p:nvSpPr>
          <p:cNvPr id="2" name="Title 1"/>
          <p:cNvSpPr>
            <a:spLocks noGrp="1"/>
          </p:cNvSpPr>
          <p:nvPr>
            <p:ph type="title"/>
          </p:nvPr>
        </p:nvSpPr>
        <p:spPr>
          <a:xfrm>
            <a:off x="685331" y="609600"/>
            <a:ext cx="7773339" cy="3427245"/>
          </a:xfrm>
        </p:spPr>
        <p:txBody>
          <a:bodyPr anchor="ctr"/>
          <a:lstStyle>
            <a:lvl1pPr algn="ctr">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685331" y="4204821"/>
            <a:ext cx="7773339" cy="1586380"/>
          </a:xfrm>
        </p:spPr>
        <p:txBody>
          <a:bodyPr anchor="ct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pPr>
              <a:defRPr/>
            </a:pPr>
            <a:fld id="{FF5480F7-A01B-4497-9686-67728E872290}" type="datetime4">
              <a:rPr lang="en-US" altLang="en-US" smtClean="0"/>
              <a:t>March 21, 2024</a:t>
            </a:fld>
            <a:endParaRPr lang="en-US" altLang="en-US"/>
          </a:p>
        </p:txBody>
      </p:sp>
      <p:sp>
        <p:nvSpPr>
          <p:cNvPr id="6" name="Footer Placeholder 5"/>
          <p:cNvSpPr>
            <a:spLocks noGrp="1"/>
          </p:cNvSpPr>
          <p:nvPr>
            <p:ph type="ftr" sz="quarter" idx="11"/>
          </p:nvPr>
        </p:nvSpPr>
        <p:spPr/>
        <p:txBody>
          <a:bodyPr/>
          <a:lstStyle/>
          <a:p>
            <a:pPr>
              <a:defRPr/>
            </a:pPr>
            <a:endParaRPr lang="en-US" altLang="en-US"/>
          </a:p>
        </p:txBody>
      </p:sp>
      <p:sp>
        <p:nvSpPr>
          <p:cNvPr id="7" name="Slide Number Placeholder 6"/>
          <p:cNvSpPr>
            <a:spLocks noGrp="1"/>
          </p:cNvSpPr>
          <p:nvPr>
            <p:ph type="sldNum" sz="quarter" idx="12"/>
          </p:nvPr>
        </p:nvSpPr>
        <p:spPr/>
        <p:txBody>
          <a:bodyPr/>
          <a:lstStyle/>
          <a:p>
            <a:pPr>
              <a:defRPr/>
            </a:pPr>
            <a:fld id="{EAC1E9C5-179F-49B5-A20B-74BA07190DB8}" type="slidenum">
              <a:rPr lang="en-US" altLang="en-US" smtClean="0"/>
              <a:pPr>
                <a:defRPr/>
              </a:pPr>
              <a:t>‹#›</a:t>
            </a:fld>
            <a:endParaRPr lang="en-US" altLang="en-US"/>
          </a:p>
        </p:txBody>
      </p:sp>
    </p:spTree>
    <p:extLst>
      <p:ext uri="{BB962C8B-B14F-4D97-AF65-F5344CB8AC3E}">
        <p14:creationId xmlns:p14="http://schemas.microsoft.com/office/powerpoint/2010/main" val="3013122542"/>
      </p:ext>
    </p:extLst>
  </p:cSld>
  <p:clrMapOvr>
    <a:masterClrMapping/>
  </p:clrMapOvr>
  <p:hf hdr="0" ftr="0"/>
</p:sldLayout>
</file>

<file path=ppt/slideLayouts/slideLayout8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pic>
        <p:nvPicPr>
          <p:cNvPr id="13" name="Picture 12" descr="Droplets-S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6858000"/>
          </a:xfrm>
          <a:prstGeom prst="rect">
            <a:avLst/>
          </a:prstGeom>
        </p:spPr>
      </p:pic>
      <p:sp>
        <p:nvSpPr>
          <p:cNvPr id="2" name="Title 1"/>
          <p:cNvSpPr>
            <a:spLocks noGrp="1"/>
          </p:cNvSpPr>
          <p:nvPr>
            <p:ph type="title"/>
          </p:nvPr>
        </p:nvSpPr>
        <p:spPr>
          <a:xfrm>
            <a:off x="1084659" y="872588"/>
            <a:ext cx="6977064" cy="2729915"/>
          </a:xfrm>
        </p:spPr>
        <p:txBody>
          <a:bodyPr anchor="ctr"/>
          <a:lstStyle>
            <a:lvl1pPr>
              <a:defRPr sz="3200"/>
            </a:lvl1pPr>
          </a:lstStyle>
          <a:p>
            <a:r>
              <a:rPr lang="en-US"/>
              <a:t>Click to edit Master title style</a:t>
            </a:r>
            <a:endParaRPr lang="en-US" dirty="0"/>
          </a:p>
        </p:txBody>
      </p:sp>
      <p:sp>
        <p:nvSpPr>
          <p:cNvPr id="12" name="Text Placeholder 3"/>
          <p:cNvSpPr>
            <a:spLocks noGrp="1"/>
          </p:cNvSpPr>
          <p:nvPr>
            <p:ph type="body" sz="half" idx="13"/>
          </p:nvPr>
        </p:nvSpPr>
        <p:spPr>
          <a:xfrm>
            <a:off x="1290484" y="3610032"/>
            <a:ext cx="6564224" cy="594788"/>
          </a:xfrm>
        </p:spPr>
        <p:txBody>
          <a:bodyPr anchor="t">
            <a:normAutofit/>
          </a:bodyPr>
          <a:lstStyle>
            <a:lvl1pPr marL="0" indent="0">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4" name="Text Placeholder 3"/>
          <p:cNvSpPr>
            <a:spLocks noGrp="1"/>
          </p:cNvSpPr>
          <p:nvPr>
            <p:ph type="body" sz="half" idx="2"/>
          </p:nvPr>
        </p:nvSpPr>
        <p:spPr>
          <a:xfrm>
            <a:off x="685331" y="4372797"/>
            <a:ext cx="7773339" cy="1421053"/>
          </a:xfrm>
        </p:spPr>
        <p:txBody>
          <a:bodyPr anchor="ctr">
            <a:normAutofit/>
          </a:bodyP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pPr>
              <a:defRPr/>
            </a:pPr>
            <a:fld id="{FF5480F7-A01B-4497-9686-67728E872290}" type="datetime4">
              <a:rPr lang="en-US" altLang="en-US" smtClean="0"/>
              <a:t>March 21, 2024</a:t>
            </a:fld>
            <a:endParaRPr lang="en-US" altLang="en-US"/>
          </a:p>
        </p:txBody>
      </p:sp>
      <p:sp>
        <p:nvSpPr>
          <p:cNvPr id="6" name="Footer Placeholder 5"/>
          <p:cNvSpPr>
            <a:spLocks noGrp="1"/>
          </p:cNvSpPr>
          <p:nvPr>
            <p:ph type="ftr" sz="quarter" idx="11"/>
          </p:nvPr>
        </p:nvSpPr>
        <p:spPr/>
        <p:txBody>
          <a:bodyPr/>
          <a:lstStyle/>
          <a:p>
            <a:pPr>
              <a:defRPr/>
            </a:pPr>
            <a:endParaRPr lang="en-US" altLang="en-US"/>
          </a:p>
        </p:txBody>
      </p:sp>
      <p:sp>
        <p:nvSpPr>
          <p:cNvPr id="7" name="Slide Number Placeholder 6"/>
          <p:cNvSpPr>
            <a:spLocks noGrp="1"/>
          </p:cNvSpPr>
          <p:nvPr>
            <p:ph type="sldNum" sz="quarter" idx="12"/>
          </p:nvPr>
        </p:nvSpPr>
        <p:spPr/>
        <p:txBody>
          <a:bodyPr/>
          <a:lstStyle/>
          <a:p>
            <a:pPr>
              <a:defRPr/>
            </a:pPr>
            <a:fld id="{EAC1E9C5-179F-49B5-A20B-74BA07190DB8}" type="slidenum">
              <a:rPr lang="en-US" altLang="en-US" smtClean="0"/>
              <a:pPr>
                <a:defRPr/>
              </a:pPr>
              <a:t>‹#›</a:t>
            </a:fld>
            <a:endParaRPr lang="en-US" altLang="en-US"/>
          </a:p>
        </p:txBody>
      </p:sp>
      <p:sp>
        <p:nvSpPr>
          <p:cNvPr id="11" name="TextBox 10"/>
          <p:cNvSpPr txBox="1"/>
          <p:nvPr/>
        </p:nvSpPr>
        <p:spPr>
          <a:xfrm>
            <a:off x="737626" y="887859"/>
            <a:ext cx="546888"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dirty="0">
                <a:solidFill>
                  <a:schemeClr val="tx1"/>
                </a:solidFill>
                <a:effectLst/>
              </a:rPr>
              <a:t>“</a:t>
            </a:r>
          </a:p>
        </p:txBody>
      </p:sp>
      <p:sp>
        <p:nvSpPr>
          <p:cNvPr id="14" name="TextBox 13"/>
          <p:cNvSpPr txBox="1"/>
          <p:nvPr/>
        </p:nvSpPr>
        <p:spPr>
          <a:xfrm>
            <a:off x="7850130" y="3120015"/>
            <a:ext cx="553641"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Tree>
    <p:extLst>
      <p:ext uri="{BB962C8B-B14F-4D97-AF65-F5344CB8AC3E}">
        <p14:creationId xmlns:p14="http://schemas.microsoft.com/office/powerpoint/2010/main" val="2369468459"/>
      </p:ext>
    </p:extLst>
  </p:cSld>
  <p:clrMapOvr>
    <a:masterClrMapping/>
  </p:clrMapOvr>
  <p:hf hdr="0" ftr="0"/>
</p:sldLayout>
</file>

<file path=ppt/slideLayouts/slideLayout8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pic>
        <p:nvPicPr>
          <p:cNvPr id="9" name="Picture 8" descr="Droplets-S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6858000"/>
          </a:xfrm>
          <a:prstGeom prst="rect">
            <a:avLst/>
          </a:prstGeom>
        </p:spPr>
      </p:pic>
      <p:sp>
        <p:nvSpPr>
          <p:cNvPr id="2" name="Title 1"/>
          <p:cNvSpPr>
            <a:spLocks noGrp="1"/>
          </p:cNvSpPr>
          <p:nvPr>
            <p:ph type="title"/>
          </p:nvPr>
        </p:nvSpPr>
        <p:spPr>
          <a:xfrm>
            <a:off x="685331" y="2138722"/>
            <a:ext cx="7773339" cy="2511835"/>
          </a:xfrm>
        </p:spPr>
        <p:txBody>
          <a:bodyPr anchor="b"/>
          <a:lstStyle>
            <a:lvl1pPr algn="ctr">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685331" y="4662335"/>
            <a:ext cx="7773339" cy="1140644"/>
          </a:xfrm>
        </p:spPr>
        <p:txBody>
          <a:bodyPr anchor="t"/>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pPr>
              <a:defRPr/>
            </a:pPr>
            <a:fld id="{FF5480F7-A01B-4497-9686-67728E872290}" type="datetime4">
              <a:rPr lang="en-US" altLang="en-US" smtClean="0"/>
              <a:t>March 21, 2024</a:t>
            </a:fld>
            <a:endParaRPr lang="en-US" altLang="en-US"/>
          </a:p>
        </p:txBody>
      </p:sp>
      <p:sp>
        <p:nvSpPr>
          <p:cNvPr id="6" name="Footer Placeholder 5"/>
          <p:cNvSpPr>
            <a:spLocks noGrp="1"/>
          </p:cNvSpPr>
          <p:nvPr>
            <p:ph type="ftr" sz="quarter" idx="11"/>
          </p:nvPr>
        </p:nvSpPr>
        <p:spPr/>
        <p:txBody>
          <a:bodyPr/>
          <a:lstStyle/>
          <a:p>
            <a:pPr>
              <a:defRPr/>
            </a:pPr>
            <a:endParaRPr lang="en-US" altLang="en-US"/>
          </a:p>
        </p:txBody>
      </p:sp>
      <p:sp>
        <p:nvSpPr>
          <p:cNvPr id="7" name="Slide Number Placeholder 6"/>
          <p:cNvSpPr>
            <a:spLocks noGrp="1"/>
          </p:cNvSpPr>
          <p:nvPr>
            <p:ph type="sldNum" sz="quarter" idx="12"/>
          </p:nvPr>
        </p:nvSpPr>
        <p:spPr/>
        <p:txBody>
          <a:bodyPr/>
          <a:lstStyle/>
          <a:p>
            <a:pPr>
              <a:defRPr/>
            </a:pPr>
            <a:fld id="{EAC1E9C5-179F-49B5-A20B-74BA07190DB8}" type="slidenum">
              <a:rPr lang="en-US" altLang="en-US" smtClean="0"/>
              <a:pPr>
                <a:defRPr/>
              </a:pPr>
              <a:t>‹#›</a:t>
            </a:fld>
            <a:endParaRPr lang="en-US" altLang="en-US"/>
          </a:p>
        </p:txBody>
      </p:sp>
    </p:spTree>
    <p:extLst>
      <p:ext uri="{BB962C8B-B14F-4D97-AF65-F5344CB8AC3E}">
        <p14:creationId xmlns:p14="http://schemas.microsoft.com/office/powerpoint/2010/main" val="64668473"/>
      </p:ext>
    </p:extLst>
  </p:cSld>
  <p:clrMapOvr>
    <a:masterClrMapping/>
  </p:clrMapOvr>
  <p:hf hdr="0" ftr="0"/>
</p:sldLayout>
</file>

<file path=ppt/slideLayouts/slideLayout83.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pic>
        <p:nvPicPr>
          <p:cNvPr id="14" name="Picture 13" descr="Droplets-S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6858000"/>
          </a:xfrm>
          <a:prstGeom prst="rect">
            <a:avLst/>
          </a:prstGeom>
        </p:spPr>
      </p:pic>
      <p:sp>
        <p:nvSpPr>
          <p:cNvPr id="15" name="Title 1"/>
          <p:cNvSpPr>
            <a:spLocks noGrp="1"/>
          </p:cNvSpPr>
          <p:nvPr>
            <p:ph type="title"/>
          </p:nvPr>
        </p:nvSpPr>
        <p:spPr>
          <a:xfrm>
            <a:off x="685331" y="609600"/>
            <a:ext cx="7773339" cy="1605094"/>
          </a:xfrm>
        </p:spPr>
        <p:txBody>
          <a:bodyPr/>
          <a:lstStyle/>
          <a:p>
            <a:r>
              <a:rPr lang="en-US"/>
              <a:t>Click to edit Master title style</a:t>
            </a:r>
            <a:endParaRPr lang="en-US" dirty="0"/>
          </a:p>
        </p:txBody>
      </p:sp>
      <p:sp>
        <p:nvSpPr>
          <p:cNvPr id="7" name="Text Placeholder 2"/>
          <p:cNvSpPr>
            <a:spLocks noGrp="1"/>
          </p:cNvSpPr>
          <p:nvPr>
            <p:ph type="body" idx="1"/>
          </p:nvPr>
        </p:nvSpPr>
        <p:spPr>
          <a:xfrm>
            <a:off x="685331" y="2367093"/>
            <a:ext cx="2474232" cy="576262"/>
          </a:xfrm>
        </p:spPr>
        <p:txBody>
          <a:bodyPr anchor="b">
            <a:noAutofit/>
          </a:bodyPr>
          <a:lstStyle>
            <a:lvl1pPr marL="0" indent="0" algn="ctr">
              <a:lnSpc>
                <a:spcPct val="75000"/>
              </a:lnSpc>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3"/>
          <p:cNvSpPr>
            <a:spLocks noGrp="1"/>
          </p:cNvSpPr>
          <p:nvPr>
            <p:ph type="body" sz="half" idx="15"/>
          </p:nvPr>
        </p:nvSpPr>
        <p:spPr>
          <a:xfrm>
            <a:off x="685331" y="2943356"/>
            <a:ext cx="2474232" cy="2847845"/>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9" name="Text Placeholder 4"/>
          <p:cNvSpPr>
            <a:spLocks noGrp="1"/>
          </p:cNvSpPr>
          <p:nvPr>
            <p:ph type="body" sz="quarter" idx="3"/>
          </p:nvPr>
        </p:nvSpPr>
        <p:spPr>
          <a:xfrm>
            <a:off x="3339292" y="2367093"/>
            <a:ext cx="2468641" cy="576262"/>
          </a:xfrm>
        </p:spPr>
        <p:txBody>
          <a:bodyPr anchor="b">
            <a:noAutofit/>
          </a:bodyPr>
          <a:lstStyle>
            <a:lvl1pPr marL="0" indent="0" algn="ctr">
              <a:lnSpc>
                <a:spcPct val="75000"/>
              </a:lnSpc>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 name="Text Placeholder 3"/>
          <p:cNvSpPr>
            <a:spLocks noGrp="1"/>
          </p:cNvSpPr>
          <p:nvPr>
            <p:ph type="body" sz="half" idx="16"/>
          </p:nvPr>
        </p:nvSpPr>
        <p:spPr>
          <a:xfrm>
            <a:off x="3331012" y="2943356"/>
            <a:ext cx="2477513" cy="2847845"/>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1" name="Text Placeholder 4"/>
          <p:cNvSpPr>
            <a:spLocks noGrp="1"/>
          </p:cNvSpPr>
          <p:nvPr>
            <p:ph type="body" sz="quarter" idx="13"/>
          </p:nvPr>
        </p:nvSpPr>
        <p:spPr>
          <a:xfrm>
            <a:off x="5979974" y="2367093"/>
            <a:ext cx="2478696" cy="576262"/>
          </a:xfrm>
        </p:spPr>
        <p:txBody>
          <a:bodyPr anchor="b">
            <a:noAutofit/>
          </a:bodyPr>
          <a:lstStyle>
            <a:lvl1pPr marL="0" indent="0" algn="ctr">
              <a:lnSpc>
                <a:spcPct val="75000"/>
              </a:lnSpc>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2" name="Text Placeholder 3"/>
          <p:cNvSpPr>
            <a:spLocks noGrp="1"/>
          </p:cNvSpPr>
          <p:nvPr>
            <p:ph type="body" sz="half" idx="17"/>
          </p:nvPr>
        </p:nvSpPr>
        <p:spPr>
          <a:xfrm>
            <a:off x="5979974" y="2943356"/>
            <a:ext cx="2478696" cy="2847845"/>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pPr>
              <a:defRPr/>
            </a:pPr>
            <a:fld id="{FF5480F7-A01B-4497-9686-67728E872290}" type="datetime4">
              <a:rPr lang="en-US" altLang="en-US" smtClean="0"/>
              <a:t>March 21, 2024</a:t>
            </a:fld>
            <a:endParaRPr lang="en-US" altLang="en-US"/>
          </a:p>
        </p:txBody>
      </p:sp>
      <p:sp>
        <p:nvSpPr>
          <p:cNvPr id="4" name="Footer Placeholder 3"/>
          <p:cNvSpPr>
            <a:spLocks noGrp="1"/>
          </p:cNvSpPr>
          <p:nvPr>
            <p:ph type="ftr" sz="quarter" idx="11"/>
          </p:nvPr>
        </p:nvSpPr>
        <p:spPr/>
        <p:txBody>
          <a:bodyPr/>
          <a:lstStyle/>
          <a:p>
            <a:pPr>
              <a:defRPr/>
            </a:pPr>
            <a:endParaRPr lang="en-US" altLang="en-US"/>
          </a:p>
        </p:txBody>
      </p:sp>
      <p:sp>
        <p:nvSpPr>
          <p:cNvPr id="5" name="Slide Number Placeholder 4"/>
          <p:cNvSpPr>
            <a:spLocks noGrp="1"/>
          </p:cNvSpPr>
          <p:nvPr>
            <p:ph type="sldNum" sz="quarter" idx="12"/>
          </p:nvPr>
        </p:nvSpPr>
        <p:spPr/>
        <p:txBody>
          <a:bodyPr/>
          <a:lstStyle/>
          <a:p>
            <a:pPr>
              <a:defRPr/>
            </a:pPr>
            <a:fld id="{EAC1E9C5-179F-49B5-A20B-74BA07190DB8}" type="slidenum">
              <a:rPr lang="en-US" altLang="en-US" smtClean="0"/>
              <a:pPr>
                <a:defRPr/>
              </a:pPr>
              <a:t>‹#›</a:t>
            </a:fld>
            <a:endParaRPr lang="en-US" altLang="en-US"/>
          </a:p>
        </p:txBody>
      </p:sp>
    </p:spTree>
    <p:extLst>
      <p:ext uri="{BB962C8B-B14F-4D97-AF65-F5344CB8AC3E}">
        <p14:creationId xmlns:p14="http://schemas.microsoft.com/office/powerpoint/2010/main" val="3405699333"/>
      </p:ext>
    </p:extLst>
  </p:cSld>
  <p:clrMapOvr>
    <a:masterClrMapping/>
  </p:clrMapOvr>
  <p:hf hdr="0" ftr="0"/>
</p:sldLayout>
</file>

<file path=ppt/slideLayouts/slideLayout84.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pic>
        <p:nvPicPr>
          <p:cNvPr id="17" name="Picture 16" descr="Droplets-S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6858000"/>
          </a:xfrm>
          <a:prstGeom prst="rect">
            <a:avLst/>
          </a:prstGeom>
        </p:spPr>
      </p:pic>
      <p:sp>
        <p:nvSpPr>
          <p:cNvPr id="30" name="Title 1"/>
          <p:cNvSpPr>
            <a:spLocks noGrp="1"/>
          </p:cNvSpPr>
          <p:nvPr>
            <p:ph type="title"/>
          </p:nvPr>
        </p:nvSpPr>
        <p:spPr>
          <a:xfrm>
            <a:off x="685331" y="610772"/>
            <a:ext cx="7773339" cy="1603922"/>
          </a:xfrm>
        </p:spPr>
        <p:txBody>
          <a:bodyPr/>
          <a:lstStyle/>
          <a:p>
            <a:r>
              <a:rPr lang="en-US"/>
              <a:t>Click to edit Master title style</a:t>
            </a:r>
            <a:endParaRPr lang="en-US" dirty="0"/>
          </a:p>
        </p:txBody>
      </p:sp>
      <p:sp>
        <p:nvSpPr>
          <p:cNvPr id="19" name="Text Placeholder 2"/>
          <p:cNvSpPr>
            <a:spLocks noGrp="1"/>
          </p:cNvSpPr>
          <p:nvPr>
            <p:ph type="body" idx="1"/>
          </p:nvPr>
        </p:nvSpPr>
        <p:spPr>
          <a:xfrm>
            <a:off x="685331" y="4204820"/>
            <a:ext cx="2472307" cy="576262"/>
          </a:xfrm>
        </p:spPr>
        <p:txBody>
          <a:bodyPr anchor="b">
            <a:noAutofit/>
          </a:bodyPr>
          <a:lstStyle>
            <a:lvl1pPr marL="0" indent="0" algn="ctr">
              <a:lnSpc>
                <a:spcPct val="75000"/>
              </a:lnSpc>
              <a:buNone/>
              <a:defRPr sz="22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0" name="Picture Placeholder 2"/>
          <p:cNvSpPr>
            <a:spLocks noGrp="1" noChangeAspect="1"/>
          </p:cNvSpPr>
          <p:nvPr>
            <p:ph type="pic" idx="15"/>
          </p:nvPr>
        </p:nvSpPr>
        <p:spPr>
          <a:xfrm>
            <a:off x="685331" y="2367093"/>
            <a:ext cx="2472307" cy="1524000"/>
          </a:xfrm>
          <a:prstGeom prst="roundRect">
            <a:avLst>
              <a:gd name="adj" fmla="val 9363"/>
            </a:avLst>
          </a:prstGeom>
          <a:noFill/>
          <a:ln w="82550" cap="sq">
            <a:solidFill>
              <a:srgbClr val="EAEAEA"/>
            </a:solidFill>
            <a:miter lim="800000"/>
          </a:ln>
          <a:effectLst/>
          <a:scene3d>
            <a:camera prst="orthographicFront"/>
            <a:lightRig rig="threePt" dir="t">
              <a:rot lat="0" lon="0" rev="2700000"/>
            </a:lightRig>
          </a:scene3d>
          <a:sp3d contourW="6350">
            <a:bevelT h="38100"/>
            <a:contourClr>
              <a:srgbClr val="C0C0C0"/>
            </a:contourClr>
          </a:sp3d>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1" name="Text Placeholder 3"/>
          <p:cNvSpPr>
            <a:spLocks noGrp="1"/>
          </p:cNvSpPr>
          <p:nvPr>
            <p:ph type="body" sz="half" idx="18"/>
          </p:nvPr>
        </p:nvSpPr>
        <p:spPr>
          <a:xfrm>
            <a:off x="685331" y="4781082"/>
            <a:ext cx="2472307" cy="1010118"/>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2" name="Text Placeholder 4"/>
          <p:cNvSpPr>
            <a:spLocks noGrp="1"/>
          </p:cNvSpPr>
          <p:nvPr>
            <p:ph type="body" sz="quarter" idx="3"/>
          </p:nvPr>
        </p:nvSpPr>
        <p:spPr>
          <a:xfrm>
            <a:off x="3332069" y="4204820"/>
            <a:ext cx="2476371" cy="576262"/>
          </a:xfrm>
        </p:spPr>
        <p:txBody>
          <a:bodyPr anchor="b">
            <a:noAutofit/>
          </a:bodyPr>
          <a:lstStyle>
            <a:lvl1pPr marL="0" indent="0" algn="ctr">
              <a:lnSpc>
                <a:spcPct val="75000"/>
              </a:lnSpc>
              <a:buNone/>
              <a:defRPr sz="22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3" name="Picture Placeholder 2"/>
          <p:cNvSpPr>
            <a:spLocks noGrp="1" noChangeAspect="1"/>
          </p:cNvSpPr>
          <p:nvPr>
            <p:ph type="pic" idx="21"/>
          </p:nvPr>
        </p:nvSpPr>
        <p:spPr>
          <a:xfrm>
            <a:off x="3331011" y="2367093"/>
            <a:ext cx="2477514" cy="1524000"/>
          </a:xfrm>
          <a:prstGeom prst="roundRect">
            <a:avLst>
              <a:gd name="adj" fmla="val 8841"/>
            </a:avLst>
          </a:prstGeom>
          <a:noFill/>
          <a:ln w="82550" cap="sq">
            <a:solidFill>
              <a:srgbClr val="EAEAEA"/>
            </a:solidFill>
            <a:miter lim="800000"/>
          </a:ln>
          <a:effectLst/>
          <a:scene3d>
            <a:camera prst="orthographicFront"/>
            <a:lightRig rig="threePt" dir="t">
              <a:rot lat="0" lon="0" rev="2700000"/>
            </a:lightRig>
          </a:scene3d>
          <a:sp3d contourW="6350">
            <a:bevelT h="38100"/>
            <a:contourClr>
              <a:srgbClr val="C0C0C0"/>
            </a:contourClr>
          </a:sp3d>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4" name="Text Placeholder 3"/>
          <p:cNvSpPr>
            <a:spLocks noGrp="1"/>
          </p:cNvSpPr>
          <p:nvPr>
            <p:ph type="body" sz="half" idx="19"/>
          </p:nvPr>
        </p:nvSpPr>
        <p:spPr>
          <a:xfrm>
            <a:off x="3331011" y="4781081"/>
            <a:ext cx="2477514" cy="1010119"/>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5" name="Text Placeholder 4"/>
          <p:cNvSpPr>
            <a:spLocks noGrp="1"/>
          </p:cNvSpPr>
          <p:nvPr>
            <p:ph type="body" sz="quarter" idx="13"/>
          </p:nvPr>
        </p:nvSpPr>
        <p:spPr>
          <a:xfrm>
            <a:off x="5979974" y="4204820"/>
            <a:ext cx="2475511" cy="576262"/>
          </a:xfrm>
        </p:spPr>
        <p:txBody>
          <a:bodyPr anchor="b">
            <a:noAutofit/>
          </a:bodyPr>
          <a:lstStyle>
            <a:lvl1pPr marL="0" indent="0" algn="ctr">
              <a:lnSpc>
                <a:spcPct val="75000"/>
              </a:lnSpc>
              <a:buNone/>
              <a:defRPr sz="22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6" name="Picture Placeholder 2"/>
          <p:cNvSpPr>
            <a:spLocks noGrp="1" noChangeAspect="1"/>
          </p:cNvSpPr>
          <p:nvPr>
            <p:ph type="pic" idx="22"/>
          </p:nvPr>
        </p:nvSpPr>
        <p:spPr>
          <a:xfrm>
            <a:off x="5979974" y="2367093"/>
            <a:ext cx="2478696" cy="1524000"/>
          </a:xfrm>
          <a:prstGeom prst="roundRect">
            <a:avLst>
              <a:gd name="adj" fmla="val 8841"/>
            </a:avLst>
          </a:prstGeom>
          <a:noFill/>
          <a:ln w="82550" cap="sq">
            <a:solidFill>
              <a:srgbClr val="EAEAEA"/>
            </a:solidFill>
            <a:miter lim="800000"/>
          </a:ln>
          <a:effectLst/>
          <a:scene3d>
            <a:camera prst="orthographicFront"/>
            <a:lightRig rig="threePt" dir="t">
              <a:rot lat="0" lon="0" rev="2700000"/>
            </a:lightRig>
          </a:scene3d>
          <a:sp3d contourW="6350">
            <a:bevelT h="38100"/>
            <a:contourClr>
              <a:srgbClr val="C0C0C0"/>
            </a:contourClr>
          </a:sp3d>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7" name="Text Placeholder 3"/>
          <p:cNvSpPr>
            <a:spLocks noGrp="1"/>
          </p:cNvSpPr>
          <p:nvPr>
            <p:ph type="body" sz="half" idx="20"/>
          </p:nvPr>
        </p:nvSpPr>
        <p:spPr>
          <a:xfrm>
            <a:off x="5979880" y="4781079"/>
            <a:ext cx="2478790" cy="1010121"/>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pPr>
              <a:defRPr/>
            </a:pPr>
            <a:fld id="{FF5480F7-A01B-4497-9686-67728E872290}" type="datetime4">
              <a:rPr lang="en-US" altLang="en-US" smtClean="0"/>
              <a:t>March 21, 2024</a:t>
            </a:fld>
            <a:endParaRPr lang="en-US" altLang="en-US"/>
          </a:p>
        </p:txBody>
      </p:sp>
      <p:sp>
        <p:nvSpPr>
          <p:cNvPr id="4" name="Footer Placeholder 3"/>
          <p:cNvSpPr>
            <a:spLocks noGrp="1"/>
          </p:cNvSpPr>
          <p:nvPr>
            <p:ph type="ftr" sz="quarter" idx="11"/>
          </p:nvPr>
        </p:nvSpPr>
        <p:spPr/>
        <p:txBody>
          <a:bodyPr/>
          <a:lstStyle/>
          <a:p>
            <a:pPr>
              <a:defRPr/>
            </a:pPr>
            <a:endParaRPr lang="en-US" altLang="en-US"/>
          </a:p>
        </p:txBody>
      </p:sp>
      <p:sp>
        <p:nvSpPr>
          <p:cNvPr id="5" name="Slide Number Placeholder 4"/>
          <p:cNvSpPr>
            <a:spLocks noGrp="1"/>
          </p:cNvSpPr>
          <p:nvPr>
            <p:ph type="sldNum" sz="quarter" idx="12"/>
          </p:nvPr>
        </p:nvSpPr>
        <p:spPr/>
        <p:txBody>
          <a:bodyPr/>
          <a:lstStyle/>
          <a:p>
            <a:pPr>
              <a:defRPr/>
            </a:pPr>
            <a:fld id="{EAC1E9C5-179F-49B5-A20B-74BA07190DB8}" type="slidenum">
              <a:rPr lang="en-US" altLang="en-US" smtClean="0"/>
              <a:pPr>
                <a:defRPr/>
              </a:pPr>
              <a:t>‹#›</a:t>
            </a:fld>
            <a:endParaRPr lang="en-US" altLang="en-US"/>
          </a:p>
        </p:txBody>
      </p:sp>
    </p:spTree>
    <p:extLst>
      <p:ext uri="{BB962C8B-B14F-4D97-AF65-F5344CB8AC3E}">
        <p14:creationId xmlns:p14="http://schemas.microsoft.com/office/powerpoint/2010/main" val="2943294387"/>
      </p:ext>
    </p:extLst>
  </p:cSld>
  <p:clrMapOvr>
    <a:masterClrMapping/>
  </p:clrMapOvr>
  <p:hf hdr="0" ftr="0"/>
</p:sldLayout>
</file>

<file path=ppt/slideLayouts/slideLayout8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pic>
        <p:nvPicPr>
          <p:cNvPr id="9" name="Picture 8" descr="Droplets-S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6858000"/>
          </a:xfrm>
          <a:prstGeom prst="rect">
            <a:avLst/>
          </a:prstGeom>
        </p:spPr>
      </p:pic>
      <p:sp>
        <p:nvSpPr>
          <p:cNvPr id="2" name="Title 1"/>
          <p:cNvSpPr>
            <a:spLocks noGrp="1"/>
          </p:cNvSpPr>
          <p:nvPr>
            <p:ph type="title"/>
          </p:nvPr>
        </p:nvSpPr>
        <p:spPr/>
        <p:txBody>
          <a:bodyPr/>
          <a:lstStyle/>
          <a:p>
            <a:r>
              <a:rPr lang="en-US"/>
              <a:t>Click to edit Master title style</a:t>
            </a:r>
            <a:endParaRPr lang="en-US" dirty="0"/>
          </a:p>
        </p:txBody>
      </p:sp>
      <p:sp>
        <p:nvSpPr>
          <p:cNvPr id="11" name="Vertical Text Placeholder 2"/>
          <p:cNvSpPr>
            <a:spLocks noGrp="1"/>
          </p:cNvSpPr>
          <p:nvPr>
            <p:ph type="body" orient="vert" sz="quarter" idx="13"/>
          </p:nvPr>
        </p:nvSpPr>
        <p:spPr>
          <a:xfrm>
            <a:off x="685331" y="2367094"/>
            <a:ext cx="7773339" cy="3424107"/>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pPr>
              <a:defRPr/>
            </a:pPr>
            <a:fld id="{FF5480F7-A01B-4497-9686-67728E872290}" type="datetime4">
              <a:rPr lang="en-US" altLang="en-US" smtClean="0"/>
              <a:t>March 21, 2024</a:t>
            </a:fld>
            <a:endParaRPr lang="en-US" altLang="en-US"/>
          </a:p>
        </p:txBody>
      </p:sp>
      <p:sp>
        <p:nvSpPr>
          <p:cNvPr id="5" name="Footer Placeholder 4"/>
          <p:cNvSpPr>
            <a:spLocks noGrp="1"/>
          </p:cNvSpPr>
          <p:nvPr>
            <p:ph type="ftr" sz="quarter" idx="11"/>
          </p:nvPr>
        </p:nvSpPr>
        <p:spPr/>
        <p:txBody>
          <a:bodyPr/>
          <a:lstStyle/>
          <a:p>
            <a:pPr>
              <a:defRPr/>
            </a:pPr>
            <a:endParaRPr lang="en-US" altLang="en-US"/>
          </a:p>
        </p:txBody>
      </p:sp>
      <p:sp>
        <p:nvSpPr>
          <p:cNvPr id="6" name="Slide Number Placeholder 5"/>
          <p:cNvSpPr>
            <a:spLocks noGrp="1"/>
          </p:cNvSpPr>
          <p:nvPr>
            <p:ph type="sldNum" sz="quarter" idx="12"/>
          </p:nvPr>
        </p:nvSpPr>
        <p:spPr/>
        <p:txBody>
          <a:bodyPr/>
          <a:lstStyle/>
          <a:p>
            <a:pPr>
              <a:defRPr/>
            </a:pPr>
            <a:fld id="{EAC1E9C5-179F-49B5-A20B-74BA07190DB8}" type="slidenum">
              <a:rPr lang="en-US" altLang="en-US" smtClean="0"/>
              <a:pPr>
                <a:defRPr/>
              </a:pPr>
              <a:t>‹#›</a:t>
            </a:fld>
            <a:endParaRPr lang="en-US" altLang="en-US"/>
          </a:p>
        </p:txBody>
      </p:sp>
    </p:spTree>
    <p:extLst>
      <p:ext uri="{BB962C8B-B14F-4D97-AF65-F5344CB8AC3E}">
        <p14:creationId xmlns:p14="http://schemas.microsoft.com/office/powerpoint/2010/main" val="1159160439"/>
      </p:ext>
    </p:extLst>
  </p:cSld>
  <p:clrMapOvr>
    <a:masterClrMapping/>
  </p:clrMapOvr>
  <p:hf hdr="0" ftr="0"/>
</p:sldLayout>
</file>

<file path=ppt/slideLayouts/slideLayout8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pic>
        <p:nvPicPr>
          <p:cNvPr id="10" name="Picture 9" descr="Droplets-S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6858000"/>
          </a:xfrm>
          <a:prstGeom prst="rect">
            <a:avLst/>
          </a:prstGeom>
        </p:spPr>
      </p:pic>
      <p:sp>
        <p:nvSpPr>
          <p:cNvPr id="2" name="Vertical Title 1"/>
          <p:cNvSpPr>
            <a:spLocks noGrp="1"/>
          </p:cNvSpPr>
          <p:nvPr>
            <p:ph type="title" orient="vert"/>
          </p:nvPr>
        </p:nvSpPr>
        <p:spPr>
          <a:xfrm>
            <a:off x="6543675" y="609602"/>
            <a:ext cx="1914995" cy="5181599"/>
          </a:xfrm>
        </p:spPr>
        <p:txBody>
          <a:bodyPr vert="eaVert"/>
          <a:lstStyle>
            <a:lvl1pPr algn="l">
              <a:defRPr/>
            </a:lvl1pPr>
          </a:lstStyle>
          <a:p>
            <a:r>
              <a:rPr lang="en-US"/>
              <a:t>Click to edit Master title style</a:t>
            </a:r>
            <a:endParaRPr lang="en-US" dirty="0"/>
          </a:p>
        </p:txBody>
      </p:sp>
      <p:sp>
        <p:nvSpPr>
          <p:cNvPr id="8" name="Vertical Text Placeholder 2"/>
          <p:cNvSpPr>
            <a:spLocks noGrp="1"/>
          </p:cNvSpPr>
          <p:nvPr>
            <p:ph type="body" orient="vert" sz="quarter" idx="13"/>
          </p:nvPr>
        </p:nvSpPr>
        <p:spPr>
          <a:xfrm>
            <a:off x="685331" y="609602"/>
            <a:ext cx="5744043" cy="518159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pPr>
              <a:defRPr/>
            </a:pPr>
            <a:fld id="{FF5480F7-A01B-4497-9686-67728E872290}" type="datetime4">
              <a:rPr lang="en-US" altLang="en-US" smtClean="0"/>
              <a:t>March 21, 2024</a:t>
            </a:fld>
            <a:endParaRPr lang="en-US" altLang="en-US"/>
          </a:p>
        </p:txBody>
      </p:sp>
      <p:sp>
        <p:nvSpPr>
          <p:cNvPr id="5" name="Footer Placeholder 4"/>
          <p:cNvSpPr>
            <a:spLocks noGrp="1"/>
          </p:cNvSpPr>
          <p:nvPr>
            <p:ph type="ftr" sz="quarter" idx="11"/>
          </p:nvPr>
        </p:nvSpPr>
        <p:spPr/>
        <p:txBody>
          <a:bodyPr/>
          <a:lstStyle/>
          <a:p>
            <a:pPr>
              <a:defRPr/>
            </a:pPr>
            <a:endParaRPr lang="en-US" altLang="en-US"/>
          </a:p>
        </p:txBody>
      </p:sp>
      <p:sp>
        <p:nvSpPr>
          <p:cNvPr id="6" name="Slide Number Placeholder 5"/>
          <p:cNvSpPr>
            <a:spLocks noGrp="1"/>
          </p:cNvSpPr>
          <p:nvPr>
            <p:ph type="sldNum" sz="quarter" idx="12"/>
          </p:nvPr>
        </p:nvSpPr>
        <p:spPr/>
        <p:txBody>
          <a:bodyPr/>
          <a:lstStyle/>
          <a:p>
            <a:pPr>
              <a:defRPr/>
            </a:pPr>
            <a:fld id="{EAC1E9C5-179F-49B5-A20B-74BA07190DB8}" type="slidenum">
              <a:rPr lang="en-US" altLang="en-US" smtClean="0"/>
              <a:pPr>
                <a:defRPr/>
              </a:pPr>
              <a:t>‹#›</a:t>
            </a:fld>
            <a:endParaRPr lang="en-US" altLang="en-US"/>
          </a:p>
        </p:txBody>
      </p:sp>
    </p:spTree>
    <p:extLst>
      <p:ext uri="{BB962C8B-B14F-4D97-AF65-F5344CB8AC3E}">
        <p14:creationId xmlns:p14="http://schemas.microsoft.com/office/powerpoint/2010/main" val="2988074580"/>
      </p:ext>
    </p:extLst>
  </p:cSld>
  <p:clrMapOvr>
    <a:masterClrMapping/>
  </p:clrMapOvr>
  <p:hf hdr="0" ftr="0"/>
</p:sldLayout>
</file>

<file path=ppt/slideLayouts/slideLayout87.xml><?xml version="1.0" encoding="utf-8"?>
<p:sldLayout xmlns:a="http://schemas.openxmlformats.org/drawingml/2006/main" xmlns:r="http://schemas.openxmlformats.org/officeDocument/2006/relationships" xmlns:p="http://schemas.openxmlformats.org/presentationml/2006/main" showMasterSp="0">
  <p:cSld name="1_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rgbClr val="FF0000"/>
                </a:solidFill>
              </a:defRPr>
            </a:lvl1pPr>
          </a:lstStyle>
          <a:p>
            <a:r>
              <a:rPr lang="en-US"/>
              <a:t>Click to edit Master title style</a:t>
            </a:r>
            <a:endParaRPr dirty="0"/>
          </a:p>
        </p:txBody>
      </p:sp>
      <p:sp>
        <p:nvSpPr>
          <p:cNvPr id="3" name="Content Placeholder 2"/>
          <p:cNvSpPr>
            <a:spLocks noGrp="1"/>
          </p:cNvSpPr>
          <p:nvPr>
            <p:ph idx="1"/>
          </p:nvPr>
        </p:nvSpPr>
        <p:spPr/>
        <p:txBody>
          <a:bodyPr/>
          <a:lstStyle>
            <a:lvl1pPr>
              <a:defRPr>
                <a:solidFill>
                  <a:srgbClr val="0070C0"/>
                </a:solidFill>
              </a:defRPr>
            </a:lvl1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dirty="0"/>
          </a:p>
        </p:txBody>
      </p:sp>
      <p:sp>
        <p:nvSpPr>
          <p:cNvPr id="5" name="Date Placeholder 3">
            <a:extLst>
              <a:ext uri="{FF2B5EF4-FFF2-40B4-BE49-F238E27FC236}">
                <a16:creationId xmlns:a16="http://schemas.microsoft.com/office/drawing/2014/main" id="{84101D24-BFA7-4899-9B74-B8A3EFA117AF}"/>
              </a:ext>
            </a:extLst>
          </p:cNvPr>
          <p:cNvSpPr>
            <a:spLocks noGrp="1"/>
          </p:cNvSpPr>
          <p:nvPr>
            <p:ph type="dt" sz="half" idx="10"/>
          </p:nvPr>
        </p:nvSpPr>
        <p:spPr/>
        <p:txBody>
          <a:bodyPr/>
          <a:lstStyle>
            <a:lvl1pPr>
              <a:defRPr/>
            </a:lvl1pPr>
          </a:lstStyle>
          <a:p>
            <a:pPr>
              <a:defRPr/>
            </a:pPr>
            <a:fld id="{13F99C14-10D9-4321-B3FF-0E9B3870EC11}" type="datetime4">
              <a:rPr lang="en-US" altLang="en-US" smtClean="0"/>
              <a:t>March 21, 2024</a:t>
            </a:fld>
            <a:endParaRPr lang="en-US" altLang="en-US"/>
          </a:p>
        </p:txBody>
      </p:sp>
      <p:sp>
        <p:nvSpPr>
          <p:cNvPr id="6" name="Footer Placeholder 4">
            <a:extLst>
              <a:ext uri="{FF2B5EF4-FFF2-40B4-BE49-F238E27FC236}">
                <a16:creationId xmlns:a16="http://schemas.microsoft.com/office/drawing/2014/main" id="{6E967D6C-DA6F-4253-9972-3ACF725B5CB4}"/>
              </a:ext>
            </a:extLst>
          </p:cNvPr>
          <p:cNvSpPr>
            <a:spLocks noGrp="1"/>
          </p:cNvSpPr>
          <p:nvPr>
            <p:ph type="ftr" sz="quarter" idx="11"/>
          </p:nvPr>
        </p:nvSpPr>
        <p:spPr/>
        <p:txBody>
          <a:bodyPr/>
          <a:lstStyle>
            <a:lvl1pPr>
              <a:defRPr/>
            </a:lvl1pPr>
          </a:lstStyle>
          <a:p>
            <a:pPr>
              <a:defRPr/>
            </a:pPr>
            <a:endParaRPr lang="en-US" altLang="en-US"/>
          </a:p>
        </p:txBody>
      </p:sp>
      <p:sp>
        <p:nvSpPr>
          <p:cNvPr id="7" name="Slide Number Placeholder 5">
            <a:extLst>
              <a:ext uri="{FF2B5EF4-FFF2-40B4-BE49-F238E27FC236}">
                <a16:creationId xmlns:a16="http://schemas.microsoft.com/office/drawing/2014/main" id="{3A360E86-5EA3-4476-88D3-5048B6BF470E}"/>
              </a:ext>
            </a:extLst>
          </p:cNvPr>
          <p:cNvSpPr>
            <a:spLocks noGrp="1"/>
          </p:cNvSpPr>
          <p:nvPr>
            <p:ph type="sldNum" sz="quarter" idx="12"/>
          </p:nvPr>
        </p:nvSpPr>
        <p:spPr/>
        <p:txBody>
          <a:bodyPr/>
          <a:lstStyle>
            <a:lvl1pPr>
              <a:defRPr/>
            </a:lvl1pPr>
          </a:lstStyle>
          <a:p>
            <a:pPr>
              <a:defRPr/>
            </a:pPr>
            <a:fld id="{5997FF75-9E45-4F6E-9E89-BE68C2AA7735}" type="slidenum">
              <a:rPr lang="en-US" altLang="en-US"/>
              <a:pPr>
                <a:defRPr/>
              </a:pPr>
              <a:t>‹#›</a:t>
            </a:fld>
            <a:endParaRPr lang="en-US" altLang="en-US"/>
          </a:p>
        </p:txBody>
      </p:sp>
    </p:spTree>
    <p:extLst>
      <p:ext uri="{BB962C8B-B14F-4D97-AF65-F5344CB8AC3E}">
        <p14:creationId xmlns:p14="http://schemas.microsoft.com/office/powerpoint/2010/main" val="2326636553"/>
      </p:ext>
    </p:extLst>
  </p:cSld>
  <p:clrMapOvr>
    <a:masterClrMapping/>
  </p:clrMapOvr>
  <p:transition>
    <p:random/>
  </p:transition>
</p:sldLayout>
</file>

<file path=ppt/slideLayouts/slideLayout88.xml><?xml version="1.0" encoding="utf-8"?>
<p:sldLayout xmlns:a="http://schemas.openxmlformats.org/drawingml/2006/main" xmlns:r="http://schemas.openxmlformats.org/officeDocument/2006/relationships" xmlns:p="http://schemas.openxmlformats.org/presentationml/2006/main" type="obj">
  <p:cSld name="2_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0031C2-A5A7-C721-3434-6FF4885B1FB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633DD86C-F9C5-1EC3-AB38-A948C180DB97}"/>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733356604"/>
      </p:ext>
    </p:extLst>
  </p:cSld>
  <p:clrMapOvr>
    <a:masterClrMapping/>
  </p:clrMapOvr>
</p:sldLayout>
</file>

<file path=ppt/slideLayouts/slideLayout89.xml><?xml version="1.0" encoding="utf-8"?>
<p:sldLayout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11230830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slideLayout" Target="../slideLayouts/slideLayout24.xml"/><Relationship Id="rId18" Type="http://schemas.openxmlformats.org/officeDocument/2006/relationships/slideLayout" Target="../slideLayouts/slideLayout29.xml"/><Relationship Id="rId3" Type="http://schemas.openxmlformats.org/officeDocument/2006/relationships/slideLayout" Target="../slideLayouts/slideLayout14.xml"/><Relationship Id="rId21" Type="http://schemas.openxmlformats.org/officeDocument/2006/relationships/slideLayout" Target="../slideLayouts/slideLayout32.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17" Type="http://schemas.openxmlformats.org/officeDocument/2006/relationships/slideLayout" Target="../slideLayouts/slideLayout28.xml"/><Relationship Id="rId25" Type="http://schemas.openxmlformats.org/officeDocument/2006/relationships/image" Target="../media/image2.jpeg"/><Relationship Id="rId2" Type="http://schemas.openxmlformats.org/officeDocument/2006/relationships/slideLayout" Target="../slideLayouts/slideLayout13.xml"/><Relationship Id="rId16" Type="http://schemas.openxmlformats.org/officeDocument/2006/relationships/slideLayout" Target="../slideLayouts/slideLayout27.xml"/><Relationship Id="rId20" Type="http://schemas.openxmlformats.org/officeDocument/2006/relationships/slideLayout" Target="../slideLayouts/slideLayout31.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24" Type="http://schemas.openxmlformats.org/officeDocument/2006/relationships/theme" Target="../theme/theme2.xml"/><Relationship Id="rId5" Type="http://schemas.openxmlformats.org/officeDocument/2006/relationships/slideLayout" Target="../slideLayouts/slideLayout16.xml"/><Relationship Id="rId15" Type="http://schemas.openxmlformats.org/officeDocument/2006/relationships/slideLayout" Target="../slideLayouts/slideLayout26.xml"/><Relationship Id="rId23" Type="http://schemas.openxmlformats.org/officeDocument/2006/relationships/slideLayout" Target="../slideLayouts/slideLayout34.xml"/><Relationship Id="rId10" Type="http://schemas.openxmlformats.org/officeDocument/2006/relationships/slideLayout" Target="../slideLayouts/slideLayout21.xml"/><Relationship Id="rId19" Type="http://schemas.openxmlformats.org/officeDocument/2006/relationships/slideLayout" Target="../slideLayouts/slideLayout30.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slideLayout" Target="../slideLayouts/slideLayout25.xml"/><Relationship Id="rId22" Type="http://schemas.openxmlformats.org/officeDocument/2006/relationships/slideLayout" Target="../slideLayouts/slideLayout33.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42.xml"/><Relationship Id="rId13" Type="http://schemas.openxmlformats.org/officeDocument/2006/relationships/theme" Target="../theme/theme3.xml"/><Relationship Id="rId3" Type="http://schemas.openxmlformats.org/officeDocument/2006/relationships/slideLayout" Target="../slideLayouts/slideLayout37.xml"/><Relationship Id="rId7" Type="http://schemas.openxmlformats.org/officeDocument/2006/relationships/slideLayout" Target="../slideLayouts/slideLayout41.xml"/><Relationship Id="rId12" Type="http://schemas.openxmlformats.org/officeDocument/2006/relationships/slideLayout" Target="../slideLayouts/slideLayout46.xml"/><Relationship Id="rId2" Type="http://schemas.openxmlformats.org/officeDocument/2006/relationships/slideLayout" Target="../slideLayouts/slideLayout36.xml"/><Relationship Id="rId1" Type="http://schemas.openxmlformats.org/officeDocument/2006/relationships/slideLayout" Target="../slideLayouts/slideLayout35.xml"/><Relationship Id="rId6" Type="http://schemas.openxmlformats.org/officeDocument/2006/relationships/slideLayout" Target="../slideLayouts/slideLayout40.xml"/><Relationship Id="rId11" Type="http://schemas.openxmlformats.org/officeDocument/2006/relationships/slideLayout" Target="../slideLayouts/slideLayout45.xml"/><Relationship Id="rId5" Type="http://schemas.openxmlformats.org/officeDocument/2006/relationships/slideLayout" Target="../slideLayouts/slideLayout39.xml"/><Relationship Id="rId10" Type="http://schemas.openxmlformats.org/officeDocument/2006/relationships/slideLayout" Target="../slideLayouts/slideLayout44.xml"/><Relationship Id="rId4" Type="http://schemas.openxmlformats.org/officeDocument/2006/relationships/slideLayout" Target="../slideLayouts/slideLayout38.xml"/><Relationship Id="rId9" Type="http://schemas.openxmlformats.org/officeDocument/2006/relationships/slideLayout" Target="../slideLayouts/slideLayout43.xml"/><Relationship Id="rId14" Type="http://schemas.openxmlformats.org/officeDocument/2006/relationships/image" Target="../media/image1.png"/></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54.xml"/><Relationship Id="rId13" Type="http://schemas.openxmlformats.org/officeDocument/2006/relationships/theme" Target="../theme/theme4.xml"/><Relationship Id="rId3" Type="http://schemas.openxmlformats.org/officeDocument/2006/relationships/slideLayout" Target="../slideLayouts/slideLayout49.xml"/><Relationship Id="rId7" Type="http://schemas.openxmlformats.org/officeDocument/2006/relationships/slideLayout" Target="../slideLayouts/slideLayout53.xml"/><Relationship Id="rId12" Type="http://schemas.openxmlformats.org/officeDocument/2006/relationships/slideLayout" Target="../slideLayouts/slideLayout58.xml"/><Relationship Id="rId2" Type="http://schemas.openxmlformats.org/officeDocument/2006/relationships/slideLayout" Target="../slideLayouts/slideLayout48.xml"/><Relationship Id="rId1" Type="http://schemas.openxmlformats.org/officeDocument/2006/relationships/slideLayout" Target="../slideLayouts/slideLayout47.xml"/><Relationship Id="rId6" Type="http://schemas.openxmlformats.org/officeDocument/2006/relationships/slideLayout" Target="../slideLayouts/slideLayout52.xml"/><Relationship Id="rId11" Type="http://schemas.openxmlformats.org/officeDocument/2006/relationships/slideLayout" Target="../slideLayouts/slideLayout57.xml"/><Relationship Id="rId5" Type="http://schemas.openxmlformats.org/officeDocument/2006/relationships/slideLayout" Target="../slideLayouts/slideLayout51.xml"/><Relationship Id="rId10" Type="http://schemas.openxmlformats.org/officeDocument/2006/relationships/slideLayout" Target="../slideLayouts/slideLayout56.xml"/><Relationship Id="rId4" Type="http://schemas.openxmlformats.org/officeDocument/2006/relationships/slideLayout" Target="../slideLayouts/slideLayout50.xml"/><Relationship Id="rId9" Type="http://schemas.openxmlformats.org/officeDocument/2006/relationships/slideLayout" Target="../slideLayouts/slideLayout55.xml"/><Relationship Id="rId14" Type="http://schemas.openxmlformats.org/officeDocument/2006/relationships/image" Target="../media/image2.jpeg"/></Relationships>
</file>

<file path=ppt/slideMasters/_rels/slideMaster5.xml.rels><?xml version="1.0" encoding="UTF-8" standalone="yes"?>
<Relationships xmlns="http://schemas.openxmlformats.org/package/2006/relationships"><Relationship Id="rId8" Type="http://schemas.openxmlformats.org/officeDocument/2006/relationships/slideLayout" Target="../slideLayouts/slideLayout66.xml"/><Relationship Id="rId13" Type="http://schemas.openxmlformats.org/officeDocument/2006/relationships/image" Target="../media/image2.jpeg"/><Relationship Id="rId3" Type="http://schemas.openxmlformats.org/officeDocument/2006/relationships/slideLayout" Target="../slideLayouts/slideLayout61.xml"/><Relationship Id="rId7" Type="http://schemas.openxmlformats.org/officeDocument/2006/relationships/slideLayout" Target="../slideLayouts/slideLayout65.xml"/><Relationship Id="rId12" Type="http://schemas.openxmlformats.org/officeDocument/2006/relationships/theme" Target="../theme/theme5.xml"/><Relationship Id="rId2" Type="http://schemas.openxmlformats.org/officeDocument/2006/relationships/slideLayout" Target="../slideLayouts/slideLayout60.xml"/><Relationship Id="rId1" Type="http://schemas.openxmlformats.org/officeDocument/2006/relationships/slideLayout" Target="../slideLayouts/slideLayout59.xml"/><Relationship Id="rId6" Type="http://schemas.openxmlformats.org/officeDocument/2006/relationships/slideLayout" Target="../slideLayouts/slideLayout64.xml"/><Relationship Id="rId11" Type="http://schemas.openxmlformats.org/officeDocument/2006/relationships/slideLayout" Target="../slideLayouts/slideLayout69.xml"/><Relationship Id="rId5" Type="http://schemas.openxmlformats.org/officeDocument/2006/relationships/slideLayout" Target="../slideLayouts/slideLayout63.xml"/><Relationship Id="rId10" Type="http://schemas.openxmlformats.org/officeDocument/2006/relationships/slideLayout" Target="../slideLayouts/slideLayout68.xml"/><Relationship Id="rId4" Type="http://schemas.openxmlformats.org/officeDocument/2006/relationships/slideLayout" Target="../slideLayouts/slideLayout62.xml"/><Relationship Id="rId9" Type="http://schemas.openxmlformats.org/officeDocument/2006/relationships/slideLayout" Target="../slideLayouts/slideLayout67.xml"/></Relationships>
</file>

<file path=ppt/slideMasters/_rels/slideMaster6.xml.rels><?xml version="1.0" encoding="UTF-8" standalone="yes"?>
<Relationships xmlns="http://schemas.openxmlformats.org/package/2006/relationships"><Relationship Id="rId8" Type="http://schemas.openxmlformats.org/officeDocument/2006/relationships/slideLayout" Target="../slideLayouts/slideLayout77.xml"/><Relationship Id="rId13" Type="http://schemas.openxmlformats.org/officeDocument/2006/relationships/slideLayout" Target="../slideLayouts/slideLayout82.xml"/><Relationship Id="rId18" Type="http://schemas.openxmlformats.org/officeDocument/2006/relationships/slideLayout" Target="../slideLayouts/slideLayout87.xml"/><Relationship Id="rId3" Type="http://schemas.openxmlformats.org/officeDocument/2006/relationships/slideLayout" Target="../slideLayouts/slideLayout72.xml"/><Relationship Id="rId21" Type="http://schemas.openxmlformats.org/officeDocument/2006/relationships/theme" Target="../theme/theme6.xml"/><Relationship Id="rId7" Type="http://schemas.openxmlformats.org/officeDocument/2006/relationships/slideLayout" Target="../slideLayouts/slideLayout76.xml"/><Relationship Id="rId12" Type="http://schemas.openxmlformats.org/officeDocument/2006/relationships/slideLayout" Target="../slideLayouts/slideLayout81.xml"/><Relationship Id="rId17" Type="http://schemas.openxmlformats.org/officeDocument/2006/relationships/slideLayout" Target="../slideLayouts/slideLayout86.xml"/><Relationship Id="rId2" Type="http://schemas.openxmlformats.org/officeDocument/2006/relationships/slideLayout" Target="../slideLayouts/slideLayout71.xml"/><Relationship Id="rId16" Type="http://schemas.openxmlformats.org/officeDocument/2006/relationships/slideLayout" Target="../slideLayouts/slideLayout85.xml"/><Relationship Id="rId20" Type="http://schemas.openxmlformats.org/officeDocument/2006/relationships/slideLayout" Target="../slideLayouts/slideLayout89.xml"/><Relationship Id="rId1" Type="http://schemas.openxmlformats.org/officeDocument/2006/relationships/slideLayout" Target="../slideLayouts/slideLayout70.xml"/><Relationship Id="rId6" Type="http://schemas.openxmlformats.org/officeDocument/2006/relationships/slideLayout" Target="../slideLayouts/slideLayout75.xml"/><Relationship Id="rId11" Type="http://schemas.openxmlformats.org/officeDocument/2006/relationships/slideLayout" Target="../slideLayouts/slideLayout80.xml"/><Relationship Id="rId5" Type="http://schemas.openxmlformats.org/officeDocument/2006/relationships/slideLayout" Target="../slideLayouts/slideLayout74.xml"/><Relationship Id="rId15" Type="http://schemas.openxmlformats.org/officeDocument/2006/relationships/slideLayout" Target="../slideLayouts/slideLayout84.xml"/><Relationship Id="rId10" Type="http://schemas.openxmlformats.org/officeDocument/2006/relationships/slideLayout" Target="../slideLayouts/slideLayout79.xml"/><Relationship Id="rId19" Type="http://schemas.openxmlformats.org/officeDocument/2006/relationships/slideLayout" Target="../slideLayouts/slideLayout88.xml"/><Relationship Id="rId4" Type="http://schemas.openxmlformats.org/officeDocument/2006/relationships/slideLayout" Target="../slideLayouts/slideLayout73.xml"/><Relationship Id="rId9" Type="http://schemas.openxmlformats.org/officeDocument/2006/relationships/slideLayout" Target="../slideLayouts/slideLayout78.xml"/><Relationship Id="rId14" Type="http://schemas.openxmlformats.org/officeDocument/2006/relationships/slideLayout" Target="../slideLayouts/slideLayout83.xml"/><Relationship Id="rId22" Type="http://schemas.openxmlformats.org/officeDocument/2006/relationships/image" Target="../media/image3.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grpSp>
        <p:nvGrpSpPr>
          <p:cNvPr id="1026" name="Group 2">
            <a:extLst>
              <a:ext uri="{FF2B5EF4-FFF2-40B4-BE49-F238E27FC236}">
                <a16:creationId xmlns:a16="http://schemas.microsoft.com/office/drawing/2014/main" id="{2D181DFD-BC57-4863-A2C5-280A8F4F16A2}"/>
              </a:ext>
            </a:extLst>
          </p:cNvPr>
          <p:cNvGrpSpPr>
            <a:grpSpLocks/>
          </p:cNvGrpSpPr>
          <p:nvPr/>
        </p:nvGrpSpPr>
        <p:grpSpPr bwMode="auto">
          <a:xfrm>
            <a:off x="0" y="-533400"/>
            <a:ext cx="8686800" cy="4876800"/>
            <a:chOff x="0" y="0"/>
            <a:chExt cx="5472" cy="3072"/>
          </a:xfrm>
        </p:grpSpPr>
        <p:sp>
          <p:nvSpPr>
            <p:cNvPr id="1034" name="Rectangle 3">
              <a:extLst>
                <a:ext uri="{FF2B5EF4-FFF2-40B4-BE49-F238E27FC236}">
                  <a16:creationId xmlns:a16="http://schemas.microsoft.com/office/drawing/2014/main" id="{BF71C004-2F2F-430F-8993-B50AEC603988}"/>
                </a:ext>
              </a:extLst>
            </p:cNvPr>
            <p:cNvSpPr>
              <a:spLocks noChangeArrowheads="1"/>
            </p:cNvSpPr>
            <p:nvPr/>
          </p:nvSpPr>
          <p:spPr bwMode="auto">
            <a:xfrm>
              <a:off x="0" y="0"/>
              <a:ext cx="384" cy="3072"/>
            </a:xfrm>
            <a:prstGeom prst="rect">
              <a:avLst/>
            </a:prstGeom>
            <a:solidFill>
              <a:schemeClr val="accent1"/>
            </a:solidFill>
            <a:ln>
              <a:noFill/>
            </a:ln>
            <a:effectLst/>
            <a:extLst>
              <a:ext uri="{91240B29-F687-4F45-9708-019B960494DF}">
                <a14:hiddenLine xmlns:a14="http://schemas.microsoft.com/office/drawing/2010/main" w="9525">
                  <a:solidFill>
                    <a:schemeClr val="bg2"/>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a:solidFill>
                    <a:schemeClr val="tx1"/>
                  </a:solidFill>
                  <a:latin typeface="Arial" panose="020B0604020202020204" pitchFamily="34" charset="0"/>
                  <a:ea typeface="Angsana New" panose="02020603050405020304" pitchFamily="18" charset="-34"/>
                </a:defRPr>
              </a:lvl1pPr>
              <a:lvl2pPr marL="742950" indent="-285750">
                <a:defRPr>
                  <a:solidFill>
                    <a:schemeClr val="tx1"/>
                  </a:solidFill>
                  <a:latin typeface="Arial" panose="020B0604020202020204" pitchFamily="34" charset="0"/>
                  <a:ea typeface="Angsana New" panose="02020603050405020304" pitchFamily="18" charset="-34"/>
                </a:defRPr>
              </a:lvl2pPr>
              <a:lvl3pPr marL="1143000" indent="-228600">
                <a:defRPr>
                  <a:solidFill>
                    <a:schemeClr val="tx1"/>
                  </a:solidFill>
                  <a:latin typeface="Arial" panose="020B0604020202020204" pitchFamily="34" charset="0"/>
                  <a:ea typeface="Angsana New" panose="02020603050405020304" pitchFamily="18" charset="-34"/>
                </a:defRPr>
              </a:lvl3pPr>
              <a:lvl4pPr marL="1600200" indent="-228600">
                <a:defRPr>
                  <a:solidFill>
                    <a:schemeClr val="tx1"/>
                  </a:solidFill>
                  <a:latin typeface="Arial" panose="020B0604020202020204" pitchFamily="34" charset="0"/>
                  <a:ea typeface="Angsana New" panose="02020603050405020304" pitchFamily="18" charset="-34"/>
                </a:defRPr>
              </a:lvl4pPr>
              <a:lvl5pPr marL="2057400" indent="-228600">
                <a:defRPr>
                  <a:solidFill>
                    <a:schemeClr val="tx1"/>
                  </a:solidFill>
                  <a:latin typeface="Arial" panose="020B0604020202020204" pitchFamily="34" charset="0"/>
                  <a:ea typeface="Angsana New" panose="02020603050405020304" pitchFamily="18" charset="-34"/>
                </a:defRPr>
              </a:lvl5pPr>
              <a:lvl6pPr marL="2514600" indent="-228600" eaLnBrk="0" fontAlgn="base" hangingPunct="0">
                <a:spcBef>
                  <a:spcPct val="0"/>
                </a:spcBef>
                <a:spcAft>
                  <a:spcPct val="0"/>
                </a:spcAft>
                <a:defRPr>
                  <a:solidFill>
                    <a:schemeClr val="tx1"/>
                  </a:solidFill>
                  <a:latin typeface="Arial" panose="020B0604020202020204" pitchFamily="34" charset="0"/>
                  <a:ea typeface="Angsana New" panose="02020603050405020304" pitchFamily="18" charset="-34"/>
                </a:defRPr>
              </a:lvl6pPr>
              <a:lvl7pPr marL="2971800" indent="-228600" eaLnBrk="0" fontAlgn="base" hangingPunct="0">
                <a:spcBef>
                  <a:spcPct val="0"/>
                </a:spcBef>
                <a:spcAft>
                  <a:spcPct val="0"/>
                </a:spcAft>
                <a:defRPr>
                  <a:solidFill>
                    <a:schemeClr val="tx1"/>
                  </a:solidFill>
                  <a:latin typeface="Arial" panose="020B0604020202020204" pitchFamily="34" charset="0"/>
                  <a:ea typeface="Angsana New" panose="02020603050405020304" pitchFamily="18" charset="-34"/>
                </a:defRPr>
              </a:lvl7pPr>
              <a:lvl8pPr marL="3429000" indent="-228600" eaLnBrk="0" fontAlgn="base" hangingPunct="0">
                <a:spcBef>
                  <a:spcPct val="0"/>
                </a:spcBef>
                <a:spcAft>
                  <a:spcPct val="0"/>
                </a:spcAft>
                <a:defRPr>
                  <a:solidFill>
                    <a:schemeClr val="tx1"/>
                  </a:solidFill>
                  <a:latin typeface="Arial" panose="020B0604020202020204" pitchFamily="34" charset="0"/>
                  <a:ea typeface="Angsana New" panose="02020603050405020304" pitchFamily="18" charset="-34"/>
                </a:defRPr>
              </a:lvl8pPr>
              <a:lvl9pPr marL="3886200" indent="-228600" eaLnBrk="0" fontAlgn="base" hangingPunct="0">
                <a:spcBef>
                  <a:spcPct val="0"/>
                </a:spcBef>
                <a:spcAft>
                  <a:spcPct val="0"/>
                </a:spcAft>
                <a:defRPr>
                  <a:solidFill>
                    <a:schemeClr val="tx1"/>
                  </a:solidFill>
                  <a:latin typeface="Arial" panose="020B0604020202020204" pitchFamily="34" charset="0"/>
                  <a:ea typeface="Angsana New" panose="02020603050405020304" pitchFamily="18" charset="-34"/>
                </a:defRPr>
              </a:lvl9pPr>
            </a:lstStyle>
            <a:p>
              <a:pPr algn="ctr" eaLnBrk="1" hangingPunct="1">
                <a:defRPr/>
              </a:pPr>
              <a:endParaRPr lang="en-US" altLang="en-US" sz="2400">
                <a:latin typeface="Times New Roman" panose="02020603050405020304" pitchFamily="18" charset="0"/>
              </a:endParaRPr>
            </a:p>
          </p:txBody>
        </p:sp>
        <p:grpSp>
          <p:nvGrpSpPr>
            <p:cNvPr id="1035" name="Group 4">
              <a:extLst>
                <a:ext uri="{FF2B5EF4-FFF2-40B4-BE49-F238E27FC236}">
                  <a16:creationId xmlns:a16="http://schemas.microsoft.com/office/drawing/2014/main" id="{B6AAE28B-53B4-48E7-84A8-BC76053D5A43}"/>
                </a:ext>
              </a:extLst>
            </p:cNvPr>
            <p:cNvGrpSpPr>
              <a:grpSpLocks/>
            </p:cNvGrpSpPr>
            <p:nvPr/>
          </p:nvGrpSpPr>
          <p:grpSpPr bwMode="auto">
            <a:xfrm>
              <a:off x="240" y="893"/>
              <a:ext cx="5232" cy="115"/>
              <a:chOff x="240" y="893"/>
              <a:chExt cx="5232" cy="115"/>
            </a:xfrm>
          </p:grpSpPr>
          <p:sp>
            <p:nvSpPr>
              <p:cNvPr id="1036" name="Rectangle 5">
                <a:extLst>
                  <a:ext uri="{FF2B5EF4-FFF2-40B4-BE49-F238E27FC236}">
                    <a16:creationId xmlns:a16="http://schemas.microsoft.com/office/drawing/2014/main" id="{16EC6BDB-67D2-49CB-B621-6A9F90B52EDE}"/>
                  </a:ext>
                </a:extLst>
              </p:cNvPr>
              <p:cNvSpPr>
                <a:spLocks noChangeArrowheads="1"/>
              </p:cNvSpPr>
              <p:nvPr/>
            </p:nvSpPr>
            <p:spPr bwMode="auto">
              <a:xfrm>
                <a:off x="4320" y="893"/>
                <a:ext cx="1152" cy="115"/>
              </a:xfrm>
              <a:prstGeom prst="rect">
                <a:avLst/>
              </a:prstGeom>
              <a:solidFill>
                <a:schemeClr val="folHlink"/>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a:solidFill>
                      <a:schemeClr val="tx1"/>
                    </a:solidFill>
                    <a:latin typeface="Arial" panose="020B0604020202020204" pitchFamily="34" charset="0"/>
                    <a:ea typeface="Angsana New" panose="02020603050405020304" pitchFamily="18" charset="-34"/>
                  </a:defRPr>
                </a:lvl1pPr>
                <a:lvl2pPr marL="742950" indent="-285750">
                  <a:defRPr>
                    <a:solidFill>
                      <a:schemeClr val="tx1"/>
                    </a:solidFill>
                    <a:latin typeface="Arial" panose="020B0604020202020204" pitchFamily="34" charset="0"/>
                    <a:ea typeface="Angsana New" panose="02020603050405020304" pitchFamily="18" charset="-34"/>
                  </a:defRPr>
                </a:lvl2pPr>
                <a:lvl3pPr marL="1143000" indent="-228600">
                  <a:defRPr>
                    <a:solidFill>
                      <a:schemeClr val="tx1"/>
                    </a:solidFill>
                    <a:latin typeface="Arial" panose="020B0604020202020204" pitchFamily="34" charset="0"/>
                    <a:ea typeface="Angsana New" panose="02020603050405020304" pitchFamily="18" charset="-34"/>
                  </a:defRPr>
                </a:lvl3pPr>
                <a:lvl4pPr marL="1600200" indent="-228600">
                  <a:defRPr>
                    <a:solidFill>
                      <a:schemeClr val="tx1"/>
                    </a:solidFill>
                    <a:latin typeface="Arial" panose="020B0604020202020204" pitchFamily="34" charset="0"/>
                    <a:ea typeface="Angsana New" panose="02020603050405020304" pitchFamily="18" charset="-34"/>
                  </a:defRPr>
                </a:lvl4pPr>
                <a:lvl5pPr marL="2057400" indent="-228600">
                  <a:defRPr>
                    <a:solidFill>
                      <a:schemeClr val="tx1"/>
                    </a:solidFill>
                    <a:latin typeface="Arial" panose="020B0604020202020204" pitchFamily="34" charset="0"/>
                    <a:ea typeface="Angsana New" panose="02020603050405020304" pitchFamily="18" charset="-34"/>
                  </a:defRPr>
                </a:lvl5pPr>
                <a:lvl6pPr marL="2514600" indent="-228600" eaLnBrk="0" fontAlgn="base" hangingPunct="0">
                  <a:spcBef>
                    <a:spcPct val="0"/>
                  </a:spcBef>
                  <a:spcAft>
                    <a:spcPct val="0"/>
                  </a:spcAft>
                  <a:defRPr>
                    <a:solidFill>
                      <a:schemeClr val="tx1"/>
                    </a:solidFill>
                    <a:latin typeface="Arial" panose="020B0604020202020204" pitchFamily="34" charset="0"/>
                    <a:ea typeface="Angsana New" panose="02020603050405020304" pitchFamily="18" charset="-34"/>
                  </a:defRPr>
                </a:lvl6pPr>
                <a:lvl7pPr marL="2971800" indent="-228600" eaLnBrk="0" fontAlgn="base" hangingPunct="0">
                  <a:spcBef>
                    <a:spcPct val="0"/>
                  </a:spcBef>
                  <a:spcAft>
                    <a:spcPct val="0"/>
                  </a:spcAft>
                  <a:defRPr>
                    <a:solidFill>
                      <a:schemeClr val="tx1"/>
                    </a:solidFill>
                    <a:latin typeface="Arial" panose="020B0604020202020204" pitchFamily="34" charset="0"/>
                    <a:ea typeface="Angsana New" panose="02020603050405020304" pitchFamily="18" charset="-34"/>
                  </a:defRPr>
                </a:lvl7pPr>
                <a:lvl8pPr marL="3429000" indent="-228600" eaLnBrk="0" fontAlgn="base" hangingPunct="0">
                  <a:spcBef>
                    <a:spcPct val="0"/>
                  </a:spcBef>
                  <a:spcAft>
                    <a:spcPct val="0"/>
                  </a:spcAft>
                  <a:defRPr>
                    <a:solidFill>
                      <a:schemeClr val="tx1"/>
                    </a:solidFill>
                    <a:latin typeface="Arial" panose="020B0604020202020204" pitchFamily="34" charset="0"/>
                    <a:ea typeface="Angsana New" panose="02020603050405020304" pitchFamily="18" charset="-34"/>
                  </a:defRPr>
                </a:lvl8pPr>
                <a:lvl9pPr marL="3886200" indent="-228600" eaLnBrk="0" fontAlgn="base" hangingPunct="0">
                  <a:spcBef>
                    <a:spcPct val="0"/>
                  </a:spcBef>
                  <a:spcAft>
                    <a:spcPct val="0"/>
                  </a:spcAft>
                  <a:defRPr>
                    <a:solidFill>
                      <a:schemeClr val="tx1"/>
                    </a:solidFill>
                    <a:latin typeface="Arial" panose="020B0604020202020204" pitchFamily="34" charset="0"/>
                    <a:ea typeface="Angsana New" panose="02020603050405020304" pitchFamily="18" charset="-34"/>
                  </a:defRPr>
                </a:lvl9pPr>
              </a:lstStyle>
              <a:p>
                <a:pPr algn="ctr" eaLnBrk="1" hangingPunct="1">
                  <a:defRPr/>
                </a:pPr>
                <a:endParaRPr lang="en-US" altLang="en-US" sz="2400">
                  <a:latin typeface="Times New Roman" panose="02020603050405020304" pitchFamily="18" charset="0"/>
                </a:endParaRPr>
              </a:p>
            </p:txBody>
          </p:sp>
          <p:sp>
            <p:nvSpPr>
              <p:cNvPr id="1037" name="Line 6">
                <a:extLst>
                  <a:ext uri="{FF2B5EF4-FFF2-40B4-BE49-F238E27FC236}">
                    <a16:creationId xmlns:a16="http://schemas.microsoft.com/office/drawing/2014/main" id="{20B00981-0E93-4437-AA5E-979FECE0C2DF}"/>
                  </a:ext>
                </a:extLst>
              </p:cNvPr>
              <p:cNvSpPr>
                <a:spLocks noChangeShapeType="1"/>
              </p:cNvSpPr>
              <p:nvPr/>
            </p:nvSpPr>
            <p:spPr bwMode="auto">
              <a:xfrm>
                <a:off x="240" y="941"/>
                <a:ext cx="5232" cy="0"/>
              </a:xfrm>
              <a:prstGeom prst="line">
                <a:avLst/>
              </a:prstGeom>
              <a:noFill/>
              <a:ln w="19050">
                <a:solidFill>
                  <a:schemeClr val="bg2"/>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grpSp>
      </p:grpSp>
      <p:sp>
        <p:nvSpPr>
          <p:cNvPr id="1027" name="Rectangle 7">
            <a:extLst>
              <a:ext uri="{FF2B5EF4-FFF2-40B4-BE49-F238E27FC236}">
                <a16:creationId xmlns:a16="http://schemas.microsoft.com/office/drawing/2014/main" id="{A5B2AC77-C724-465B-8ECA-F11B462FD8E4}"/>
              </a:ext>
            </a:extLst>
          </p:cNvPr>
          <p:cNvSpPr>
            <a:spLocks noGrp="1" noChangeArrowheads="1"/>
          </p:cNvSpPr>
          <p:nvPr>
            <p:ph type="title"/>
          </p:nvPr>
        </p:nvSpPr>
        <p:spPr bwMode="auto">
          <a:xfrm>
            <a:off x="914400" y="152400"/>
            <a:ext cx="7772400" cy="712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p>
            <a:pPr lvl="0"/>
            <a:r>
              <a:rPr lang="en-US" altLang="en-US"/>
              <a:t>Click to edit Master title style</a:t>
            </a:r>
          </a:p>
        </p:txBody>
      </p:sp>
      <p:sp>
        <p:nvSpPr>
          <p:cNvPr id="1028" name="Rectangle 8">
            <a:extLst>
              <a:ext uri="{FF2B5EF4-FFF2-40B4-BE49-F238E27FC236}">
                <a16:creationId xmlns:a16="http://schemas.microsoft.com/office/drawing/2014/main" id="{1A85A4E8-2581-4EFB-96DA-0FB1DC0BE6C1}"/>
              </a:ext>
            </a:extLst>
          </p:cNvPr>
          <p:cNvSpPr>
            <a:spLocks noGrp="1" noChangeArrowheads="1"/>
          </p:cNvSpPr>
          <p:nvPr>
            <p:ph type="body" idx="1"/>
          </p:nvPr>
        </p:nvSpPr>
        <p:spPr bwMode="auto">
          <a:xfrm>
            <a:off x="685800" y="1066800"/>
            <a:ext cx="8077200" cy="51816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lvl="0"/>
            <a:r>
              <a:rPr lang="th-TH" altLang="en-US"/>
              <a:t>Click to edit Master text styles</a:t>
            </a:r>
          </a:p>
          <a:p>
            <a:pPr lvl="1"/>
            <a:r>
              <a:rPr lang="th-TH" altLang="en-US"/>
              <a:t>Second level</a:t>
            </a:r>
          </a:p>
          <a:p>
            <a:pPr lvl="2"/>
            <a:r>
              <a:rPr lang="th-TH" altLang="en-US"/>
              <a:t>Third level</a:t>
            </a:r>
          </a:p>
          <a:p>
            <a:pPr lvl="3"/>
            <a:r>
              <a:rPr lang="th-TH" altLang="en-US"/>
              <a:t>Fourth level</a:t>
            </a:r>
          </a:p>
          <a:p>
            <a:pPr lvl="4"/>
            <a:r>
              <a:rPr lang="th-TH" altLang="en-US"/>
              <a:t>Fifth level</a:t>
            </a:r>
          </a:p>
        </p:txBody>
      </p:sp>
      <p:sp>
        <p:nvSpPr>
          <p:cNvPr id="597001" name="Rectangle 9">
            <a:extLst>
              <a:ext uri="{FF2B5EF4-FFF2-40B4-BE49-F238E27FC236}">
                <a16:creationId xmlns:a16="http://schemas.microsoft.com/office/drawing/2014/main" id="{825087B3-0E08-440F-8225-BA98A0986496}"/>
              </a:ext>
            </a:extLst>
          </p:cNvPr>
          <p:cNvSpPr>
            <a:spLocks noGrp="1" noChangeArrowheads="1"/>
          </p:cNvSpPr>
          <p:nvPr>
            <p:ph type="dt" sz="half" idx="2"/>
          </p:nvPr>
        </p:nvSpPr>
        <p:spPr bwMode="auto">
          <a:xfrm>
            <a:off x="914400" y="6477000"/>
            <a:ext cx="1981200" cy="231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eaLnBrk="1" hangingPunct="1">
              <a:defRPr sz="1000">
                <a:ea typeface="Angsana New" panose="02020603050405020304" pitchFamily="18" charset="-34"/>
              </a:defRPr>
            </a:lvl1pPr>
          </a:lstStyle>
          <a:p>
            <a:pPr>
              <a:defRPr/>
            </a:pPr>
            <a:fld id="{F4AFC189-73F8-4706-AA45-7D354ED2B7AB}" type="datetime4">
              <a:rPr lang="en-US" altLang="en-US" smtClean="0"/>
              <a:t>March 21, 2024</a:t>
            </a:fld>
            <a:endParaRPr lang="en-US" altLang="en-US"/>
          </a:p>
        </p:txBody>
      </p:sp>
      <p:sp>
        <p:nvSpPr>
          <p:cNvPr id="597002" name="Rectangle 10">
            <a:extLst>
              <a:ext uri="{FF2B5EF4-FFF2-40B4-BE49-F238E27FC236}">
                <a16:creationId xmlns:a16="http://schemas.microsoft.com/office/drawing/2014/main" id="{6022FB8E-9248-4E3A-BAC8-2DF3A9267744}"/>
              </a:ext>
            </a:extLst>
          </p:cNvPr>
          <p:cNvSpPr>
            <a:spLocks noGrp="1" noChangeArrowheads="1"/>
          </p:cNvSpPr>
          <p:nvPr>
            <p:ph type="ftr" sz="quarter" idx="3"/>
          </p:nvPr>
        </p:nvSpPr>
        <p:spPr bwMode="auto">
          <a:xfrm>
            <a:off x="3352800" y="6400800"/>
            <a:ext cx="2971800" cy="30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lgn="ctr" eaLnBrk="1" hangingPunct="1">
              <a:defRPr sz="1000">
                <a:ea typeface="Angsana New" panose="02020603050405020304" pitchFamily="18" charset="-34"/>
              </a:defRPr>
            </a:lvl1pPr>
          </a:lstStyle>
          <a:p>
            <a:pPr>
              <a:defRPr/>
            </a:pPr>
            <a:endParaRPr lang="en-US" altLang="en-US"/>
          </a:p>
        </p:txBody>
      </p:sp>
      <p:sp>
        <p:nvSpPr>
          <p:cNvPr id="597003" name="Rectangle 11">
            <a:extLst>
              <a:ext uri="{FF2B5EF4-FFF2-40B4-BE49-F238E27FC236}">
                <a16:creationId xmlns:a16="http://schemas.microsoft.com/office/drawing/2014/main" id="{D08CEDE5-2BB4-49D3-9653-10900DD5AAE0}"/>
              </a:ext>
            </a:extLst>
          </p:cNvPr>
          <p:cNvSpPr>
            <a:spLocks noGrp="1" noChangeArrowheads="1"/>
          </p:cNvSpPr>
          <p:nvPr>
            <p:ph type="sldNum" sz="quarter" idx="4"/>
          </p:nvPr>
        </p:nvSpPr>
        <p:spPr bwMode="auto">
          <a:xfrm>
            <a:off x="6781800" y="6553200"/>
            <a:ext cx="1905000" cy="1524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lgn="r" eaLnBrk="1" hangingPunct="1">
              <a:defRPr sz="1000">
                <a:ea typeface="Angsana New" panose="02020603050405020304" pitchFamily="18" charset="-34"/>
              </a:defRPr>
            </a:lvl1pPr>
          </a:lstStyle>
          <a:p>
            <a:pPr>
              <a:defRPr/>
            </a:pPr>
            <a:fld id="{413338A4-F343-45A5-B376-B2CFBC9F9823}" type="slidenum">
              <a:rPr lang="en-US" altLang="en-US"/>
              <a:pPr>
                <a:defRPr/>
              </a:pPr>
              <a:t>‹#›</a:t>
            </a:fld>
            <a:endParaRPr lang="en-US" altLang="en-US"/>
          </a:p>
        </p:txBody>
      </p:sp>
      <p:sp>
        <p:nvSpPr>
          <p:cNvPr id="1032" name="Line 12">
            <a:extLst>
              <a:ext uri="{FF2B5EF4-FFF2-40B4-BE49-F238E27FC236}">
                <a16:creationId xmlns:a16="http://schemas.microsoft.com/office/drawing/2014/main" id="{6A55137F-7DD6-44BD-B655-C7A32D18C50F}"/>
              </a:ext>
            </a:extLst>
          </p:cNvPr>
          <p:cNvSpPr>
            <a:spLocks noChangeShapeType="1"/>
          </p:cNvSpPr>
          <p:nvPr/>
        </p:nvSpPr>
        <p:spPr bwMode="auto">
          <a:xfrm>
            <a:off x="0" y="4876800"/>
            <a:ext cx="609600" cy="0"/>
          </a:xfrm>
          <a:prstGeom prst="line">
            <a:avLst/>
          </a:prstGeom>
          <a:noFill/>
          <a:ln w="44450">
            <a:solidFill>
              <a:schemeClr val="bg2"/>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pic>
        <p:nvPicPr>
          <p:cNvPr id="1033" name="Picture 13" descr="emu_300x300_72dpi_black">
            <a:extLst>
              <a:ext uri="{FF2B5EF4-FFF2-40B4-BE49-F238E27FC236}">
                <a16:creationId xmlns:a16="http://schemas.microsoft.com/office/drawing/2014/main" id="{17F0A75E-850F-483C-AFB7-C3D42533C6A4}"/>
              </a:ext>
            </a:extLst>
          </p:cNvPr>
          <p:cNvPicPr>
            <a:picLocks noChangeAspect="1" noChangeArrowheads="1"/>
          </p:cNvPicPr>
          <p:nvPr/>
        </p:nvPicPr>
        <p:blipFill>
          <a:blip r:embed="rId13">
            <a:extLst>
              <a:ext uri="{28A0092B-C50C-407E-A947-70E740481C1C}">
                <a14:useLocalDpi xmlns:a14="http://schemas.microsoft.com/office/drawing/2010/main" val="0"/>
              </a:ext>
            </a:extLst>
          </a:blip>
          <a:srcRect/>
          <a:stretch>
            <a:fillRect/>
          </a:stretch>
        </p:blipFill>
        <p:spPr bwMode="auto">
          <a:xfrm>
            <a:off x="179388" y="188913"/>
            <a:ext cx="647700"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 bg1="lt1" tx1="dk1" bg2="lt2" tx2="dk2" accent1="accent1" accent2="accent2" accent3="accent3" accent4="accent4" accent5="accent5" accent6="accent6" hlink="hlink" folHlink="folHlink"/>
  <p:sldLayoutIdLst>
    <p:sldLayoutId id="2147484044" r:id="rId1"/>
    <p:sldLayoutId id="2147484023" r:id="rId2"/>
    <p:sldLayoutId id="2147484024" r:id="rId3"/>
    <p:sldLayoutId id="2147484025" r:id="rId4"/>
    <p:sldLayoutId id="2147484026" r:id="rId5"/>
    <p:sldLayoutId id="2147484027" r:id="rId6"/>
    <p:sldLayoutId id="2147484028" r:id="rId7"/>
    <p:sldLayoutId id="2147484029" r:id="rId8"/>
    <p:sldLayoutId id="2147484030" r:id="rId9"/>
    <p:sldLayoutId id="2147484031" r:id="rId10"/>
    <p:sldLayoutId id="2147484032" r:id="rId11"/>
  </p:sldLayoutIdLst>
  <p:transition>
    <p:random/>
  </p:transition>
  <p:hf hdr="0" ftr="0"/>
  <p:txStyles>
    <p:titleStyle>
      <a:lvl1pPr algn="l" rtl="0" eaLnBrk="0" fontAlgn="base" hangingPunct="0">
        <a:spcBef>
          <a:spcPct val="0"/>
        </a:spcBef>
        <a:spcAft>
          <a:spcPct val="0"/>
        </a:spcAft>
        <a:defRPr sz="4200" kern="1200">
          <a:solidFill>
            <a:schemeClr val="tx2"/>
          </a:solidFill>
          <a:latin typeface="+mj-lt"/>
          <a:ea typeface="+mj-ea"/>
          <a:cs typeface="+mj-cs"/>
        </a:defRPr>
      </a:lvl1pPr>
      <a:lvl2pPr algn="l" rtl="0" eaLnBrk="0" fontAlgn="base" hangingPunct="0">
        <a:spcBef>
          <a:spcPct val="0"/>
        </a:spcBef>
        <a:spcAft>
          <a:spcPct val="0"/>
        </a:spcAft>
        <a:defRPr sz="4200">
          <a:solidFill>
            <a:schemeClr val="tx2"/>
          </a:solidFill>
          <a:latin typeface="Times New Roman" panose="02020603050405020304" pitchFamily="18" charset="0"/>
          <a:cs typeface="Arial" panose="020B0604020202020204" pitchFamily="34" charset="0"/>
        </a:defRPr>
      </a:lvl2pPr>
      <a:lvl3pPr algn="l" rtl="0" eaLnBrk="0" fontAlgn="base" hangingPunct="0">
        <a:spcBef>
          <a:spcPct val="0"/>
        </a:spcBef>
        <a:spcAft>
          <a:spcPct val="0"/>
        </a:spcAft>
        <a:defRPr sz="4200">
          <a:solidFill>
            <a:schemeClr val="tx2"/>
          </a:solidFill>
          <a:latin typeface="Times New Roman" panose="02020603050405020304" pitchFamily="18" charset="0"/>
          <a:cs typeface="Arial" panose="020B0604020202020204" pitchFamily="34" charset="0"/>
        </a:defRPr>
      </a:lvl3pPr>
      <a:lvl4pPr algn="l" rtl="0" eaLnBrk="0" fontAlgn="base" hangingPunct="0">
        <a:spcBef>
          <a:spcPct val="0"/>
        </a:spcBef>
        <a:spcAft>
          <a:spcPct val="0"/>
        </a:spcAft>
        <a:defRPr sz="4200">
          <a:solidFill>
            <a:schemeClr val="tx2"/>
          </a:solidFill>
          <a:latin typeface="Times New Roman" panose="02020603050405020304" pitchFamily="18" charset="0"/>
          <a:cs typeface="Arial" panose="020B0604020202020204" pitchFamily="34" charset="0"/>
        </a:defRPr>
      </a:lvl4pPr>
      <a:lvl5pPr algn="l" rtl="0" eaLnBrk="0" fontAlgn="base" hangingPunct="0">
        <a:spcBef>
          <a:spcPct val="0"/>
        </a:spcBef>
        <a:spcAft>
          <a:spcPct val="0"/>
        </a:spcAft>
        <a:defRPr sz="4200">
          <a:solidFill>
            <a:schemeClr val="tx2"/>
          </a:solidFill>
          <a:latin typeface="Times New Roman" panose="02020603050405020304" pitchFamily="18" charset="0"/>
          <a:cs typeface="Arial" panose="020B0604020202020204" pitchFamily="34" charset="0"/>
        </a:defRPr>
      </a:lvl5pPr>
      <a:lvl6pPr marL="457200" algn="l" rtl="0" fontAlgn="base">
        <a:spcBef>
          <a:spcPct val="0"/>
        </a:spcBef>
        <a:spcAft>
          <a:spcPct val="0"/>
        </a:spcAft>
        <a:defRPr sz="4200">
          <a:solidFill>
            <a:schemeClr val="tx2"/>
          </a:solidFill>
          <a:latin typeface="Times New Roman" panose="02020603050405020304" pitchFamily="18" charset="0"/>
          <a:cs typeface="Arial" panose="020B0604020202020204" pitchFamily="34" charset="0"/>
        </a:defRPr>
      </a:lvl6pPr>
      <a:lvl7pPr marL="914400" algn="l" rtl="0" fontAlgn="base">
        <a:spcBef>
          <a:spcPct val="0"/>
        </a:spcBef>
        <a:spcAft>
          <a:spcPct val="0"/>
        </a:spcAft>
        <a:defRPr sz="4200">
          <a:solidFill>
            <a:schemeClr val="tx2"/>
          </a:solidFill>
          <a:latin typeface="Times New Roman" panose="02020603050405020304" pitchFamily="18" charset="0"/>
          <a:cs typeface="Arial" panose="020B0604020202020204" pitchFamily="34" charset="0"/>
        </a:defRPr>
      </a:lvl7pPr>
      <a:lvl8pPr marL="1371600" algn="l" rtl="0" fontAlgn="base">
        <a:spcBef>
          <a:spcPct val="0"/>
        </a:spcBef>
        <a:spcAft>
          <a:spcPct val="0"/>
        </a:spcAft>
        <a:defRPr sz="4200">
          <a:solidFill>
            <a:schemeClr val="tx2"/>
          </a:solidFill>
          <a:latin typeface="Times New Roman" panose="02020603050405020304" pitchFamily="18" charset="0"/>
          <a:cs typeface="Arial" panose="020B0604020202020204" pitchFamily="34" charset="0"/>
        </a:defRPr>
      </a:lvl8pPr>
      <a:lvl9pPr marL="1828800" algn="l" rtl="0" fontAlgn="base">
        <a:spcBef>
          <a:spcPct val="0"/>
        </a:spcBef>
        <a:spcAft>
          <a:spcPct val="0"/>
        </a:spcAft>
        <a:defRPr sz="4200">
          <a:solidFill>
            <a:schemeClr val="tx2"/>
          </a:solidFill>
          <a:latin typeface="Times New Roman" panose="02020603050405020304" pitchFamily="18" charset="0"/>
          <a:cs typeface="Arial" panose="020B0604020202020204" pitchFamily="34" charset="0"/>
        </a:defRPr>
      </a:lvl9pPr>
    </p:titleStyle>
    <p:bodyStyle>
      <a:lvl1pPr marL="342900" indent="-342900" algn="l" rtl="0" eaLnBrk="0" fontAlgn="base" hangingPunct="0">
        <a:spcBef>
          <a:spcPct val="20000"/>
        </a:spcBef>
        <a:spcAft>
          <a:spcPct val="0"/>
        </a:spcAft>
        <a:buClr>
          <a:schemeClr val="folHlink"/>
        </a:buClr>
        <a:buSzPct val="90000"/>
        <a:buFont typeface="Wingdings" panose="05000000000000000000" pitchFamily="2" charset="2"/>
        <a:buChar char="n"/>
        <a:defRPr sz="2400" kern="1200">
          <a:solidFill>
            <a:schemeClr val="tx1"/>
          </a:solidFill>
          <a:latin typeface="+mn-lt"/>
          <a:ea typeface="+mn-ea"/>
          <a:cs typeface="+mn-cs"/>
        </a:defRPr>
      </a:lvl1pPr>
      <a:lvl2pPr marL="742950" indent="-285750" algn="l" rtl="0" eaLnBrk="0" fontAlgn="base" hangingPunct="0">
        <a:spcBef>
          <a:spcPct val="20000"/>
        </a:spcBef>
        <a:spcAft>
          <a:spcPct val="0"/>
        </a:spcAft>
        <a:buClr>
          <a:schemeClr val="accent1"/>
        </a:buClr>
        <a:buSzPct val="75000"/>
        <a:buFont typeface="Wingdings" panose="05000000000000000000" pitchFamily="2" charset="2"/>
        <a:buChar char="q"/>
        <a:defRPr sz="2000" kern="1200">
          <a:solidFill>
            <a:schemeClr val="tx1"/>
          </a:solidFill>
          <a:latin typeface="+mn-lt"/>
          <a:ea typeface="+mn-ea"/>
          <a:cs typeface="+mn-cs"/>
        </a:defRPr>
      </a:lvl2pPr>
      <a:lvl3pPr marL="1143000" indent="-228600" algn="l" rtl="0" eaLnBrk="0" fontAlgn="base" hangingPunct="0">
        <a:spcBef>
          <a:spcPct val="20000"/>
        </a:spcBef>
        <a:spcAft>
          <a:spcPct val="0"/>
        </a:spcAft>
        <a:buClr>
          <a:schemeClr val="folHlink"/>
        </a:buClr>
        <a:buSzPct val="55000"/>
        <a:buFont typeface="Wingdings" panose="05000000000000000000" pitchFamily="2" charset="2"/>
        <a:buChar char="q"/>
        <a:defRPr kern="1200">
          <a:solidFill>
            <a:schemeClr val="tx1"/>
          </a:solidFill>
          <a:latin typeface="+mn-lt"/>
          <a:ea typeface="+mn-ea"/>
          <a:cs typeface="+mn-cs"/>
        </a:defRPr>
      </a:lvl3pPr>
      <a:lvl4pPr marL="1600200" indent="-228600" algn="l" rtl="0" eaLnBrk="0" fontAlgn="base" hangingPunct="0">
        <a:spcBef>
          <a:spcPct val="20000"/>
        </a:spcBef>
        <a:spcAft>
          <a:spcPct val="0"/>
        </a:spcAft>
        <a:buClr>
          <a:schemeClr val="accent1"/>
        </a:buClr>
        <a:buFont typeface="Wingdings" panose="05000000000000000000" pitchFamily="2" charset="2"/>
        <a:buChar char="§"/>
        <a:defRPr sz="1600" kern="1200">
          <a:solidFill>
            <a:schemeClr val="tx1"/>
          </a:solidFill>
          <a:latin typeface="+mn-lt"/>
          <a:ea typeface="+mn-ea"/>
          <a:cs typeface="+mn-cs"/>
        </a:defRPr>
      </a:lvl4pPr>
      <a:lvl5pPr marL="2057400" indent="-228600" algn="l" rtl="0" eaLnBrk="0" fontAlgn="base" hangingPunct="0">
        <a:spcBef>
          <a:spcPct val="20000"/>
        </a:spcBef>
        <a:spcAft>
          <a:spcPct val="0"/>
        </a:spcAft>
        <a:buClr>
          <a:schemeClr val="accent1"/>
        </a:buClr>
        <a:buFont typeface="Wingdings" panose="05000000000000000000" pitchFamily="2" charset="2"/>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050" name="Title Placeholder 1">
            <a:extLst>
              <a:ext uri="{FF2B5EF4-FFF2-40B4-BE49-F238E27FC236}">
                <a16:creationId xmlns:a16="http://schemas.microsoft.com/office/drawing/2014/main" id="{E8F770FA-76C9-4E2B-A434-235AF9FBD745}"/>
              </a:ext>
            </a:extLst>
          </p:cNvPr>
          <p:cNvSpPr>
            <a:spLocks noGrp="1" noChangeArrowheads="1"/>
          </p:cNvSpPr>
          <p:nvPr>
            <p:ph type="title"/>
          </p:nvPr>
        </p:nvSpPr>
        <p:spPr bwMode="auto">
          <a:xfrm>
            <a:off x="498475" y="484188"/>
            <a:ext cx="7556500" cy="11160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en-US"/>
              <a:t>Click to edit Master title style</a:t>
            </a:r>
          </a:p>
        </p:txBody>
      </p:sp>
      <p:sp>
        <p:nvSpPr>
          <p:cNvPr id="2051" name="Text Placeholder 2">
            <a:extLst>
              <a:ext uri="{FF2B5EF4-FFF2-40B4-BE49-F238E27FC236}">
                <a16:creationId xmlns:a16="http://schemas.microsoft.com/office/drawing/2014/main" id="{CE77B8DE-5E28-4D68-A1DB-974D6B665223}"/>
              </a:ext>
            </a:extLst>
          </p:cNvPr>
          <p:cNvSpPr>
            <a:spLocks noGrp="1" noChangeArrowheads="1"/>
          </p:cNvSpPr>
          <p:nvPr>
            <p:ph type="body" idx="1"/>
          </p:nvPr>
        </p:nvSpPr>
        <p:spPr bwMode="auto">
          <a:xfrm>
            <a:off x="498475" y="1981200"/>
            <a:ext cx="7556500" cy="4144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en-US"/>
              <a:t>Edit Master text styles</a:t>
            </a:r>
          </a:p>
          <a:p>
            <a:pPr lvl="1"/>
            <a:r>
              <a:rPr lang="en-US" altLang="en-US"/>
              <a:t>Second level</a:t>
            </a:r>
          </a:p>
          <a:p>
            <a:pPr lvl="2"/>
            <a:r>
              <a:rPr lang="en-US" altLang="en-US"/>
              <a:t>Third level</a:t>
            </a:r>
          </a:p>
          <a:p>
            <a:pPr lvl="3"/>
            <a:r>
              <a:rPr lang="en-US" altLang="en-US"/>
              <a:t>Fourth level</a:t>
            </a:r>
          </a:p>
          <a:p>
            <a:pPr lvl="4"/>
            <a:r>
              <a:rPr lang="en-US" altLang="en-US"/>
              <a:t>Fifth level</a:t>
            </a:r>
          </a:p>
        </p:txBody>
      </p:sp>
      <p:sp>
        <p:nvSpPr>
          <p:cNvPr id="4" name="Date Placeholder 3">
            <a:extLst>
              <a:ext uri="{FF2B5EF4-FFF2-40B4-BE49-F238E27FC236}">
                <a16:creationId xmlns:a16="http://schemas.microsoft.com/office/drawing/2014/main" id="{91B6C67B-79A9-4A0E-BE77-8B0E56CC46B5}"/>
              </a:ext>
            </a:extLst>
          </p:cNvPr>
          <p:cNvSpPr>
            <a:spLocks noGrp="1"/>
          </p:cNvSpPr>
          <p:nvPr>
            <p:ph type="dt" sz="half" idx="2"/>
          </p:nvPr>
        </p:nvSpPr>
        <p:spPr>
          <a:xfrm>
            <a:off x="6794500" y="6423025"/>
            <a:ext cx="2133600" cy="365125"/>
          </a:xfrm>
          <a:prstGeom prst="rect">
            <a:avLst/>
          </a:prstGeom>
        </p:spPr>
        <p:txBody>
          <a:bodyPr vert="horz" lIns="91440" tIns="45720" rIns="91440" bIns="45720" rtlCol="0" anchor="ctr"/>
          <a:lstStyle>
            <a:lvl1pPr algn="r" eaLnBrk="1" hangingPunct="1">
              <a:defRPr sz="1100">
                <a:solidFill>
                  <a:schemeClr val="tx1">
                    <a:lumMod val="65000"/>
                    <a:lumOff val="35000"/>
                  </a:schemeClr>
                </a:solidFill>
                <a:ea typeface="Angsana New" panose="020B0502040204020203" pitchFamily="18" charset="-34"/>
                <a:cs typeface="Arial" panose="020B0604020202020204" pitchFamily="34" charset="0"/>
              </a:defRPr>
            </a:lvl1pPr>
          </a:lstStyle>
          <a:p>
            <a:pPr>
              <a:defRPr/>
            </a:pPr>
            <a:fld id="{FF5480F7-A01B-4497-9686-67728E872290}" type="datetime4">
              <a:rPr lang="en-US" altLang="en-US" smtClean="0"/>
              <a:t>March 21, 2024</a:t>
            </a:fld>
            <a:endParaRPr lang="en-US" altLang="en-US"/>
          </a:p>
        </p:txBody>
      </p:sp>
      <p:sp>
        <p:nvSpPr>
          <p:cNvPr id="5" name="Footer Placeholder 4">
            <a:extLst>
              <a:ext uri="{FF2B5EF4-FFF2-40B4-BE49-F238E27FC236}">
                <a16:creationId xmlns:a16="http://schemas.microsoft.com/office/drawing/2014/main" id="{EDF927D7-EF1F-49CE-B729-8E64D95D89F1}"/>
              </a:ext>
            </a:extLst>
          </p:cNvPr>
          <p:cNvSpPr>
            <a:spLocks noGrp="1"/>
          </p:cNvSpPr>
          <p:nvPr>
            <p:ph type="ftr" sz="quarter" idx="3"/>
          </p:nvPr>
        </p:nvSpPr>
        <p:spPr>
          <a:xfrm>
            <a:off x="201613" y="6423025"/>
            <a:ext cx="6122987" cy="365125"/>
          </a:xfrm>
          <a:prstGeom prst="rect">
            <a:avLst/>
          </a:prstGeom>
        </p:spPr>
        <p:txBody>
          <a:bodyPr vert="horz" lIns="91440" tIns="45720" rIns="91440" bIns="45720" rtlCol="0" anchor="ctr"/>
          <a:lstStyle>
            <a:lvl1pPr algn="l" eaLnBrk="1" hangingPunct="1">
              <a:defRPr sz="1100">
                <a:solidFill>
                  <a:schemeClr val="tx1">
                    <a:lumMod val="65000"/>
                    <a:lumOff val="35000"/>
                  </a:schemeClr>
                </a:solidFill>
                <a:ea typeface="Angsana New" panose="020B0502040204020203" pitchFamily="18" charset="-34"/>
                <a:cs typeface="Arial" panose="020B0604020202020204" pitchFamily="34" charset="0"/>
              </a:defRPr>
            </a:lvl1pPr>
          </a:lstStyle>
          <a:p>
            <a:pPr>
              <a:defRPr/>
            </a:pPr>
            <a:endParaRPr lang="en-US" altLang="en-US"/>
          </a:p>
        </p:txBody>
      </p:sp>
      <p:sp>
        <p:nvSpPr>
          <p:cNvPr id="6" name="Slide Number Placeholder 5">
            <a:extLst>
              <a:ext uri="{FF2B5EF4-FFF2-40B4-BE49-F238E27FC236}">
                <a16:creationId xmlns:a16="http://schemas.microsoft.com/office/drawing/2014/main" id="{3E81E21C-41C3-4EAB-89CE-E6FB352AEE37}"/>
              </a:ext>
            </a:extLst>
          </p:cNvPr>
          <p:cNvSpPr>
            <a:spLocks noGrp="1"/>
          </p:cNvSpPr>
          <p:nvPr>
            <p:ph type="sldNum" sz="quarter" idx="4"/>
          </p:nvPr>
        </p:nvSpPr>
        <p:spPr>
          <a:xfrm>
            <a:off x="8305800" y="242888"/>
            <a:ext cx="554038" cy="365125"/>
          </a:xfrm>
          <a:prstGeom prst="rect">
            <a:avLst/>
          </a:prstGeom>
        </p:spPr>
        <p:txBody>
          <a:bodyPr vert="horz" lIns="91440" tIns="45720" rIns="91440" bIns="45720" rtlCol="0" anchor="ctr"/>
          <a:lstStyle>
            <a:lvl1pPr algn="r" eaLnBrk="1" hangingPunct="1">
              <a:defRPr sz="1400">
                <a:solidFill>
                  <a:schemeClr val="bg1"/>
                </a:solidFill>
                <a:ea typeface="Angsana New" panose="020B0502040204020203" pitchFamily="18" charset="-34"/>
                <a:cs typeface="Arial" panose="020B0604020202020204" pitchFamily="34" charset="0"/>
              </a:defRPr>
            </a:lvl1pPr>
          </a:lstStyle>
          <a:p>
            <a:pPr>
              <a:defRPr/>
            </a:pPr>
            <a:fld id="{EAC1E9C5-179F-49B5-A20B-74BA07190DB8}" type="slidenum">
              <a:rPr lang="en-US" altLang="en-US"/>
              <a:pPr>
                <a:defRPr/>
              </a:pPr>
              <a:t>‹#›</a:t>
            </a:fld>
            <a:endParaRPr lang="en-US" altLang="en-US"/>
          </a:p>
        </p:txBody>
      </p:sp>
      <p:grpSp>
        <p:nvGrpSpPr>
          <p:cNvPr id="2055" name="Group 8">
            <a:extLst>
              <a:ext uri="{FF2B5EF4-FFF2-40B4-BE49-F238E27FC236}">
                <a16:creationId xmlns:a16="http://schemas.microsoft.com/office/drawing/2014/main" id="{8A8273E5-CDF0-44E1-AEF2-4B755C331FD1}"/>
              </a:ext>
            </a:extLst>
          </p:cNvPr>
          <p:cNvGrpSpPr>
            <a:grpSpLocks/>
          </p:cNvGrpSpPr>
          <p:nvPr/>
        </p:nvGrpSpPr>
        <p:grpSpPr bwMode="auto">
          <a:xfrm>
            <a:off x="-9525" y="1049338"/>
            <a:ext cx="9151938" cy="82550"/>
            <a:chOff x="1" y="591"/>
            <a:chExt cx="5759" cy="52"/>
          </a:xfrm>
        </p:grpSpPr>
        <p:sp>
          <p:nvSpPr>
            <p:cNvPr id="2058" name="Line 9">
              <a:extLst>
                <a:ext uri="{FF2B5EF4-FFF2-40B4-BE49-F238E27FC236}">
                  <a16:creationId xmlns:a16="http://schemas.microsoft.com/office/drawing/2014/main" id="{AB178821-03A3-419C-81A7-AB420E98AE13}"/>
                </a:ext>
              </a:extLst>
            </p:cNvPr>
            <p:cNvSpPr>
              <a:spLocks noChangeShapeType="1"/>
            </p:cNvSpPr>
            <p:nvPr/>
          </p:nvSpPr>
          <p:spPr bwMode="auto">
            <a:xfrm>
              <a:off x="2" y="591"/>
              <a:ext cx="5758" cy="0"/>
            </a:xfrm>
            <a:prstGeom prst="line">
              <a:avLst/>
            </a:prstGeom>
            <a:noFill/>
            <a:ln w="76200">
              <a:solidFill>
                <a:srgbClr val="FF0000"/>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en-US"/>
            </a:p>
          </p:txBody>
        </p:sp>
        <p:sp>
          <p:nvSpPr>
            <p:cNvPr id="2059" name="Line 10">
              <a:extLst>
                <a:ext uri="{FF2B5EF4-FFF2-40B4-BE49-F238E27FC236}">
                  <a16:creationId xmlns:a16="http://schemas.microsoft.com/office/drawing/2014/main" id="{108B472A-C3BF-481A-9F84-D86E33569768}"/>
                </a:ext>
              </a:extLst>
            </p:cNvPr>
            <p:cNvSpPr>
              <a:spLocks noChangeShapeType="1"/>
            </p:cNvSpPr>
            <p:nvPr/>
          </p:nvSpPr>
          <p:spPr bwMode="auto">
            <a:xfrm>
              <a:off x="2" y="626"/>
              <a:ext cx="5758" cy="0"/>
            </a:xfrm>
            <a:prstGeom prst="line">
              <a:avLst/>
            </a:prstGeom>
            <a:noFill/>
            <a:ln w="12700">
              <a:solidFill>
                <a:srgbClr val="FF0000"/>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en-US"/>
            </a:p>
          </p:txBody>
        </p:sp>
        <p:sp>
          <p:nvSpPr>
            <p:cNvPr id="2060" name="Line 11">
              <a:extLst>
                <a:ext uri="{FF2B5EF4-FFF2-40B4-BE49-F238E27FC236}">
                  <a16:creationId xmlns:a16="http://schemas.microsoft.com/office/drawing/2014/main" id="{6167F5F1-1A8D-4199-B338-C75A3E342958}"/>
                </a:ext>
              </a:extLst>
            </p:cNvPr>
            <p:cNvSpPr>
              <a:spLocks noChangeShapeType="1"/>
            </p:cNvSpPr>
            <p:nvPr/>
          </p:nvSpPr>
          <p:spPr bwMode="auto">
            <a:xfrm>
              <a:off x="1" y="643"/>
              <a:ext cx="5759" cy="0"/>
            </a:xfrm>
            <a:prstGeom prst="line">
              <a:avLst/>
            </a:prstGeom>
            <a:noFill/>
            <a:ln w="12700">
              <a:solidFill>
                <a:srgbClr val="FF0000"/>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en-US"/>
            </a:p>
          </p:txBody>
        </p:sp>
      </p:grpSp>
      <p:sp>
        <p:nvSpPr>
          <p:cNvPr id="11" name="文字方塊 8">
            <a:extLst>
              <a:ext uri="{FF2B5EF4-FFF2-40B4-BE49-F238E27FC236}">
                <a16:creationId xmlns:a16="http://schemas.microsoft.com/office/drawing/2014/main" id="{39D8D7C8-DB0C-4C03-B575-1A4A8B41ECA6}"/>
              </a:ext>
            </a:extLst>
          </p:cNvPr>
          <p:cNvSpPr txBox="1"/>
          <p:nvPr/>
        </p:nvSpPr>
        <p:spPr>
          <a:xfrm>
            <a:off x="6810375" y="6540500"/>
            <a:ext cx="2298700" cy="304800"/>
          </a:xfrm>
          <a:prstGeom prst="rect">
            <a:avLst/>
          </a:prstGeom>
          <a:noFill/>
        </p:spPr>
        <p:txBody>
          <a:bodyPr>
            <a:spAutoFit/>
          </a:bodyPr>
          <a:lstStyle>
            <a:lvl1pPr eaLnBrk="0" hangingPunct="0">
              <a:defRPr sz="1400" i="1" u="sng">
                <a:solidFill>
                  <a:srgbClr val="003366"/>
                </a:solidFill>
                <a:latin typeface="Times New Roman" panose="02020603050405020304" pitchFamily="18" charset="0"/>
                <a:ea typeface="新細明體" panose="02020500000000000000" pitchFamily="18" charset="-120"/>
              </a:defRPr>
            </a:lvl1pPr>
            <a:lvl2pPr marL="742950" indent="-285750" eaLnBrk="0" hangingPunct="0">
              <a:defRPr sz="1400" i="1" u="sng">
                <a:solidFill>
                  <a:srgbClr val="003366"/>
                </a:solidFill>
                <a:latin typeface="Times New Roman" panose="02020603050405020304" pitchFamily="18" charset="0"/>
                <a:ea typeface="新細明體" panose="02020500000000000000" pitchFamily="18" charset="-120"/>
              </a:defRPr>
            </a:lvl2pPr>
            <a:lvl3pPr marL="1143000" indent="-228600" eaLnBrk="0" hangingPunct="0">
              <a:defRPr sz="1400" i="1" u="sng">
                <a:solidFill>
                  <a:srgbClr val="003366"/>
                </a:solidFill>
                <a:latin typeface="Times New Roman" panose="02020603050405020304" pitchFamily="18" charset="0"/>
                <a:ea typeface="新細明體" panose="02020500000000000000" pitchFamily="18" charset="-120"/>
              </a:defRPr>
            </a:lvl3pPr>
            <a:lvl4pPr marL="1600200" indent="-228600" eaLnBrk="0" hangingPunct="0">
              <a:defRPr sz="1400" i="1" u="sng">
                <a:solidFill>
                  <a:srgbClr val="003366"/>
                </a:solidFill>
                <a:latin typeface="Times New Roman" panose="02020603050405020304" pitchFamily="18" charset="0"/>
                <a:ea typeface="新細明體" panose="02020500000000000000" pitchFamily="18" charset="-120"/>
              </a:defRPr>
            </a:lvl4pPr>
            <a:lvl5pPr marL="2057400" indent="-228600" eaLnBrk="0" hangingPunct="0">
              <a:defRPr sz="1400" i="1" u="sng">
                <a:solidFill>
                  <a:srgbClr val="003366"/>
                </a:solidFill>
                <a:latin typeface="Times New Roman" panose="02020603050405020304" pitchFamily="18" charset="0"/>
                <a:ea typeface="新細明體" panose="02020500000000000000" pitchFamily="18" charset="-120"/>
              </a:defRPr>
            </a:lvl5pPr>
            <a:lvl6pPr marL="25146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6pPr>
            <a:lvl7pPr marL="29718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7pPr>
            <a:lvl8pPr marL="34290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8pPr>
            <a:lvl9pPr marL="38862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9pPr>
          </a:lstStyle>
          <a:p>
            <a:pPr algn="r" eaLnBrk="1" hangingPunct="1">
              <a:defRPr/>
            </a:pPr>
            <a:r>
              <a:rPr lang="tr-TR" altLang="zh-TW" u="none">
                <a:solidFill>
                  <a:srgbClr val="7F7F7F"/>
                </a:solidFill>
                <a:cs typeface="Arial" panose="020B0604020202020204" pitchFamily="34" charset="0"/>
              </a:rPr>
              <a:t>Digital Logic Design</a:t>
            </a:r>
            <a:r>
              <a:rPr lang="en-US" altLang="zh-TW" u="none">
                <a:solidFill>
                  <a:srgbClr val="7F7F7F"/>
                </a:solidFill>
                <a:cs typeface="Arial" panose="020B0604020202020204" pitchFamily="34" charset="0"/>
              </a:rPr>
              <a:t> </a:t>
            </a:r>
            <a:r>
              <a:rPr lang="en-US" altLang="zh-TW" i="0" u="none">
                <a:solidFill>
                  <a:srgbClr val="7F7F7F"/>
                </a:solidFill>
                <a:cs typeface="Arial" panose="020B0604020202020204" pitchFamily="34" charset="0"/>
              </a:rPr>
              <a:t>Ch1</a:t>
            </a:r>
            <a:r>
              <a:rPr lang="en-US" altLang="zh-TW" u="none">
                <a:solidFill>
                  <a:srgbClr val="7F7F7F"/>
                </a:solidFill>
                <a:cs typeface="Arial" panose="020B0604020202020204" pitchFamily="34" charset="0"/>
              </a:rPr>
              <a:t>-</a:t>
            </a:r>
            <a:fld id="{6DC67BA1-6048-4382-BF1F-2028CE77E041}" type="slidenum">
              <a:rPr lang="zh-TW" altLang="en-US" i="0" u="none" smtClean="0">
                <a:solidFill>
                  <a:srgbClr val="7F7F7F"/>
                </a:solidFill>
                <a:cs typeface="Arial" panose="020B0604020202020204" pitchFamily="34" charset="0"/>
              </a:rPr>
              <a:pPr algn="r" eaLnBrk="1" hangingPunct="1">
                <a:defRPr/>
              </a:pPr>
              <a:t>‹#›</a:t>
            </a:fld>
            <a:endParaRPr lang="en-US" altLang="zh-TW" i="0" u="none">
              <a:solidFill>
                <a:srgbClr val="7F7F7F"/>
              </a:solidFill>
              <a:cs typeface="Arial" panose="020B0604020202020204" pitchFamily="34" charset="0"/>
            </a:endParaRPr>
          </a:p>
        </p:txBody>
      </p:sp>
      <p:pic>
        <p:nvPicPr>
          <p:cNvPr id="2057" name="Picture 9" descr="logoyil30">
            <a:extLst>
              <a:ext uri="{FF2B5EF4-FFF2-40B4-BE49-F238E27FC236}">
                <a16:creationId xmlns:a16="http://schemas.microsoft.com/office/drawing/2014/main" id="{36409056-45D7-4BFF-9064-AA13E57B38C7}"/>
              </a:ext>
            </a:extLst>
          </p:cNvPr>
          <p:cNvPicPr>
            <a:picLocks noChangeAspect="1" noChangeArrowheads="1"/>
          </p:cNvPicPr>
          <p:nvPr/>
        </p:nvPicPr>
        <p:blipFill>
          <a:blip r:embed="rId25">
            <a:extLst>
              <a:ext uri="{28A0092B-C50C-407E-A947-70E740481C1C}">
                <a14:useLocalDpi xmlns:a14="http://schemas.microsoft.com/office/drawing/2010/main" val="0"/>
              </a:ext>
            </a:extLst>
          </a:blip>
          <a:srcRect/>
          <a:stretch>
            <a:fillRect/>
          </a:stretch>
        </p:blipFill>
        <p:spPr bwMode="auto">
          <a:xfrm>
            <a:off x="295275" y="161925"/>
            <a:ext cx="736600" cy="7413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 bg1="lt1" tx1="dk1" bg2="lt2" tx2="dk2" accent1="accent1" accent2="accent2" accent3="accent3" accent4="accent4" accent5="accent5" accent6="accent6" hlink="hlink" folHlink="folHlink"/>
  <p:sldLayoutIdLst>
    <p:sldLayoutId id="2147484045" r:id="rId1"/>
    <p:sldLayoutId id="2147484046" r:id="rId2"/>
    <p:sldLayoutId id="2147484047" r:id="rId3"/>
    <p:sldLayoutId id="2147484048" r:id="rId4"/>
    <p:sldLayoutId id="2147484049" r:id="rId5"/>
    <p:sldLayoutId id="2147484050" r:id="rId6"/>
    <p:sldLayoutId id="2147484051" r:id="rId7"/>
    <p:sldLayoutId id="2147484052" r:id="rId8"/>
    <p:sldLayoutId id="2147484053" r:id="rId9"/>
    <p:sldLayoutId id="2147484054" r:id="rId10"/>
    <p:sldLayoutId id="2147484055" r:id="rId11"/>
    <p:sldLayoutId id="2147484056" r:id="rId12"/>
    <p:sldLayoutId id="2147484057" r:id="rId13"/>
    <p:sldLayoutId id="2147484058" r:id="rId14"/>
    <p:sldLayoutId id="2147484059" r:id="rId15"/>
    <p:sldLayoutId id="2147484060" r:id="rId16"/>
    <p:sldLayoutId id="2147484061" r:id="rId17"/>
    <p:sldLayoutId id="2147484062" r:id="rId18"/>
    <p:sldLayoutId id="2147484063" r:id="rId19"/>
    <p:sldLayoutId id="2147484064" r:id="rId20"/>
    <p:sldLayoutId id="2147484065" r:id="rId21"/>
    <p:sldLayoutId id="2147484066" r:id="rId22"/>
    <p:sldLayoutId id="2147484067" r:id="rId23"/>
  </p:sldLayoutIdLst>
  <p:transition>
    <p:random/>
  </p:transition>
  <p:hf hdr="0" ftr="0"/>
  <p:txStyles>
    <p:titleStyle>
      <a:lvl1pPr algn="l" rtl="0" eaLnBrk="0" fontAlgn="base" hangingPunct="0">
        <a:spcBef>
          <a:spcPct val="0"/>
        </a:spcBef>
        <a:spcAft>
          <a:spcPct val="0"/>
        </a:spcAft>
        <a:defRPr sz="3600" kern="1200">
          <a:solidFill>
            <a:srgbClr val="FF0000"/>
          </a:solidFill>
          <a:latin typeface="+mj-lt"/>
          <a:ea typeface="+mj-ea"/>
          <a:cs typeface="+mj-cs"/>
        </a:defRPr>
      </a:lvl1pPr>
      <a:lvl2pPr algn="l" rtl="0" eaLnBrk="0" fontAlgn="base" hangingPunct="0">
        <a:spcBef>
          <a:spcPct val="0"/>
        </a:spcBef>
        <a:spcAft>
          <a:spcPct val="0"/>
        </a:spcAft>
        <a:defRPr sz="3600">
          <a:solidFill>
            <a:srgbClr val="FF0000"/>
          </a:solidFill>
          <a:latin typeface="Rockwell" panose="02060603020205020403" pitchFamily="18" charset="0"/>
        </a:defRPr>
      </a:lvl2pPr>
      <a:lvl3pPr algn="l" rtl="0" eaLnBrk="0" fontAlgn="base" hangingPunct="0">
        <a:spcBef>
          <a:spcPct val="0"/>
        </a:spcBef>
        <a:spcAft>
          <a:spcPct val="0"/>
        </a:spcAft>
        <a:defRPr sz="3600">
          <a:solidFill>
            <a:srgbClr val="FF0000"/>
          </a:solidFill>
          <a:latin typeface="Rockwell" panose="02060603020205020403" pitchFamily="18" charset="0"/>
        </a:defRPr>
      </a:lvl3pPr>
      <a:lvl4pPr algn="l" rtl="0" eaLnBrk="0" fontAlgn="base" hangingPunct="0">
        <a:spcBef>
          <a:spcPct val="0"/>
        </a:spcBef>
        <a:spcAft>
          <a:spcPct val="0"/>
        </a:spcAft>
        <a:defRPr sz="3600">
          <a:solidFill>
            <a:srgbClr val="FF0000"/>
          </a:solidFill>
          <a:latin typeface="Rockwell" panose="02060603020205020403" pitchFamily="18" charset="0"/>
        </a:defRPr>
      </a:lvl4pPr>
      <a:lvl5pPr algn="l" rtl="0" eaLnBrk="0" fontAlgn="base" hangingPunct="0">
        <a:spcBef>
          <a:spcPct val="0"/>
        </a:spcBef>
        <a:spcAft>
          <a:spcPct val="0"/>
        </a:spcAft>
        <a:defRPr sz="3600">
          <a:solidFill>
            <a:srgbClr val="FF0000"/>
          </a:solidFill>
          <a:latin typeface="Rockwell" panose="02060603020205020403" pitchFamily="18" charset="0"/>
        </a:defRPr>
      </a:lvl5pPr>
      <a:lvl6pPr marL="457200" algn="l" rtl="0" eaLnBrk="1" fontAlgn="base" hangingPunct="1">
        <a:spcBef>
          <a:spcPct val="0"/>
        </a:spcBef>
        <a:spcAft>
          <a:spcPct val="0"/>
        </a:spcAft>
        <a:defRPr sz="3600">
          <a:solidFill>
            <a:srgbClr val="FF0000"/>
          </a:solidFill>
          <a:latin typeface="Rockwell" panose="02060603020205020403" pitchFamily="18" charset="0"/>
        </a:defRPr>
      </a:lvl6pPr>
      <a:lvl7pPr marL="914400" algn="l" rtl="0" eaLnBrk="1" fontAlgn="base" hangingPunct="1">
        <a:spcBef>
          <a:spcPct val="0"/>
        </a:spcBef>
        <a:spcAft>
          <a:spcPct val="0"/>
        </a:spcAft>
        <a:defRPr sz="3600">
          <a:solidFill>
            <a:srgbClr val="FF0000"/>
          </a:solidFill>
          <a:latin typeface="Rockwell" panose="02060603020205020403" pitchFamily="18" charset="0"/>
        </a:defRPr>
      </a:lvl7pPr>
      <a:lvl8pPr marL="1371600" algn="l" rtl="0" eaLnBrk="1" fontAlgn="base" hangingPunct="1">
        <a:spcBef>
          <a:spcPct val="0"/>
        </a:spcBef>
        <a:spcAft>
          <a:spcPct val="0"/>
        </a:spcAft>
        <a:defRPr sz="3600">
          <a:solidFill>
            <a:srgbClr val="FF0000"/>
          </a:solidFill>
          <a:latin typeface="Rockwell" panose="02060603020205020403" pitchFamily="18" charset="0"/>
        </a:defRPr>
      </a:lvl8pPr>
      <a:lvl9pPr marL="1828800" algn="l" rtl="0" eaLnBrk="1" fontAlgn="base" hangingPunct="1">
        <a:spcBef>
          <a:spcPct val="0"/>
        </a:spcBef>
        <a:spcAft>
          <a:spcPct val="0"/>
        </a:spcAft>
        <a:defRPr sz="3600">
          <a:solidFill>
            <a:srgbClr val="FF0000"/>
          </a:solidFill>
          <a:latin typeface="Rockwell" panose="02060603020205020403" pitchFamily="18" charset="0"/>
        </a:defRPr>
      </a:lvl9pPr>
    </p:titleStyle>
    <p:bodyStyle>
      <a:lvl1pPr marL="228600" indent="-228600" algn="l" rtl="0" eaLnBrk="0" fontAlgn="base" hangingPunct="0">
        <a:spcBef>
          <a:spcPts val="2000"/>
        </a:spcBef>
        <a:spcAft>
          <a:spcPct val="0"/>
        </a:spcAft>
        <a:buClr>
          <a:schemeClr val="accent1"/>
        </a:buClr>
        <a:buSzPct val="75000"/>
        <a:buFont typeface="Wingdings" panose="05000000000000000000" pitchFamily="2" charset="2"/>
        <a:buChar char="n"/>
        <a:defRPr sz="2000" kern="1200">
          <a:solidFill>
            <a:srgbClr val="0070C0"/>
          </a:solidFill>
          <a:latin typeface="+mn-lt"/>
          <a:ea typeface="+mn-ea"/>
          <a:cs typeface="+mn-cs"/>
        </a:defRPr>
      </a:lvl1pPr>
      <a:lvl2pPr marL="457200" indent="-228600" algn="l" rtl="0" eaLnBrk="0" fontAlgn="base" hangingPunct="0">
        <a:spcBef>
          <a:spcPts val="600"/>
        </a:spcBef>
        <a:spcAft>
          <a:spcPct val="0"/>
        </a:spcAft>
        <a:buClr>
          <a:srgbClr val="B870B8"/>
        </a:buClr>
        <a:buSzPct val="75000"/>
        <a:buFont typeface="Wingdings" panose="05000000000000000000" pitchFamily="2" charset="2"/>
        <a:buChar char="n"/>
        <a:defRPr kern="1200">
          <a:solidFill>
            <a:srgbClr val="595959"/>
          </a:solidFill>
          <a:latin typeface="+mn-lt"/>
          <a:ea typeface="+mn-ea"/>
          <a:cs typeface="+mn-cs"/>
        </a:defRPr>
      </a:lvl2pPr>
      <a:lvl3pPr marL="685800" indent="-228600" algn="l" rtl="0" eaLnBrk="0" fontAlgn="base" hangingPunct="0">
        <a:spcBef>
          <a:spcPts val="600"/>
        </a:spcBef>
        <a:spcAft>
          <a:spcPct val="0"/>
        </a:spcAft>
        <a:buClr>
          <a:schemeClr val="accent1"/>
        </a:buClr>
        <a:buSzPct val="75000"/>
        <a:buFont typeface="Wingdings" panose="05000000000000000000" pitchFamily="2" charset="2"/>
        <a:buChar char="n"/>
        <a:defRPr kern="1200">
          <a:solidFill>
            <a:srgbClr val="595959"/>
          </a:solidFill>
          <a:latin typeface="+mn-lt"/>
          <a:ea typeface="+mn-ea"/>
          <a:cs typeface="+mn-cs"/>
        </a:defRPr>
      </a:lvl3pPr>
      <a:lvl4pPr marL="914400" indent="-228600" algn="l" rtl="0" eaLnBrk="0" fontAlgn="base" hangingPunct="0">
        <a:spcBef>
          <a:spcPts val="600"/>
        </a:spcBef>
        <a:spcAft>
          <a:spcPct val="0"/>
        </a:spcAft>
        <a:buClr>
          <a:srgbClr val="B870B8"/>
        </a:buClr>
        <a:buSzPct val="75000"/>
        <a:buFont typeface="Wingdings" panose="05000000000000000000" pitchFamily="2" charset="2"/>
        <a:buChar char="n"/>
        <a:defRPr kern="1200">
          <a:solidFill>
            <a:srgbClr val="595959"/>
          </a:solidFill>
          <a:latin typeface="+mn-lt"/>
          <a:ea typeface="+mn-ea"/>
          <a:cs typeface="+mn-cs"/>
        </a:defRPr>
      </a:lvl4pPr>
      <a:lvl5pPr marL="1143000" indent="-228600" algn="l" rtl="0" eaLnBrk="0" fontAlgn="base" hangingPunct="0">
        <a:spcBef>
          <a:spcPts val="600"/>
        </a:spcBef>
        <a:spcAft>
          <a:spcPct val="0"/>
        </a:spcAft>
        <a:buClr>
          <a:schemeClr val="accent1"/>
        </a:buClr>
        <a:buSzPct val="75000"/>
        <a:buFont typeface="Wingdings" panose="05000000000000000000" pitchFamily="2" charset="2"/>
        <a:buChar char="n"/>
        <a:defRPr kern="1200">
          <a:solidFill>
            <a:srgbClr val="595959"/>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grpSp>
        <p:nvGrpSpPr>
          <p:cNvPr id="3074" name="Group 2">
            <a:extLst>
              <a:ext uri="{FF2B5EF4-FFF2-40B4-BE49-F238E27FC236}">
                <a16:creationId xmlns:a16="http://schemas.microsoft.com/office/drawing/2014/main" id="{7AAB99D4-CE45-4100-952D-B840FB3F90B0}"/>
              </a:ext>
            </a:extLst>
          </p:cNvPr>
          <p:cNvGrpSpPr>
            <a:grpSpLocks/>
          </p:cNvGrpSpPr>
          <p:nvPr/>
        </p:nvGrpSpPr>
        <p:grpSpPr bwMode="auto">
          <a:xfrm>
            <a:off x="0" y="-533400"/>
            <a:ext cx="8686800" cy="4876800"/>
            <a:chOff x="0" y="0"/>
            <a:chExt cx="5472" cy="3072"/>
          </a:xfrm>
        </p:grpSpPr>
        <p:sp>
          <p:nvSpPr>
            <p:cNvPr id="1034" name="Rectangle 3">
              <a:extLst>
                <a:ext uri="{FF2B5EF4-FFF2-40B4-BE49-F238E27FC236}">
                  <a16:creationId xmlns:a16="http://schemas.microsoft.com/office/drawing/2014/main" id="{0186C659-E864-4B73-8C1B-F4F18F5FAF02}"/>
                </a:ext>
              </a:extLst>
            </p:cNvPr>
            <p:cNvSpPr>
              <a:spLocks noChangeArrowheads="1"/>
            </p:cNvSpPr>
            <p:nvPr/>
          </p:nvSpPr>
          <p:spPr bwMode="auto">
            <a:xfrm>
              <a:off x="0" y="0"/>
              <a:ext cx="384" cy="3072"/>
            </a:xfrm>
            <a:prstGeom prst="rect">
              <a:avLst/>
            </a:prstGeom>
            <a:solidFill>
              <a:schemeClr val="accent1"/>
            </a:solidFill>
            <a:ln>
              <a:noFill/>
            </a:ln>
            <a:effectLst/>
            <a:extLst>
              <a:ext uri="{91240B29-F687-4F45-9708-019B960494DF}">
                <a14:hiddenLine xmlns:a14="http://schemas.microsoft.com/office/drawing/2010/main" w="9525">
                  <a:solidFill>
                    <a:schemeClr val="bg2"/>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a:solidFill>
                    <a:schemeClr val="tx1"/>
                  </a:solidFill>
                  <a:latin typeface="Arial" panose="020B0604020202020204" pitchFamily="34" charset="0"/>
                  <a:cs typeface="Angsana New" panose="02020603050405020304" pitchFamily="18" charset="-34"/>
                </a:defRPr>
              </a:lvl1pPr>
              <a:lvl2pPr marL="742950" indent="-285750">
                <a:defRPr>
                  <a:solidFill>
                    <a:schemeClr val="tx1"/>
                  </a:solidFill>
                  <a:latin typeface="Arial" panose="020B0604020202020204" pitchFamily="34" charset="0"/>
                  <a:cs typeface="Angsana New" panose="02020603050405020304" pitchFamily="18" charset="-34"/>
                </a:defRPr>
              </a:lvl2pPr>
              <a:lvl3pPr marL="1143000" indent="-228600">
                <a:defRPr>
                  <a:solidFill>
                    <a:schemeClr val="tx1"/>
                  </a:solidFill>
                  <a:latin typeface="Arial" panose="020B0604020202020204" pitchFamily="34" charset="0"/>
                  <a:cs typeface="Angsana New" panose="02020603050405020304" pitchFamily="18" charset="-34"/>
                </a:defRPr>
              </a:lvl3pPr>
              <a:lvl4pPr marL="1600200" indent="-228600">
                <a:defRPr>
                  <a:solidFill>
                    <a:schemeClr val="tx1"/>
                  </a:solidFill>
                  <a:latin typeface="Arial" panose="020B0604020202020204" pitchFamily="34" charset="0"/>
                  <a:cs typeface="Angsana New" panose="02020603050405020304" pitchFamily="18" charset="-34"/>
                </a:defRPr>
              </a:lvl4pPr>
              <a:lvl5pPr marL="2057400" indent="-228600">
                <a:defRPr>
                  <a:solidFill>
                    <a:schemeClr val="tx1"/>
                  </a:solidFill>
                  <a:latin typeface="Arial" panose="020B0604020202020204" pitchFamily="34" charset="0"/>
                  <a:cs typeface="Angsana New" panose="02020603050405020304" pitchFamily="18" charset="-34"/>
                </a:defRPr>
              </a:lvl5pPr>
              <a:lvl6pPr marL="2514600" indent="-228600" eaLnBrk="0" fontAlgn="base" hangingPunct="0">
                <a:spcBef>
                  <a:spcPct val="0"/>
                </a:spcBef>
                <a:spcAft>
                  <a:spcPct val="0"/>
                </a:spcAft>
                <a:defRPr>
                  <a:solidFill>
                    <a:schemeClr val="tx1"/>
                  </a:solidFill>
                  <a:latin typeface="Arial" panose="020B0604020202020204" pitchFamily="34" charset="0"/>
                  <a:cs typeface="Angsana New" panose="02020603050405020304" pitchFamily="18" charset="-34"/>
                </a:defRPr>
              </a:lvl6pPr>
              <a:lvl7pPr marL="2971800" indent="-228600" eaLnBrk="0" fontAlgn="base" hangingPunct="0">
                <a:spcBef>
                  <a:spcPct val="0"/>
                </a:spcBef>
                <a:spcAft>
                  <a:spcPct val="0"/>
                </a:spcAft>
                <a:defRPr>
                  <a:solidFill>
                    <a:schemeClr val="tx1"/>
                  </a:solidFill>
                  <a:latin typeface="Arial" panose="020B0604020202020204" pitchFamily="34" charset="0"/>
                  <a:cs typeface="Angsana New" panose="02020603050405020304" pitchFamily="18" charset="-34"/>
                </a:defRPr>
              </a:lvl7pPr>
              <a:lvl8pPr marL="3429000" indent="-228600" eaLnBrk="0" fontAlgn="base" hangingPunct="0">
                <a:spcBef>
                  <a:spcPct val="0"/>
                </a:spcBef>
                <a:spcAft>
                  <a:spcPct val="0"/>
                </a:spcAft>
                <a:defRPr>
                  <a:solidFill>
                    <a:schemeClr val="tx1"/>
                  </a:solidFill>
                  <a:latin typeface="Arial" panose="020B0604020202020204" pitchFamily="34" charset="0"/>
                  <a:cs typeface="Angsana New" panose="02020603050405020304" pitchFamily="18" charset="-34"/>
                </a:defRPr>
              </a:lvl8pPr>
              <a:lvl9pPr marL="3886200" indent="-228600" eaLnBrk="0" fontAlgn="base" hangingPunct="0">
                <a:spcBef>
                  <a:spcPct val="0"/>
                </a:spcBef>
                <a:spcAft>
                  <a:spcPct val="0"/>
                </a:spcAft>
                <a:defRPr>
                  <a:solidFill>
                    <a:schemeClr val="tx1"/>
                  </a:solidFill>
                  <a:latin typeface="Arial" panose="020B0604020202020204" pitchFamily="34" charset="0"/>
                  <a:cs typeface="Angsana New" panose="02020603050405020304" pitchFamily="18" charset="-34"/>
                </a:defRPr>
              </a:lvl9pPr>
            </a:lstStyle>
            <a:p>
              <a:pPr algn="ctr" eaLnBrk="1" hangingPunct="1">
                <a:defRPr/>
              </a:pPr>
              <a:endParaRPr lang="en-US" altLang="en-US" sz="2400">
                <a:latin typeface="Times New Roman" panose="02020603050405020304" pitchFamily="18" charset="0"/>
                <a:ea typeface="+mn-ea"/>
              </a:endParaRPr>
            </a:p>
          </p:txBody>
        </p:sp>
        <p:grpSp>
          <p:nvGrpSpPr>
            <p:cNvPr id="3083" name="Group 4">
              <a:extLst>
                <a:ext uri="{FF2B5EF4-FFF2-40B4-BE49-F238E27FC236}">
                  <a16:creationId xmlns:a16="http://schemas.microsoft.com/office/drawing/2014/main" id="{1DC3B701-1038-4DC9-9693-A8B29A9666F1}"/>
                </a:ext>
              </a:extLst>
            </p:cNvPr>
            <p:cNvGrpSpPr>
              <a:grpSpLocks/>
            </p:cNvGrpSpPr>
            <p:nvPr/>
          </p:nvGrpSpPr>
          <p:grpSpPr bwMode="auto">
            <a:xfrm>
              <a:off x="240" y="893"/>
              <a:ext cx="5232" cy="115"/>
              <a:chOff x="240" y="893"/>
              <a:chExt cx="5232" cy="115"/>
            </a:xfrm>
          </p:grpSpPr>
          <p:sp>
            <p:nvSpPr>
              <p:cNvPr id="1036" name="Rectangle 5">
                <a:extLst>
                  <a:ext uri="{FF2B5EF4-FFF2-40B4-BE49-F238E27FC236}">
                    <a16:creationId xmlns:a16="http://schemas.microsoft.com/office/drawing/2014/main" id="{8E3F94E1-0712-4F68-8BBB-823136F7A48F}"/>
                  </a:ext>
                </a:extLst>
              </p:cNvPr>
              <p:cNvSpPr>
                <a:spLocks noChangeArrowheads="1"/>
              </p:cNvSpPr>
              <p:nvPr/>
            </p:nvSpPr>
            <p:spPr bwMode="auto">
              <a:xfrm>
                <a:off x="4320" y="893"/>
                <a:ext cx="1152" cy="115"/>
              </a:xfrm>
              <a:prstGeom prst="rect">
                <a:avLst/>
              </a:prstGeom>
              <a:solidFill>
                <a:schemeClr val="folHlink"/>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a:solidFill>
                      <a:schemeClr val="tx1"/>
                    </a:solidFill>
                    <a:latin typeface="Arial" panose="020B0604020202020204" pitchFamily="34" charset="0"/>
                    <a:cs typeface="Angsana New" panose="02020603050405020304" pitchFamily="18" charset="-34"/>
                  </a:defRPr>
                </a:lvl1pPr>
                <a:lvl2pPr marL="742950" indent="-285750">
                  <a:defRPr>
                    <a:solidFill>
                      <a:schemeClr val="tx1"/>
                    </a:solidFill>
                    <a:latin typeface="Arial" panose="020B0604020202020204" pitchFamily="34" charset="0"/>
                    <a:cs typeface="Angsana New" panose="02020603050405020304" pitchFamily="18" charset="-34"/>
                  </a:defRPr>
                </a:lvl2pPr>
                <a:lvl3pPr marL="1143000" indent="-228600">
                  <a:defRPr>
                    <a:solidFill>
                      <a:schemeClr val="tx1"/>
                    </a:solidFill>
                    <a:latin typeface="Arial" panose="020B0604020202020204" pitchFamily="34" charset="0"/>
                    <a:cs typeface="Angsana New" panose="02020603050405020304" pitchFamily="18" charset="-34"/>
                  </a:defRPr>
                </a:lvl3pPr>
                <a:lvl4pPr marL="1600200" indent="-228600">
                  <a:defRPr>
                    <a:solidFill>
                      <a:schemeClr val="tx1"/>
                    </a:solidFill>
                    <a:latin typeface="Arial" panose="020B0604020202020204" pitchFamily="34" charset="0"/>
                    <a:cs typeface="Angsana New" panose="02020603050405020304" pitchFamily="18" charset="-34"/>
                  </a:defRPr>
                </a:lvl4pPr>
                <a:lvl5pPr marL="2057400" indent="-228600">
                  <a:defRPr>
                    <a:solidFill>
                      <a:schemeClr val="tx1"/>
                    </a:solidFill>
                    <a:latin typeface="Arial" panose="020B0604020202020204" pitchFamily="34" charset="0"/>
                    <a:cs typeface="Angsana New" panose="02020603050405020304" pitchFamily="18" charset="-34"/>
                  </a:defRPr>
                </a:lvl5pPr>
                <a:lvl6pPr marL="2514600" indent="-228600" eaLnBrk="0" fontAlgn="base" hangingPunct="0">
                  <a:spcBef>
                    <a:spcPct val="0"/>
                  </a:spcBef>
                  <a:spcAft>
                    <a:spcPct val="0"/>
                  </a:spcAft>
                  <a:defRPr>
                    <a:solidFill>
                      <a:schemeClr val="tx1"/>
                    </a:solidFill>
                    <a:latin typeface="Arial" panose="020B0604020202020204" pitchFamily="34" charset="0"/>
                    <a:cs typeface="Angsana New" panose="02020603050405020304" pitchFamily="18" charset="-34"/>
                  </a:defRPr>
                </a:lvl6pPr>
                <a:lvl7pPr marL="2971800" indent="-228600" eaLnBrk="0" fontAlgn="base" hangingPunct="0">
                  <a:spcBef>
                    <a:spcPct val="0"/>
                  </a:spcBef>
                  <a:spcAft>
                    <a:spcPct val="0"/>
                  </a:spcAft>
                  <a:defRPr>
                    <a:solidFill>
                      <a:schemeClr val="tx1"/>
                    </a:solidFill>
                    <a:latin typeface="Arial" panose="020B0604020202020204" pitchFamily="34" charset="0"/>
                    <a:cs typeface="Angsana New" panose="02020603050405020304" pitchFamily="18" charset="-34"/>
                  </a:defRPr>
                </a:lvl7pPr>
                <a:lvl8pPr marL="3429000" indent="-228600" eaLnBrk="0" fontAlgn="base" hangingPunct="0">
                  <a:spcBef>
                    <a:spcPct val="0"/>
                  </a:spcBef>
                  <a:spcAft>
                    <a:spcPct val="0"/>
                  </a:spcAft>
                  <a:defRPr>
                    <a:solidFill>
                      <a:schemeClr val="tx1"/>
                    </a:solidFill>
                    <a:latin typeface="Arial" panose="020B0604020202020204" pitchFamily="34" charset="0"/>
                    <a:cs typeface="Angsana New" panose="02020603050405020304" pitchFamily="18" charset="-34"/>
                  </a:defRPr>
                </a:lvl8pPr>
                <a:lvl9pPr marL="3886200" indent="-228600" eaLnBrk="0" fontAlgn="base" hangingPunct="0">
                  <a:spcBef>
                    <a:spcPct val="0"/>
                  </a:spcBef>
                  <a:spcAft>
                    <a:spcPct val="0"/>
                  </a:spcAft>
                  <a:defRPr>
                    <a:solidFill>
                      <a:schemeClr val="tx1"/>
                    </a:solidFill>
                    <a:latin typeface="Arial" panose="020B0604020202020204" pitchFamily="34" charset="0"/>
                    <a:cs typeface="Angsana New" panose="02020603050405020304" pitchFamily="18" charset="-34"/>
                  </a:defRPr>
                </a:lvl9pPr>
              </a:lstStyle>
              <a:p>
                <a:pPr algn="ctr" eaLnBrk="1" hangingPunct="1">
                  <a:defRPr/>
                </a:pPr>
                <a:endParaRPr lang="en-US" altLang="en-US" sz="2400">
                  <a:latin typeface="Times New Roman" panose="02020603050405020304" pitchFamily="18" charset="0"/>
                  <a:ea typeface="+mn-ea"/>
                </a:endParaRPr>
              </a:p>
            </p:txBody>
          </p:sp>
          <p:sp>
            <p:nvSpPr>
              <p:cNvPr id="3085" name="Line 6">
                <a:extLst>
                  <a:ext uri="{FF2B5EF4-FFF2-40B4-BE49-F238E27FC236}">
                    <a16:creationId xmlns:a16="http://schemas.microsoft.com/office/drawing/2014/main" id="{F5EFC0ED-3A13-4B81-A43A-A26DFE2A9C80}"/>
                  </a:ext>
                </a:extLst>
              </p:cNvPr>
              <p:cNvSpPr>
                <a:spLocks noChangeShapeType="1"/>
              </p:cNvSpPr>
              <p:nvPr/>
            </p:nvSpPr>
            <p:spPr bwMode="auto">
              <a:xfrm>
                <a:off x="240" y="941"/>
                <a:ext cx="5232" cy="0"/>
              </a:xfrm>
              <a:prstGeom prst="line">
                <a:avLst/>
              </a:prstGeom>
              <a:noFill/>
              <a:ln w="19050">
                <a:solidFill>
                  <a:schemeClr val="bg2"/>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grpSp>
      </p:grpSp>
      <p:sp>
        <p:nvSpPr>
          <p:cNvPr id="3075" name="Rectangle 7">
            <a:extLst>
              <a:ext uri="{FF2B5EF4-FFF2-40B4-BE49-F238E27FC236}">
                <a16:creationId xmlns:a16="http://schemas.microsoft.com/office/drawing/2014/main" id="{6AEA2902-9058-4F51-B673-2C3E7247DC01}"/>
              </a:ext>
            </a:extLst>
          </p:cNvPr>
          <p:cNvSpPr>
            <a:spLocks noGrp="1" noChangeArrowheads="1"/>
          </p:cNvSpPr>
          <p:nvPr>
            <p:ph type="title"/>
          </p:nvPr>
        </p:nvSpPr>
        <p:spPr bwMode="auto">
          <a:xfrm>
            <a:off x="914400" y="152400"/>
            <a:ext cx="7772400" cy="712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p>
            <a:pPr lvl="0"/>
            <a:r>
              <a:rPr lang="en-US" altLang="en-US"/>
              <a:t>Click to edit Master title style</a:t>
            </a:r>
          </a:p>
        </p:txBody>
      </p:sp>
      <p:sp>
        <p:nvSpPr>
          <p:cNvPr id="3076" name="Rectangle 8">
            <a:extLst>
              <a:ext uri="{FF2B5EF4-FFF2-40B4-BE49-F238E27FC236}">
                <a16:creationId xmlns:a16="http://schemas.microsoft.com/office/drawing/2014/main" id="{7E93C493-FECF-435B-AADE-B4DFC21B7063}"/>
              </a:ext>
            </a:extLst>
          </p:cNvPr>
          <p:cNvSpPr>
            <a:spLocks noGrp="1" noChangeArrowheads="1"/>
          </p:cNvSpPr>
          <p:nvPr>
            <p:ph type="body" idx="1"/>
          </p:nvPr>
        </p:nvSpPr>
        <p:spPr bwMode="auto">
          <a:xfrm>
            <a:off x="685800" y="1066800"/>
            <a:ext cx="8077200" cy="51816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lvl="0"/>
            <a:r>
              <a:rPr lang="en-US" altLang="en-US"/>
              <a:t>Edit Master text styles</a:t>
            </a:r>
          </a:p>
          <a:p>
            <a:pPr lvl="1"/>
            <a:r>
              <a:rPr lang="en-US" altLang="en-US"/>
              <a:t>Second level</a:t>
            </a:r>
          </a:p>
          <a:p>
            <a:pPr lvl="2"/>
            <a:r>
              <a:rPr lang="en-US" altLang="en-US"/>
              <a:t>Third level</a:t>
            </a:r>
          </a:p>
          <a:p>
            <a:pPr lvl="3"/>
            <a:r>
              <a:rPr lang="en-US" altLang="en-US"/>
              <a:t>Fourth level</a:t>
            </a:r>
          </a:p>
          <a:p>
            <a:pPr lvl="4"/>
            <a:r>
              <a:rPr lang="en-US" altLang="en-US"/>
              <a:t>Fifth level</a:t>
            </a:r>
            <a:endParaRPr lang="th-TH" altLang="en-US"/>
          </a:p>
        </p:txBody>
      </p:sp>
      <p:sp>
        <p:nvSpPr>
          <p:cNvPr id="597001" name="Rectangle 9">
            <a:extLst>
              <a:ext uri="{FF2B5EF4-FFF2-40B4-BE49-F238E27FC236}">
                <a16:creationId xmlns:a16="http://schemas.microsoft.com/office/drawing/2014/main" id="{2B34976F-6F10-4886-8207-7F2A62AFA80C}"/>
              </a:ext>
            </a:extLst>
          </p:cNvPr>
          <p:cNvSpPr>
            <a:spLocks noGrp="1" noChangeArrowheads="1"/>
          </p:cNvSpPr>
          <p:nvPr>
            <p:ph type="dt" sz="half" idx="2"/>
          </p:nvPr>
        </p:nvSpPr>
        <p:spPr bwMode="auto">
          <a:xfrm>
            <a:off x="914400" y="6477000"/>
            <a:ext cx="1981200" cy="231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eaLnBrk="1" hangingPunct="1">
              <a:defRPr sz="1000">
                <a:ea typeface="Angsana New" panose="020B0502040204020203" pitchFamily="18" charset="-34"/>
                <a:cs typeface="Arial" panose="020B0604020202020204" pitchFamily="34" charset="0"/>
              </a:defRPr>
            </a:lvl1pPr>
          </a:lstStyle>
          <a:p>
            <a:pPr>
              <a:defRPr/>
            </a:pPr>
            <a:fld id="{B8B25350-D5B1-4B42-963C-680501185571}" type="datetime4">
              <a:rPr lang="en-US" altLang="en-US" smtClean="0"/>
              <a:t>March 21, 2024</a:t>
            </a:fld>
            <a:endParaRPr lang="en-US" altLang="en-US"/>
          </a:p>
        </p:txBody>
      </p:sp>
      <p:sp>
        <p:nvSpPr>
          <p:cNvPr id="597002" name="Rectangle 10">
            <a:extLst>
              <a:ext uri="{FF2B5EF4-FFF2-40B4-BE49-F238E27FC236}">
                <a16:creationId xmlns:a16="http://schemas.microsoft.com/office/drawing/2014/main" id="{1132E334-1383-4EAB-9C9A-5F3FD3A46352}"/>
              </a:ext>
            </a:extLst>
          </p:cNvPr>
          <p:cNvSpPr>
            <a:spLocks noGrp="1" noChangeArrowheads="1"/>
          </p:cNvSpPr>
          <p:nvPr>
            <p:ph type="ftr" sz="quarter" idx="3"/>
          </p:nvPr>
        </p:nvSpPr>
        <p:spPr bwMode="auto">
          <a:xfrm>
            <a:off x="3352800" y="6400800"/>
            <a:ext cx="2971800" cy="30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lgn="ctr" eaLnBrk="1" hangingPunct="1">
              <a:defRPr sz="1000">
                <a:ea typeface="Angsana New" panose="020B0502040204020203" pitchFamily="18" charset="-34"/>
                <a:cs typeface="Arial" panose="020B0604020202020204" pitchFamily="34" charset="0"/>
              </a:defRPr>
            </a:lvl1pPr>
          </a:lstStyle>
          <a:p>
            <a:pPr>
              <a:defRPr/>
            </a:pPr>
            <a:endParaRPr lang="en-US" altLang="en-US"/>
          </a:p>
        </p:txBody>
      </p:sp>
      <p:sp>
        <p:nvSpPr>
          <p:cNvPr id="597003" name="Rectangle 11">
            <a:extLst>
              <a:ext uri="{FF2B5EF4-FFF2-40B4-BE49-F238E27FC236}">
                <a16:creationId xmlns:a16="http://schemas.microsoft.com/office/drawing/2014/main" id="{40925F71-ADD2-49DD-86AF-348C756384E7}"/>
              </a:ext>
            </a:extLst>
          </p:cNvPr>
          <p:cNvSpPr>
            <a:spLocks noGrp="1" noChangeArrowheads="1"/>
          </p:cNvSpPr>
          <p:nvPr>
            <p:ph type="sldNum" sz="quarter" idx="4"/>
          </p:nvPr>
        </p:nvSpPr>
        <p:spPr bwMode="auto">
          <a:xfrm>
            <a:off x="6781800" y="6553200"/>
            <a:ext cx="1905000" cy="1524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lgn="r" eaLnBrk="1" hangingPunct="1">
              <a:defRPr sz="1000">
                <a:ea typeface="Angsana New" panose="020B0502040204020203" pitchFamily="18" charset="-34"/>
                <a:cs typeface="Arial" panose="020B0604020202020204" pitchFamily="34" charset="0"/>
              </a:defRPr>
            </a:lvl1pPr>
          </a:lstStyle>
          <a:p>
            <a:pPr>
              <a:defRPr/>
            </a:pPr>
            <a:fld id="{E8115678-9089-447D-842A-6F2C91E58983}" type="slidenum">
              <a:rPr lang="en-US" altLang="en-US"/>
              <a:pPr>
                <a:defRPr/>
              </a:pPr>
              <a:t>‹#›</a:t>
            </a:fld>
            <a:endParaRPr lang="en-US" altLang="en-US"/>
          </a:p>
        </p:txBody>
      </p:sp>
      <p:sp>
        <p:nvSpPr>
          <p:cNvPr id="3080" name="Line 12">
            <a:extLst>
              <a:ext uri="{FF2B5EF4-FFF2-40B4-BE49-F238E27FC236}">
                <a16:creationId xmlns:a16="http://schemas.microsoft.com/office/drawing/2014/main" id="{4B1389F9-476E-4E83-9AF8-F7E761E0E687}"/>
              </a:ext>
            </a:extLst>
          </p:cNvPr>
          <p:cNvSpPr>
            <a:spLocks noChangeShapeType="1"/>
          </p:cNvSpPr>
          <p:nvPr/>
        </p:nvSpPr>
        <p:spPr bwMode="auto">
          <a:xfrm>
            <a:off x="0" y="4876800"/>
            <a:ext cx="609600" cy="0"/>
          </a:xfrm>
          <a:prstGeom prst="line">
            <a:avLst/>
          </a:prstGeom>
          <a:noFill/>
          <a:ln w="44450">
            <a:solidFill>
              <a:schemeClr val="bg2"/>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pic>
        <p:nvPicPr>
          <p:cNvPr id="3081" name="Picture 13" descr="emu_300x300_72dpi_black">
            <a:extLst>
              <a:ext uri="{FF2B5EF4-FFF2-40B4-BE49-F238E27FC236}">
                <a16:creationId xmlns:a16="http://schemas.microsoft.com/office/drawing/2014/main" id="{6FFF7B09-08DB-496A-AB73-4C7C597D3FC2}"/>
              </a:ext>
            </a:extLst>
          </p:cNvPr>
          <p:cNvPicPr>
            <a:picLocks noChangeAspect="1" noChangeArrowheads="1"/>
          </p:cNvPicPr>
          <p:nvPr/>
        </p:nvPicPr>
        <p:blipFill>
          <a:blip r:embed="rId14">
            <a:extLst>
              <a:ext uri="{28A0092B-C50C-407E-A947-70E740481C1C}">
                <a14:useLocalDpi xmlns:a14="http://schemas.microsoft.com/office/drawing/2010/main" val="0"/>
              </a:ext>
            </a:extLst>
          </a:blip>
          <a:srcRect/>
          <a:stretch>
            <a:fillRect/>
          </a:stretch>
        </p:blipFill>
        <p:spPr bwMode="auto">
          <a:xfrm>
            <a:off x="179388" y="188913"/>
            <a:ext cx="647700"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 bg1="lt1" tx1="dk1" bg2="lt2" tx2="dk2" accent1="accent1" accent2="accent2" accent3="accent3" accent4="accent4" accent5="accent5" accent6="accent6" hlink="hlink" folHlink="folHlink"/>
  <p:sldLayoutIdLst>
    <p:sldLayoutId id="2147484068" r:id="rId1"/>
    <p:sldLayoutId id="2147484033" r:id="rId2"/>
    <p:sldLayoutId id="2147484034" r:id="rId3"/>
    <p:sldLayoutId id="2147484035" r:id="rId4"/>
    <p:sldLayoutId id="2147484036" r:id="rId5"/>
    <p:sldLayoutId id="2147484037" r:id="rId6"/>
    <p:sldLayoutId id="2147484038" r:id="rId7"/>
    <p:sldLayoutId id="2147484039" r:id="rId8"/>
    <p:sldLayoutId id="2147484040" r:id="rId9"/>
    <p:sldLayoutId id="2147484041" r:id="rId10"/>
    <p:sldLayoutId id="2147484042" r:id="rId11"/>
    <p:sldLayoutId id="2147484043" r:id="rId12"/>
  </p:sldLayoutIdLst>
  <p:transition>
    <p:random/>
  </p:transition>
  <p:hf hdr="0" ftr="0"/>
  <p:txStyles>
    <p:titleStyle>
      <a:lvl1pPr algn="l" rtl="0" eaLnBrk="0" fontAlgn="base" hangingPunct="0">
        <a:spcBef>
          <a:spcPct val="0"/>
        </a:spcBef>
        <a:spcAft>
          <a:spcPct val="0"/>
        </a:spcAft>
        <a:defRPr sz="4200" kern="1200">
          <a:solidFill>
            <a:schemeClr val="tx2"/>
          </a:solidFill>
          <a:latin typeface="+mj-lt"/>
          <a:ea typeface="+mj-ea"/>
          <a:cs typeface="+mj-cs"/>
        </a:defRPr>
      </a:lvl1pPr>
      <a:lvl2pPr algn="l" rtl="0" eaLnBrk="0" fontAlgn="base" hangingPunct="0">
        <a:spcBef>
          <a:spcPct val="0"/>
        </a:spcBef>
        <a:spcAft>
          <a:spcPct val="0"/>
        </a:spcAft>
        <a:defRPr sz="4200">
          <a:solidFill>
            <a:schemeClr val="tx2"/>
          </a:solidFill>
          <a:latin typeface="Times New Roman" panose="02020603050405020304" pitchFamily="18" charset="0"/>
          <a:cs typeface="Arial" panose="020B0604020202020204" pitchFamily="34" charset="0"/>
        </a:defRPr>
      </a:lvl2pPr>
      <a:lvl3pPr algn="l" rtl="0" eaLnBrk="0" fontAlgn="base" hangingPunct="0">
        <a:spcBef>
          <a:spcPct val="0"/>
        </a:spcBef>
        <a:spcAft>
          <a:spcPct val="0"/>
        </a:spcAft>
        <a:defRPr sz="4200">
          <a:solidFill>
            <a:schemeClr val="tx2"/>
          </a:solidFill>
          <a:latin typeface="Times New Roman" panose="02020603050405020304" pitchFamily="18" charset="0"/>
          <a:cs typeface="Arial" panose="020B0604020202020204" pitchFamily="34" charset="0"/>
        </a:defRPr>
      </a:lvl3pPr>
      <a:lvl4pPr algn="l" rtl="0" eaLnBrk="0" fontAlgn="base" hangingPunct="0">
        <a:spcBef>
          <a:spcPct val="0"/>
        </a:spcBef>
        <a:spcAft>
          <a:spcPct val="0"/>
        </a:spcAft>
        <a:defRPr sz="4200">
          <a:solidFill>
            <a:schemeClr val="tx2"/>
          </a:solidFill>
          <a:latin typeface="Times New Roman" panose="02020603050405020304" pitchFamily="18" charset="0"/>
          <a:cs typeface="Arial" panose="020B0604020202020204" pitchFamily="34" charset="0"/>
        </a:defRPr>
      </a:lvl4pPr>
      <a:lvl5pPr algn="l" rtl="0" eaLnBrk="0" fontAlgn="base" hangingPunct="0">
        <a:spcBef>
          <a:spcPct val="0"/>
        </a:spcBef>
        <a:spcAft>
          <a:spcPct val="0"/>
        </a:spcAft>
        <a:defRPr sz="4200">
          <a:solidFill>
            <a:schemeClr val="tx2"/>
          </a:solidFill>
          <a:latin typeface="Times New Roman" panose="02020603050405020304" pitchFamily="18" charset="0"/>
          <a:cs typeface="Arial" panose="020B0604020202020204" pitchFamily="34" charset="0"/>
        </a:defRPr>
      </a:lvl5pPr>
      <a:lvl6pPr marL="457200" algn="l" rtl="0" eaLnBrk="1" fontAlgn="base" hangingPunct="1">
        <a:spcBef>
          <a:spcPct val="0"/>
        </a:spcBef>
        <a:spcAft>
          <a:spcPct val="0"/>
        </a:spcAft>
        <a:defRPr sz="4200">
          <a:solidFill>
            <a:schemeClr val="tx2"/>
          </a:solidFill>
          <a:latin typeface="Times New Roman" panose="02020603050405020304" pitchFamily="18" charset="0"/>
          <a:cs typeface="Arial" panose="020B0604020202020204" pitchFamily="34" charset="0"/>
        </a:defRPr>
      </a:lvl6pPr>
      <a:lvl7pPr marL="914400" algn="l" rtl="0" eaLnBrk="1" fontAlgn="base" hangingPunct="1">
        <a:spcBef>
          <a:spcPct val="0"/>
        </a:spcBef>
        <a:spcAft>
          <a:spcPct val="0"/>
        </a:spcAft>
        <a:defRPr sz="4200">
          <a:solidFill>
            <a:schemeClr val="tx2"/>
          </a:solidFill>
          <a:latin typeface="Times New Roman" panose="02020603050405020304" pitchFamily="18" charset="0"/>
          <a:cs typeface="Arial" panose="020B0604020202020204" pitchFamily="34" charset="0"/>
        </a:defRPr>
      </a:lvl7pPr>
      <a:lvl8pPr marL="1371600" algn="l" rtl="0" eaLnBrk="1" fontAlgn="base" hangingPunct="1">
        <a:spcBef>
          <a:spcPct val="0"/>
        </a:spcBef>
        <a:spcAft>
          <a:spcPct val="0"/>
        </a:spcAft>
        <a:defRPr sz="4200">
          <a:solidFill>
            <a:schemeClr val="tx2"/>
          </a:solidFill>
          <a:latin typeface="Times New Roman" panose="02020603050405020304" pitchFamily="18" charset="0"/>
          <a:cs typeface="Arial" panose="020B0604020202020204" pitchFamily="34" charset="0"/>
        </a:defRPr>
      </a:lvl8pPr>
      <a:lvl9pPr marL="1828800" algn="l" rtl="0" eaLnBrk="1" fontAlgn="base" hangingPunct="1">
        <a:spcBef>
          <a:spcPct val="0"/>
        </a:spcBef>
        <a:spcAft>
          <a:spcPct val="0"/>
        </a:spcAft>
        <a:defRPr sz="4200">
          <a:solidFill>
            <a:schemeClr val="tx2"/>
          </a:solidFill>
          <a:latin typeface="Times New Roman" panose="02020603050405020304" pitchFamily="18" charset="0"/>
          <a:cs typeface="Arial" panose="020B0604020202020204" pitchFamily="34" charset="0"/>
        </a:defRPr>
      </a:lvl9pPr>
    </p:titleStyle>
    <p:bodyStyle>
      <a:lvl1pPr marL="342900" indent="-342900" algn="l" rtl="0" eaLnBrk="0" fontAlgn="base" hangingPunct="0">
        <a:spcBef>
          <a:spcPct val="20000"/>
        </a:spcBef>
        <a:spcAft>
          <a:spcPct val="0"/>
        </a:spcAft>
        <a:buClr>
          <a:schemeClr val="folHlink"/>
        </a:buClr>
        <a:buSzPct val="90000"/>
        <a:buFont typeface="Wingdings" panose="05000000000000000000" pitchFamily="2" charset="2"/>
        <a:buChar char="n"/>
        <a:defRPr sz="2400" kern="1200">
          <a:solidFill>
            <a:schemeClr val="tx1"/>
          </a:solidFill>
          <a:latin typeface="+mn-lt"/>
          <a:ea typeface="+mn-ea"/>
          <a:cs typeface="+mn-cs"/>
        </a:defRPr>
      </a:lvl1pPr>
      <a:lvl2pPr marL="742950" indent="-285750" algn="l" rtl="0" eaLnBrk="0" fontAlgn="base" hangingPunct="0">
        <a:spcBef>
          <a:spcPct val="20000"/>
        </a:spcBef>
        <a:spcAft>
          <a:spcPct val="0"/>
        </a:spcAft>
        <a:buClr>
          <a:schemeClr val="accent1"/>
        </a:buClr>
        <a:buSzPct val="75000"/>
        <a:buFont typeface="Wingdings" panose="05000000000000000000" pitchFamily="2" charset="2"/>
        <a:buChar char="q"/>
        <a:defRPr sz="2000" kern="1200">
          <a:solidFill>
            <a:schemeClr val="tx1"/>
          </a:solidFill>
          <a:latin typeface="+mn-lt"/>
          <a:ea typeface="+mn-ea"/>
          <a:cs typeface="+mn-cs"/>
        </a:defRPr>
      </a:lvl2pPr>
      <a:lvl3pPr marL="1143000" indent="-228600" algn="l" rtl="0" eaLnBrk="0" fontAlgn="base" hangingPunct="0">
        <a:spcBef>
          <a:spcPct val="20000"/>
        </a:spcBef>
        <a:spcAft>
          <a:spcPct val="0"/>
        </a:spcAft>
        <a:buClr>
          <a:schemeClr val="folHlink"/>
        </a:buClr>
        <a:buSzPct val="55000"/>
        <a:buFont typeface="Wingdings" panose="05000000000000000000" pitchFamily="2" charset="2"/>
        <a:buChar char="q"/>
        <a:defRPr kern="1200">
          <a:solidFill>
            <a:schemeClr val="tx1"/>
          </a:solidFill>
          <a:latin typeface="+mn-lt"/>
          <a:ea typeface="+mn-ea"/>
          <a:cs typeface="+mn-cs"/>
        </a:defRPr>
      </a:lvl3pPr>
      <a:lvl4pPr marL="1600200" indent="-228600" algn="l" rtl="0" eaLnBrk="0" fontAlgn="base" hangingPunct="0">
        <a:spcBef>
          <a:spcPct val="20000"/>
        </a:spcBef>
        <a:spcAft>
          <a:spcPct val="0"/>
        </a:spcAft>
        <a:buClr>
          <a:schemeClr val="accent1"/>
        </a:buClr>
        <a:buFont typeface="Wingdings" panose="05000000000000000000" pitchFamily="2" charset="2"/>
        <a:buChar char="§"/>
        <a:defRPr sz="1600" kern="1200">
          <a:solidFill>
            <a:schemeClr val="tx1"/>
          </a:solidFill>
          <a:latin typeface="+mn-lt"/>
          <a:ea typeface="+mn-ea"/>
          <a:cs typeface="+mn-cs"/>
        </a:defRPr>
      </a:lvl4pPr>
      <a:lvl5pPr marL="2057400" indent="-228600" algn="l" rtl="0" eaLnBrk="0" fontAlgn="base" hangingPunct="0">
        <a:spcBef>
          <a:spcPct val="20000"/>
        </a:spcBef>
        <a:spcAft>
          <a:spcPct val="0"/>
        </a:spcAft>
        <a:buClr>
          <a:schemeClr val="accent1"/>
        </a:buClr>
        <a:buFont typeface="Wingdings" panose="05000000000000000000" pitchFamily="2" charset="2"/>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4098" name="Rectangle 5">
            <a:extLst>
              <a:ext uri="{FF2B5EF4-FFF2-40B4-BE49-F238E27FC236}">
                <a16:creationId xmlns:a16="http://schemas.microsoft.com/office/drawing/2014/main" id="{43B9EDA4-1352-4769-B93C-9CC448C4110B}"/>
              </a:ext>
            </a:extLst>
          </p:cNvPr>
          <p:cNvSpPr>
            <a:spLocks noGrp="1" noChangeArrowheads="1"/>
          </p:cNvSpPr>
          <p:nvPr>
            <p:ph type="body" idx="1"/>
          </p:nvPr>
        </p:nvSpPr>
        <p:spPr bwMode="auto">
          <a:xfrm>
            <a:off x="307975" y="1295400"/>
            <a:ext cx="8570913" cy="52022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vert="horz" wrap="square" lIns="90488" tIns="44450" rIns="90488" bIns="44450" numCol="1" anchor="t" anchorCtr="0" compatLnSpc="1">
            <a:prstTxWarp prst="textNoShape">
              <a:avLst/>
            </a:prstTxWarp>
          </a:bodyPr>
          <a:lstStyle/>
          <a:p>
            <a:pPr lvl="0"/>
            <a:r>
              <a:rPr lang="zh-TW" altLang="en-US"/>
              <a:t>按一下以編輯母片</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099" name="Rectangle 7">
            <a:extLst>
              <a:ext uri="{FF2B5EF4-FFF2-40B4-BE49-F238E27FC236}">
                <a16:creationId xmlns:a16="http://schemas.microsoft.com/office/drawing/2014/main" id="{86D4C91F-1F85-4112-9534-FAEBE9089E81}"/>
              </a:ext>
            </a:extLst>
          </p:cNvPr>
          <p:cNvSpPr>
            <a:spLocks noGrp="1" noChangeArrowheads="1"/>
          </p:cNvSpPr>
          <p:nvPr>
            <p:ph type="title"/>
          </p:nvPr>
        </p:nvSpPr>
        <p:spPr bwMode="auto">
          <a:xfrm>
            <a:off x="298450" y="228600"/>
            <a:ext cx="8575675" cy="609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anchor="ctr" anchorCtr="0" compatLnSpc="1">
            <a:prstTxWarp prst="textNoShape">
              <a:avLst/>
            </a:prstTxWarp>
          </a:bodyPr>
          <a:lstStyle/>
          <a:p>
            <a:pPr lvl="0"/>
            <a:r>
              <a:rPr lang="en-US" altLang="zh-TW"/>
              <a:t>Click to edit Master title style</a:t>
            </a:r>
          </a:p>
        </p:txBody>
      </p:sp>
      <p:grpSp>
        <p:nvGrpSpPr>
          <p:cNvPr id="4100" name="Group 8">
            <a:extLst>
              <a:ext uri="{FF2B5EF4-FFF2-40B4-BE49-F238E27FC236}">
                <a16:creationId xmlns:a16="http://schemas.microsoft.com/office/drawing/2014/main" id="{945E2843-C615-4537-8B6C-4C03279B19F0}"/>
              </a:ext>
            </a:extLst>
          </p:cNvPr>
          <p:cNvGrpSpPr>
            <a:grpSpLocks/>
          </p:cNvGrpSpPr>
          <p:nvPr/>
        </p:nvGrpSpPr>
        <p:grpSpPr bwMode="auto">
          <a:xfrm>
            <a:off x="-9525" y="1049338"/>
            <a:ext cx="9151938" cy="82550"/>
            <a:chOff x="1" y="591"/>
            <a:chExt cx="5759" cy="52"/>
          </a:xfrm>
        </p:grpSpPr>
        <p:sp>
          <p:nvSpPr>
            <p:cNvPr id="4103" name="Line 9">
              <a:extLst>
                <a:ext uri="{FF2B5EF4-FFF2-40B4-BE49-F238E27FC236}">
                  <a16:creationId xmlns:a16="http://schemas.microsoft.com/office/drawing/2014/main" id="{D3FD8793-9705-4B49-BB50-C5CE1789EEAF}"/>
                </a:ext>
              </a:extLst>
            </p:cNvPr>
            <p:cNvSpPr>
              <a:spLocks noChangeShapeType="1"/>
            </p:cNvSpPr>
            <p:nvPr/>
          </p:nvSpPr>
          <p:spPr bwMode="auto">
            <a:xfrm>
              <a:off x="2" y="591"/>
              <a:ext cx="5758" cy="0"/>
            </a:xfrm>
            <a:prstGeom prst="line">
              <a:avLst/>
            </a:prstGeom>
            <a:noFill/>
            <a:ln w="76200">
              <a:solidFill>
                <a:srgbClr val="FF0000"/>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en-US"/>
            </a:p>
          </p:txBody>
        </p:sp>
        <p:sp>
          <p:nvSpPr>
            <p:cNvPr id="4104" name="Line 10">
              <a:extLst>
                <a:ext uri="{FF2B5EF4-FFF2-40B4-BE49-F238E27FC236}">
                  <a16:creationId xmlns:a16="http://schemas.microsoft.com/office/drawing/2014/main" id="{B99A43B9-5B41-4094-8A75-EC64B6D0DD1D}"/>
                </a:ext>
              </a:extLst>
            </p:cNvPr>
            <p:cNvSpPr>
              <a:spLocks noChangeShapeType="1"/>
            </p:cNvSpPr>
            <p:nvPr/>
          </p:nvSpPr>
          <p:spPr bwMode="auto">
            <a:xfrm>
              <a:off x="2" y="626"/>
              <a:ext cx="5758" cy="0"/>
            </a:xfrm>
            <a:prstGeom prst="line">
              <a:avLst/>
            </a:prstGeom>
            <a:noFill/>
            <a:ln w="12700">
              <a:solidFill>
                <a:srgbClr val="FF0000"/>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en-US"/>
            </a:p>
          </p:txBody>
        </p:sp>
        <p:sp>
          <p:nvSpPr>
            <p:cNvPr id="4105" name="Line 11">
              <a:extLst>
                <a:ext uri="{FF2B5EF4-FFF2-40B4-BE49-F238E27FC236}">
                  <a16:creationId xmlns:a16="http://schemas.microsoft.com/office/drawing/2014/main" id="{04B48040-2F6D-4CEA-A659-7B33B726C626}"/>
                </a:ext>
              </a:extLst>
            </p:cNvPr>
            <p:cNvSpPr>
              <a:spLocks noChangeShapeType="1"/>
            </p:cNvSpPr>
            <p:nvPr/>
          </p:nvSpPr>
          <p:spPr bwMode="auto">
            <a:xfrm>
              <a:off x="1" y="643"/>
              <a:ext cx="5759" cy="0"/>
            </a:xfrm>
            <a:prstGeom prst="line">
              <a:avLst/>
            </a:prstGeom>
            <a:noFill/>
            <a:ln w="12700">
              <a:solidFill>
                <a:srgbClr val="FF0000"/>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en-US"/>
            </a:p>
          </p:txBody>
        </p:sp>
      </p:grpSp>
      <p:sp>
        <p:nvSpPr>
          <p:cNvPr id="9" name="文字方塊 8">
            <a:extLst>
              <a:ext uri="{FF2B5EF4-FFF2-40B4-BE49-F238E27FC236}">
                <a16:creationId xmlns:a16="http://schemas.microsoft.com/office/drawing/2014/main" id="{750454F3-716F-4394-BF1B-5F6E621989C5}"/>
              </a:ext>
            </a:extLst>
          </p:cNvPr>
          <p:cNvSpPr txBox="1"/>
          <p:nvPr/>
        </p:nvSpPr>
        <p:spPr>
          <a:xfrm>
            <a:off x="6810375" y="6540500"/>
            <a:ext cx="2298700" cy="304800"/>
          </a:xfrm>
          <a:prstGeom prst="rect">
            <a:avLst/>
          </a:prstGeom>
          <a:noFill/>
        </p:spPr>
        <p:txBody>
          <a:bodyPr>
            <a:spAutoFit/>
          </a:bodyPr>
          <a:lstStyle>
            <a:lvl1pPr eaLnBrk="0" hangingPunct="0">
              <a:defRPr sz="1400" i="1" u="sng">
                <a:solidFill>
                  <a:srgbClr val="003366"/>
                </a:solidFill>
                <a:latin typeface="Times New Roman" panose="02020603050405020304" pitchFamily="18" charset="0"/>
                <a:ea typeface="新細明體" panose="02020500000000000000" pitchFamily="18" charset="-120"/>
              </a:defRPr>
            </a:lvl1pPr>
            <a:lvl2pPr marL="742950" indent="-285750" eaLnBrk="0" hangingPunct="0">
              <a:defRPr sz="1400" i="1" u="sng">
                <a:solidFill>
                  <a:srgbClr val="003366"/>
                </a:solidFill>
                <a:latin typeface="Times New Roman" panose="02020603050405020304" pitchFamily="18" charset="0"/>
                <a:ea typeface="新細明體" panose="02020500000000000000" pitchFamily="18" charset="-120"/>
              </a:defRPr>
            </a:lvl2pPr>
            <a:lvl3pPr marL="1143000" indent="-228600" eaLnBrk="0" hangingPunct="0">
              <a:defRPr sz="1400" i="1" u="sng">
                <a:solidFill>
                  <a:srgbClr val="003366"/>
                </a:solidFill>
                <a:latin typeface="Times New Roman" panose="02020603050405020304" pitchFamily="18" charset="0"/>
                <a:ea typeface="新細明體" panose="02020500000000000000" pitchFamily="18" charset="-120"/>
              </a:defRPr>
            </a:lvl3pPr>
            <a:lvl4pPr marL="1600200" indent="-228600" eaLnBrk="0" hangingPunct="0">
              <a:defRPr sz="1400" i="1" u="sng">
                <a:solidFill>
                  <a:srgbClr val="003366"/>
                </a:solidFill>
                <a:latin typeface="Times New Roman" panose="02020603050405020304" pitchFamily="18" charset="0"/>
                <a:ea typeface="新細明體" panose="02020500000000000000" pitchFamily="18" charset="-120"/>
              </a:defRPr>
            </a:lvl4pPr>
            <a:lvl5pPr marL="2057400" indent="-228600" eaLnBrk="0" hangingPunct="0">
              <a:defRPr sz="1400" i="1" u="sng">
                <a:solidFill>
                  <a:srgbClr val="003366"/>
                </a:solidFill>
                <a:latin typeface="Times New Roman" panose="02020603050405020304" pitchFamily="18" charset="0"/>
                <a:ea typeface="新細明體" panose="02020500000000000000" pitchFamily="18" charset="-120"/>
              </a:defRPr>
            </a:lvl5pPr>
            <a:lvl6pPr marL="25146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6pPr>
            <a:lvl7pPr marL="29718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7pPr>
            <a:lvl8pPr marL="34290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8pPr>
            <a:lvl9pPr marL="38862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9pPr>
          </a:lstStyle>
          <a:p>
            <a:pPr algn="r" eaLnBrk="1" hangingPunct="1">
              <a:defRPr/>
            </a:pPr>
            <a:r>
              <a:rPr lang="tr-TR" altLang="zh-TW" u="none">
                <a:solidFill>
                  <a:srgbClr val="7F7F7F"/>
                </a:solidFill>
                <a:cs typeface="Arial" panose="020B0604020202020204" pitchFamily="34" charset="0"/>
              </a:rPr>
              <a:t>Digital Logic Design</a:t>
            </a:r>
            <a:r>
              <a:rPr lang="en-US" altLang="zh-TW" u="none">
                <a:solidFill>
                  <a:srgbClr val="7F7F7F"/>
                </a:solidFill>
                <a:cs typeface="Arial" panose="020B0604020202020204" pitchFamily="34" charset="0"/>
              </a:rPr>
              <a:t> </a:t>
            </a:r>
            <a:r>
              <a:rPr lang="en-US" altLang="zh-TW" i="0" u="none">
                <a:solidFill>
                  <a:srgbClr val="7F7F7F"/>
                </a:solidFill>
                <a:cs typeface="Arial" panose="020B0604020202020204" pitchFamily="34" charset="0"/>
              </a:rPr>
              <a:t>Ch1</a:t>
            </a:r>
            <a:r>
              <a:rPr lang="en-US" altLang="zh-TW" u="none">
                <a:solidFill>
                  <a:srgbClr val="7F7F7F"/>
                </a:solidFill>
                <a:cs typeface="Arial" panose="020B0604020202020204" pitchFamily="34" charset="0"/>
              </a:rPr>
              <a:t>-</a:t>
            </a:r>
            <a:fld id="{73AB4636-F3A7-4DEA-AF14-F79885A739CA}" type="slidenum">
              <a:rPr lang="zh-TW" altLang="en-US" i="0" u="none" smtClean="0">
                <a:solidFill>
                  <a:srgbClr val="7F7F7F"/>
                </a:solidFill>
                <a:cs typeface="Arial" panose="020B0604020202020204" pitchFamily="34" charset="0"/>
              </a:rPr>
              <a:pPr algn="r" eaLnBrk="1" hangingPunct="1">
                <a:defRPr/>
              </a:pPr>
              <a:t>‹#›</a:t>
            </a:fld>
            <a:endParaRPr lang="en-US" altLang="zh-TW" i="0" u="none">
              <a:solidFill>
                <a:srgbClr val="7F7F7F"/>
              </a:solidFill>
              <a:cs typeface="Arial" panose="020B0604020202020204" pitchFamily="34" charset="0"/>
            </a:endParaRPr>
          </a:p>
        </p:txBody>
      </p:sp>
      <p:pic>
        <p:nvPicPr>
          <p:cNvPr id="4102" name="Picture 9" descr="logoyil30">
            <a:extLst>
              <a:ext uri="{FF2B5EF4-FFF2-40B4-BE49-F238E27FC236}">
                <a16:creationId xmlns:a16="http://schemas.microsoft.com/office/drawing/2014/main" id="{E08EE95F-7194-462B-B895-417B50D0BDDC}"/>
              </a:ext>
            </a:extLst>
          </p:cNvPr>
          <p:cNvPicPr>
            <a:picLocks noChangeAspect="1" noChangeArrowheads="1"/>
          </p:cNvPicPr>
          <p:nvPr/>
        </p:nvPicPr>
        <p:blipFill>
          <a:blip r:embed="rId14">
            <a:extLst>
              <a:ext uri="{28A0092B-C50C-407E-A947-70E740481C1C}">
                <a14:useLocalDpi xmlns:a14="http://schemas.microsoft.com/office/drawing/2010/main" val="0"/>
              </a:ext>
            </a:extLst>
          </a:blip>
          <a:srcRect/>
          <a:stretch>
            <a:fillRect/>
          </a:stretch>
        </p:blipFill>
        <p:spPr bwMode="auto">
          <a:xfrm>
            <a:off x="295275" y="161925"/>
            <a:ext cx="736600" cy="7413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 bg1="lt1" tx1="dk1" bg2="lt2" tx2="dk2" accent1="accent1" accent2="accent2" accent3="accent3" accent4="accent4" accent5="accent5" accent6="accent6" hlink="hlink" folHlink="folHlink"/>
  <p:sldLayoutIdLst>
    <p:sldLayoutId id="2147484069" r:id="rId1"/>
    <p:sldLayoutId id="2147484070" r:id="rId2"/>
    <p:sldLayoutId id="2147484071" r:id="rId3"/>
    <p:sldLayoutId id="2147484072" r:id="rId4"/>
    <p:sldLayoutId id="2147484073" r:id="rId5"/>
    <p:sldLayoutId id="2147484074" r:id="rId6"/>
    <p:sldLayoutId id="2147484075" r:id="rId7"/>
    <p:sldLayoutId id="2147484076" r:id="rId8"/>
    <p:sldLayoutId id="2147484077" r:id="rId9"/>
    <p:sldLayoutId id="2147484078" r:id="rId10"/>
    <p:sldLayoutId id="2147484079" r:id="rId11"/>
    <p:sldLayoutId id="2147484080" r:id="rId12"/>
  </p:sldLayoutIdLst>
  <p:hf hdr="0" ftr="0"/>
  <p:txStyles>
    <p:titleStyle>
      <a:lvl1pPr algn="ctr" rtl="0" eaLnBrk="0" fontAlgn="base" hangingPunct="0">
        <a:spcBef>
          <a:spcPct val="0"/>
        </a:spcBef>
        <a:spcAft>
          <a:spcPct val="0"/>
        </a:spcAft>
        <a:defRPr kumimoji="1" sz="3600">
          <a:solidFill>
            <a:schemeClr val="tx1"/>
          </a:solidFill>
          <a:latin typeface="+mj-lt"/>
          <a:ea typeface="+mj-ea"/>
          <a:cs typeface="+mj-cs"/>
        </a:defRPr>
      </a:lvl1pPr>
      <a:lvl2pPr algn="ctr" rtl="0" eaLnBrk="0" fontAlgn="base" hangingPunct="0">
        <a:spcBef>
          <a:spcPct val="0"/>
        </a:spcBef>
        <a:spcAft>
          <a:spcPct val="0"/>
        </a:spcAft>
        <a:defRPr kumimoji="1" sz="3600">
          <a:solidFill>
            <a:schemeClr val="tx1"/>
          </a:solidFill>
          <a:latin typeface="Book Antiqua" pitchFamily="18" charset="0"/>
          <a:ea typeface="新細明體" pitchFamily="18" charset="-120"/>
        </a:defRPr>
      </a:lvl2pPr>
      <a:lvl3pPr algn="ctr" rtl="0" eaLnBrk="0" fontAlgn="base" hangingPunct="0">
        <a:spcBef>
          <a:spcPct val="0"/>
        </a:spcBef>
        <a:spcAft>
          <a:spcPct val="0"/>
        </a:spcAft>
        <a:defRPr kumimoji="1" sz="3600">
          <a:solidFill>
            <a:schemeClr val="tx1"/>
          </a:solidFill>
          <a:latin typeface="Book Antiqua" pitchFamily="18" charset="0"/>
          <a:ea typeface="新細明體" pitchFamily="18" charset="-120"/>
        </a:defRPr>
      </a:lvl3pPr>
      <a:lvl4pPr algn="ctr" rtl="0" eaLnBrk="0" fontAlgn="base" hangingPunct="0">
        <a:spcBef>
          <a:spcPct val="0"/>
        </a:spcBef>
        <a:spcAft>
          <a:spcPct val="0"/>
        </a:spcAft>
        <a:defRPr kumimoji="1" sz="3600">
          <a:solidFill>
            <a:schemeClr val="tx1"/>
          </a:solidFill>
          <a:latin typeface="Book Antiqua" pitchFamily="18" charset="0"/>
          <a:ea typeface="新細明體" pitchFamily="18" charset="-120"/>
        </a:defRPr>
      </a:lvl4pPr>
      <a:lvl5pPr algn="ctr" rtl="0" eaLnBrk="0" fontAlgn="base" hangingPunct="0">
        <a:spcBef>
          <a:spcPct val="0"/>
        </a:spcBef>
        <a:spcAft>
          <a:spcPct val="0"/>
        </a:spcAft>
        <a:defRPr kumimoji="1" sz="3600">
          <a:solidFill>
            <a:schemeClr val="tx1"/>
          </a:solidFill>
          <a:latin typeface="Book Antiqua" pitchFamily="18" charset="0"/>
          <a:ea typeface="新細明體" pitchFamily="18" charset="-120"/>
        </a:defRPr>
      </a:lvl5pPr>
      <a:lvl6pPr marL="457200" algn="ctr" rtl="0" eaLnBrk="1" fontAlgn="base" hangingPunct="1">
        <a:spcBef>
          <a:spcPct val="0"/>
        </a:spcBef>
        <a:spcAft>
          <a:spcPct val="0"/>
        </a:spcAft>
        <a:defRPr kumimoji="1" sz="3600">
          <a:solidFill>
            <a:schemeClr val="tx1"/>
          </a:solidFill>
          <a:latin typeface="Book Antiqua" pitchFamily="18" charset="0"/>
          <a:ea typeface="新細明體" pitchFamily="18" charset="-120"/>
        </a:defRPr>
      </a:lvl6pPr>
      <a:lvl7pPr marL="914400" algn="ctr" rtl="0" eaLnBrk="1" fontAlgn="base" hangingPunct="1">
        <a:spcBef>
          <a:spcPct val="0"/>
        </a:spcBef>
        <a:spcAft>
          <a:spcPct val="0"/>
        </a:spcAft>
        <a:defRPr kumimoji="1" sz="3600">
          <a:solidFill>
            <a:schemeClr val="tx1"/>
          </a:solidFill>
          <a:latin typeface="Book Antiqua" pitchFamily="18" charset="0"/>
          <a:ea typeface="新細明體" pitchFamily="18" charset="-120"/>
        </a:defRPr>
      </a:lvl7pPr>
      <a:lvl8pPr marL="1371600" algn="ctr" rtl="0" eaLnBrk="1" fontAlgn="base" hangingPunct="1">
        <a:spcBef>
          <a:spcPct val="0"/>
        </a:spcBef>
        <a:spcAft>
          <a:spcPct val="0"/>
        </a:spcAft>
        <a:defRPr kumimoji="1" sz="3600">
          <a:solidFill>
            <a:schemeClr val="tx1"/>
          </a:solidFill>
          <a:latin typeface="Book Antiqua" pitchFamily="18" charset="0"/>
          <a:ea typeface="新細明體" pitchFamily="18" charset="-120"/>
        </a:defRPr>
      </a:lvl8pPr>
      <a:lvl9pPr marL="1828800" algn="ctr" rtl="0" eaLnBrk="1" fontAlgn="base" hangingPunct="1">
        <a:spcBef>
          <a:spcPct val="0"/>
        </a:spcBef>
        <a:spcAft>
          <a:spcPct val="0"/>
        </a:spcAft>
        <a:defRPr kumimoji="1" sz="3600">
          <a:solidFill>
            <a:schemeClr val="tx1"/>
          </a:solidFill>
          <a:latin typeface="Book Antiqua" pitchFamily="18" charset="0"/>
          <a:ea typeface="新細明體" pitchFamily="18" charset="-120"/>
        </a:defRPr>
      </a:lvl9pPr>
    </p:titleStyle>
    <p:bodyStyle>
      <a:lvl1pPr marL="342900" indent="-342900" algn="l" rtl="0" eaLnBrk="0" fontAlgn="base" hangingPunct="0">
        <a:spcBef>
          <a:spcPct val="20000"/>
        </a:spcBef>
        <a:spcAft>
          <a:spcPct val="0"/>
        </a:spcAft>
        <a:buClr>
          <a:srgbClr val="0000FF"/>
        </a:buClr>
        <a:buSzPct val="90000"/>
        <a:buFont typeface="Wingdings 2" panose="05020102010507070707" pitchFamily="18" charset="2"/>
        <a:buChar char="©"/>
        <a:defRPr kumimoji="1" sz="2400">
          <a:solidFill>
            <a:schemeClr val="tx1"/>
          </a:solidFill>
          <a:latin typeface="Times New Roman" pitchFamily="18" charset="0"/>
          <a:ea typeface="+mn-ea"/>
          <a:cs typeface="Times New Roman" pitchFamily="18" charset="0"/>
        </a:defRPr>
      </a:lvl1pPr>
      <a:lvl2pPr marL="742950" indent="-285750" algn="l" rtl="0" eaLnBrk="0" fontAlgn="base" hangingPunct="0">
        <a:spcBef>
          <a:spcPct val="20000"/>
        </a:spcBef>
        <a:spcAft>
          <a:spcPct val="0"/>
        </a:spcAft>
        <a:buClr>
          <a:srgbClr val="FF9900"/>
        </a:buClr>
        <a:buSzPct val="70000"/>
        <a:buFont typeface="Wingdings" panose="05000000000000000000" pitchFamily="2" charset="2"/>
        <a:buChar char="u"/>
        <a:defRPr kumimoji="1" sz="2000">
          <a:solidFill>
            <a:schemeClr val="tx1"/>
          </a:solidFill>
          <a:latin typeface="Times New Roman" pitchFamily="18" charset="0"/>
          <a:ea typeface="+mn-ea"/>
          <a:cs typeface="Times New Roman" pitchFamily="18" charset="0"/>
        </a:defRPr>
      </a:lvl2pPr>
      <a:lvl3pPr marL="1143000" indent="-228600" algn="l" rtl="0" eaLnBrk="0" fontAlgn="base" hangingPunct="0">
        <a:spcBef>
          <a:spcPct val="20000"/>
        </a:spcBef>
        <a:spcAft>
          <a:spcPct val="0"/>
        </a:spcAft>
        <a:buClr>
          <a:srgbClr val="1B1BFF"/>
        </a:buClr>
        <a:buSzPct val="80000"/>
        <a:buFont typeface="Times New Roman" panose="02020603050405020304" pitchFamily="18" charset="0"/>
        <a:buChar char="»"/>
        <a:defRPr kumimoji="1">
          <a:solidFill>
            <a:schemeClr val="tx1"/>
          </a:solidFill>
          <a:latin typeface="Times New Roman" pitchFamily="18" charset="0"/>
          <a:ea typeface="+mn-ea"/>
          <a:cs typeface="Times New Roman" pitchFamily="18" charset="0"/>
        </a:defRPr>
      </a:lvl3pPr>
      <a:lvl4pPr marL="1600200" indent="-228600" algn="l" rtl="0" eaLnBrk="0" fontAlgn="base" hangingPunct="0">
        <a:spcBef>
          <a:spcPct val="20000"/>
        </a:spcBef>
        <a:spcAft>
          <a:spcPct val="0"/>
        </a:spcAft>
        <a:buClr>
          <a:schemeClr val="accent1"/>
        </a:buClr>
        <a:buFont typeface="Book Antiqua" panose="02040602050305030304" pitchFamily="18" charset="0"/>
        <a:buChar char="−"/>
        <a:defRPr kumimoji="1" sz="1600">
          <a:solidFill>
            <a:schemeClr val="tx1"/>
          </a:solidFill>
          <a:latin typeface="Times New Roman" pitchFamily="18" charset="0"/>
          <a:ea typeface="+mn-ea"/>
          <a:cs typeface="Times New Roman" pitchFamily="18" charset="0"/>
        </a:defRPr>
      </a:lvl4pPr>
      <a:lvl5pPr marL="2057400" indent="-228600" algn="l" rtl="0" eaLnBrk="0" fontAlgn="base" hangingPunct="0">
        <a:spcBef>
          <a:spcPct val="20000"/>
        </a:spcBef>
        <a:spcAft>
          <a:spcPct val="0"/>
        </a:spcAft>
        <a:buClr>
          <a:srgbClr val="4D4D4D"/>
        </a:buClr>
        <a:buSzPct val="50000"/>
        <a:buFont typeface="Wingdings" panose="05000000000000000000" pitchFamily="2" charset="2"/>
        <a:buChar char="l"/>
        <a:defRPr kumimoji="1" sz="1400">
          <a:solidFill>
            <a:schemeClr val="tx1"/>
          </a:solidFill>
          <a:latin typeface="Times New Roman" pitchFamily="18" charset="0"/>
          <a:ea typeface="+mn-ea"/>
          <a:cs typeface="Times New Roman" pitchFamily="18" charset="0"/>
        </a:defRPr>
      </a:lvl5pPr>
      <a:lvl6pPr marL="2514600" indent="-228600" algn="l" rtl="0" eaLnBrk="1" fontAlgn="base" hangingPunct="1">
        <a:spcBef>
          <a:spcPct val="20000"/>
        </a:spcBef>
        <a:spcAft>
          <a:spcPct val="0"/>
        </a:spcAft>
        <a:buClr>
          <a:schemeClr val="accent2"/>
        </a:buClr>
        <a:buChar char="»"/>
        <a:defRPr kumimoji="1" sz="1000">
          <a:solidFill>
            <a:schemeClr val="tx1"/>
          </a:solidFill>
          <a:latin typeface="+mn-lt"/>
          <a:ea typeface="+mn-ea"/>
        </a:defRPr>
      </a:lvl6pPr>
      <a:lvl7pPr marL="2971800" indent="-228600" algn="l" rtl="0" eaLnBrk="1" fontAlgn="base" hangingPunct="1">
        <a:spcBef>
          <a:spcPct val="20000"/>
        </a:spcBef>
        <a:spcAft>
          <a:spcPct val="0"/>
        </a:spcAft>
        <a:buClr>
          <a:schemeClr val="accent2"/>
        </a:buClr>
        <a:buChar char="»"/>
        <a:defRPr kumimoji="1" sz="1000">
          <a:solidFill>
            <a:schemeClr val="tx1"/>
          </a:solidFill>
          <a:latin typeface="+mn-lt"/>
          <a:ea typeface="+mn-ea"/>
        </a:defRPr>
      </a:lvl7pPr>
      <a:lvl8pPr marL="3429000" indent="-228600" algn="l" rtl="0" eaLnBrk="1" fontAlgn="base" hangingPunct="1">
        <a:spcBef>
          <a:spcPct val="20000"/>
        </a:spcBef>
        <a:spcAft>
          <a:spcPct val="0"/>
        </a:spcAft>
        <a:buClr>
          <a:schemeClr val="accent2"/>
        </a:buClr>
        <a:buChar char="»"/>
        <a:defRPr kumimoji="1" sz="1000">
          <a:solidFill>
            <a:schemeClr val="tx1"/>
          </a:solidFill>
          <a:latin typeface="+mn-lt"/>
          <a:ea typeface="+mn-ea"/>
        </a:defRPr>
      </a:lvl8pPr>
      <a:lvl9pPr marL="3886200" indent="-228600" algn="l" rtl="0" eaLnBrk="1" fontAlgn="base" hangingPunct="1">
        <a:spcBef>
          <a:spcPct val="20000"/>
        </a:spcBef>
        <a:spcAft>
          <a:spcPct val="0"/>
        </a:spcAft>
        <a:buClr>
          <a:schemeClr val="accent2"/>
        </a:buClr>
        <a:buChar char="»"/>
        <a:defRPr kumimoji="1" sz="1000">
          <a:solidFill>
            <a:schemeClr val="tx1"/>
          </a:solidFill>
          <a:latin typeface="+mn-lt"/>
          <a:ea typeface="+mn-ea"/>
        </a:defRPr>
      </a:lvl9pPr>
    </p:bodyStyle>
    <p:other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grpSp>
        <p:nvGrpSpPr>
          <p:cNvPr id="5122" name="Group 7">
            <a:extLst>
              <a:ext uri="{FF2B5EF4-FFF2-40B4-BE49-F238E27FC236}">
                <a16:creationId xmlns:a16="http://schemas.microsoft.com/office/drawing/2014/main" id="{2F364496-8BA2-4CFA-81DC-C649C6B43699}"/>
              </a:ext>
            </a:extLst>
          </p:cNvPr>
          <p:cNvGrpSpPr>
            <a:grpSpLocks/>
          </p:cNvGrpSpPr>
          <p:nvPr/>
        </p:nvGrpSpPr>
        <p:grpSpPr bwMode="auto">
          <a:xfrm>
            <a:off x="215900" y="215900"/>
            <a:ext cx="8478838" cy="6173788"/>
            <a:chOff x="0" y="0"/>
            <a:chExt cx="5341" cy="3889"/>
          </a:xfrm>
        </p:grpSpPr>
        <p:sp>
          <p:nvSpPr>
            <p:cNvPr id="5132" name="Freeform 8">
              <a:extLst>
                <a:ext uri="{FF2B5EF4-FFF2-40B4-BE49-F238E27FC236}">
                  <a16:creationId xmlns:a16="http://schemas.microsoft.com/office/drawing/2014/main" id="{69CEB01E-FAFC-4111-A0A1-FBD146EBFF21}"/>
                </a:ext>
              </a:extLst>
            </p:cNvPr>
            <p:cNvSpPr>
              <a:spLocks/>
            </p:cNvSpPr>
            <p:nvPr/>
          </p:nvSpPr>
          <p:spPr bwMode="ltGray">
            <a:xfrm>
              <a:off x="0" y="0"/>
              <a:ext cx="3863" cy="3889"/>
            </a:xfrm>
            <a:custGeom>
              <a:avLst/>
              <a:gdLst>
                <a:gd name="T0" fmla="*/ 3862 w 3863"/>
                <a:gd name="T1" fmla="*/ 3418 h 3889"/>
                <a:gd name="T2" fmla="*/ 457 w 3863"/>
                <a:gd name="T3" fmla="*/ 0 h 3889"/>
                <a:gd name="T4" fmla="*/ 0 w 3863"/>
                <a:gd name="T5" fmla="*/ 0 h 3889"/>
                <a:gd name="T6" fmla="*/ 0 w 3863"/>
                <a:gd name="T7" fmla="*/ 481 h 3889"/>
                <a:gd name="T8" fmla="*/ 3394 w 3863"/>
                <a:gd name="T9" fmla="*/ 3888 h 3889"/>
                <a:gd name="T10" fmla="*/ 3862 w 3863"/>
                <a:gd name="T11" fmla="*/ 3418 h 3889"/>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3863" h="3889">
                  <a:moveTo>
                    <a:pt x="3862" y="3418"/>
                  </a:moveTo>
                  <a:lnTo>
                    <a:pt x="457" y="0"/>
                  </a:lnTo>
                  <a:lnTo>
                    <a:pt x="0" y="0"/>
                  </a:lnTo>
                  <a:lnTo>
                    <a:pt x="0" y="481"/>
                  </a:lnTo>
                  <a:lnTo>
                    <a:pt x="3394" y="3888"/>
                  </a:lnTo>
                  <a:lnTo>
                    <a:pt x="3862" y="3418"/>
                  </a:lnTo>
                </a:path>
              </a:pathLst>
            </a:custGeom>
            <a:solidFill>
              <a:schemeClr val="bg1">
                <a:alpha val="50195"/>
              </a:schemeClr>
            </a:solidFill>
            <a:ln>
              <a:noFill/>
            </a:ln>
            <a:extLst>
              <a:ext uri="{91240B29-F687-4F45-9708-019B960494DF}">
                <a14:hiddenLine xmlns:a14="http://schemas.microsoft.com/office/drawing/2010/main" w="9525" cap="rnd">
                  <a:solidFill>
                    <a:srgbClr val="000000"/>
                  </a:solidFill>
                  <a:round/>
                  <a:headEnd type="none" w="sm" len="sm"/>
                  <a:tailEnd type="none" w="sm" len="sm"/>
                </a14:hiddenLine>
              </a:ext>
            </a:extLst>
          </p:spPr>
          <p:txBody>
            <a:bodyPr/>
            <a:lstStyle/>
            <a:p>
              <a:endParaRPr lang="en-US"/>
            </a:p>
          </p:txBody>
        </p:sp>
        <p:sp>
          <p:nvSpPr>
            <p:cNvPr id="5133" name="Freeform 9">
              <a:extLst>
                <a:ext uri="{FF2B5EF4-FFF2-40B4-BE49-F238E27FC236}">
                  <a16:creationId xmlns:a16="http://schemas.microsoft.com/office/drawing/2014/main" id="{F12DED50-716D-42AC-85D7-0BA10197B30D}"/>
                </a:ext>
              </a:extLst>
            </p:cNvPr>
            <p:cNvSpPr>
              <a:spLocks/>
            </p:cNvSpPr>
            <p:nvPr/>
          </p:nvSpPr>
          <p:spPr bwMode="ltGray">
            <a:xfrm>
              <a:off x="860" y="0"/>
              <a:ext cx="3394" cy="3223"/>
            </a:xfrm>
            <a:custGeom>
              <a:avLst/>
              <a:gdLst>
                <a:gd name="T0" fmla="*/ 370 w 3394"/>
                <a:gd name="T1" fmla="*/ 0 h 3223"/>
                <a:gd name="T2" fmla="*/ 3393 w 3394"/>
                <a:gd name="T3" fmla="*/ 3036 h 3223"/>
                <a:gd name="T4" fmla="*/ 3208 w 3394"/>
                <a:gd name="T5" fmla="*/ 3222 h 3223"/>
                <a:gd name="T6" fmla="*/ 0 w 3394"/>
                <a:gd name="T7" fmla="*/ 0 h 3223"/>
                <a:gd name="T8" fmla="*/ 370 w 3394"/>
                <a:gd name="T9" fmla="*/ 0 h 322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394" h="3223">
                  <a:moveTo>
                    <a:pt x="370" y="0"/>
                  </a:moveTo>
                  <a:lnTo>
                    <a:pt x="3393" y="3036"/>
                  </a:lnTo>
                  <a:lnTo>
                    <a:pt x="3208" y="3222"/>
                  </a:lnTo>
                  <a:lnTo>
                    <a:pt x="0" y="0"/>
                  </a:lnTo>
                  <a:lnTo>
                    <a:pt x="370" y="0"/>
                  </a:lnTo>
                </a:path>
              </a:pathLst>
            </a:custGeom>
            <a:solidFill>
              <a:schemeClr val="bg1">
                <a:alpha val="50195"/>
              </a:schemeClr>
            </a:solidFill>
            <a:ln>
              <a:noFill/>
            </a:ln>
            <a:extLst>
              <a:ext uri="{91240B29-F687-4F45-9708-019B960494DF}">
                <a14:hiddenLine xmlns:a14="http://schemas.microsoft.com/office/drawing/2010/main" w="9525" cap="rnd">
                  <a:solidFill>
                    <a:srgbClr val="000000"/>
                  </a:solidFill>
                  <a:round/>
                  <a:headEnd type="none" w="sm" len="sm"/>
                  <a:tailEnd type="none" w="sm" len="sm"/>
                </a14:hiddenLine>
              </a:ext>
            </a:extLst>
          </p:spPr>
          <p:txBody>
            <a:bodyPr/>
            <a:lstStyle/>
            <a:p>
              <a:endParaRPr lang="en-US"/>
            </a:p>
          </p:txBody>
        </p:sp>
        <p:sp>
          <p:nvSpPr>
            <p:cNvPr id="5134" name="Freeform 10">
              <a:extLst>
                <a:ext uri="{FF2B5EF4-FFF2-40B4-BE49-F238E27FC236}">
                  <a16:creationId xmlns:a16="http://schemas.microsoft.com/office/drawing/2014/main" id="{42DCC366-E15E-4083-A380-A19EDD07FD10}"/>
                </a:ext>
              </a:extLst>
            </p:cNvPr>
            <p:cNvSpPr>
              <a:spLocks/>
            </p:cNvSpPr>
            <p:nvPr/>
          </p:nvSpPr>
          <p:spPr bwMode="ltGray">
            <a:xfrm>
              <a:off x="2187" y="0"/>
              <a:ext cx="2859" cy="2556"/>
            </a:xfrm>
            <a:custGeom>
              <a:avLst/>
              <a:gdLst>
                <a:gd name="T0" fmla="*/ 630 w 2859"/>
                <a:gd name="T1" fmla="*/ 0 h 2556"/>
                <a:gd name="T2" fmla="*/ 2858 w 2859"/>
                <a:gd name="T3" fmla="*/ 2238 h 2556"/>
                <a:gd name="T4" fmla="*/ 2543 w 2859"/>
                <a:gd name="T5" fmla="*/ 2555 h 2556"/>
                <a:gd name="T6" fmla="*/ 0 w 2859"/>
                <a:gd name="T7" fmla="*/ 0 h 2556"/>
                <a:gd name="T8" fmla="*/ 630 w 2859"/>
                <a:gd name="T9" fmla="*/ 0 h 255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859" h="2556">
                  <a:moveTo>
                    <a:pt x="630" y="0"/>
                  </a:moveTo>
                  <a:lnTo>
                    <a:pt x="2858" y="2238"/>
                  </a:lnTo>
                  <a:lnTo>
                    <a:pt x="2543" y="2555"/>
                  </a:lnTo>
                  <a:lnTo>
                    <a:pt x="0" y="0"/>
                  </a:lnTo>
                  <a:lnTo>
                    <a:pt x="630" y="0"/>
                  </a:lnTo>
                </a:path>
              </a:pathLst>
            </a:custGeom>
            <a:solidFill>
              <a:schemeClr val="bg1">
                <a:alpha val="50195"/>
              </a:schemeClr>
            </a:solidFill>
            <a:ln>
              <a:noFill/>
            </a:ln>
            <a:extLst>
              <a:ext uri="{91240B29-F687-4F45-9708-019B960494DF}">
                <a14:hiddenLine xmlns:a14="http://schemas.microsoft.com/office/drawing/2010/main" w="9525" cap="rnd">
                  <a:solidFill>
                    <a:srgbClr val="000000"/>
                  </a:solidFill>
                  <a:round/>
                  <a:headEnd type="none" w="sm" len="sm"/>
                  <a:tailEnd type="none" w="sm" len="sm"/>
                </a14:hiddenLine>
              </a:ext>
            </a:extLst>
          </p:spPr>
          <p:txBody>
            <a:bodyPr/>
            <a:lstStyle/>
            <a:p>
              <a:endParaRPr lang="en-US"/>
            </a:p>
          </p:txBody>
        </p:sp>
        <p:sp>
          <p:nvSpPr>
            <p:cNvPr id="5135" name="Freeform 11">
              <a:extLst>
                <a:ext uri="{FF2B5EF4-FFF2-40B4-BE49-F238E27FC236}">
                  <a16:creationId xmlns:a16="http://schemas.microsoft.com/office/drawing/2014/main" id="{7B681700-EF2E-4ACA-B1AE-B41365E839CD}"/>
                </a:ext>
              </a:extLst>
            </p:cNvPr>
            <p:cNvSpPr>
              <a:spLocks/>
            </p:cNvSpPr>
            <p:nvPr/>
          </p:nvSpPr>
          <p:spPr bwMode="ltGray">
            <a:xfrm>
              <a:off x="3055" y="0"/>
              <a:ext cx="2286" cy="2121"/>
            </a:xfrm>
            <a:custGeom>
              <a:avLst/>
              <a:gdLst>
                <a:gd name="T0" fmla="*/ 0 w 2286"/>
                <a:gd name="T1" fmla="*/ 0 h 2121"/>
                <a:gd name="T2" fmla="*/ 2111 w 2286"/>
                <a:gd name="T3" fmla="*/ 2120 h 2121"/>
                <a:gd name="T4" fmla="*/ 2285 w 2286"/>
                <a:gd name="T5" fmla="*/ 1945 h 2121"/>
                <a:gd name="T6" fmla="*/ 348 w 2286"/>
                <a:gd name="T7" fmla="*/ 0 h 2121"/>
                <a:gd name="T8" fmla="*/ 0 w 2286"/>
                <a:gd name="T9" fmla="*/ 0 h 212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286" h="2121">
                  <a:moveTo>
                    <a:pt x="0" y="0"/>
                  </a:moveTo>
                  <a:lnTo>
                    <a:pt x="2111" y="2120"/>
                  </a:lnTo>
                  <a:lnTo>
                    <a:pt x="2285" y="1945"/>
                  </a:lnTo>
                  <a:lnTo>
                    <a:pt x="348" y="0"/>
                  </a:lnTo>
                  <a:lnTo>
                    <a:pt x="0" y="0"/>
                  </a:lnTo>
                </a:path>
              </a:pathLst>
            </a:custGeom>
            <a:solidFill>
              <a:schemeClr val="bg1">
                <a:alpha val="50195"/>
              </a:schemeClr>
            </a:solidFill>
            <a:ln>
              <a:noFill/>
            </a:ln>
            <a:extLst>
              <a:ext uri="{91240B29-F687-4F45-9708-019B960494DF}">
                <a14:hiddenLine xmlns:a14="http://schemas.microsoft.com/office/drawing/2010/main" w="9525" cap="rnd">
                  <a:solidFill>
                    <a:srgbClr val="000000"/>
                  </a:solidFill>
                  <a:round/>
                  <a:headEnd type="none" w="sm" len="sm"/>
                  <a:tailEnd type="none" w="sm" len="sm"/>
                </a14:hiddenLine>
              </a:ext>
            </a:extLst>
          </p:spPr>
          <p:txBody>
            <a:bodyPr/>
            <a:lstStyle/>
            <a:p>
              <a:endParaRPr lang="en-US"/>
            </a:p>
          </p:txBody>
        </p:sp>
      </p:grpSp>
      <p:sp>
        <p:nvSpPr>
          <p:cNvPr id="2051" name="Rectangle 12">
            <a:extLst>
              <a:ext uri="{FF2B5EF4-FFF2-40B4-BE49-F238E27FC236}">
                <a16:creationId xmlns:a16="http://schemas.microsoft.com/office/drawing/2014/main" id="{AB39E30C-1B09-4DD8-A4F3-A732237D7893}"/>
              </a:ext>
            </a:extLst>
          </p:cNvPr>
          <p:cNvSpPr>
            <a:spLocks noChangeArrowheads="1"/>
          </p:cNvSpPr>
          <p:nvPr/>
        </p:nvSpPr>
        <p:spPr bwMode="auto">
          <a:xfrm>
            <a:off x="687388" y="2232025"/>
            <a:ext cx="77724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2075" tIns="46038" rIns="92075" bIns="46038" anchor="ctr"/>
          <a:lstStyle>
            <a:lvl1pPr>
              <a:defRPr sz="1400" i="1" u="sng">
                <a:solidFill>
                  <a:srgbClr val="003366"/>
                </a:solidFill>
                <a:latin typeface="Times New Roman" panose="02020603050405020304" pitchFamily="18" charset="0"/>
                <a:ea typeface="新細明體" panose="02020500000000000000" pitchFamily="18" charset="-120"/>
              </a:defRPr>
            </a:lvl1pPr>
            <a:lvl2pPr marL="742950" indent="-285750">
              <a:defRPr sz="1400" i="1" u="sng">
                <a:solidFill>
                  <a:srgbClr val="003366"/>
                </a:solidFill>
                <a:latin typeface="Times New Roman" panose="02020603050405020304" pitchFamily="18" charset="0"/>
                <a:ea typeface="新細明體" panose="02020500000000000000" pitchFamily="18" charset="-120"/>
              </a:defRPr>
            </a:lvl2pPr>
            <a:lvl3pPr marL="1143000" indent="-228600">
              <a:defRPr sz="1400" i="1" u="sng">
                <a:solidFill>
                  <a:srgbClr val="003366"/>
                </a:solidFill>
                <a:latin typeface="Times New Roman" panose="02020603050405020304" pitchFamily="18" charset="0"/>
                <a:ea typeface="新細明體" panose="02020500000000000000" pitchFamily="18" charset="-120"/>
              </a:defRPr>
            </a:lvl3pPr>
            <a:lvl4pPr marL="1600200" indent="-228600">
              <a:defRPr sz="1400" i="1" u="sng">
                <a:solidFill>
                  <a:srgbClr val="003366"/>
                </a:solidFill>
                <a:latin typeface="Times New Roman" panose="02020603050405020304" pitchFamily="18" charset="0"/>
                <a:ea typeface="新細明體" panose="02020500000000000000" pitchFamily="18" charset="-120"/>
              </a:defRPr>
            </a:lvl4pPr>
            <a:lvl5pPr marL="2057400" indent="-228600">
              <a:defRPr sz="1400" i="1" u="sng">
                <a:solidFill>
                  <a:srgbClr val="003366"/>
                </a:solidFill>
                <a:latin typeface="Times New Roman" panose="02020603050405020304" pitchFamily="18" charset="0"/>
                <a:ea typeface="新細明體" panose="02020500000000000000" pitchFamily="18" charset="-120"/>
              </a:defRPr>
            </a:lvl5pPr>
            <a:lvl6pPr marL="25146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6pPr>
            <a:lvl7pPr marL="29718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7pPr>
            <a:lvl8pPr marL="34290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8pPr>
            <a:lvl9pPr marL="38862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9pPr>
          </a:lstStyle>
          <a:p>
            <a:pPr algn="ctr" eaLnBrk="1" hangingPunct="1">
              <a:defRPr/>
            </a:pPr>
            <a:r>
              <a:rPr kumimoji="1" lang="en-US" altLang="zh-TW" sz="4400" i="0" u="none">
                <a:solidFill>
                  <a:schemeClr val="tx2"/>
                </a:solidFill>
                <a:latin typeface="Book Antiqua" panose="02040602050305030304" pitchFamily="18" charset="0"/>
                <a:cs typeface="Arial" panose="020B0604020202020204" pitchFamily="34" charset="0"/>
              </a:rPr>
              <a:t>Click to edit Master title style</a:t>
            </a:r>
          </a:p>
        </p:txBody>
      </p:sp>
      <p:sp>
        <p:nvSpPr>
          <p:cNvPr id="2052" name="Rectangle 13">
            <a:extLst>
              <a:ext uri="{FF2B5EF4-FFF2-40B4-BE49-F238E27FC236}">
                <a16:creationId xmlns:a16="http://schemas.microsoft.com/office/drawing/2014/main" id="{2EC65288-94EA-49EC-940D-4636FC3D4237}"/>
              </a:ext>
            </a:extLst>
          </p:cNvPr>
          <p:cNvSpPr>
            <a:spLocks noChangeArrowheads="1"/>
          </p:cNvSpPr>
          <p:nvPr/>
        </p:nvSpPr>
        <p:spPr bwMode="auto">
          <a:xfrm>
            <a:off x="1301750" y="4195763"/>
            <a:ext cx="6400800" cy="17160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2075" tIns="46038" rIns="92075" bIns="46038"/>
          <a:lstStyle>
            <a:lvl1pPr>
              <a:defRPr sz="1400" i="1" u="sng">
                <a:solidFill>
                  <a:srgbClr val="003366"/>
                </a:solidFill>
                <a:latin typeface="Times New Roman" panose="02020603050405020304" pitchFamily="18" charset="0"/>
                <a:ea typeface="新細明體" panose="02020500000000000000" pitchFamily="18" charset="-120"/>
              </a:defRPr>
            </a:lvl1pPr>
            <a:lvl2pPr marL="742950" indent="-285750">
              <a:defRPr sz="1400" i="1" u="sng">
                <a:solidFill>
                  <a:srgbClr val="003366"/>
                </a:solidFill>
                <a:latin typeface="Times New Roman" panose="02020603050405020304" pitchFamily="18" charset="0"/>
                <a:ea typeface="新細明體" panose="02020500000000000000" pitchFamily="18" charset="-120"/>
              </a:defRPr>
            </a:lvl2pPr>
            <a:lvl3pPr marL="1143000" indent="-228600">
              <a:defRPr sz="1400" i="1" u="sng">
                <a:solidFill>
                  <a:srgbClr val="003366"/>
                </a:solidFill>
                <a:latin typeface="Times New Roman" panose="02020603050405020304" pitchFamily="18" charset="0"/>
                <a:ea typeface="新細明體" panose="02020500000000000000" pitchFamily="18" charset="-120"/>
              </a:defRPr>
            </a:lvl3pPr>
            <a:lvl4pPr marL="1600200" indent="-228600">
              <a:defRPr sz="1400" i="1" u="sng">
                <a:solidFill>
                  <a:srgbClr val="003366"/>
                </a:solidFill>
                <a:latin typeface="Times New Roman" panose="02020603050405020304" pitchFamily="18" charset="0"/>
                <a:ea typeface="新細明體" panose="02020500000000000000" pitchFamily="18" charset="-120"/>
              </a:defRPr>
            </a:lvl4pPr>
            <a:lvl5pPr marL="2057400" indent="-228600">
              <a:defRPr sz="1400" i="1" u="sng">
                <a:solidFill>
                  <a:srgbClr val="003366"/>
                </a:solidFill>
                <a:latin typeface="Times New Roman" panose="02020603050405020304" pitchFamily="18" charset="0"/>
                <a:ea typeface="新細明體" panose="02020500000000000000" pitchFamily="18" charset="-120"/>
              </a:defRPr>
            </a:lvl5pPr>
            <a:lvl6pPr marL="25146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6pPr>
            <a:lvl7pPr marL="29718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7pPr>
            <a:lvl8pPr marL="34290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8pPr>
            <a:lvl9pPr marL="38862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9pPr>
          </a:lstStyle>
          <a:p>
            <a:pPr algn="ctr" eaLnBrk="1" hangingPunct="1">
              <a:spcBef>
                <a:spcPct val="20000"/>
              </a:spcBef>
              <a:defRPr/>
            </a:pPr>
            <a:r>
              <a:rPr kumimoji="1" lang="en-US" altLang="zh-TW" sz="3200" i="0" u="none">
                <a:solidFill>
                  <a:schemeClr val="tx1"/>
                </a:solidFill>
                <a:latin typeface="Book Antiqua" panose="02040602050305030304" pitchFamily="18" charset="0"/>
                <a:cs typeface="Arial" panose="020B0604020202020204" pitchFamily="34" charset="0"/>
              </a:rPr>
              <a:t>Click to edit Master subtitle style</a:t>
            </a:r>
          </a:p>
        </p:txBody>
      </p:sp>
      <p:grpSp>
        <p:nvGrpSpPr>
          <p:cNvPr id="5125" name="Group 20">
            <a:extLst>
              <a:ext uri="{FF2B5EF4-FFF2-40B4-BE49-F238E27FC236}">
                <a16:creationId xmlns:a16="http://schemas.microsoft.com/office/drawing/2014/main" id="{DE25CAB1-5459-4AC4-9292-A4F2B076FD1A}"/>
              </a:ext>
            </a:extLst>
          </p:cNvPr>
          <p:cNvGrpSpPr>
            <a:grpSpLocks/>
          </p:cNvGrpSpPr>
          <p:nvPr/>
        </p:nvGrpSpPr>
        <p:grpSpPr bwMode="auto">
          <a:xfrm>
            <a:off x="-9525" y="1492250"/>
            <a:ext cx="9159875" cy="82550"/>
            <a:chOff x="1" y="591"/>
            <a:chExt cx="5759" cy="52"/>
          </a:xfrm>
        </p:grpSpPr>
        <p:sp>
          <p:nvSpPr>
            <p:cNvPr id="5129" name="Line 21">
              <a:extLst>
                <a:ext uri="{FF2B5EF4-FFF2-40B4-BE49-F238E27FC236}">
                  <a16:creationId xmlns:a16="http://schemas.microsoft.com/office/drawing/2014/main" id="{AD9D9EAD-CD10-4146-A507-FB2E754984BB}"/>
                </a:ext>
              </a:extLst>
            </p:cNvPr>
            <p:cNvSpPr>
              <a:spLocks noChangeShapeType="1"/>
            </p:cNvSpPr>
            <p:nvPr/>
          </p:nvSpPr>
          <p:spPr bwMode="auto">
            <a:xfrm>
              <a:off x="2" y="591"/>
              <a:ext cx="5758" cy="0"/>
            </a:xfrm>
            <a:prstGeom prst="line">
              <a:avLst/>
            </a:prstGeom>
            <a:noFill/>
            <a:ln w="76200">
              <a:solidFill>
                <a:srgbClr val="FF0000"/>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en-US"/>
            </a:p>
          </p:txBody>
        </p:sp>
        <p:sp>
          <p:nvSpPr>
            <p:cNvPr id="5130" name="Line 22">
              <a:extLst>
                <a:ext uri="{FF2B5EF4-FFF2-40B4-BE49-F238E27FC236}">
                  <a16:creationId xmlns:a16="http://schemas.microsoft.com/office/drawing/2014/main" id="{3340C10B-FE44-4DD2-B40B-A9AE41E92855}"/>
                </a:ext>
              </a:extLst>
            </p:cNvPr>
            <p:cNvSpPr>
              <a:spLocks noChangeShapeType="1"/>
            </p:cNvSpPr>
            <p:nvPr/>
          </p:nvSpPr>
          <p:spPr bwMode="auto">
            <a:xfrm>
              <a:off x="2" y="626"/>
              <a:ext cx="5758" cy="0"/>
            </a:xfrm>
            <a:prstGeom prst="line">
              <a:avLst/>
            </a:prstGeom>
            <a:noFill/>
            <a:ln w="12700">
              <a:solidFill>
                <a:srgbClr val="FF0000"/>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en-US"/>
            </a:p>
          </p:txBody>
        </p:sp>
        <p:sp>
          <p:nvSpPr>
            <p:cNvPr id="5131" name="Line 23">
              <a:extLst>
                <a:ext uri="{FF2B5EF4-FFF2-40B4-BE49-F238E27FC236}">
                  <a16:creationId xmlns:a16="http://schemas.microsoft.com/office/drawing/2014/main" id="{5477D55D-F052-4997-8915-34A510871B6B}"/>
                </a:ext>
              </a:extLst>
            </p:cNvPr>
            <p:cNvSpPr>
              <a:spLocks noChangeShapeType="1"/>
            </p:cNvSpPr>
            <p:nvPr/>
          </p:nvSpPr>
          <p:spPr bwMode="auto">
            <a:xfrm>
              <a:off x="1" y="643"/>
              <a:ext cx="5759" cy="0"/>
            </a:xfrm>
            <a:prstGeom prst="line">
              <a:avLst/>
            </a:prstGeom>
            <a:noFill/>
            <a:ln w="12700">
              <a:solidFill>
                <a:srgbClr val="FF0000"/>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en-US"/>
            </a:p>
          </p:txBody>
        </p:sp>
      </p:grpSp>
      <p:sp>
        <p:nvSpPr>
          <p:cNvPr id="109592" name="Rectangle 24">
            <a:extLst>
              <a:ext uri="{FF2B5EF4-FFF2-40B4-BE49-F238E27FC236}">
                <a16:creationId xmlns:a16="http://schemas.microsoft.com/office/drawing/2014/main" id="{257AD62A-E494-4BC9-818F-32F6CF47EAD0}"/>
              </a:ext>
            </a:extLst>
          </p:cNvPr>
          <p:cNvSpPr>
            <a:spLocks noChangeArrowheads="1"/>
          </p:cNvSpPr>
          <p:nvPr/>
        </p:nvSpPr>
        <p:spPr bwMode="auto">
          <a:xfrm>
            <a:off x="8867775" y="6570663"/>
            <a:ext cx="206375" cy="212725"/>
          </a:xfrm>
          <a:prstGeom prst="rect">
            <a:avLst/>
          </a:prstGeom>
          <a:noFill/>
          <a:ln w="9525">
            <a:noFill/>
            <a:miter lim="800000"/>
            <a:headEnd/>
            <a:tailEnd/>
          </a:ln>
          <a:effectLst/>
        </p:spPr>
        <p:txBody>
          <a:bodyPr wrap="none" lIns="0" tIns="0" rIns="0" bIns="0" anchor="ctr">
            <a:spAutoFit/>
          </a:bodyPr>
          <a:lstStyle>
            <a:lvl1pPr eaLnBrk="0" hangingPunct="0">
              <a:defRPr sz="1400" i="1" u="sng">
                <a:solidFill>
                  <a:srgbClr val="003366"/>
                </a:solidFill>
                <a:latin typeface="Times New Roman" panose="02020603050405020304" pitchFamily="18" charset="0"/>
                <a:ea typeface="新細明體" panose="02020500000000000000" pitchFamily="18" charset="-120"/>
              </a:defRPr>
            </a:lvl1pPr>
            <a:lvl2pPr marL="742950" indent="-285750" eaLnBrk="0" hangingPunct="0">
              <a:defRPr sz="1400" i="1" u="sng">
                <a:solidFill>
                  <a:srgbClr val="003366"/>
                </a:solidFill>
                <a:latin typeface="Times New Roman" panose="02020603050405020304" pitchFamily="18" charset="0"/>
                <a:ea typeface="新細明體" panose="02020500000000000000" pitchFamily="18" charset="-120"/>
              </a:defRPr>
            </a:lvl2pPr>
            <a:lvl3pPr marL="1143000" indent="-228600" eaLnBrk="0" hangingPunct="0">
              <a:defRPr sz="1400" i="1" u="sng">
                <a:solidFill>
                  <a:srgbClr val="003366"/>
                </a:solidFill>
                <a:latin typeface="Times New Roman" panose="02020603050405020304" pitchFamily="18" charset="0"/>
                <a:ea typeface="新細明體" panose="02020500000000000000" pitchFamily="18" charset="-120"/>
              </a:defRPr>
            </a:lvl3pPr>
            <a:lvl4pPr marL="1600200" indent="-228600" eaLnBrk="0" hangingPunct="0">
              <a:defRPr sz="1400" i="1" u="sng">
                <a:solidFill>
                  <a:srgbClr val="003366"/>
                </a:solidFill>
                <a:latin typeface="Times New Roman" panose="02020603050405020304" pitchFamily="18" charset="0"/>
                <a:ea typeface="新細明體" panose="02020500000000000000" pitchFamily="18" charset="-120"/>
              </a:defRPr>
            </a:lvl4pPr>
            <a:lvl5pPr marL="2057400" indent="-228600" eaLnBrk="0" hangingPunct="0">
              <a:defRPr sz="1400" i="1" u="sng">
                <a:solidFill>
                  <a:srgbClr val="003366"/>
                </a:solidFill>
                <a:latin typeface="Times New Roman" panose="02020603050405020304" pitchFamily="18" charset="0"/>
                <a:ea typeface="新細明體" panose="02020500000000000000" pitchFamily="18" charset="-120"/>
              </a:defRPr>
            </a:lvl5pPr>
            <a:lvl6pPr marL="25146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6pPr>
            <a:lvl7pPr marL="29718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7pPr>
            <a:lvl8pPr marL="34290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8pPr>
            <a:lvl9pPr marL="38862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9pPr>
          </a:lstStyle>
          <a:p>
            <a:pPr>
              <a:defRPr/>
            </a:pPr>
            <a:fld id="{EA536E08-9229-4670-925E-1ACDE33A6276}" type="slidenum">
              <a:rPr lang="zh-TW" altLang="en-US" u="none" smtClean="0">
                <a:solidFill>
                  <a:schemeClr val="tx1"/>
                </a:solidFill>
                <a:cs typeface="Arial" panose="020B0604020202020204" pitchFamily="34" charset="0"/>
              </a:rPr>
              <a:pPr>
                <a:defRPr/>
              </a:pPr>
              <a:t>‹#›</a:t>
            </a:fld>
            <a:endParaRPr lang="en-US" altLang="zh-TW" u="none">
              <a:solidFill>
                <a:schemeClr val="tx1"/>
              </a:solidFill>
              <a:cs typeface="Arial" panose="020B0604020202020204" pitchFamily="34" charset="0"/>
            </a:endParaRPr>
          </a:p>
        </p:txBody>
      </p:sp>
      <p:sp>
        <p:nvSpPr>
          <p:cNvPr id="2055" name="Rectangle 25">
            <a:extLst>
              <a:ext uri="{FF2B5EF4-FFF2-40B4-BE49-F238E27FC236}">
                <a16:creationId xmlns:a16="http://schemas.microsoft.com/office/drawing/2014/main" id="{9E58B46F-82F7-48DB-BCA2-600B391EBA27}"/>
              </a:ext>
            </a:extLst>
          </p:cNvPr>
          <p:cNvSpPr>
            <a:spLocks noChangeArrowheads="1"/>
          </p:cNvSpPr>
          <p:nvPr/>
        </p:nvSpPr>
        <p:spPr bwMode="auto">
          <a:xfrm>
            <a:off x="106363" y="6572250"/>
            <a:ext cx="631825" cy="212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nchor="ctr">
            <a:spAutoFit/>
          </a:bodyPr>
          <a:lstStyle>
            <a:lvl1pPr>
              <a:defRPr sz="1400" i="1" u="sng">
                <a:solidFill>
                  <a:srgbClr val="003366"/>
                </a:solidFill>
                <a:latin typeface="Times New Roman" panose="02020603050405020304" pitchFamily="18" charset="0"/>
                <a:ea typeface="新細明體" panose="02020500000000000000" pitchFamily="18" charset="-120"/>
              </a:defRPr>
            </a:lvl1pPr>
            <a:lvl2pPr marL="742950" indent="-285750">
              <a:defRPr sz="1400" i="1" u="sng">
                <a:solidFill>
                  <a:srgbClr val="003366"/>
                </a:solidFill>
                <a:latin typeface="Times New Roman" panose="02020603050405020304" pitchFamily="18" charset="0"/>
                <a:ea typeface="新細明體" panose="02020500000000000000" pitchFamily="18" charset="-120"/>
              </a:defRPr>
            </a:lvl2pPr>
            <a:lvl3pPr marL="1143000" indent="-228600">
              <a:defRPr sz="1400" i="1" u="sng">
                <a:solidFill>
                  <a:srgbClr val="003366"/>
                </a:solidFill>
                <a:latin typeface="Times New Roman" panose="02020603050405020304" pitchFamily="18" charset="0"/>
                <a:ea typeface="新細明體" panose="02020500000000000000" pitchFamily="18" charset="-120"/>
              </a:defRPr>
            </a:lvl3pPr>
            <a:lvl4pPr marL="1600200" indent="-228600">
              <a:defRPr sz="1400" i="1" u="sng">
                <a:solidFill>
                  <a:srgbClr val="003366"/>
                </a:solidFill>
                <a:latin typeface="Times New Roman" panose="02020603050405020304" pitchFamily="18" charset="0"/>
                <a:ea typeface="新細明體" panose="02020500000000000000" pitchFamily="18" charset="-120"/>
              </a:defRPr>
            </a:lvl4pPr>
            <a:lvl5pPr marL="2057400" indent="-228600">
              <a:defRPr sz="1400" i="1" u="sng">
                <a:solidFill>
                  <a:srgbClr val="003366"/>
                </a:solidFill>
                <a:latin typeface="Times New Roman" panose="02020603050405020304" pitchFamily="18" charset="0"/>
                <a:ea typeface="新細明體" panose="02020500000000000000" pitchFamily="18" charset="-120"/>
              </a:defRPr>
            </a:lvl5pPr>
            <a:lvl6pPr marL="25146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6pPr>
            <a:lvl7pPr marL="29718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7pPr>
            <a:lvl8pPr marL="34290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8pPr>
            <a:lvl9pPr marL="3886200" indent="-228600" eaLnBrk="0" fontAlgn="base" hangingPunct="0">
              <a:spcBef>
                <a:spcPct val="0"/>
              </a:spcBef>
              <a:spcAft>
                <a:spcPct val="0"/>
              </a:spcAft>
              <a:defRPr sz="1400" i="1" u="sng">
                <a:solidFill>
                  <a:srgbClr val="003366"/>
                </a:solidFill>
                <a:latin typeface="Times New Roman" panose="02020603050405020304" pitchFamily="18" charset="0"/>
                <a:ea typeface="新細明體" panose="02020500000000000000" pitchFamily="18" charset="-120"/>
              </a:defRPr>
            </a:lvl9pPr>
          </a:lstStyle>
          <a:p>
            <a:pPr eaLnBrk="1" hangingPunct="1">
              <a:defRPr/>
            </a:pPr>
            <a:fld id="{A2FD34A0-FF4C-463F-AA64-EED38D207E34}" type="datetime1">
              <a:rPr lang="en-US" altLang="zh-TW" u="none" smtClean="0">
                <a:solidFill>
                  <a:schemeClr val="tx1"/>
                </a:solidFill>
                <a:cs typeface="Arial" panose="020B0604020202020204" pitchFamily="34" charset="0"/>
              </a:rPr>
              <a:pPr eaLnBrk="1" hangingPunct="1">
                <a:defRPr/>
              </a:pPr>
              <a:t>3/21/2024</a:t>
            </a:fld>
            <a:endParaRPr lang="en-US" altLang="zh-TW" u="none">
              <a:solidFill>
                <a:schemeClr val="tx1"/>
              </a:solidFill>
              <a:cs typeface="Arial" panose="020B0604020202020204" pitchFamily="34" charset="0"/>
            </a:endParaRPr>
          </a:p>
        </p:txBody>
      </p:sp>
      <p:pic>
        <p:nvPicPr>
          <p:cNvPr id="5128" name="Picture 15" descr="logoyil30">
            <a:extLst>
              <a:ext uri="{FF2B5EF4-FFF2-40B4-BE49-F238E27FC236}">
                <a16:creationId xmlns:a16="http://schemas.microsoft.com/office/drawing/2014/main" id="{773BA3A9-91F0-4499-8350-B7088499C86F}"/>
              </a:ext>
            </a:extLst>
          </p:cNvPr>
          <p:cNvPicPr>
            <a:picLocks noChangeAspect="1" noChangeArrowheads="1"/>
          </p:cNvPicPr>
          <p:nvPr/>
        </p:nvPicPr>
        <p:blipFill>
          <a:blip r:embed="rId13">
            <a:extLst>
              <a:ext uri="{28A0092B-C50C-407E-A947-70E740481C1C}">
                <a14:useLocalDpi xmlns:a14="http://schemas.microsoft.com/office/drawing/2010/main" val="0"/>
              </a:ext>
            </a:extLst>
          </a:blip>
          <a:srcRect/>
          <a:stretch>
            <a:fillRect/>
          </a:stretch>
        </p:blipFill>
        <p:spPr bwMode="auto">
          <a:xfrm>
            <a:off x="3930650" y="214313"/>
            <a:ext cx="1143000" cy="11525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 bg1="lt1" tx1="dk1" bg2="lt2" tx2="dk2" accent1="accent1" accent2="accent2" accent3="accent3" accent4="accent4" accent5="accent5" accent6="accent6" hlink="hlink" folHlink="folHlink"/>
  <p:sldLayoutIdLst>
    <p:sldLayoutId id="2147484081" r:id="rId1"/>
    <p:sldLayoutId id="2147484082" r:id="rId2"/>
    <p:sldLayoutId id="2147484083" r:id="rId3"/>
    <p:sldLayoutId id="2147484084" r:id="rId4"/>
    <p:sldLayoutId id="2147484085" r:id="rId5"/>
    <p:sldLayoutId id="2147484086" r:id="rId6"/>
    <p:sldLayoutId id="2147484087" r:id="rId7"/>
    <p:sldLayoutId id="2147484088" r:id="rId8"/>
    <p:sldLayoutId id="2147484089" r:id="rId9"/>
    <p:sldLayoutId id="2147484090" r:id="rId10"/>
    <p:sldLayoutId id="2147484091" r:id="rId11"/>
  </p:sldLayoutIdLst>
  <p:hf hdr="0" ftr="0"/>
  <p:txStyles>
    <p:titleStyle>
      <a:lvl1pPr algn="ctr" rtl="0" eaLnBrk="0" fontAlgn="base" hangingPunct="0">
        <a:spcBef>
          <a:spcPct val="0"/>
        </a:spcBef>
        <a:spcAft>
          <a:spcPct val="0"/>
        </a:spcAft>
        <a:defRPr kumimoji="1" sz="4400">
          <a:solidFill>
            <a:schemeClr val="tx2"/>
          </a:solidFill>
          <a:latin typeface="+mj-lt"/>
          <a:ea typeface="+mj-ea"/>
          <a:cs typeface="+mj-cs"/>
        </a:defRPr>
      </a:lvl1pPr>
      <a:lvl2pPr algn="ctr" rtl="0" eaLnBrk="0" fontAlgn="base" hangingPunct="0">
        <a:spcBef>
          <a:spcPct val="0"/>
        </a:spcBef>
        <a:spcAft>
          <a:spcPct val="0"/>
        </a:spcAft>
        <a:defRPr kumimoji="1" sz="4400">
          <a:solidFill>
            <a:schemeClr val="tx2"/>
          </a:solidFill>
          <a:latin typeface="Arial" pitchFamily="34" charset="0"/>
          <a:ea typeface="新細明體" pitchFamily="18" charset="-120"/>
        </a:defRPr>
      </a:lvl2pPr>
      <a:lvl3pPr algn="ctr" rtl="0" eaLnBrk="0" fontAlgn="base" hangingPunct="0">
        <a:spcBef>
          <a:spcPct val="0"/>
        </a:spcBef>
        <a:spcAft>
          <a:spcPct val="0"/>
        </a:spcAft>
        <a:defRPr kumimoji="1" sz="4400">
          <a:solidFill>
            <a:schemeClr val="tx2"/>
          </a:solidFill>
          <a:latin typeface="Arial" pitchFamily="34" charset="0"/>
          <a:ea typeface="新細明體" pitchFamily="18" charset="-120"/>
        </a:defRPr>
      </a:lvl3pPr>
      <a:lvl4pPr algn="ctr" rtl="0" eaLnBrk="0" fontAlgn="base" hangingPunct="0">
        <a:spcBef>
          <a:spcPct val="0"/>
        </a:spcBef>
        <a:spcAft>
          <a:spcPct val="0"/>
        </a:spcAft>
        <a:defRPr kumimoji="1" sz="4400">
          <a:solidFill>
            <a:schemeClr val="tx2"/>
          </a:solidFill>
          <a:latin typeface="Arial" pitchFamily="34" charset="0"/>
          <a:ea typeface="新細明體" pitchFamily="18" charset="-120"/>
        </a:defRPr>
      </a:lvl4pPr>
      <a:lvl5pPr algn="ctr" rtl="0" eaLnBrk="0" fontAlgn="base" hangingPunct="0">
        <a:spcBef>
          <a:spcPct val="0"/>
        </a:spcBef>
        <a:spcAft>
          <a:spcPct val="0"/>
        </a:spcAft>
        <a:defRPr kumimoji="1" sz="4400">
          <a:solidFill>
            <a:schemeClr val="tx2"/>
          </a:solidFill>
          <a:latin typeface="Arial" pitchFamily="34" charset="0"/>
          <a:ea typeface="新細明體" pitchFamily="18" charset="-120"/>
        </a:defRPr>
      </a:lvl5pPr>
      <a:lvl6pPr marL="457200" algn="ctr" rtl="0" eaLnBrk="1" fontAlgn="base" hangingPunct="1">
        <a:spcBef>
          <a:spcPct val="0"/>
        </a:spcBef>
        <a:spcAft>
          <a:spcPct val="0"/>
        </a:spcAft>
        <a:defRPr kumimoji="1" sz="4400">
          <a:solidFill>
            <a:schemeClr val="tx2"/>
          </a:solidFill>
          <a:latin typeface="Arial" pitchFamily="34" charset="0"/>
          <a:ea typeface="新細明體" pitchFamily="18" charset="-120"/>
        </a:defRPr>
      </a:lvl6pPr>
      <a:lvl7pPr marL="914400" algn="ctr" rtl="0" eaLnBrk="1" fontAlgn="base" hangingPunct="1">
        <a:spcBef>
          <a:spcPct val="0"/>
        </a:spcBef>
        <a:spcAft>
          <a:spcPct val="0"/>
        </a:spcAft>
        <a:defRPr kumimoji="1" sz="4400">
          <a:solidFill>
            <a:schemeClr val="tx2"/>
          </a:solidFill>
          <a:latin typeface="Arial" pitchFamily="34" charset="0"/>
          <a:ea typeface="新細明體" pitchFamily="18" charset="-120"/>
        </a:defRPr>
      </a:lvl7pPr>
      <a:lvl8pPr marL="1371600" algn="ctr" rtl="0" eaLnBrk="1" fontAlgn="base" hangingPunct="1">
        <a:spcBef>
          <a:spcPct val="0"/>
        </a:spcBef>
        <a:spcAft>
          <a:spcPct val="0"/>
        </a:spcAft>
        <a:defRPr kumimoji="1" sz="4400">
          <a:solidFill>
            <a:schemeClr val="tx2"/>
          </a:solidFill>
          <a:latin typeface="Arial" pitchFamily="34" charset="0"/>
          <a:ea typeface="新細明體" pitchFamily="18" charset="-120"/>
        </a:defRPr>
      </a:lvl8pPr>
      <a:lvl9pPr marL="1828800" algn="ctr" rtl="0" eaLnBrk="1" fontAlgn="base" hangingPunct="1">
        <a:spcBef>
          <a:spcPct val="0"/>
        </a:spcBef>
        <a:spcAft>
          <a:spcPct val="0"/>
        </a:spcAft>
        <a:defRPr kumimoji="1" sz="4400">
          <a:solidFill>
            <a:schemeClr val="tx2"/>
          </a:solidFill>
          <a:latin typeface="Arial" pitchFamily="34" charset="0"/>
          <a:ea typeface="新細明體" pitchFamily="18" charset="-120"/>
        </a:defRPr>
      </a:lvl9pPr>
    </p:titleStyle>
    <p:bodyStyle>
      <a:lvl1pPr marL="342900" indent="-342900" algn="l" rtl="0" eaLnBrk="0" fontAlgn="base" hangingPunct="0">
        <a:spcBef>
          <a:spcPct val="20000"/>
        </a:spcBef>
        <a:spcAft>
          <a:spcPct val="0"/>
        </a:spcAft>
        <a:buChar char="•"/>
        <a:defRPr kumimoji="1" sz="3200">
          <a:solidFill>
            <a:schemeClr val="tx1"/>
          </a:solidFill>
          <a:latin typeface="+mn-lt"/>
          <a:ea typeface="+mn-ea"/>
          <a:cs typeface="+mn-cs"/>
        </a:defRPr>
      </a:lvl1pPr>
      <a:lvl2pPr marL="742950" indent="-285750" algn="l" rtl="0" eaLnBrk="0" fontAlgn="base" hangingPunct="0">
        <a:spcBef>
          <a:spcPct val="20000"/>
        </a:spcBef>
        <a:spcAft>
          <a:spcPct val="0"/>
        </a:spcAft>
        <a:buChar char="–"/>
        <a:defRPr kumimoji="1" sz="2800">
          <a:solidFill>
            <a:schemeClr val="tx1"/>
          </a:solidFill>
          <a:latin typeface="+mn-lt"/>
          <a:ea typeface="+mn-ea"/>
        </a:defRPr>
      </a:lvl2pPr>
      <a:lvl3pPr marL="1143000" indent="-228600" algn="l" rtl="0" eaLnBrk="0" fontAlgn="base" hangingPunct="0">
        <a:spcBef>
          <a:spcPct val="20000"/>
        </a:spcBef>
        <a:spcAft>
          <a:spcPct val="0"/>
        </a:spcAft>
        <a:buChar char="•"/>
        <a:defRPr kumimoji="1" sz="2400">
          <a:solidFill>
            <a:schemeClr val="tx1"/>
          </a:solidFill>
          <a:latin typeface="+mn-lt"/>
          <a:ea typeface="+mn-ea"/>
        </a:defRPr>
      </a:lvl3pPr>
      <a:lvl4pPr marL="1600200" indent="-228600" algn="l" rtl="0" eaLnBrk="0" fontAlgn="base" hangingPunct="0">
        <a:spcBef>
          <a:spcPct val="20000"/>
        </a:spcBef>
        <a:spcAft>
          <a:spcPct val="0"/>
        </a:spcAft>
        <a:buChar char="–"/>
        <a:defRPr kumimoji="1" sz="2000">
          <a:solidFill>
            <a:schemeClr val="tx1"/>
          </a:solidFill>
          <a:latin typeface="+mn-lt"/>
          <a:ea typeface="+mn-ea"/>
        </a:defRPr>
      </a:lvl4pPr>
      <a:lvl5pPr marL="2057400" indent="-228600" algn="l" rtl="0" eaLnBrk="0" fontAlgn="base" hangingPunct="0">
        <a:spcBef>
          <a:spcPct val="20000"/>
        </a:spcBef>
        <a:spcAft>
          <a:spcPct val="0"/>
        </a:spcAft>
        <a:buChar char="»"/>
        <a:defRPr kumimoji="1" sz="2000">
          <a:solidFill>
            <a:schemeClr val="tx1"/>
          </a:solidFill>
          <a:latin typeface="+mn-lt"/>
          <a:ea typeface="+mn-ea"/>
        </a:defRPr>
      </a:lvl5pPr>
      <a:lvl6pPr marL="2514600" indent="-228600" algn="l" rtl="0" eaLnBrk="1" fontAlgn="base" hangingPunct="1">
        <a:spcBef>
          <a:spcPct val="20000"/>
        </a:spcBef>
        <a:spcAft>
          <a:spcPct val="0"/>
        </a:spcAft>
        <a:buChar char="»"/>
        <a:defRPr kumimoji="1" sz="2000">
          <a:solidFill>
            <a:schemeClr val="tx1"/>
          </a:solidFill>
          <a:latin typeface="+mn-lt"/>
          <a:ea typeface="+mn-ea"/>
        </a:defRPr>
      </a:lvl6pPr>
      <a:lvl7pPr marL="2971800" indent="-228600" algn="l" rtl="0" eaLnBrk="1" fontAlgn="base" hangingPunct="1">
        <a:spcBef>
          <a:spcPct val="20000"/>
        </a:spcBef>
        <a:spcAft>
          <a:spcPct val="0"/>
        </a:spcAft>
        <a:buChar char="»"/>
        <a:defRPr kumimoji="1" sz="2000">
          <a:solidFill>
            <a:schemeClr val="tx1"/>
          </a:solidFill>
          <a:latin typeface="+mn-lt"/>
          <a:ea typeface="+mn-ea"/>
        </a:defRPr>
      </a:lvl7pPr>
      <a:lvl8pPr marL="3429000" indent="-228600" algn="l" rtl="0" eaLnBrk="1" fontAlgn="base" hangingPunct="1">
        <a:spcBef>
          <a:spcPct val="20000"/>
        </a:spcBef>
        <a:spcAft>
          <a:spcPct val="0"/>
        </a:spcAft>
        <a:buChar char="»"/>
        <a:defRPr kumimoji="1" sz="2000">
          <a:solidFill>
            <a:schemeClr val="tx1"/>
          </a:solidFill>
          <a:latin typeface="+mn-lt"/>
          <a:ea typeface="+mn-ea"/>
        </a:defRPr>
      </a:lvl8pPr>
      <a:lvl9pPr marL="3886200" indent="-228600" algn="l" rtl="0" eaLnBrk="1" fontAlgn="base" hangingPunct="1">
        <a:spcBef>
          <a:spcPct val="20000"/>
        </a:spcBef>
        <a:spcAft>
          <a:spcPct val="0"/>
        </a:spcAft>
        <a:buChar char="»"/>
        <a:defRPr kumimoji="1" sz="2000">
          <a:solidFill>
            <a:schemeClr val="tx1"/>
          </a:solidFill>
          <a:latin typeface="+mn-lt"/>
          <a:ea typeface="+mn-ea"/>
        </a:defRPr>
      </a:lvl9pPr>
    </p:bodyStyle>
    <p:other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6.xml><?xml version="1.0" encoding="utf-8"?>
<p:sldMaster xmlns:a="http://schemas.openxmlformats.org/drawingml/2006/main" xmlns:r="http://schemas.openxmlformats.org/officeDocument/2006/relationships" xmlns:p="http://schemas.openxmlformats.org/presentationml/2006/main">
  <p:cSld>
    <p:bg>
      <p:bgRef idx="1002">
        <a:schemeClr val="bg1"/>
      </p:bgRef>
    </p:bg>
    <p:spTree>
      <p:nvGrpSpPr>
        <p:cNvPr id="1" name=""/>
        <p:cNvGrpSpPr/>
        <p:nvPr/>
      </p:nvGrpSpPr>
      <p:grpSpPr>
        <a:xfrm>
          <a:off x="0" y="0"/>
          <a:ext cx="0" cy="0"/>
          <a:chOff x="0" y="0"/>
          <a:chExt cx="0" cy="0"/>
        </a:xfrm>
      </p:grpSpPr>
      <p:pic>
        <p:nvPicPr>
          <p:cNvPr id="1026" name="Picture 2" descr="\\DROBO-FS\QuickDrops\JB\PPTX NG\Droplets\LightingOverlay.png"/>
          <p:cNvPicPr>
            <a:picLocks noChangeAspect="1" noChangeArrowheads="1"/>
          </p:cNvPicPr>
          <p:nvPr/>
        </p:nvPicPr>
        <p:blipFill>
          <a:blip r:embed="rId22">
            <a:alphaModFix/>
            <a:extLst>
              <a:ext uri="{28A0092B-C50C-407E-A947-70E740481C1C}">
                <a14:useLocalDpi xmlns:a14="http://schemas.microsoft.com/office/drawing/2010/main" val="0"/>
              </a:ext>
            </a:extLst>
          </a:blip>
          <a:srcRect/>
          <a:stretch>
            <a:fillRect/>
          </a:stretch>
        </p:blipFill>
        <p:spPr bwMode="auto">
          <a:xfrm>
            <a:off x="1" y="-1"/>
            <a:ext cx="9144002" cy="6858001"/>
          </a:xfrm>
          <a:prstGeom prst="rect">
            <a:avLst/>
          </a:prstGeom>
          <a:noFill/>
          <a:extLst>
            <a:ext uri="{909E8E84-426E-40DD-AFC4-6F175D3DCCD1}">
              <a14:hiddenFill xmlns:a14="http://schemas.microsoft.com/office/drawing/2010/main">
                <a:solidFill>
                  <a:srgbClr val="FFFFFF"/>
                </a:solidFill>
              </a14:hiddenFill>
            </a:ext>
          </a:extLst>
        </p:spPr>
      </p:pic>
      <p:sp>
        <p:nvSpPr>
          <p:cNvPr id="2" name="Title Placeholder 1"/>
          <p:cNvSpPr>
            <a:spLocks noGrp="1"/>
          </p:cNvSpPr>
          <p:nvPr>
            <p:ph type="title"/>
          </p:nvPr>
        </p:nvSpPr>
        <p:spPr>
          <a:xfrm>
            <a:off x="685332" y="618518"/>
            <a:ext cx="7773338" cy="1596177"/>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85331" y="2367094"/>
            <a:ext cx="7773339" cy="3424107"/>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5759053" y="5883276"/>
            <a:ext cx="2057400" cy="365125"/>
          </a:xfrm>
          <a:prstGeom prst="rect">
            <a:avLst/>
          </a:prstGeom>
        </p:spPr>
        <p:txBody>
          <a:bodyPr vert="horz" lIns="91440" tIns="45720" rIns="91440" bIns="45720" rtlCol="0" anchor="ctr"/>
          <a:lstStyle>
            <a:lvl1pPr algn="r">
              <a:defRPr sz="1000">
                <a:solidFill>
                  <a:schemeClr val="tx1"/>
                </a:solidFill>
              </a:defRPr>
            </a:lvl1pPr>
          </a:lstStyle>
          <a:p>
            <a:pPr>
              <a:defRPr/>
            </a:pPr>
            <a:fld id="{F4AFC189-73F8-4706-AA45-7D354ED2B7AB}" type="datetime4">
              <a:rPr lang="en-US" altLang="en-US" smtClean="0"/>
              <a:t>March 21, 2024</a:t>
            </a:fld>
            <a:endParaRPr lang="en-US" altLang="en-US"/>
          </a:p>
        </p:txBody>
      </p:sp>
      <p:sp>
        <p:nvSpPr>
          <p:cNvPr id="5" name="Footer Placeholder 4"/>
          <p:cNvSpPr>
            <a:spLocks noGrp="1"/>
          </p:cNvSpPr>
          <p:nvPr>
            <p:ph type="ftr" sz="quarter" idx="3"/>
          </p:nvPr>
        </p:nvSpPr>
        <p:spPr>
          <a:xfrm>
            <a:off x="685331" y="5883276"/>
            <a:ext cx="5004665" cy="365125"/>
          </a:xfrm>
          <a:prstGeom prst="rect">
            <a:avLst/>
          </a:prstGeom>
        </p:spPr>
        <p:txBody>
          <a:bodyPr vert="horz" lIns="91440" tIns="45720" rIns="91440" bIns="45720" rtlCol="0" anchor="ctr"/>
          <a:lstStyle>
            <a:lvl1pPr algn="l">
              <a:defRPr sz="1000">
                <a:solidFill>
                  <a:schemeClr val="tx1"/>
                </a:solidFill>
              </a:defRPr>
            </a:lvl1pPr>
          </a:lstStyle>
          <a:p>
            <a:pPr>
              <a:defRPr/>
            </a:pPr>
            <a:endParaRPr lang="en-US" altLang="en-US"/>
          </a:p>
        </p:txBody>
      </p:sp>
      <p:sp>
        <p:nvSpPr>
          <p:cNvPr id="6" name="Slide Number Placeholder 5"/>
          <p:cNvSpPr>
            <a:spLocks noGrp="1"/>
          </p:cNvSpPr>
          <p:nvPr>
            <p:ph type="sldNum" sz="quarter" idx="4"/>
          </p:nvPr>
        </p:nvSpPr>
        <p:spPr>
          <a:xfrm>
            <a:off x="7885509" y="5883276"/>
            <a:ext cx="573161" cy="365125"/>
          </a:xfrm>
          <a:prstGeom prst="rect">
            <a:avLst/>
          </a:prstGeom>
        </p:spPr>
        <p:txBody>
          <a:bodyPr vert="horz" lIns="91440" tIns="45720" rIns="91440" bIns="45720" rtlCol="0" anchor="ctr"/>
          <a:lstStyle>
            <a:lvl1pPr algn="r">
              <a:defRPr sz="1000">
                <a:solidFill>
                  <a:schemeClr val="tx1"/>
                </a:solidFill>
              </a:defRPr>
            </a:lvl1pPr>
          </a:lstStyle>
          <a:p>
            <a:pPr>
              <a:defRPr/>
            </a:pPr>
            <a:fld id="{413338A4-F343-45A5-B376-B2CFBC9F9823}" type="slidenum">
              <a:rPr lang="en-US" altLang="en-US" smtClean="0"/>
              <a:pPr>
                <a:defRPr/>
              </a:pPr>
              <a:t>‹#›</a:t>
            </a:fld>
            <a:endParaRPr lang="en-US" altLang="en-US"/>
          </a:p>
        </p:txBody>
      </p:sp>
    </p:spTree>
    <p:extLst>
      <p:ext uri="{BB962C8B-B14F-4D97-AF65-F5344CB8AC3E}">
        <p14:creationId xmlns:p14="http://schemas.microsoft.com/office/powerpoint/2010/main" val="1682507621"/>
      </p:ext>
    </p:extLst>
  </p:cSld>
  <p:clrMap bg1="lt1" tx1="dk1" bg2="lt2" tx2="dk2" accent1="accent1" accent2="accent2" accent3="accent3" accent4="accent4" accent5="accent5" accent6="accent6" hlink="hlink" folHlink="folHlink"/>
  <p:sldLayoutIdLst>
    <p:sldLayoutId id="2147484093" r:id="rId1"/>
    <p:sldLayoutId id="2147484094" r:id="rId2"/>
    <p:sldLayoutId id="2147484095" r:id="rId3"/>
    <p:sldLayoutId id="2147484096" r:id="rId4"/>
    <p:sldLayoutId id="2147484097" r:id="rId5"/>
    <p:sldLayoutId id="2147484098" r:id="rId6"/>
    <p:sldLayoutId id="2147484099" r:id="rId7"/>
    <p:sldLayoutId id="2147484100" r:id="rId8"/>
    <p:sldLayoutId id="2147484101" r:id="rId9"/>
    <p:sldLayoutId id="2147484102" r:id="rId10"/>
    <p:sldLayoutId id="2147484103" r:id="rId11"/>
    <p:sldLayoutId id="2147484104" r:id="rId12"/>
    <p:sldLayoutId id="2147484105" r:id="rId13"/>
    <p:sldLayoutId id="2147484106" r:id="rId14"/>
    <p:sldLayoutId id="2147484107" r:id="rId15"/>
    <p:sldLayoutId id="2147484108" r:id="rId16"/>
    <p:sldLayoutId id="2147484109" r:id="rId17"/>
    <p:sldLayoutId id="2147484110" r:id="rId18"/>
    <p:sldLayoutId id="2147484111" r:id="rId19"/>
    <p:sldLayoutId id="2147484112" r:id="rId20"/>
  </p:sldLayoutIdLst>
  <p:transition>
    <p:random/>
  </p:transition>
  <p:hf hdr="0" ftr="0"/>
  <p:txStyles>
    <p:titleStyle>
      <a:lvl1pPr algn="ctr" defTabSz="914400" rtl="0" eaLnBrk="1" latinLnBrk="0" hangingPunct="1">
        <a:lnSpc>
          <a:spcPct val="90000"/>
        </a:lnSpc>
        <a:spcBef>
          <a:spcPct val="0"/>
        </a:spcBef>
        <a:buNone/>
        <a:defRPr sz="3600" kern="1200" cap="all" baseline="0">
          <a:solidFill>
            <a:schemeClr val="tx1"/>
          </a:solidFill>
          <a:effectLst/>
          <a:latin typeface="+mj-lt"/>
          <a:ea typeface="+mj-ea"/>
          <a:cs typeface="+mj-cs"/>
        </a:defRPr>
      </a:lvl1pPr>
    </p:titleStyle>
    <p:bodyStyle>
      <a:lvl1pPr marL="228600" indent="-228600" algn="l" defTabSz="914400" rtl="0" eaLnBrk="1" latinLnBrk="0" hangingPunct="1">
        <a:lnSpc>
          <a:spcPct val="120000"/>
        </a:lnSpc>
        <a:spcBef>
          <a:spcPts val="1000"/>
        </a:spcBef>
        <a:buClr>
          <a:schemeClr val="tx1"/>
        </a:buClr>
        <a:buFont typeface="Arial" panose="020B0604020202020204" pitchFamily="34" charset="0"/>
        <a:buChar char="•"/>
        <a:defRPr sz="2000" kern="1200" cap="all" baseline="0">
          <a:solidFill>
            <a:schemeClr val="tx1"/>
          </a:solidFill>
          <a:effectLst/>
          <a:latin typeface="+mn-lt"/>
          <a:ea typeface="+mn-ea"/>
          <a:cs typeface="+mn-cs"/>
        </a:defRPr>
      </a:lvl1pPr>
      <a:lvl2pPr marL="685800" indent="-228600" algn="l" defTabSz="914400" rtl="0" eaLnBrk="1" latinLnBrk="0" hangingPunct="1">
        <a:lnSpc>
          <a:spcPct val="120000"/>
        </a:lnSpc>
        <a:spcBef>
          <a:spcPts val="500"/>
        </a:spcBef>
        <a:buClr>
          <a:schemeClr val="tx1"/>
        </a:buClr>
        <a:buFont typeface="Arial" panose="020B0604020202020204" pitchFamily="34" charset="0"/>
        <a:buChar char="•"/>
        <a:defRPr sz="1800" kern="1200" cap="all" baseline="0">
          <a:solidFill>
            <a:schemeClr val="tx1"/>
          </a:solidFill>
          <a:effectLst/>
          <a:latin typeface="+mn-lt"/>
          <a:ea typeface="+mn-ea"/>
          <a:cs typeface="+mn-cs"/>
        </a:defRPr>
      </a:lvl2pPr>
      <a:lvl3pPr marL="1143000" indent="-228600" algn="l" defTabSz="914400" rtl="0" eaLnBrk="1" latinLnBrk="0" hangingPunct="1">
        <a:lnSpc>
          <a:spcPct val="120000"/>
        </a:lnSpc>
        <a:spcBef>
          <a:spcPts val="500"/>
        </a:spcBef>
        <a:buClr>
          <a:schemeClr val="tx1"/>
        </a:buClr>
        <a:buFont typeface="Arial" panose="020B0604020202020204" pitchFamily="34" charset="0"/>
        <a:buChar char="•"/>
        <a:defRPr sz="1600" kern="1200" cap="all" baseline="0">
          <a:solidFill>
            <a:schemeClr val="tx1"/>
          </a:solidFill>
          <a:effectLst/>
          <a:latin typeface="+mn-lt"/>
          <a:ea typeface="+mn-ea"/>
          <a:cs typeface="+mn-cs"/>
        </a:defRPr>
      </a:lvl3pPr>
      <a:lvl4pPr marL="16002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4pPr>
      <a:lvl5pPr marL="20574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5pPr>
      <a:lvl6pPr marL="25146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6pPr>
      <a:lvl7pPr marL="29718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7pPr>
      <a:lvl8pPr marL="34290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8pPr>
      <a:lvl9pPr marL="38862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xml"/><Relationship Id="rId1" Type="http://schemas.openxmlformats.org/officeDocument/2006/relationships/slideLayout" Target="../slideLayouts/slideLayout87.xml"/></Relationships>
</file>

<file path=ppt/slides/_rels/slide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3.png"/><Relationship Id="rId1" Type="http://schemas.openxmlformats.org/officeDocument/2006/relationships/slideLayout" Target="../slideLayouts/slideLayout72.xml"/><Relationship Id="rId6" Type="http://schemas.openxmlformats.org/officeDocument/2006/relationships/image" Target="../media/image10.png"/><Relationship Id="rId5" Type="http://schemas.openxmlformats.org/officeDocument/2006/relationships/image" Target="../media/image9.svg"/><Relationship Id="rId4" Type="http://schemas.openxmlformats.org/officeDocument/2006/relationships/image" Target="../media/image8.png"/></Relationships>
</file>

<file path=ppt/slides/_rels/slide3.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89.xml"/></Relationships>
</file>

<file path=ppt/slides/_rels/slide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3.png"/><Relationship Id="rId1" Type="http://schemas.openxmlformats.org/officeDocument/2006/relationships/slideLayout" Target="../slideLayouts/slideLayout88.xml"/><Relationship Id="rId5" Type="http://schemas.openxmlformats.org/officeDocument/2006/relationships/image" Target="../media/image12.png"/><Relationship Id="rId4" Type="http://schemas.openxmlformats.org/officeDocument/2006/relationships/image" Target="../media/image10.png"/></Relationships>
</file>

<file path=ppt/slides/_rels/slide5.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71.xml"/></Relationships>
</file>

<file path=ppt/slides/_rels/slide6.xml.rels><?xml version="1.0" encoding="UTF-8" standalone="yes"?>
<Relationships xmlns="http://schemas.openxmlformats.org/package/2006/relationships"><Relationship Id="rId8" Type="http://schemas.openxmlformats.org/officeDocument/2006/relationships/hyperlink" Target="https://www.imaginarycloud.com/blog/10-types-of-web-applications-and-how-you-can-use-them/#ecommerce" TargetMode="External"/><Relationship Id="rId13" Type="http://schemas.openxmlformats.org/officeDocument/2006/relationships/hyperlink" Target="https://www.imaginarycloud.com/blog/10-types-of-web-applications-and-how-you-can-use-them/#animated" TargetMode="External"/><Relationship Id="rId3" Type="http://schemas.openxmlformats.org/officeDocument/2006/relationships/image" Target="../media/image7.png"/><Relationship Id="rId7" Type="http://schemas.openxmlformats.org/officeDocument/2006/relationships/hyperlink" Target="https://www.imaginarycloud.com/blog/10-types-of-web-applications-and-how-you-can-use-them/#dynamic" TargetMode="External"/><Relationship Id="rId12" Type="http://schemas.openxmlformats.org/officeDocument/2006/relationships/hyperlink" Target="https://www.imaginarycloud.com/blog/10-types-of-web-applications-and-how-you-can-use-them/#portal" TargetMode="External"/><Relationship Id="rId2" Type="http://schemas.openxmlformats.org/officeDocument/2006/relationships/image" Target="../media/image3.png"/><Relationship Id="rId1" Type="http://schemas.openxmlformats.org/officeDocument/2006/relationships/slideLayout" Target="../slideLayouts/slideLayout88.xml"/><Relationship Id="rId6" Type="http://schemas.openxmlformats.org/officeDocument/2006/relationships/hyperlink" Target="https://www.imaginarycloud.com/blog/10-types-of-web-applications-and-how-you-can-use-them/#static" TargetMode="External"/><Relationship Id="rId11" Type="http://schemas.openxmlformats.org/officeDocument/2006/relationships/hyperlink" Target="https://www.imaginarycloud.com/blog/10-types-of-web-applications-and-how-you-can-use-them/#multiples" TargetMode="External"/><Relationship Id="rId5" Type="http://schemas.openxmlformats.org/officeDocument/2006/relationships/hyperlink" Target="https://www.imaginarycloud.com/blog/10-types-of-web-applications-and-how-you-can-use-them/#types" TargetMode="External"/><Relationship Id="rId15" Type="http://schemas.openxmlformats.org/officeDocument/2006/relationships/hyperlink" Target="https://www.imaginarycloud.com/blog/10-types-of-web-applications-and-how-you-can-use-them/#pwa" TargetMode="External"/><Relationship Id="rId10" Type="http://schemas.openxmlformats.org/officeDocument/2006/relationships/hyperlink" Target="https://www.imaginarycloud.com/blog/10-types-of-web-applications-and-how-you-can-use-them/#single" TargetMode="External"/><Relationship Id="rId4" Type="http://schemas.openxmlformats.org/officeDocument/2006/relationships/image" Target="../media/image10.png"/><Relationship Id="rId9" Type="http://schemas.openxmlformats.org/officeDocument/2006/relationships/hyperlink" Target="https://www.imaginarycloud.com/blog/10-types-of-web-applications-and-how-you-can-use-them/#cms" TargetMode="External"/><Relationship Id="rId14" Type="http://schemas.openxmlformats.org/officeDocument/2006/relationships/hyperlink" Target="https://www.imaginarycloud.com/blog/10-types-of-web-applications-and-how-you-can-use-them/#ria" TargetMode="External"/></Relationships>
</file>

<file path=ppt/slides/_rels/slide7.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71.xml"/></Relationships>
</file>

<file path=ppt/slides/_rels/slide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3.png"/><Relationship Id="rId1" Type="http://schemas.openxmlformats.org/officeDocument/2006/relationships/slideLayout" Target="../slideLayouts/slideLayout89.xml"/><Relationship Id="rId5" Type="http://schemas.openxmlformats.org/officeDocument/2006/relationships/image" Target="../media/image16.png"/><Relationship Id="rId4" Type="http://schemas.openxmlformats.org/officeDocument/2006/relationships/image" Target="../media/image15.jpeg"/></Relationships>
</file>

<file path=ppt/slides/_rels/slide9.xml.rels><?xml version="1.0" encoding="UTF-8" standalone="yes"?>
<Relationships xmlns="http://schemas.openxmlformats.org/package/2006/relationships"><Relationship Id="rId2" Type="http://schemas.openxmlformats.org/officeDocument/2006/relationships/image" Target="../media/image17.jpeg"/><Relationship Id="rId1" Type="http://schemas.openxmlformats.org/officeDocument/2006/relationships/slideLayout" Target="../slideLayouts/slideLayout89.xml"/></Relationships>
</file>

<file path=ppt/slides/_rels/slide10.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75.xml"/></Relationships>
</file>

<file path=ppt/slides/_rels/slide1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3.png"/><Relationship Id="rId1" Type="http://schemas.openxmlformats.org/officeDocument/2006/relationships/slideLayout" Target="../slideLayouts/slideLayout89.xml"/><Relationship Id="rId4" Type="http://schemas.openxmlformats.org/officeDocument/2006/relationships/image" Target="../media/image1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1.xml"/></Relationships>
</file>

<file path=ppt/slides/_rels/slide13.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89.xml"/></Relationships>
</file>

<file path=ppt/slides/_rels/slide14.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89.xml"/></Relationships>
</file>

<file path=ppt/slides/_rels/slide15.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89.xml"/></Relationships>
</file>

<file path=ppt/slides/_rels/slide16.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7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5.xml"/></Relationships>
</file>

<file path=ppt/slides/_rels/slide18.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75.xml"/></Relationships>
</file>

<file path=ppt/slides/_rels/slide19.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75.xml"/></Relationships>
</file>

<file path=ppt/slides/_rels/slide20.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75.xml"/></Relationships>
</file>

<file path=ppt/slides/_rels/slide2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3.png"/><Relationship Id="rId1" Type="http://schemas.openxmlformats.org/officeDocument/2006/relationships/slideLayout" Target="../slideLayouts/slideLayout76.xml"/><Relationship Id="rId5" Type="http://schemas.openxmlformats.org/officeDocument/2006/relationships/image" Target="../media/image7.png"/><Relationship Id="rId4" Type="http://schemas.openxmlformats.org/officeDocument/2006/relationships/image" Target="../media/image27.jpeg"/></Relationships>
</file>

<file path=ppt/slides/_rels/slide22.xml.rels><?xml version="1.0" encoding="UTF-8" standalone="yes"?>
<Relationships xmlns="http://schemas.openxmlformats.org/package/2006/relationships"><Relationship Id="rId3" Type="http://schemas.openxmlformats.org/officeDocument/2006/relationships/image" Target="../media/image28.jpeg"/><Relationship Id="rId2" Type="http://schemas.openxmlformats.org/officeDocument/2006/relationships/image" Target="../media/image3.png"/><Relationship Id="rId1" Type="http://schemas.openxmlformats.org/officeDocument/2006/relationships/slideLayout" Target="../slideLayouts/slideLayout88.xml"/><Relationship Id="rId4" Type="http://schemas.openxmlformats.org/officeDocument/2006/relationships/image" Target="../media/image7.png"/></Relationships>
</file>

<file path=ppt/slides/_rels/slide23.xml.rels><?xml version="1.0" encoding="UTF-8" standalone="yes"?>
<Relationships xmlns="http://schemas.openxmlformats.org/package/2006/relationships"><Relationship Id="rId3" Type="http://schemas.openxmlformats.org/officeDocument/2006/relationships/image" Target="../media/image29.jpeg"/><Relationship Id="rId2" Type="http://schemas.openxmlformats.org/officeDocument/2006/relationships/image" Target="../media/image3.png"/><Relationship Id="rId1" Type="http://schemas.openxmlformats.org/officeDocument/2006/relationships/slideLayout" Target="../slideLayouts/slideLayout88.xml"/><Relationship Id="rId4" Type="http://schemas.openxmlformats.org/officeDocument/2006/relationships/image" Target="../media/image7.png"/></Relationships>
</file>

<file path=ppt/slides/_rels/slide2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3.png"/><Relationship Id="rId1" Type="http://schemas.openxmlformats.org/officeDocument/2006/relationships/slideLayout" Target="../slideLayouts/slideLayout88.xml"/><Relationship Id="rId5" Type="http://schemas.openxmlformats.org/officeDocument/2006/relationships/image" Target="../media/image10.png"/><Relationship Id="rId4" Type="http://schemas.openxmlformats.org/officeDocument/2006/relationships/image" Target="../media/image30.png"/></Relationships>
</file>

<file path=ppt/slides/_rels/slide25.xml.rels><?xml version="1.0" encoding="UTF-8" standalone="yes"?>
<Relationships xmlns="http://schemas.openxmlformats.org/package/2006/relationships"><Relationship Id="rId3" Type="http://schemas.openxmlformats.org/officeDocument/2006/relationships/image" Target="../media/image31.emf"/><Relationship Id="rId7" Type="http://schemas.openxmlformats.org/officeDocument/2006/relationships/image" Target="../media/image33.png"/><Relationship Id="rId2" Type="http://schemas.openxmlformats.org/officeDocument/2006/relationships/oleObject" Target="../embeddings/oleObject1.bin"/><Relationship Id="rId1" Type="http://schemas.openxmlformats.org/officeDocument/2006/relationships/slideLayout" Target="../slideLayouts/slideLayout76.xml"/><Relationship Id="rId6" Type="http://schemas.openxmlformats.org/officeDocument/2006/relationships/oleObject" Target="../embeddings/oleObject3.bin"/><Relationship Id="rId5" Type="http://schemas.openxmlformats.org/officeDocument/2006/relationships/image" Target="../media/image32.emf"/><Relationship Id="rId4" Type="http://schemas.openxmlformats.org/officeDocument/2006/relationships/oleObject" Target="../embeddings/oleObject2.bin"/></Relationships>
</file>

<file path=ppt/slides/_rels/slide26.xml.rels><?xml version="1.0" encoding="UTF-8" standalone="yes"?>
<Relationships xmlns="http://schemas.openxmlformats.org/package/2006/relationships"><Relationship Id="rId3" Type="http://schemas.openxmlformats.org/officeDocument/2006/relationships/image" Target="../media/image34.jpeg"/><Relationship Id="rId2" Type="http://schemas.openxmlformats.org/officeDocument/2006/relationships/image" Target="../media/image3.png"/><Relationship Id="rId1" Type="http://schemas.openxmlformats.org/officeDocument/2006/relationships/slideLayout" Target="../slideLayouts/slideLayout88.xml"/><Relationship Id="rId4" Type="http://schemas.openxmlformats.org/officeDocument/2006/relationships/image" Target="../media/image7.png"/></Relationships>
</file>

<file path=ppt/slides/_rels/slide27.xml.rels><?xml version="1.0" encoding="UTF-8" standalone="yes"?>
<Relationships xmlns="http://schemas.openxmlformats.org/package/2006/relationships"><Relationship Id="rId8" Type="http://schemas.microsoft.com/office/2007/relationships/diagramDrawing" Target="../diagrams/drawing1.xml"/><Relationship Id="rId3" Type="http://schemas.openxmlformats.org/officeDocument/2006/relationships/image" Target="../media/image10.png"/><Relationship Id="rId7" Type="http://schemas.openxmlformats.org/officeDocument/2006/relationships/diagramColors" Target="../diagrams/colors1.xml"/><Relationship Id="rId2" Type="http://schemas.openxmlformats.org/officeDocument/2006/relationships/image" Target="../media/image3.png"/><Relationship Id="rId1" Type="http://schemas.openxmlformats.org/officeDocument/2006/relationships/slideLayout" Target="../slideLayouts/slideLayout76.xml"/><Relationship Id="rId6" Type="http://schemas.openxmlformats.org/officeDocument/2006/relationships/diagramQuickStyle" Target="../diagrams/quickStyle1.xml"/><Relationship Id="rId5" Type="http://schemas.openxmlformats.org/officeDocument/2006/relationships/diagramLayout" Target="../diagrams/layout1.xml"/><Relationship Id="rId4" Type="http://schemas.openxmlformats.org/officeDocument/2006/relationships/diagramData" Target="../diagrams/data1.xml"/></Relationships>
</file>

<file path=ppt/slides/_rels/slide28.xml.rels><?xml version="1.0" encoding="UTF-8" standalone="yes"?>
<Relationships xmlns="http://schemas.openxmlformats.org/package/2006/relationships"><Relationship Id="rId3" Type="http://schemas.openxmlformats.org/officeDocument/2006/relationships/image" Target="../media/image10.png"/><Relationship Id="rId7" Type="http://schemas.openxmlformats.org/officeDocument/2006/relationships/hyperlink" Target="https://visionict.com/DDA_Compliance_25682.aspx" TargetMode="External"/><Relationship Id="rId2" Type="http://schemas.openxmlformats.org/officeDocument/2006/relationships/image" Target="../media/image3.png"/><Relationship Id="rId1" Type="http://schemas.openxmlformats.org/officeDocument/2006/relationships/slideLayout" Target="../slideLayouts/slideLayout76.xml"/><Relationship Id="rId6" Type="http://schemas.openxmlformats.org/officeDocument/2006/relationships/hyperlink" Target="https://tela.uk/2017/01/website-accessibility-checks/" TargetMode="External"/><Relationship Id="rId5" Type="http://schemas.openxmlformats.org/officeDocument/2006/relationships/hyperlink" Target="https://www.melonwebdesign.co.uk/blog/a-brief-introduction-to-dda-compliance.html" TargetMode="External"/><Relationship Id="rId4" Type="http://schemas.openxmlformats.org/officeDocument/2006/relationships/hyperlink" Target="https://uit.stanford.edu/pmo/functional-design" TargetMode="External"/></Relationships>
</file>

<file path=ppt/slides/_rels/slide29.xml.rels><?xml version="1.0" encoding="UTF-8" standalone="yes"?>
<Relationships xmlns="http://schemas.openxmlformats.org/package/2006/relationships"><Relationship Id="rId8" Type="http://schemas.microsoft.com/office/2007/relationships/diagramDrawing" Target="../diagrams/drawing2.xml"/><Relationship Id="rId3" Type="http://schemas.openxmlformats.org/officeDocument/2006/relationships/image" Target="../media/image10.png"/><Relationship Id="rId7" Type="http://schemas.openxmlformats.org/officeDocument/2006/relationships/diagramColors" Target="../diagrams/colors2.xml"/><Relationship Id="rId2" Type="http://schemas.openxmlformats.org/officeDocument/2006/relationships/image" Target="../media/image3.png"/><Relationship Id="rId1" Type="http://schemas.openxmlformats.org/officeDocument/2006/relationships/slideLayout" Target="../slideLayouts/slideLayout76.xml"/><Relationship Id="rId6" Type="http://schemas.openxmlformats.org/officeDocument/2006/relationships/diagramQuickStyle" Target="../diagrams/quickStyle2.xml"/><Relationship Id="rId5" Type="http://schemas.openxmlformats.org/officeDocument/2006/relationships/diagramLayout" Target="../diagrams/layout2.xml"/><Relationship Id="rId4" Type="http://schemas.openxmlformats.org/officeDocument/2006/relationships/diagramData" Target="../diagrams/data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58" name="Title 9">
            <a:extLst>
              <a:ext uri="{FF2B5EF4-FFF2-40B4-BE49-F238E27FC236}">
                <a16:creationId xmlns:a16="http://schemas.microsoft.com/office/drawing/2014/main" id="{BFE811EB-6359-4C0C-BB1F-9DFD3BB1A495}"/>
              </a:ext>
            </a:extLst>
          </p:cNvPr>
          <p:cNvSpPr>
            <a:spLocks noGrp="1" noChangeArrowheads="1"/>
          </p:cNvSpPr>
          <p:nvPr>
            <p:ph type="title"/>
          </p:nvPr>
        </p:nvSpPr>
        <p:spPr>
          <a:xfrm>
            <a:off x="498475" y="1844675"/>
            <a:ext cx="7556500" cy="1719263"/>
          </a:xfrm>
        </p:spPr>
        <p:txBody>
          <a:bodyPr/>
          <a:lstStyle/>
          <a:p>
            <a:pPr algn="ctr" eaLnBrk="1" hangingPunct="1"/>
            <a:r>
              <a:rPr lang="en-US" altLang="en-US" b="1" dirty="0">
                <a:latin typeface="Georgia" panose="02040502050405020303" pitchFamily="18" charset="0"/>
              </a:rPr>
              <a:t>Software Design and </a:t>
            </a:r>
            <a:r>
              <a:rPr lang="en-US" altLang="en-US" b="1" dirty="0" err="1">
                <a:latin typeface="Georgia" panose="02040502050405020303" pitchFamily="18" charset="0"/>
              </a:rPr>
              <a:t>Arcitecture</a:t>
            </a:r>
            <a:r>
              <a:rPr lang="en-US" altLang="en-US" b="1" dirty="0">
                <a:latin typeface="Georgia" panose="02040502050405020303" pitchFamily="18" charset="0"/>
              </a:rPr>
              <a:t>(SDA)</a:t>
            </a:r>
            <a:br>
              <a:rPr lang="en-US" altLang="en-US" b="1" dirty="0">
                <a:latin typeface="Georgia" panose="02040502050405020303" pitchFamily="18" charset="0"/>
              </a:rPr>
            </a:br>
            <a:r>
              <a:rPr lang="en-US" altLang="en-US" sz="3200" dirty="0">
                <a:latin typeface="Georgia" panose="02040502050405020303" pitchFamily="18" charset="0"/>
              </a:rPr>
              <a:t>Lecture 4</a:t>
            </a:r>
            <a:endParaRPr lang="en-US" altLang="en-US" dirty="0"/>
          </a:p>
        </p:txBody>
      </p:sp>
      <p:sp>
        <p:nvSpPr>
          <p:cNvPr id="45059" name="Content Placeholder 10">
            <a:extLst>
              <a:ext uri="{FF2B5EF4-FFF2-40B4-BE49-F238E27FC236}">
                <a16:creationId xmlns:a16="http://schemas.microsoft.com/office/drawing/2014/main" id="{EBB3B385-0FFF-4B23-9F2A-6D64D633E1A6}"/>
              </a:ext>
            </a:extLst>
          </p:cNvPr>
          <p:cNvSpPr>
            <a:spLocks noGrp="1" noChangeArrowheads="1"/>
          </p:cNvSpPr>
          <p:nvPr>
            <p:ph idx="1"/>
          </p:nvPr>
        </p:nvSpPr>
        <p:spPr>
          <a:xfrm>
            <a:off x="498475" y="4076700"/>
            <a:ext cx="7556500" cy="2049463"/>
          </a:xfrm>
        </p:spPr>
        <p:txBody>
          <a:bodyPr/>
          <a:lstStyle/>
          <a:p>
            <a:pPr marL="0" indent="0" eaLnBrk="1" hangingPunct="1">
              <a:lnSpc>
                <a:spcPct val="90000"/>
              </a:lnSpc>
              <a:spcBef>
                <a:spcPts val="1000"/>
              </a:spcBef>
              <a:buClrTx/>
              <a:buSzTx/>
              <a:buFont typeface="Wingdings" panose="05000000000000000000" pitchFamily="2" charset="2"/>
              <a:buNone/>
            </a:pPr>
            <a:r>
              <a:rPr lang="en-US" altLang="en-US" sz="2400" dirty="0" err="1">
                <a:solidFill>
                  <a:srgbClr val="2E75B6"/>
                </a:solidFill>
                <a:latin typeface="Georgia" panose="02040502050405020303" pitchFamily="18" charset="0"/>
              </a:rPr>
              <a:t>Engr.Ramsha</a:t>
            </a:r>
            <a:r>
              <a:rPr lang="en-US" altLang="en-US" sz="2400" dirty="0">
                <a:solidFill>
                  <a:srgbClr val="2E75B6"/>
                </a:solidFill>
                <a:latin typeface="Georgia" panose="02040502050405020303" pitchFamily="18" charset="0"/>
              </a:rPr>
              <a:t> </a:t>
            </a:r>
            <a:r>
              <a:rPr lang="en-US" altLang="en-US" sz="2400" dirty="0" err="1">
                <a:solidFill>
                  <a:srgbClr val="2E75B6"/>
                </a:solidFill>
                <a:latin typeface="Georgia" panose="02040502050405020303" pitchFamily="18" charset="0"/>
              </a:rPr>
              <a:t>Mashood</a:t>
            </a:r>
            <a:endParaRPr lang="en-US" altLang="en-US" sz="2400" dirty="0">
              <a:solidFill>
                <a:srgbClr val="2E75B6"/>
              </a:solidFill>
              <a:latin typeface="Georgia" panose="02040502050405020303" pitchFamily="18" charset="0"/>
            </a:endParaRPr>
          </a:p>
          <a:p>
            <a:pPr marL="0" indent="0" eaLnBrk="1" hangingPunct="1">
              <a:lnSpc>
                <a:spcPct val="90000"/>
              </a:lnSpc>
              <a:spcBef>
                <a:spcPts val="1000"/>
              </a:spcBef>
              <a:buClrTx/>
              <a:buSzTx/>
              <a:buFont typeface="Wingdings" panose="05000000000000000000" pitchFamily="2" charset="2"/>
              <a:buNone/>
            </a:pPr>
            <a:r>
              <a:rPr lang="en-US" altLang="en-US" sz="1800" dirty="0">
                <a:solidFill>
                  <a:srgbClr val="2E75B6"/>
                </a:solidFill>
                <a:latin typeface="Georgia" panose="02040502050405020303" pitchFamily="18" charset="0"/>
              </a:rPr>
              <a:t>Senior Lecturer</a:t>
            </a:r>
          </a:p>
          <a:p>
            <a:pPr marL="0" indent="0" eaLnBrk="1" hangingPunct="1">
              <a:lnSpc>
                <a:spcPct val="90000"/>
              </a:lnSpc>
              <a:spcBef>
                <a:spcPts val="1000"/>
              </a:spcBef>
              <a:buClrTx/>
              <a:buSzTx/>
              <a:buFont typeface="Wingdings" panose="05000000000000000000" pitchFamily="2" charset="2"/>
              <a:buNone/>
            </a:pPr>
            <a:r>
              <a:rPr lang="en-US" altLang="en-US" sz="1800" dirty="0">
                <a:solidFill>
                  <a:srgbClr val="2E75B6"/>
                </a:solidFill>
                <a:latin typeface="Georgia" panose="02040502050405020303" pitchFamily="18" charset="0"/>
              </a:rPr>
              <a:t>Department of Software Engineering </a:t>
            </a:r>
          </a:p>
          <a:p>
            <a:pPr marL="0" indent="0" eaLnBrk="1" hangingPunct="1">
              <a:lnSpc>
                <a:spcPct val="90000"/>
              </a:lnSpc>
              <a:spcBef>
                <a:spcPts val="1000"/>
              </a:spcBef>
              <a:buClrTx/>
              <a:buSzTx/>
              <a:buFont typeface="Wingdings" panose="05000000000000000000" pitchFamily="2" charset="2"/>
              <a:buNone/>
            </a:pPr>
            <a:r>
              <a:rPr lang="en-US" altLang="en-US" sz="1800" dirty="0" err="1">
                <a:solidFill>
                  <a:srgbClr val="2E75B6"/>
                </a:solidFill>
                <a:latin typeface="Georgia" panose="02040502050405020303" pitchFamily="18" charset="0"/>
              </a:rPr>
              <a:t>Bahria</a:t>
            </a:r>
            <a:r>
              <a:rPr lang="en-US" altLang="en-US" sz="1800" dirty="0">
                <a:solidFill>
                  <a:srgbClr val="2E75B6"/>
                </a:solidFill>
                <a:latin typeface="Georgia" panose="02040502050405020303" pitchFamily="18" charset="0"/>
              </a:rPr>
              <a:t> University Karachi Campus</a:t>
            </a:r>
          </a:p>
        </p:txBody>
      </p:sp>
      <p:sp>
        <p:nvSpPr>
          <p:cNvPr id="4" name="Date Placeholder 3">
            <a:extLst>
              <a:ext uri="{FF2B5EF4-FFF2-40B4-BE49-F238E27FC236}">
                <a16:creationId xmlns:a16="http://schemas.microsoft.com/office/drawing/2014/main" id="{8609610F-C2C6-D01D-ACEC-C9F5EDDC7484}"/>
              </a:ext>
            </a:extLst>
          </p:cNvPr>
          <p:cNvSpPr>
            <a:spLocks noGrp="1"/>
          </p:cNvSpPr>
          <p:nvPr>
            <p:ph type="dt" sz="half" idx="10"/>
          </p:nvPr>
        </p:nvSpPr>
        <p:spPr/>
        <p:txBody>
          <a:bodyPr/>
          <a:lstStyle/>
          <a:p>
            <a:pPr>
              <a:defRPr/>
            </a:pPr>
            <a:fld id="{983F4EA4-54BB-403D-BA7A-E373D5B7151D}" type="datetime4">
              <a:rPr lang="en-US" altLang="en-US" smtClean="0"/>
              <a:t>March 21, 2024</a:t>
            </a:fld>
            <a:endParaRPr lang="en-US" altLang="en-US"/>
          </a:p>
        </p:txBody>
      </p:sp>
      <p:sp>
        <p:nvSpPr>
          <p:cNvPr id="5" name="Slide Number Placeholder 4">
            <a:extLst>
              <a:ext uri="{FF2B5EF4-FFF2-40B4-BE49-F238E27FC236}">
                <a16:creationId xmlns:a16="http://schemas.microsoft.com/office/drawing/2014/main" id="{62C4F6A9-306A-16D2-9547-434BD53B9AA2}"/>
              </a:ext>
            </a:extLst>
          </p:cNvPr>
          <p:cNvSpPr>
            <a:spLocks noGrp="1"/>
          </p:cNvSpPr>
          <p:nvPr>
            <p:ph type="sldNum" sz="quarter" idx="12"/>
          </p:nvPr>
        </p:nvSpPr>
        <p:spPr/>
        <p:txBody>
          <a:bodyPr/>
          <a:lstStyle/>
          <a:p>
            <a:pPr>
              <a:defRPr/>
            </a:pPr>
            <a:fld id="{5997FF75-9E45-4F6E-9E89-BE68C2AA7735}" type="slidenum">
              <a:rPr lang="en-US" altLang="en-US" smtClean="0"/>
              <a:pPr>
                <a:defRPr/>
              </a:pPr>
              <a:t>1</a:t>
            </a:fld>
            <a:endParaRPr lang="en-US" altLang="en-US"/>
          </a:p>
        </p:txBody>
      </p:sp>
      <p:pic>
        <p:nvPicPr>
          <p:cNvPr id="45060" name="Picture 11">
            <a:extLst>
              <a:ext uri="{FF2B5EF4-FFF2-40B4-BE49-F238E27FC236}">
                <a16:creationId xmlns:a16="http://schemas.microsoft.com/office/drawing/2014/main" id="{32C4D0F8-0285-41AA-876F-63D65A599AA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450975" y="0"/>
            <a:ext cx="4095750" cy="11144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ransition>
    <p:random/>
  </p:transition>
</p:sld>
</file>

<file path=ppt/slides/slide2.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1">
                <a:tint val="90000"/>
                <a:lumMod val="110000"/>
              </a:schemeClr>
            </a:gs>
            <a:gs pos="100000">
              <a:schemeClr val="bg1">
                <a:shade val="64000"/>
                <a:lumMod val="88000"/>
              </a:schemeClr>
            </a:gs>
          </a:gsLst>
          <a:lin ang="5400000" scaled="0"/>
        </a:gradFill>
        <a:effectLst/>
      </p:bgPr>
    </p:bg>
    <p:spTree>
      <p:nvGrpSpPr>
        <p:cNvPr id="1" name=""/>
        <p:cNvGrpSpPr/>
        <p:nvPr/>
      </p:nvGrpSpPr>
      <p:grpSpPr>
        <a:xfrm>
          <a:off x="0" y="0"/>
          <a:ext cx="0" cy="0"/>
          <a:chOff x="0" y="0"/>
          <a:chExt cx="0" cy="0"/>
        </a:xfrm>
      </p:grpSpPr>
      <p:pic>
        <p:nvPicPr>
          <p:cNvPr id="47125" name="Picture 2">
            <a:extLst>
              <a:ext uri="{FF2B5EF4-FFF2-40B4-BE49-F238E27FC236}">
                <a16:creationId xmlns:a16="http://schemas.microsoft.com/office/drawing/2014/main" id="{25496B42-CC46-4183-B481-887CD3E8C725}"/>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2">
            <a:alphaModFix/>
            <a:extLst>
              <a:ext uri="{28A0092B-C50C-407E-A947-70E740481C1C}">
                <a14:useLocalDpi xmlns:a14="http://schemas.microsoft.com/office/drawing/2010/main" val="0"/>
              </a:ext>
            </a:extLst>
          </a:blip>
          <a:srcRect/>
          <a:stretch>
            <a:fillRect/>
          </a:stretch>
        </p:blipFill>
        <p:spPr bwMode="auto">
          <a:xfrm>
            <a:off x="0" y="-1"/>
            <a:ext cx="9144002" cy="6858001"/>
          </a:xfrm>
          <a:prstGeom prst="rect">
            <a:avLst/>
          </a:prstGeom>
          <a:noFill/>
          <a:extLst>
            <a:ext uri="{909E8E84-426E-40DD-AFC4-6F175D3DCCD1}">
              <a14:hiddenFill xmlns:a14="http://schemas.microsoft.com/office/drawing/2010/main">
                <a:solidFill>
                  <a:srgbClr val="FFFFFF"/>
                </a:solidFill>
              </a14:hiddenFill>
            </a:ext>
          </a:extLst>
        </p:spPr>
      </p:pic>
      <p:pic>
        <p:nvPicPr>
          <p:cNvPr id="47126" name="Picture 47125">
            <a:extLst>
              <a:ext uri="{FF2B5EF4-FFF2-40B4-BE49-F238E27FC236}">
                <a16:creationId xmlns:a16="http://schemas.microsoft.com/office/drawing/2014/main" id="{E2758CE0-F916-4DCE-88D1-71430BE441B2}"/>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extLst>
              <a:ext uri="{28A0092B-C50C-407E-A947-70E740481C1C}">
                <a14:useLocalDpi xmlns:a14="http://schemas.microsoft.com/office/drawing/2010/main" val="0"/>
              </a:ext>
            </a:extLst>
          </a:blip>
          <a:stretch>
            <a:fillRect/>
          </a:stretch>
        </p:blipFill>
        <p:spPr>
          <a:xfrm>
            <a:off x="0" y="0"/>
            <a:ext cx="9144000" cy="6858000"/>
          </a:xfrm>
          <a:prstGeom prst="rect">
            <a:avLst/>
          </a:prstGeom>
        </p:spPr>
      </p:pic>
      <p:sp useBgFill="1">
        <p:nvSpPr>
          <p:cNvPr id="47127" name="Rectangle 47126">
            <a:extLst>
              <a:ext uri="{FF2B5EF4-FFF2-40B4-BE49-F238E27FC236}">
                <a16:creationId xmlns:a16="http://schemas.microsoft.com/office/drawing/2014/main" id="{48EC41B9-2D25-48A6-BC40-DA8F79F3EBD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7110" name="Graphic 47109" descr="Computer">
            <a:extLst>
              <a:ext uri="{FF2B5EF4-FFF2-40B4-BE49-F238E27FC236}">
                <a16:creationId xmlns:a16="http://schemas.microsoft.com/office/drawing/2014/main" id="{14C300E6-B83D-2777-C7EC-FD6CADA8E208}"/>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2946714" y="957486"/>
            <a:ext cx="3285330" cy="3285330"/>
          </a:xfrm>
          <a:prstGeom prst="roundRect">
            <a:avLst>
              <a:gd name="adj" fmla="val 5301"/>
            </a:avLst>
          </a:prstGeom>
          <a:ln w="82550" cap="sq">
            <a:solidFill>
              <a:srgbClr val="EAEAEA"/>
            </a:solidFill>
            <a:miter lim="800000"/>
          </a:ln>
          <a:effectLst/>
          <a:scene3d>
            <a:camera prst="orthographicFront"/>
            <a:lightRig rig="threePt" dir="t">
              <a:rot lat="0" lon="0" rev="2700000"/>
            </a:lightRig>
          </a:scene3d>
          <a:sp3d contourW="6350">
            <a:bevelT h="38100"/>
            <a:contourClr>
              <a:srgbClr val="C0C0C0"/>
            </a:contourClr>
          </a:sp3d>
        </p:spPr>
      </p:pic>
      <p:pic>
        <p:nvPicPr>
          <p:cNvPr id="47128" name="Picture 47127">
            <a:extLst>
              <a:ext uri="{FF2B5EF4-FFF2-40B4-BE49-F238E27FC236}">
                <a16:creationId xmlns:a16="http://schemas.microsoft.com/office/drawing/2014/main" id="{F8F21547-A433-450A-B2A3-930DCFABD93F}"/>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6">
            <a:extLst>
              <a:ext uri="{28A0092B-C50C-407E-A947-70E740481C1C}">
                <a14:useLocalDpi xmlns:a14="http://schemas.microsoft.com/office/drawing/2010/main" val="0"/>
              </a:ext>
            </a:extLst>
          </a:blip>
          <a:srcRect r="71324"/>
          <a:stretch/>
        </p:blipFill>
        <p:spPr>
          <a:xfrm>
            <a:off x="0" y="0"/>
            <a:ext cx="2622176" cy="6858000"/>
          </a:xfrm>
          <a:prstGeom prst="rect">
            <a:avLst/>
          </a:prstGeom>
        </p:spPr>
      </p:pic>
      <p:sp>
        <p:nvSpPr>
          <p:cNvPr id="47106" name="Title 9">
            <a:extLst>
              <a:ext uri="{FF2B5EF4-FFF2-40B4-BE49-F238E27FC236}">
                <a16:creationId xmlns:a16="http://schemas.microsoft.com/office/drawing/2014/main" id="{74FDEA82-9E3C-4D29-B2F9-0297DB5B62E7}"/>
              </a:ext>
            </a:extLst>
          </p:cNvPr>
          <p:cNvSpPr>
            <a:spLocks noGrp="1" noChangeArrowheads="1"/>
          </p:cNvSpPr>
          <p:nvPr>
            <p:ph type="title"/>
          </p:nvPr>
        </p:nvSpPr>
        <p:spPr>
          <a:xfrm>
            <a:off x="476408" y="4562855"/>
            <a:ext cx="8187274" cy="1137554"/>
          </a:xfrm>
        </p:spPr>
        <p:txBody>
          <a:bodyPr vert="horz" lIns="91440" tIns="45720" rIns="91440" bIns="45720" rtlCol="0" anchor="b">
            <a:normAutofit/>
          </a:bodyPr>
          <a:lstStyle/>
          <a:p>
            <a:pPr marL="66675" marR="0">
              <a:spcBef>
                <a:spcPts val="890"/>
              </a:spcBef>
              <a:spcAft>
                <a:spcPts val="0"/>
              </a:spcAft>
            </a:pPr>
            <a:r>
              <a:rPr lang="en-US" sz="3600" cap="small" dirty="0">
                <a:effectLst/>
                <a:latin typeface="Times New Roman" panose="02020603050405020304" pitchFamily="18" charset="0"/>
                <a:ea typeface="Times New Roman" panose="02020603050405020304" pitchFamily="18" charset="0"/>
              </a:rPr>
              <a:t>Web</a:t>
            </a:r>
            <a:r>
              <a:rPr lang="en-US" sz="3600" cap="small" spc="-10" dirty="0">
                <a:effectLst/>
                <a:latin typeface="Times New Roman" panose="02020603050405020304" pitchFamily="18" charset="0"/>
                <a:ea typeface="Times New Roman" panose="02020603050405020304" pitchFamily="18" charset="0"/>
              </a:rPr>
              <a:t> </a:t>
            </a:r>
            <a:r>
              <a:rPr lang="en-US" sz="3600" cap="small" dirty="0">
                <a:effectLst/>
                <a:latin typeface="Times New Roman" panose="02020603050405020304" pitchFamily="18" charset="0"/>
                <a:ea typeface="Times New Roman" panose="02020603050405020304" pitchFamily="18" charset="0"/>
              </a:rPr>
              <a:t>Applications</a:t>
            </a:r>
            <a:r>
              <a:rPr lang="en-US" sz="3600" cap="small" spc="5" dirty="0">
                <a:effectLst/>
                <a:latin typeface="Times New Roman" panose="02020603050405020304" pitchFamily="18" charset="0"/>
                <a:ea typeface="Times New Roman" panose="02020603050405020304" pitchFamily="18" charset="0"/>
              </a:rPr>
              <a:t> </a:t>
            </a:r>
            <a:r>
              <a:rPr lang="en-US" sz="3600" cap="small" spc="-10" dirty="0">
                <a:effectLst/>
                <a:latin typeface="Times New Roman" panose="02020603050405020304" pitchFamily="18" charset="0"/>
                <a:ea typeface="Times New Roman" panose="02020603050405020304" pitchFamily="18" charset="0"/>
              </a:rPr>
              <a:t>Design and Different architectural design</a:t>
            </a:r>
            <a:endParaRPr lang="en-US" sz="3600" dirty="0">
              <a:effectLst/>
              <a:latin typeface="Times New Roman" panose="02020603050405020304" pitchFamily="18" charset="0"/>
              <a:ea typeface="Times New Roman" panose="02020603050405020304" pitchFamily="18" charset="0"/>
            </a:endParaRPr>
          </a:p>
        </p:txBody>
      </p:sp>
      <p:sp>
        <p:nvSpPr>
          <p:cNvPr id="4" name="Date Placeholder 3">
            <a:extLst>
              <a:ext uri="{FF2B5EF4-FFF2-40B4-BE49-F238E27FC236}">
                <a16:creationId xmlns:a16="http://schemas.microsoft.com/office/drawing/2014/main" id="{56B671C2-DB81-4A30-5231-D5B4B93E075A}"/>
              </a:ext>
            </a:extLst>
          </p:cNvPr>
          <p:cNvSpPr>
            <a:spLocks noGrp="1"/>
          </p:cNvSpPr>
          <p:nvPr>
            <p:ph type="dt" sz="half" idx="10"/>
          </p:nvPr>
        </p:nvSpPr>
        <p:spPr>
          <a:xfrm>
            <a:off x="5759052" y="6354825"/>
            <a:ext cx="2057400" cy="365125"/>
          </a:xfrm>
        </p:spPr>
        <p:txBody>
          <a:bodyPr vert="horz" lIns="91440" tIns="45720" rIns="91440" bIns="45720" rtlCol="0" anchor="ctr">
            <a:normAutofit/>
          </a:bodyPr>
          <a:lstStyle/>
          <a:p>
            <a:pPr eaLnBrk="1" hangingPunct="1">
              <a:spcAft>
                <a:spcPts val="600"/>
              </a:spcAft>
              <a:defRPr/>
            </a:pPr>
            <a:fld id="{43FCFCAC-74A5-48D0-A658-FE49EE2C0C91}" type="datetime4">
              <a:rPr lang="en-US" altLang="en-US" smtClean="0">
                <a:latin typeface="+mn-lt"/>
                <a:ea typeface="+mn-ea"/>
              </a:rPr>
              <a:pPr eaLnBrk="1" hangingPunct="1">
                <a:spcAft>
                  <a:spcPts val="600"/>
                </a:spcAft>
                <a:defRPr/>
              </a:pPr>
              <a:t>March 21, 2024</a:t>
            </a:fld>
            <a:endParaRPr lang="en-US" altLang="en-US">
              <a:latin typeface="+mn-lt"/>
              <a:ea typeface="+mn-ea"/>
            </a:endParaRPr>
          </a:p>
        </p:txBody>
      </p:sp>
      <p:pic>
        <p:nvPicPr>
          <p:cNvPr id="47129" name="Picture 47128">
            <a:extLst>
              <a:ext uri="{FF2B5EF4-FFF2-40B4-BE49-F238E27FC236}">
                <a16:creationId xmlns:a16="http://schemas.microsoft.com/office/drawing/2014/main" id="{A73B520B-D7E7-436A-B263-0682940B4FB1}"/>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6">
            <a:extLst>
              <a:ext uri="{28A0092B-C50C-407E-A947-70E740481C1C}">
                <a14:useLocalDpi xmlns:a14="http://schemas.microsoft.com/office/drawing/2010/main" val="0"/>
              </a:ext>
            </a:extLst>
          </a:blip>
          <a:srcRect t="61810" r="21258"/>
          <a:stretch/>
        </p:blipFill>
        <p:spPr>
          <a:xfrm>
            <a:off x="0" y="4238951"/>
            <a:ext cx="7200177" cy="2619049"/>
          </a:xfrm>
          <a:prstGeom prst="rect">
            <a:avLst/>
          </a:prstGeom>
        </p:spPr>
      </p:pic>
      <p:sp>
        <p:nvSpPr>
          <p:cNvPr id="5" name="Slide Number Placeholder 4">
            <a:extLst>
              <a:ext uri="{FF2B5EF4-FFF2-40B4-BE49-F238E27FC236}">
                <a16:creationId xmlns:a16="http://schemas.microsoft.com/office/drawing/2014/main" id="{2C5FDA99-E5FE-3603-7621-A81A4AFD1D13}"/>
              </a:ext>
            </a:extLst>
          </p:cNvPr>
          <p:cNvSpPr>
            <a:spLocks noGrp="1"/>
          </p:cNvSpPr>
          <p:nvPr>
            <p:ph type="sldNum" sz="quarter" idx="12"/>
          </p:nvPr>
        </p:nvSpPr>
        <p:spPr>
          <a:xfrm>
            <a:off x="7885508" y="6354825"/>
            <a:ext cx="573161" cy="365125"/>
          </a:xfrm>
        </p:spPr>
        <p:txBody>
          <a:bodyPr vert="horz" lIns="91440" tIns="45720" rIns="91440" bIns="45720" rtlCol="0" anchor="ctr">
            <a:normAutofit/>
          </a:bodyPr>
          <a:lstStyle/>
          <a:p>
            <a:pPr eaLnBrk="1" hangingPunct="1">
              <a:spcAft>
                <a:spcPts val="600"/>
              </a:spcAft>
              <a:defRPr/>
            </a:pPr>
            <a:fld id="{04D8FD4F-45E7-4072-8800-E1C10689F0F2}" type="slidenum">
              <a:rPr lang="en-US" altLang="en-US" smtClean="0">
                <a:latin typeface="+mn-lt"/>
                <a:ea typeface="+mn-ea"/>
              </a:rPr>
              <a:pPr eaLnBrk="1" hangingPunct="1">
                <a:spcAft>
                  <a:spcPts val="600"/>
                </a:spcAft>
                <a:defRPr/>
              </a:pPr>
              <a:t>2</a:t>
            </a:fld>
            <a:endParaRPr lang="en-US" altLang="en-US">
              <a:latin typeface="+mn-lt"/>
              <a:ea typeface="+mn-ea"/>
            </a:endParaRPr>
          </a:p>
        </p:txBody>
      </p:sp>
    </p:spTree>
  </p:cSld>
  <p:clrMapOvr>
    <a:masterClrMapping/>
  </p:clrMapOvr>
  <p:transition>
    <p:random/>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9525"/>
          <a:ext cx="9144000" cy="6867525"/>
          <a:chOff x="0" y="9525"/>
          <a:chExt cx="9144000" cy="6867525"/>
        </a:xfrm>
      </p:grpSpPr>
      <p:pic>
        <p:nvPicPr>
          <p:cNvPr id="2" name="Slide"/>
          <p:cNvPicPr>
            <a:picLocks noChangeAspect="1"/>
          </p:cNvPicPr>
          <p:nvPr/>
        </p:nvPicPr>
        <p:blipFill>
          <a:blip r:embed="rId2"/>
          <a:stretch>
            <a:fillRect/>
          </a:stretch>
        </p:blipFill>
        <p:spPr>
          <a:xfrm>
            <a:off x="571500" y="428625"/>
            <a:ext cx="8001000" cy="600075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1">
                <a:tint val="90000"/>
                <a:lumMod val="110000"/>
              </a:schemeClr>
            </a:gs>
            <a:gs pos="100000">
              <a:schemeClr val="bg1">
                <a:shade val="64000"/>
                <a:lumMod val="88000"/>
              </a:schemeClr>
            </a:gs>
          </a:gsLst>
          <a:lin ang="5400000" scaled="0"/>
        </a:gradFill>
        <a:effectLst/>
      </p:bgPr>
    </p:bg>
    <p:spTree>
      <p:nvGrpSpPr>
        <p:cNvPr id="1" name=""/>
        <p:cNvGrpSpPr/>
        <p:nvPr/>
      </p:nvGrpSpPr>
      <p:grpSpPr>
        <a:xfrm>
          <a:off x="0" y="0"/>
          <a:ext cx="0" cy="0"/>
          <a:chOff x="0" y="0"/>
          <a:chExt cx="0" cy="0"/>
        </a:xfrm>
      </p:grpSpPr>
      <p:pic>
        <p:nvPicPr>
          <p:cNvPr id="86023" name="Picture 2">
            <a:extLst>
              <a:ext uri="{FF2B5EF4-FFF2-40B4-BE49-F238E27FC236}">
                <a16:creationId xmlns:a16="http://schemas.microsoft.com/office/drawing/2014/main" id="{25496B42-CC46-4183-B481-887CD3E8C725}"/>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2">
            <a:alphaModFix/>
            <a:extLst>
              <a:ext uri="{28A0092B-C50C-407E-A947-70E740481C1C}">
                <a14:useLocalDpi xmlns:a14="http://schemas.microsoft.com/office/drawing/2010/main" val="0"/>
              </a:ext>
            </a:extLst>
          </a:blip>
          <a:srcRect/>
          <a:stretch>
            <a:fillRect/>
          </a:stretch>
        </p:blipFill>
        <p:spPr bwMode="auto">
          <a:xfrm>
            <a:off x="0" y="-1"/>
            <a:ext cx="9144002" cy="6858001"/>
          </a:xfrm>
          <a:prstGeom prst="rect">
            <a:avLst/>
          </a:prstGeom>
          <a:noFill/>
          <a:extLst>
            <a:ext uri="{909E8E84-426E-40DD-AFC4-6F175D3DCCD1}">
              <a14:hiddenFill xmlns:a14="http://schemas.microsoft.com/office/drawing/2010/main">
                <a:solidFill>
                  <a:srgbClr val="FFFFFF"/>
                </a:solidFill>
              </a14:hiddenFill>
            </a:ext>
          </a:extLst>
        </p:spPr>
      </p:pic>
      <p:pic>
        <p:nvPicPr>
          <p:cNvPr id="86025" name="Picture 86024">
            <a:extLst>
              <a:ext uri="{FF2B5EF4-FFF2-40B4-BE49-F238E27FC236}">
                <a16:creationId xmlns:a16="http://schemas.microsoft.com/office/drawing/2014/main" id="{E2758CE0-F916-4DCE-88D1-71430BE441B2}"/>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extLst>
              <a:ext uri="{28A0092B-C50C-407E-A947-70E740481C1C}">
                <a14:useLocalDpi xmlns:a14="http://schemas.microsoft.com/office/drawing/2010/main" val="0"/>
              </a:ext>
            </a:extLst>
          </a:blip>
          <a:stretch>
            <a:fillRect/>
          </a:stretch>
        </p:blipFill>
        <p:spPr>
          <a:xfrm>
            <a:off x="0" y="0"/>
            <a:ext cx="9144000" cy="6858000"/>
          </a:xfrm>
          <a:prstGeom prst="rect">
            <a:avLst/>
          </a:prstGeom>
        </p:spPr>
      </p:pic>
      <p:sp useBgFill="1">
        <p:nvSpPr>
          <p:cNvPr id="86027" name="Rectangle 86026">
            <a:extLst>
              <a:ext uri="{FF2B5EF4-FFF2-40B4-BE49-F238E27FC236}">
                <a16:creationId xmlns:a16="http://schemas.microsoft.com/office/drawing/2014/main" id="{48EC41B9-2D25-48A6-BC40-DA8F79F3EBD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6029" name="Picture 86028">
            <a:extLst>
              <a:ext uri="{FF2B5EF4-FFF2-40B4-BE49-F238E27FC236}">
                <a16:creationId xmlns:a16="http://schemas.microsoft.com/office/drawing/2014/main" id="{F8F21547-A433-450A-B2A3-930DCFABD93F}"/>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4">
            <a:extLst>
              <a:ext uri="{28A0092B-C50C-407E-A947-70E740481C1C}">
                <a14:useLocalDpi xmlns:a14="http://schemas.microsoft.com/office/drawing/2010/main" val="0"/>
              </a:ext>
            </a:extLst>
          </a:blip>
          <a:srcRect r="71324"/>
          <a:stretch/>
        </p:blipFill>
        <p:spPr>
          <a:xfrm>
            <a:off x="0" y="0"/>
            <a:ext cx="2622176" cy="6858000"/>
          </a:xfrm>
          <a:prstGeom prst="rect">
            <a:avLst/>
          </a:prstGeom>
        </p:spPr>
      </p:pic>
      <p:pic>
        <p:nvPicPr>
          <p:cNvPr id="86031" name="Picture 86030">
            <a:extLst>
              <a:ext uri="{FF2B5EF4-FFF2-40B4-BE49-F238E27FC236}">
                <a16:creationId xmlns:a16="http://schemas.microsoft.com/office/drawing/2014/main" id="{A73B520B-D7E7-436A-B263-0682940B4FB1}"/>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4">
            <a:extLst>
              <a:ext uri="{28A0092B-C50C-407E-A947-70E740481C1C}">
                <a14:useLocalDpi xmlns:a14="http://schemas.microsoft.com/office/drawing/2010/main" val="0"/>
              </a:ext>
            </a:extLst>
          </a:blip>
          <a:srcRect t="61810" r="21258"/>
          <a:stretch/>
        </p:blipFill>
        <p:spPr>
          <a:xfrm>
            <a:off x="0" y="4238951"/>
            <a:ext cx="7200177" cy="2619049"/>
          </a:xfrm>
          <a:prstGeom prst="rect">
            <a:avLst/>
          </a:prstGeom>
        </p:spPr>
      </p:pic>
      <p:sp>
        <p:nvSpPr>
          <p:cNvPr id="8" name="Rectangle 2">
            <a:extLst>
              <a:ext uri="{FF2B5EF4-FFF2-40B4-BE49-F238E27FC236}">
                <a16:creationId xmlns:a16="http://schemas.microsoft.com/office/drawing/2014/main" id="{42D68331-6E94-ABA7-7106-FAF9D1688BB6}"/>
              </a:ext>
            </a:extLst>
          </p:cNvPr>
          <p:cNvSpPr>
            <a:spLocks noGrp="1" noChangeArrowheads="1"/>
          </p:cNvSpPr>
          <p:nvPr>
            <p:ph type="title"/>
          </p:nvPr>
        </p:nvSpPr>
        <p:spPr>
          <a:xfrm>
            <a:off x="685800" y="619125"/>
            <a:ext cx="7772400" cy="828675"/>
          </a:xfrm>
        </p:spPr>
        <p:txBody>
          <a:bodyPr vert="horz" lIns="91440" tIns="45720" rIns="91440" bIns="45720" rtlCol="0" anchor="b">
            <a:normAutofit/>
          </a:bodyPr>
          <a:lstStyle/>
          <a:p>
            <a:r>
              <a:rPr lang="en-US" altLang="en-US" sz="4800" dirty="0"/>
              <a:t>Web app</a:t>
            </a:r>
          </a:p>
        </p:txBody>
      </p:sp>
      <p:pic>
        <p:nvPicPr>
          <p:cNvPr id="3" name="Picture 2">
            <a:extLst>
              <a:ext uri="{FF2B5EF4-FFF2-40B4-BE49-F238E27FC236}">
                <a16:creationId xmlns:a16="http://schemas.microsoft.com/office/drawing/2014/main" id="{2D706A62-45B9-3BF7-7DC0-6E1B8F7CA273}"/>
              </a:ext>
            </a:extLst>
          </p:cNvPr>
          <p:cNvPicPr>
            <a:picLocks noChangeAspect="1"/>
          </p:cNvPicPr>
          <p:nvPr/>
        </p:nvPicPr>
        <p:blipFill>
          <a:blip r:embed="rId5"/>
          <a:stretch>
            <a:fillRect/>
          </a:stretch>
        </p:blipFill>
        <p:spPr>
          <a:xfrm>
            <a:off x="1300162" y="1457325"/>
            <a:ext cx="6543675" cy="3943350"/>
          </a:xfrm>
          <a:prstGeom prst="rect">
            <a:avLst/>
          </a:prstGeom>
        </p:spPr>
      </p:pic>
    </p:spTree>
    <p:extLst>
      <p:ext uri="{BB962C8B-B14F-4D97-AF65-F5344CB8AC3E}">
        <p14:creationId xmlns:p14="http://schemas.microsoft.com/office/powerpoint/2010/main" val="23755307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9525"/>
          <a:ext cx="9144000" cy="6867525"/>
          <a:chOff x="0" y="9525"/>
          <a:chExt cx="9144000" cy="6867525"/>
        </a:xfrm>
      </p:grpSpPr>
      <p:pic>
        <p:nvPicPr>
          <p:cNvPr id="2" name="Slide"/>
          <p:cNvPicPr>
            <a:picLocks noChangeAspect="1"/>
          </p:cNvPicPr>
          <p:nvPr/>
        </p:nvPicPr>
        <p:blipFill rotWithShape="1">
          <a:blip r:embed="rId2"/>
          <a:srcRect l="9167" t="18750" r="11667" b="9028"/>
          <a:stretch/>
        </p:blipFill>
        <p:spPr>
          <a:xfrm>
            <a:off x="838200" y="1219200"/>
            <a:ext cx="7239000" cy="4953001"/>
          </a:xfrm>
          <a:prstGeom prst="rect">
            <a:avLst/>
          </a:prstGeom>
        </p:spPr>
      </p:pic>
      <p:sp>
        <p:nvSpPr>
          <p:cNvPr id="3" name="Title 2">
            <a:extLst>
              <a:ext uri="{FF2B5EF4-FFF2-40B4-BE49-F238E27FC236}">
                <a16:creationId xmlns:a16="http://schemas.microsoft.com/office/drawing/2014/main" id="{28CAA6EB-8648-B585-E54F-487323B36F17}"/>
              </a:ext>
            </a:extLst>
          </p:cNvPr>
          <p:cNvSpPr>
            <a:spLocks noGrp="1"/>
          </p:cNvSpPr>
          <p:nvPr>
            <p:ph type="title"/>
          </p:nvPr>
        </p:nvSpPr>
        <p:spPr>
          <a:xfrm>
            <a:off x="685331" y="0"/>
            <a:ext cx="7773338" cy="1596177"/>
          </a:xfrm>
        </p:spPr>
        <p:txBody>
          <a:bodyPr/>
          <a:lstStyle/>
          <a:p>
            <a:r>
              <a:rPr lang="en-US" dirty="0"/>
              <a:t>Categories </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1">
                <a:tint val="90000"/>
                <a:lumMod val="110000"/>
              </a:schemeClr>
            </a:gs>
            <a:gs pos="100000">
              <a:schemeClr val="bg1">
                <a:shade val="64000"/>
                <a:lumMod val="88000"/>
              </a:schemeClr>
            </a:gs>
          </a:gsLst>
          <a:lin ang="5400000" scaled="0"/>
        </a:gradFill>
        <a:effectLst/>
      </p:bgPr>
    </p:bg>
    <p:spTree>
      <p:nvGrpSpPr>
        <p:cNvPr id="1" name=""/>
        <p:cNvGrpSpPr/>
        <p:nvPr/>
      </p:nvGrpSpPr>
      <p:grpSpPr>
        <a:xfrm>
          <a:off x="0" y="0"/>
          <a:ext cx="0" cy="0"/>
          <a:chOff x="0" y="0"/>
          <a:chExt cx="0" cy="0"/>
        </a:xfrm>
      </p:grpSpPr>
      <p:pic>
        <p:nvPicPr>
          <p:cNvPr id="86023" name="Picture 2">
            <a:extLst>
              <a:ext uri="{FF2B5EF4-FFF2-40B4-BE49-F238E27FC236}">
                <a16:creationId xmlns:a16="http://schemas.microsoft.com/office/drawing/2014/main" id="{25496B42-CC46-4183-B481-887CD3E8C725}"/>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2">
            <a:alphaModFix/>
            <a:extLst>
              <a:ext uri="{28A0092B-C50C-407E-A947-70E740481C1C}">
                <a14:useLocalDpi xmlns:a14="http://schemas.microsoft.com/office/drawing/2010/main" val="0"/>
              </a:ext>
            </a:extLst>
          </a:blip>
          <a:srcRect/>
          <a:stretch>
            <a:fillRect/>
          </a:stretch>
        </p:blipFill>
        <p:spPr bwMode="auto">
          <a:xfrm>
            <a:off x="0" y="-1"/>
            <a:ext cx="9144002" cy="6858001"/>
          </a:xfrm>
          <a:prstGeom prst="rect">
            <a:avLst/>
          </a:prstGeom>
          <a:noFill/>
          <a:extLst>
            <a:ext uri="{909E8E84-426E-40DD-AFC4-6F175D3DCCD1}">
              <a14:hiddenFill xmlns:a14="http://schemas.microsoft.com/office/drawing/2010/main">
                <a:solidFill>
                  <a:srgbClr val="FFFFFF"/>
                </a:solidFill>
              </a14:hiddenFill>
            </a:ext>
          </a:extLst>
        </p:spPr>
      </p:pic>
      <p:pic>
        <p:nvPicPr>
          <p:cNvPr id="86025" name="Picture 86024">
            <a:extLst>
              <a:ext uri="{FF2B5EF4-FFF2-40B4-BE49-F238E27FC236}">
                <a16:creationId xmlns:a16="http://schemas.microsoft.com/office/drawing/2014/main" id="{E2758CE0-F916-4DCE-88D1-71430BE441B2}"/>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extLst>
              <a:ext uri="{28A0092B-C50C-407E-A947-70E740481C1C}">
                <a14:useLocalDpi xmlns:a14="http://schemas.microsoft.com/office/drawing/2010/main" val="0"/>
              </a:ext>
            </a:extLst>
          </a:blip>
          <a:stretch>
            <a:fillRect/>
          </a:stretch>
        </p:blipFill>
        <p:spPr>
          <a:xfrm>
            <a:off x="0" y="0"/>
            <a:ext cx="9144000" cy="6858000"/>
          </a:xfrm>
          <a:prstGeom prst="rect">
            <a:avLst/>
          </a:prstGeom>
        </p:spPr>
      </p:pic>
      <p:sp useBgFill="1">
        <p:nvSpPr>
          <p:cNvPr id="86027" name="Rectangle 86026">
            <a:extLst>
              <a:ext uri="{FF2B5EF4-FFF2-40B4-BE49-F238E27FC236}">
                <a16:creationId xmlns:a16="http://schemas.microsoft.com/office/drawing/2014/main" id="{48EC41B9-2D25-48A6-BC40-DA8F79F3EBD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6029" name="Picture 86028">
            <a:extLst>
              <a:ext uri="{FF2B5EF4-FFF2-40B4-BE49-F238E27FC236}">
                <a16:creationId xmlns:a16="http://schemas.microsoft.com/office/drawing/2014/main" id="{F8F21547-A433-450A-B2A3-930DCFABD93F}"/>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4">
            <a:extLst>
              <a:ext uri="{28A0092B-C50C-407E-A947-70E740481C1C}">
                <a14:useLocalDpi xmlns:a14="http://schemas.microsoft.com/office/drawing/2010/main" val="0"/>
              </a:ext>
            </a:extLst>
          </a:blip>
          <a:srcRect r="71324"/>
          <a:stretch/>
        </p:blipFill>
        <p:spPr>
          <a:xfrm>
            <a:off x="0" y="0"/>
            <a:ext cx="2622176" cy="6858000"/>
          </a:xfrm>
          <a:prstGeom prst="rect">
            <a:avLst/>
          </a:prstGeom>
        </p:spPr>
      </p:pic>
      <p:pic>
        <p:nvPicPr>
          <p:cNvPr id="86031" name="Picture 86030">
            <a:extLst>
              <a:ext uri="{FF2B5EF4-FFF2-40B4-BE49-F238E27FC236}">
                <a16:creationId xmlns:a16="http://schemas.microsoft.com/office/drawing/2014/main" id="{A73B520B-D7E7-436A-B263-0682940B4FB1}"/>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4">
            <a:extLst>
              <a:ext uri="{28A0092B-C50C-407E-A947-70E740481C1C}">
                <a14:useLocalDpi xmlns:a14="http://schemas.microsoft.com/office/drawing/2010/main" val="0"/>
              </a:ext>
            </a:extLst>
          </a:blip>
          <a:srcRect t="61810" r="21258"/>
          <a:stretch/>
        </p:blipFill>
        <p:spPr>
          <a:xfrm>
            <a:off x="0" y="4238951"/>
            <a:ext cx="7200177" cy="2619049"/>
          </a:xfrm>
          <a:prstGeom prst="rect">
            <a:avLst/>
          </a:prstGeom>
        </p:spPr>
      </p:pic>
      <p:sp>
        <p:nvSpPr>
          <p:cNvPr id="8" name="Rectangle 2">
            <a:extLst>
              <a:ext uri="{FF2B5EF4-FFF2-40B4-BE49-F238E27FC236}">
                <a16:creationId xmlns:a16="http://schemas.microsoft.com/office/drawing/2014/main" id="{42D68331-6E94-ABA7-7106-FAF9D1688BB6}"/>
              </a:ext>
            </a:extLst>
          </p:cNvPr>
          <p:cNvSpPr>
            <a:spLocks noGrp="1" noChangeArrowheads="1"/>
          </p:cNvSpPr>
          <p:nvPr>
            <p:ph type="title"/>
          </p:nvPr>
        </p:nvSpPr>
        <p:spPr>
          <a:xfrm>
            <a:off x="685800" y="619125"/>
            <a:ext cx="7772400" cy="828675"/>
          </a:xfrm>
        </p:spPr>
        <p:txBody>
          <a:bodyPr vert="horz" lIns="91440" tIns="45720" rIns="91440" bIns="45720" rtlCol="0" anchor="b">
            <a:normAutofit/>
          </a:bodyPr>
          <a:lstStyle/>
          <a:p>
            <a:r>
              <a:rPr lang="en-US" altLang="en-US" sz="4800" dirty="0"/>
              <a:t>Types with example</a:t>
            </a:r>
          </a:p>
        </p:txBody>
      </p:sp>
      <p:sp>
        <p:nvSpPr>
          <p:cNvPr id="3" name="TextBox 2">
            <a:extLst>
              <a:ext uri="{FF2B5EF4-FFF2-40B4-BE49-F238E27FC236}">
                <a16:creationId xmlns:a16="http://schemas.microsoft.com/office/drawing/2014/main" id="{864DBDB6-23DC-FF73-A4B4-54FC827B9E4A}"/>
              </a:ext>
            </a:extLst>
          </p:cNvPr>
          <p:cNvSpPr txBox="1"/>
          <p:nvPr/>
        </p:nvSpPr>
        <p:spPr>
          <a:xfrm>
            <a:off x="465044" y="1680146"/>
            <a:ext cx="8297956" cy="4524315"/>
          </a:xfrm>
          <a:prstGeom prst="rect">
            <a:avLst/>
          </a:prstGeom>
          <a:noFill/>
        </p:spPr>
        <p:txBody>
          <a:bodyPr wrap="square">
            <a:spAutoFit/>
          </a:bodyPr>
          <a:lstStyle/>
          <a:p>
            <a:r>
              <a:rPr lang="en-US" sz="2400" b="0" i="0" u="sng" dirty="0">
                <a:effectLst/>
                <a:latin typeface="Merriweather" panose="00000500000000000000" pitchFamily="2" charset="0"/>
                <a:hlinkClick r:id="rId5">
                  <a:extLst>
                    <a:ext uri="{A12FA001-AC4F-418D-AE19-62706E023703}">
                      <ahyp:hlinkClr xmlns:ahyp="http://schemas.microsoft.com/office/drawing/2018/hyperlinkcolor" val="tx"/>
                    </a:ext>
                  </a:extLst>
                </a:hlinkClick>
              </a:rPr>
              <a:t>Types of web applications</a:t>
            </a:r>
            <a:br>
              <a:rPr lang="en-US" sz="2400" dirty="0"/>
            </a:br>
            <a:r>
              <a:rPr lang="en-US" sz="2400" b="0" i="0" dirty="0">
                <a:effectLst/>
                <a:latin typeface="Merriweather" panose="00000500000000000000" pitchFamily="2" charset="0"/>
              </a:rPr>
              <a:t>    ➤  </a:t>
            </a:r>
            <a:r>
              <a:rPr lang="en-US" sz="2400" b="0" i="0" u="sng" dirty="0">
                <a:effectLst/>
                <a:latin typeface="Merriweather" panose="00000500000000000000" pitchFamily="2" charset="0"/>
                <a:hlinkClick r:id="rId6">
                  <a:extLst>
                    <a:ext uri="{A12FA001-AC4F-418D-AE19-62706E023703}">
                      <ahyp:hlinkClr xmlns:ahyp="http://schemas.microsoft.com/office/drawing/2018/hyperlinkcolor" val="tx"/>
                    </a:ext>
                  </a:extLst>
                </a:hlinkClick>
              </a:rPr>
              <a:t>Static web application</a:t>
            </a:r>
            <a:r>
              <a:rPr lang="en-US" sz="2400" b="0" i="0" u="sng" dirty="0">
                <a:effectLst/>
                <a:latin typeface="Merriweather" panose="00000500000000000000" pitchFamily="2" charset="0"/>
              </a:rPr>
              <a:t>- </a:t>
            </a:r>
            <a:r>
              <a:rPr lang="en-US" sz="2400" b="1" i="0" u="sng" dirty="0">
                <a:effectLst/>
                <a:latin typeface="Merriweather" panose="00000500000000000000" pitchFamily="2" charset="0"/>
              </a:rPr>
              <a:t>Blog post</a:t>
            </a:r>
            <a:br>
              <a:rPr lang="en-US" sz="2400" dirty="0"/>
            </a:br>
            <a:r>
              <a:rPr lang="en-US" sz="2400" b="0" i="0" dirty="0">
                <a:effectLst/>
                <a:latin typeface="Merriweather" panose="00000500000000000000" pitchFamily="2" charset="0"/>
              </a:rPr>
              <a:t>    ➤  </a:t>
            </a:r>
            <a:r>
              <a:rPr lang="en-US" sz="2400" b="0" i="0" u="sng" dirty="0">
                <a:effectLst/>
                <a:latin typeface="Merriweather" panose="00000500000000000000" pitchFamily="2" charset="0"/>
                <a:hlinkClick r:id="rId7">
                  <a:extLst>
                    <a:ext uri="{A12FA001-AC4F-418D-AE19-62706E023703}">
                      <ahyp:hlinkClr xmlns:ahyp="http://schemas.microsoft.com/office/drawing/2018/hyperlinkcolor" val="tx"/>
                    </a:ext>
                  </a:extLst>
                </a:hlinkClick>
              </a:rPr>
              <a:t>Dynamic web application</a:t>
            </a:r>
            <a:r>
              <a:rPr lang="en-US" sz="2400" b="0" i="0" u="sng" dirty="0">
                <a:effectLst/>
                <a:latin typeface="Merriweather" panose="00000500000000000000" pitchFamily="2" charset="0"/>
              </a:rPr>
              <a:t>- </a:t>
            </a:r>
            <a:r>
              <a:rPr lang="en-US" sz="2400" b="1" i="0" u="sng" dirty="0">
                <a:effectLst/>
                <a:latin typeface="Merriweather" panose="00000500000000000000" pitchFamily="2" charset="0"/>
              </a:rPr>
              <a:t>Facebook, Netflix</a:t>
            </a:r>
            <a:br>
              <a:rPr lang="en-US" sz="2400" dirty="0"/>
            </a:br>
            <a:r>
              <a:rPr lang="en-US" sz="2400" b="0" i="0" dirty="0">
                <a:effectLst/>
                <a:latin typeface="Merriweather" panose="00000500000000000000" pitchFamily="2" charset="0"/>
              </a:rPr>
              <a:t>    ➤  </a:t>
            </a:r>
            <a:r>
              <a:rPr lang="en-US" sz="2400" b="0" i="0" u="sng" dirty="0">
                <a:effectLst/>
                <a:latin typeface="Merriweather" panose="00000500000000000000" pitchFamily="2" charset="0"/>
                <a:hlinkClick r:id="rId8">
                  <a:extLst>
                    <a:ext uri="{A12FA001-AC4F-418D-AE19-62706E023703}">
                      <ahyp:hlinkClr xmlns:ahyp="http://schemas.microsoft.com/office/drawing/2018/hyperlinkcolor" val="tx"/>
                    </a:ext>
                  </a:extLst>
                </a:hlinkClick>
              </a:rPr>
              <a:t>E-commerce web application</a:t>
            </a:r>
            <a:r>
              <a:rPr lang="en-US" sz="2400" b="0" i="0" u="sng" dirty="0">
                <a:effectLst/>
                <a:latin typeface="Merriweather" panose="00000500000000000000" pitchFamily="2" charset="0"/>
              </a:rPr>
              <a:t>- </a:t>
            </a:r>
            <a:r>
              <a:rPr lang="en-US" sz="2400" b="1" i="0" u="sng" dirty="0">
                <a:effectLst/>
                <a:latin typeface="Merriweather" panose="00000500000000000000" pitchFamily="2" charset="0"/>
              </a:rPr>
              <a:t>Amazon, </a:t>
            </a:r>
            <a:r>
              <a:rPr lang="en-US" sz="2400" b="1" i="0" u="sng" dirty="0" err="1">
                <a:effectLst/>
                <a:latin typeface="Merriweather" panose="00000500000000000000" pitchFamily="2" charset="0"/>
              </a:rPr>
              <a:t>Ebay</a:t>
            </a:r>
            <a:br>
              <a:rPr lang="en-US" sz="2400" dirty="0"/>
            </a:br>
            <a:r>
              <a:rPr lang="en-US" sz="2400" b="0" i="0" dirty="0">
                <a:effectLst/>
                <a:latin typeface="Merriweather" panose="00000500000000000000" pitchFamily="2" charset="0"/>
              </a:rPr>
              <a:t>    ➤  </a:t>
            </a:r>
            <a:r>
              <a:rPr lang="en-US" sz="2400" b="0" i="0" u="sng" dirty="0">
                <a:effectLst/>
                <a:latin typeface="Merriweather" panose="00000500000000000000" pitchFamily="2" charset="0"/>
                <a:hlinkClick r:id="rId9">
                  <a:extLst>
                    <a:ext uri="{A12FA001-AC4F-418D-AE19-62706E023703}">
                      <ahyp:hlinkClr xmlns:ahyp="http://schemas.microsoft.com/office/drawing/2018/hyperlinkcolor" val="tx"/>
                    </a:ext>
                  </a:extLst>
                </a:hlinkClick>
              </a:rPr>
              <a:t>Content management system web application</a:t>
            </a:r>
            <a:r>
              <a:rPr lang="en-US" sz="2400" u="sng" dirty="0">
                <a:latin typeface="Merriweather" panose="00000500000000000000" pitchFamily="2" charset="0"/>
              </a:rPr>
              <a:t>-	</a:t>
            </a:r>
            <a:r>
              <a:rPr lang="en-US" sz="2400" b="1" u="sng" dirty="0" err="1">
                <a:latin typeface="Merriweather" panose="00000500000000000000" pitchFamily="2" charset="0"/>
              </a:rPr>
              <a:t>wordpress</a:t>
            </a:r>
            <a:r>
              <a:rPr lang="en-US" sz="2400" u="sng" dirty="0" err="1">
                <a:latin typeface="Merriweather" panose="00000500000000000000" pitchFamily="2" charset="0"/>
              </a:rPr>
              <a:t>,</a:t>
            </a:r>
            <a:r>
              <a:rPr lang="en-US" sz="2400" b="1" u="sng" dirty="0" err="1">
                <a:latin typeface="Merriweather" panose="00000500000000000000" pitchFamily="2" charset="0"/>
              </a:rPr>
              <a:t>Webflow</a:t>
            </a:r>
            <a:br>
              <a:rPr lang="en-US" sz="2400" dirty="0"/>
            </a:br>
            <a:r>
              <a:rPr lang="en-US" sz="2400" b="0" i="0" dirty="0">
                <a:effectLst/>
                <a:latin typeface="Merriweather" panose="00000500000000000000" pitchFamily="2" charset="0"/>
              </a:rPr>
              <a:t>    ➤  </a:t>
            </a:r>
            <a:r>
              <a:rPr lang="en-US" sz="2400" b="0" i="0" u="sng" dirty="0">
                <a:effectLst/>
                <a:latin typeface="Merriweather" panose="00000500000000000000" pitchFamily="2" charset="0"/>
                <a:hlinkClick r:id="rId10">
                  <a:extLst>
                    <a:ext uri="{A12FA001-AC4F-418D-AE19-62706E023703}">
                      <ahyp:hlinkClr xmlns:ahyp="http://schemas.microsoft.com/office/drawing/2018/hyperlinkcolor" val="tx"/>
                    </a:ext>
                  </a:extLst>
                </a:hlinkClick>
              </a:rPr>
              <a:t>Single-page web application</a:t>
            </a:r>
            <a:r>
              <a:rPr lang="en-US" sz="2400" b="0" i="0" u="sng" dirty="0">
                <a:effectLst/>
                <a:latin typeface="Merriweather" panose="00000500000000000000" pitchFamily="2" charset="0"/>
              </a:rPr>
              <a:t>- </a:t>
            </a:r>
            <a:r>
              <a:rPr lang="en-US" sz="2400" b="1" i="0" u="sng" dirty="0">
                <a:effectLst/>
                <a:latin typeface="Merriweather" panose="00000500000000000000" pitchFamily="2" charset="0"/>
              </a:rPr>
              <a:t>Gmail, </a:t>
            </a:r>
            <a:r>
              <a:rPr lang="en-US" sz="2400" b="1" i="0" u="sng" dirty="0" err="1">
                <a:effectLst/>
                <a:latin typeface="Merriweather" panose="00000500000000000000" pitchFamily="2" charset="0"/>
              </a:rPr>
              <a:t>Paypal</a:t>
            </a:r>
            <a:br>
              <a:rPr lang="en-US" sz="2400" dirty="0"/>
            </a:br>
            <a:r>
              <a:rPr lang="en-US" sz="2400" b="0" i="0" dirty="0">
                <a:effectLst/>
                <a:latin typeface="Merriweather" panose="00000500000000000000" pitchFamily="2" charset="0"/>
              </a:rPr>
              <a:t>    ➤  </a:t>
            </a:r>
            <a:r>
              <a:rPr lang="en-US" sz="2400" b="0" i="0" u="sng" dirty="0">
                <a:effectLst/>
                <a:latin typeface="Merriweather" panose="00000500000000000000" pitchFamily="2" charset="0"/>
                <a:hlinkClick r:id="rId11">
                  <a:extLst>
                    <a:ext uri="{A12FA001-AC4F-418D-AE19-62706E023703}">
                      <ahyp:hlinkClr xmlns:ahyp="http://schemas.microsoft.com/office/drawing/2018/hyperlinkcolor" val="tx"/>
                    </a:ext>
                  </a:extLst>
                </a:hlinkClick>
              </a:rPr>
              <a:t>Multiple-pages web application</a:t>
            </a:r>
            <a:r>
              <a:rPr lang="en-US" sz="2400" u="sng" dirty="0">
                <a:latin typeface="Merriweather" panose="00000500000000000000" pitchFamily="2" charset="0"/>
              </a:rPr>
              <a:t>- </a:t>
            </a:r>
            <a:r>
              <a:rPr lang="en-US" sz="2400" b="1" i="0" u="sng" dirty="0">
                <a:effectLst/>
                <a:latin typeface="Merriweather" panose="00000500000000000000" pitchFamily="2" charset="0"/>
              </a:rPr>
              <a:t>Google Docs</a:t>
            </a:r>
            <a:br>
              <a:rPr lang="en-US" sz="2400" dirty="0"/>
            </a:br>
            <a:r>
              <a:rPr lang="en-US" sz="2400" b="0" i="0" dirty="0">
                <a:effectLst/>
                <a:latin typeface="Merriweather" panose="00000500000000000000" pitchFamily="2" charset="0"/>
              </a:rPr>
              <a:t>    ➤  </a:t>
            </a:r>
            <a:r>
              <a:rPr lang="en-US" sz="2400" b="0" i="0" u="sng" dirty="0">
                <a:effectLst/>
                <a:latin typeface="Merriweather" panose="00000500000000000000" pitchFamily="2" charset="0"/>
                <a:hlinkClick r:id="rId12">
                  <a:extLst>
                    <a:ext uri="{A12FA001-AC4F-418D-AE19-62706E023703}">
                      <ahyp:hlinkClr xmlns:ahyp="http://schemas.microsoft.com/office/drawing/2018/hyperlinkcolor" val="tx"/>
                    </a:ext>
                  </a:extLst>
                </a:hlinkClick>
              </a:rPr>
              <a:t>Portal web application</a:t>
            </a:r>
            <a:r>
              <a:rPr lang="en-US" sz="2400" u="sng" dirty="0">
                <a:latin typeface="Merriweather" panose="00000500000000000000" pitchFamily="2" charset="0"/>
              </a:rPr>
              <a:t> - </a:t>
            </a:r>
            <a:r>
              <a:rPr lang="en-US" sz="2400" b="1" u="sng" dirty="0">
                <a:latin typeface="Merriweather" panose="00000500000000000000" pitchFamily="2" charset="0"/>
              </a:rPr>
              <a:t>Coursera</a:t>
            </a:r>
            <a:br>
              <a:rPr lang="en-US" sz="2400" dirty="0"/>
            </a:br>
            <a:r>
              <a:rPr lang="en-US" sz="2400" b="0" i="0" dirty="0">
                <a:effectLst/>
                <a:latin typeface="Merriweather" panose="00000500000000000000" pitchFamily="2" charset="0"/>
              </a:rPr>
              <a:t>    ➤  </a:t>
            </a:r>
            <a:r>
              <a:rPr lang="en-US" sz="2400" b="0" i="0" u="sng" dirty="0">
                <a:effectLst/>
                <a:latin typeface="Merriweather" panose="00000500000000000000" pitchFamily="2" charset="0"/>
                <a:hlinkClick r:id="rId13">
                  <a:extLst>
                    <a:ext uri="{A12FA001-AC4F-418D-AE19-62706E023703}">
                      <ahyp:hlinkClr xmlns:ahyp="http://schemas.microsoft.com/office/drawing/2018/hyperlinkcolor" val="tx"/>
                    </a:ext>
                  </a:extLst>
                </a:hlinkClick>
              </a:rPr>
              <a:t>Animated web application</a:t>
            </a:r>
            <a:r>
              <a:rPr lang="en-US" sz="2400" b="0" i="0" u="sng" dirty="0">
                <a:effectLst/>
                <a:latin typeface="Merriweather" panose="00000500000000000000" pitchFamily="2" charset="0"/>
              </a:rPr>
              <a:t> – </a:t>
            </a:r>
            <a:r>
              <a:rPr lang="en-US" sz="2400" b="1" i="0" u="sng" dirty="0">
                <a:effectLst/>
                <a:latin typeface="Merriweather" panose="00000500000000000000" pitchFamily="2" charset="0"/>
              </a:rPr>
              <a:t>Google’s Your Plan</a:t>
            </a:r>
            <a:br>
              <a:rPr lang="en-US" sz="2400" dirty="0"/>
            </a:br>
            <a:r>
              <a:rPr lang="en-US" sz="2400" b="0" i="0" dirty="0">
                <a:effectLst/>
                <a:latin typeface="Merriweather" panose="00000500000000000000" pitchFamily="2" charset="0"/>
              </a:rPr>
              <a:t>    ➤  </a:t>
            </a:r>
            <a:r>
              <a:rPr lang="en-US" sz="2400" b="0" i="0" u="sng" dirty="0">
                <a:effectLst/>
                <a:latin typeface="Merriweather" panose="00000500000000000000" pitchFamily="2" charset="0"/>
                <a:hlinkClick r:id="rId14">
                  <a:extLst>
                    <a:ext uri="{A12FA001-AC4F-418D-AE19-62706E023703}">
                      <ahyp:hlinkClr xmlns:ahyp="http://schemas.microsoft.com/office/drawing/2018/hyperlinkcolor" val="tx"/>
                    </a:ext>
                  </a:extLst>
                </a:hlinkClick>
              </a:rPr>
              <a:t>Rich internet web application</a:t>
            </a:r>
            <a:r>
              <a:rPr lang="en-US" sz="2400" b="0" i="0" u="sng" dirty="0">
                <a:effectLst/>
                <a:latin typeface="Merriweather" panose="00000500000000000000" pitchFamily="2" charset="0"/>
              </a:rPr>
              <a:t> - </a:t>
            </a:r>
            <a:br>
              <a:rPr lang="en-US" sz="2400" dirty="0"/>
            </a:br>
            <a:r>
              <a:rPr lang="en-US" sz="2400" b="0" i="0" dirty="0">
                <a:effectLst/>
                <a:latin typeface="Merriweather" panose="00000500000000000000" pitchFamily="2" charset="0"/>
              </a:rPr>
              <a:t>    ➤  </a:t>
            </a:r>
            <a:r>
              <a:rPr lang="en-US" sz="2400" b="0" i="0" u="sng" dirty="0">
                <a:effectLst/>
                <a:latin typeface="Merriweather" panose="00000500000000000000" pitchFamily="2" charset="0"/>
                <a:hlinkClick r:id="rId15">
                  <a:extLst>
                    <a:ext uri="{A12FA001-AC4F-418D-AE19-62706E023703}">
                      <ahyp:hlinkClr xmlns:ahyp="http://schemas.microsoft.com/office/drawing/2018/hyperlinkcolor" val="tx"/>
                    </a:ext>
                  </a:extLst>
                </a:hlinkClick>
              </a:rPr>
              <a:t>Progressive web application</a:t>
            </a:r>
            <a:r>
              <a:rPr lang="en-US" sz="2400" b="0" i="0" u="sng" dirty="0">
                <a:effectLst/>
                <a:latin typeface="Merriweather" panose="00000500000000000000" pitchFamily="2" charset="0"/>
              </a:rPr>
              <a:t> - </a:t>
            </a:r>
            <a:r>
              <a:rPr lang="en-US" sz="2400" b="1" i="0" u="sng" dirty="0">
                <a:effectLst/>
                <a:latin typeface="Merriweather" panose="00000500000000000000" pitchFamily="2" charset="0"/>
              </a:rPr>
              <a:t>Spotify</a:t>
            </a:r>
            <a:endParaRPr lang="en-US" sz="2400" b="1" dirty="0">
              <a:latin typeface="Verdana" panose="020B0604030504040204" pitchFamily="34" charset="0"/>
            </a:endParaRPr>
          </a:p>
        </p:txBody>
      </p:sp>
    </p:spTree>
    <p:extLst>
      <p:ext uri="{BB962C8B-B14F-4D97-AF65-F5344CB8AC3E}">
        <p14:creationId xmlns:p14="http://schemas.microsoft.com/office/powerpoint/2010/main" val="44511379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9525"/>
          <a:ext cx="9144000" cy="6867525"/>
          <a:chOff x="0" y="9525"/>
          <a:chExt cx="9144000" cy="6867525"/>
        </a:xfrm>
      </p:grpSpPr>
      <p:pic>
        <p:nvPicPr>
          <p:cNvPr id="2" name="Slide"/>
          <p:cNvPicPr>
            <a:picLocks noChangeAspect="1"/>
          </p:cNvPicPr>
          <p:nvPr/>
        </p:nvPicPr>
        <p:blipFill rotWithShape="1">
          <a:blip r:embed="rId2"/>
          <a:srcRect t="17639"/>
          <a:stretch/>
        </p:blipFill>
        <p:spPr>
          <a:xfrm>
            <a:off x="0" y="1219199"/>
            <a:ext cx="9144000" cy="5648325"/>
          </a:xfrm>
          <a:prstGeom prst="rect">
            <a:avLst/>
          </a:prstGeom>
        </p:spPr>
      </p:pic>
      <p:sp>
        <p:nvSpPr>
          <p:cNvPr id="3" name="Title 2">
            <a:extLst>
              <a:ext uri="{FF2B5EF4-FFF2-40B4-BE49-F238E27FC236}">
                <a16:creationId xmlns:a16="http://schemas.microsoft.com/office/drawing/2014/main" id="{6ABD9874-3664-4310-2FC6-98632EC46EA4}"/>
              </a:ext>
            </a:extLst>
          </p:cNvPr>
          <p:cNvSpPr>
            <a:spLocks noGrp="1"/>
          </p:cNvSpPr>
          <p:nvPr>
            <p:ph type="title"/>
          </p:nvPr>
        </p:nvSpPr>
        <p:spPr/>
        <p:txBody>
          <a:bodyPr/>
          <a:lstStyle/>
          <a:p>
            <a:r>
              <a:rPr lang="en-US" dirty="0"/>
              <a:t>Web application</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1">
                <a:tint val="90000"/>
                <a:lumMod val="110000"/>
              </a:schemeClr>
            </a:gs>
            <a:gs pos="100000">
              <a:schemeClr val="bg1">
                <a:shade val="64000"/>
                <a:lumMod val="88000"/>
              </a:schemeClr>
            </a:gs>
          </a:gsLst>
          <a:lin ang="5400000" scaled="0"/>
        </a:gradFill>
        <a:effectLst/>
      </p:bgPr>
    </p:bg>
    <p:spTree>
      <p:nvGrpSpPr>
        <p:cNvPr id="1" name=""/>
        <p:cNvGrpSpPr/>
        <p:nvPr/>
      </p:nvGrpSpPr>
      <p:grpSpPr>
        <a:xfrm>
          <a:off x="0" y="9525"/>
          <a:ext cx="9144000" cy="6867525"/>
          <a:chOff x="0" y="9525"/>
          <a:chExt cx="9144000" cy="6867525"/>
        </a:xfrm>
      </p:grpSpPr>
      <p:pic>
        <p:nvPicPr>
          <p:cNvPr id="12" name="Picture 2">
            <a:extLst>
              <a:ext uri="{FF2B5EF4-FFF2-40B4-BE49-F238E27FC236}">
                <a16:creationId xmlns:a16="http://schemas.microsoft.com/office/drawing/2014/main" id="{93274B0C-1CB3-4AA4-A183-20B7FE5DB1D2}"/>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2">
            <a:alphaModFix/>
            <a:extLst>
              <a:ext uri="{28A0092B-C50C-407E-A947-70E740481C1C}">
                <a14:useLocalDpi xmlns:a14="http://schemas.microsoft.com/office/drawing/2010/main" val="0"/>
              </a:ext>
            </a:extLst>
          </a:blip>
          <a:srcRect/>
          <a:stretch>
            <a:fillRect/>
          </a:stretch>
        </p:blipFill>
        <p:spPr bwMode="auto">
          <a:xfrm>
            <a:off x="0" y="-1"/>
            <a:ext cx="9144002" cy="6858001"/>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13">
            <a:extLst>
              <a:ext uri="{FF2B5EF4-FFF2-40B4-BE49-F238E27FC236}">
                <a16:creationId xmlns:a16="http://schemas.microsoft.com/office/drawing/2014/main" id="{2E640319-3BB6-49BF-BAF4-D63FEC73E146}"/>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extLst>
              <a:ext uri="{28A0092B-C50C-407E-A947-70E740481C1C}">
                <a14:useLocalDpi xmlns:a14="http://schemas.microsoft.com/office/drawing/2010/main" val="0"/>
              </a:ext>
            </a:extLst>
          </a:blip>
          <a:stretch>
            <a:fillRect/>
          </a:stretch>
        </p:blipFill>
        <p:spPr>
          <a:xfrm>
            <a:off x="0" y="0"/>
            <a:ext cx="9144000" cy="6858000"/>
          </a:xfrm>
          <a:prstGeom prst="rect">
            <a:avLst/>
          </a:prstGeom>
        </p:spPr>
      </p:pic>
      <p:pic>
        <p:nvPicPr>
          <p:cNvPr id="15" name="Picture 14">
            <a:extLst>
              <a:ext uri="{FF2B5EF4-FFF2-40B4-BE49-F238E27FC236}">
                <a16:creationId xmlns:a16="http://schemas.microsoft.com/office/drawing/2014/main" id="{F960256D-A037-DCB2-3B6B-4ED783DCC349}"/>
              </a:ext>
            </a:extLst>
          </p:cNvPr>
          <p:cNvPicPr>
            <a:picLocks noChangeAspect="1"/>
          </p:cNvPicPr>
          <p:nvPr/>
        </p:nvPicPr>
        <p:blipFill rotWithShape="1">
          <a:blip r:embed="rId4">
            <a:grayscl/>
          </a:blip>
          <a:srcRect l="5149" r="11518"/>
          <a:stretch/>
        </p:blipFill>
        <p:spPr>
          <a:xfrm>
            <a:off x="20" y="2754"/>
            <a:ext cx="9143980" cy="6858000"/>
          </a:xfrm>
          <a:prstGeom prst="rect">
            <a:avLst/>
          </a:prstGeom>
        </p:spPr>
      </p:pic>
      <p:sp>
        <p:nvSpPr>
          <p:cNvPr id="11" name="Rectangle 10">
            <a:extLst>
              <a:ext uri="{FF2B5EF4-FFF2-40B4-BE49-F238E27FC236}">
                <a16:creationId xmlns:a16="http://schemas.microsoft.com/office/drawing/2014/main" id="{B119B876-7CC6-4F37-A6BB-06DE54AA3EA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754"/>
            <a:ext cx="9144000" cy="6858000"/>
          </a:xfrm>
          <a:prstGeom prst="rect">
            <a:avLst/>
          </a:prstGeom>
          <a:gradFill>
            <a:gsLst>
              <a:gs pos="10000">
                <a:schemeClr val="bg1">
                  <a:alpha val="29000"/>
                </a:schemeClr>
              </a:gs>
              <a:gs pos="85000">
                <a:schemeClr val="bg1">
                  <a:lumMod val="95000"/>
                  <a:alpha val="82000"/>
                </a:schemeClr>
              </a:gs>
            </a:gsLst>
            <a:path path="circle">
              <a:fillToRect l="50000" t="50000" r="50000" b="50000"/>
            </a:path>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Picture 12">
            <a:extLst>
              <a:ext uri="{FF2B5EF4-FFF2-40B4-BE49-F238E27FC236}">
                <a16:creationId xmlns:a16="http://schemas.microsoft.com/office/drawing/2014/main" id="{E27D7242-B1BC-469A-BCD2-649B058B6451}"/>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extLst>
              <a:ext uri="{28A0092B-C50C-407E-A947-70E740481C1C}">
                <a14:useLocalDpi xmlns:a14="http://schemas.microsoft.com/office/drawing/2010/main" val="0"/>
              </a:ext>
            </a:extLst>
          </a:blip>
          <a:stretch>
            <a:fillRect/>
          </a:stretch>
        </p:blipFill>
        <p:spPr>
          <a:xfrm>
            <a:off x="0" y="2754"/>
            <a:ext cx="9144000" cy="6858000"/>
          </a:xfrm>
          <a:prstGeom prst="rect">
            <a:avLst/>
          </a:prstGeom>
        </p:spPr>
      </p:pic>
      <p:pic>
        <p:nvPicPr>
          <p:cNvPr id="10" name="Picture 9">
            <a:extLst>
              <a:ext uri="{FF2B5EF4-FFF2-40B4-BE49-F238E27FC236}">
                <a16:creationId xmlns:a16="http://schemas.microsoft.com/office/drawing/2014/main" id="{09977582-113F-C2A8-ACBE-AA4E6EA89AEA}"/>
              </a:ext>
            </a:extLst>
          </p:cNvPr>
          <p:cNvPicPr>
            <a:picLocks noChangeAspect="1"/>
          </p:cNvPicPr>
          <p:nvPr/>
        </p:nvPicPr>
        <p:blipFill>
          <a:blip r:embed="rId5"/>
          <a:stretch>
            <a:fillRect/>
          </a:stretch>
        </p:blipFill>
        <p:spPr>
          <a:xfrm>
            <a:off x="1143000" y="1219200"/>
            <a:ext cx="7603375" cy="42672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9525"/>
          <a:ext cx="9144000" cy="6867525"/>
          <a:chOff x="0" y="9525"/>
          <a:chExt cx="9144000" cy="6867525"/>
        </a:xfrm>
      </p:grpSpPr>
      <p:pic>
        <p:nvPicPr>
          <p:cNvPr id="1026" name="Picture 2" descr="web application architecture diagram">
            <a:extLst>
              <a:ext uri="{FF2B5EF4-FFF2-40B4-BE49-F238E27FC236}">
                <a16:creationId xmlns:a16="http://schemas.microsoft.com/office/drawing/2014/main" id="{3E1B8ADE-DC38-DF22-36D6-8C53C6269D2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09638" y="0"/>
            <a:ext cx="7324725" cy="6858000"/>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1">
                <a:tint val="90000"/>
                <a:lumMod val="110000"/>
              </a:schemeClr>
            </a:gs>
            <a:gs pos="100000">
              <a:schemeClr val="bg1">
                <a:shade val="64000"/>
                <a:lumMod val="88000"/>
              </a:schemeClr>
            </a:gs>
          </a:gsLst>
          <a:lin ang="5400000" scaled="0"/>
        </a:gradFill>
        <a:effectLst/>
      </p:bgPr>
    </p:bg>
    <p:spTree>
      <p:nvGrpSpPr>
        <p:cNvPr id="1" name=""/>
        <p:cNvGrpSpPr/>
        <p:nvPr/>
      </p:nvGrpSpPr>
      <p:grpSpPr>
        <a:xfrm>
          <a:off x="0" y="9525"/>
          <a:ext cx="9144000" cy="6867525"/>
          <a:chOff x="0" y="9525"/>
          <a:chExt cx="9144000" cy="6867525"/>
        </a:xfrm>
      </p:grpSpPr>
      <p:pic>
        <p:nvPicPr>
          <p:cNvPr id="2" name="Slide"/>
          <p:cNvPicPr>
            <a:picLocks noChangeAspect="1"/>
          </p:cNvPicPr>
          <p:nvPr/>
        </p:nvPicPr>
        <p:blipFill rotWithShape="1">
          <a:blip r:embed="rId2"/>
          <a:srcRect t="17900" r="-1" b="7080"/>
          <a:stretch/>
        </p:blipFill>
        <p:spPr>
          <a:xfrm>
            <a:off x="835389" y="1596177"/>
            <a:ext cx="7348471" cy="4134592"/>
          </a:xfrm>
          <a:prstGeom prst="rect">
            <a:avLst/>
          </a:prstGeom>
        </p:spPr>
      </p:pic>
      <p:sp>
        <p:nvSpPr>
          <p:cNvPr id="3" name="Title 2">
            <a:extLst>
              <a:ext uri="{FF2B5EF4-FFF2-40B4-BE49-F238E27FC236}">
                <a16:creationId xmlns:a16="http://schemas.microsoft.com/office/drawing/2014/main" id="{E7C6E42C-3A2B-6D3C-DE8E-BA8A9AA85997}"/>
              </a:ext>
            </a:extLst>
          </p:cNvPr>
          <p:cNvSpPr>
            <a:spLocks noGrp="1"/>
          </p:cNvSpPr>
          <p:nvPr>
            <p:ph type="title"/>
          </p:nvPr>
        </p:nvSpPr>
        <p:spPr>
          <a:xfrm>
            <a:off x="685331" y="0"/>
            <a:ext cx="7773338" cy="1596177"/>
          </a:xfrm>
        </p:spPr>
        <p:txBody>
          <a:bodyPr/>
          <a:lstStyle/>
          <a:p>
            <a:r>
              <a:rPr lang="en-US" dirty="0"/>
              <a:t>Tier vs layer </a:t>
            </a:r>
          </a:p>
        </p:txBody>
      </p:sp>
    </p:spTree>
  </p:cSld>
  <p:clrMapOvr>
    <a:masterClrMapping/>
  </p:clrMapOvr>
  <p:transition>
    <p:random/>
  </p:transition>
</p:sld>
</file>

<file path=ppt/slides/slide11.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1">
                <a:tint val="90000"/>
                <a:lumMod val="110000"/>
              </a:schemeClr>
            </a:gs>
            <a:gs pos="100000">
              <a:schemeClr val="bg1">
                <a:shade val="64000"/>
                <a:lumMod val="88000"/>
              </a:schemeClr>
            </a:gs>
          </a:gsLst>
          <a:lin ang="5400000" scaled="0"/>
        </a:gradFill>
        <a:effectLst/>
      </p:bgPr>
    </p:bg>
    <p:spTree>
      <p:nvGrpSpPr>
        <p:cNvPr id="1" name=""/>
        <p:cNvGrpSpPr/>
        <p:nvPr/>
      </p:nvGrpSpPr>
      <p:grpSpPr>
        <a:xfrm>
          <a:off x="0" y="9525"/>
          <a:ext cx="9144000" cy="6867525"/>
          <a:chOff x="0" y="9525"/>
          <a:chExt cx="9144000" cy="6867525"/>
        </a:xfrm>
      </p:grpSpPr>
      <p:pic>
        <p:nvPicPr>
          <p:cNvPr id="7" name="Picture 2">
            <a:extLst>
              <a:ext uri="{FF2B5EF4-FFF2-40B4-BE49-F238E27FC236}">
                <a16:creationId xmlns:a16="http://schemas.microsoft.com/office/drawing/2014/main" id="{93274B0C-1CB3-4AA4-A183-20B7FE5DB1D2}"/>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2">
            <a:alphaModFix/>
            <a:extLst>
              <a:ext uri="{28A0092B-C50C-407E-A947-70E740481C1C}">
                <a14:useLocalDpi xmlns:a14="http://schemas.microsoft.com/office/drawing/2010/main" val="0"/>
              </a:ext>
            </a:extLst>
          </a:blip>
          <a:srcRect/>
          <a:stretch>
            <a:fillRect/>
          </a:stretch>
        </p:blipFill>
        <p:spPr bwMode="auto">
          <a:xfrm>
            <a:off x="0" y="-1"/>
            <a:ext cx="9144002" cy="6858001"/>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8">
            <a:extLst>
              <a:ext uri="{FF2B5EF4-FFF2-40B4-BE49-F238E27FC236}">
                <a16:creationId xmlns:a16="http://schemas.microsoft.com/office/drawing/2014/main" id="{2E640319-3BB6-49BF-BAF4-D63FEC73E146}"/>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extLst>
              <a:ext uri="{28A0092B-C50C-407E-A947-70E740481C1C}">
                <a14:useLocalDpi xmlns:a14="http://schemas.microsoft.com/office/drawing/2010/main" val="0"/>
              </a:ext>
            </a:extLst>
          </a:blip>
          <a:stretch>
            <a:fillRect/>
          </a:stretch>
        </p:blipFill>
        <p:spPr>
          <a:xfrm>
            <a:off x="0" y="0"/>
            <a:ext cx="9144000" cy="6858000"/>
          </a:xfrm>
          <a:prstGeom prst="rect">
            <a:avLst/>
          </a:prstGeom>
        </p:spPr>
      </p:pic>
      <p:sp useBgFill="1">
        <p:nvSpPr>
          <p:cNvPr id="11" name="Rectangle 10">
            <a:extLst>
              <a:ext uri="{FF2B5EF4-FFF2-40B4-BE49-F238E27FC236}">
                <a16:creationId xmlns:a16="http://schemas.microsoft.com/office/drawing/2014/main" id="{580BB8B9-217F-4DCC-9FBD-2876278B80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Picture 2">
            <a:extLst>
              <a:ext uri="{FF2B5EF4-FFF2-40B4-BE49-F238E27FC236}">
                <a16:creationId xmlns:a16="http://schemas.microsoft.com/office/drawing/2014/main" id="{609D8CDD-FE26-4664-A535-825D83F15F89}"/>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2">
            <a:alphaModFix/>
            <a:extLst>
              <a:ext uri="{28A0092B-C50C-407E-A947-70E740481C1C}">
                <a14:useLocalDpi xmlns:a14="http://schemas.microsoft.com/office/drawing/2010/main" val="0"/>
              </a:ext>
            </a:extLst>
          </a:blip>
          <a:srcRect/>
          <a:stretch>
            <a:fillRect/>
          </a:stretch>
        </p:blipFill>
        <p:spPr bwMode="auto">
          <a:xfrm>
            <a:off x="0" y="-1"/>
            <a:ext cx="9144002" cy="6858001"/>
          </a:xfrm>
          <a:prstGeom prst="rect">
            <a:avLst/>
          </a:prstGeom>
          <a:noFill/>
          <a:extLst>
            <a:ext uri="{909E8E84-426E-40DD-AFC4-6F175D3DCCD1}">
              <a14:hiddenFill xmlns:a14="http://schemas.microsoft.com/office/drawing/2010/main">
                <a:solidFill>
                  <a:srgbClr val="FFFFFF"/>
                </a:solidFill>
              </a14:hiddenFill>
            </a:ext>
          </a:extLst>
        </p:spPr>
      </p:pic>
      <p:sp>
        <p:nvSpPr>
          <p:cNvPr id="15" name="Rounded Rectangle 12">
            <a:extLst>
              <a:ext uri="{FF2B5EF4-FFF2-40B4-BE49-F238E27FC236}">
                <a16:creationId xmlns:a16="http://schemas.microsoft.com/office/drawing/2014/main" id="{17D77369-714C-4CDE-BD71-7B743B4CEE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43447" y="643467"/>
            <a:ext cx="8057105" cy="5564129"/>
          </a:xfrm>
          <a:prstGeom prst="roundRect">
            <a:avLst>
              <a:gd name="adj" fmla="val 4448"/>
            </a:avLst>
          </a:prstGeom>
          <a:solidFill>
            <a:srgbClr val="FFFFFF"/>
          </a:solidFill>
          <a:ln w="82550" cap="sq">
            <a:solidFill>
              <a:srgbClr val="EAEAEA"/>
            </a:solidFill>
            <a:miter lim="800000"/>
          </a:ln>
          <a:effectLst/>
          <a:scene3d>
            <a:camera prst="orthographicFront"/>
            <a:lightRig rig="threePt" dir="t">
              <a:rot lat="0" lon="0" rev="2700000"/>
            </a:lightRig>
          </a:scene3d>
          <a:sp3d contourW="6350">
            <a:bevelT h="38100"/>
            <a:contourClr>
              <a:srgbClr val="C0C0C0"/>
            </a:contourClr>
          </a:sp3d>
        </p:spPr>
        <p:txBody>
          <a:bodyPr vert="horz" lIns="91440" tIns="45720" rIns="91440" bIns="45720" rtlCol="0" anchor="t">
            <a:normAutofit/>
          </a:bodyPr>
          <a:lstStyle/>
          <a:p>
            <a:pPr algn="ctr">
              <a:lnSpc>
                <a:spcPct val="120000"/>
              </a:lnSpc>
              <a:spcBef>
                <a:spcPts val="1000"/>
              </a:spcBef>
              <a:buClr>
                <a:schemeClr val="tx1"/>
              </a:buClr>
              <a:buFont typeface="Arial" panose="020B0604020202020204" pitchFamily="34" charset="0"/>
              <a:buNone/>
            </a:pPr>
            <a:endParaRPr lang="en-US" sz="3200" cap="all">
              <a:solidFill>
                <a:schemeClr val="bg1">
                  <a:lumMod val="50000"/>
                </a:schemeClr>
              </a:solidFill>
            </a:endParaRPr>
          </a:p>
        </p:txBody>
      </p:sp>
      <p:pic>
        <p:nvPicPr>
          <p:cNvPr id="2" name="Slide"/>
          <p:cNvPicPr>
            <a:picLocks noChangeAspect="1"/>
          </p:cNvPicPr>
          <p:nvPr/>
        </p:nvPicPr>
        <p:blipFill rotWithShape="1">
          <a:blip r:embed="rId4"/>
          <a:srcRect t="18995" r="-1" b="11588"/>
          <a:stretch/>
        </p:blipFill>
        <p:spPr>
          <a:xfrm>
            <a:off x="835389" y="762000"/>
            <a:ext cx="7348471" cy="5333999"/>
          </a:xfrm>
          <a:prstGeom prst="rect">
            <a:avLst/>
          </a:prstGeom>
        </p:spPr>
      </p:pic>
      <p:pic>
        <p:nvPicPr>
          <p:cNvPr id="17" name="Picture 16">
            <a:extLst>
              <a:ext uri="{FF2B5EF4-FFF2-40B4-BE49-F238E27FC236}">
                <a16:creationId xmlns:a16="http://schemas.microsoft.com/office/drawing/2014/main" id="{1A68D9ED-CF29-48C2-8EED-C9ABF22E7D14}"/>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extLst>
              <a:ext uri="{28A0092B-C50C-407E-A947-70E740481C1C}">
                <a14:useLocalDpi xmlns:a14="http://schemas.microsoft.com/office/drawing/2010/main" val="0"/>
              </a:ext>
            </a:extLst>
          </a:blip>
          <a:stretch>
            <a:fillRect/>
          </a:stretch>
        </p:blipFill>
        <p:spPr>
          <a:xfrm>
            <a:off x="-2" y="-3469"/>
            <a:ext cx="9143999" cy="68580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DFA2D-2E8A-45F8-3CBA-27C720CF602A}"/>
              </a:ext>
            </a:extLst>
          </p:cNvPr>
          <p:cNvSpPr>
            <a:spLocks noGrp="1"/>
          </p:cNvSpPr>
          <p:nvPr>
            <p:ph type="title"/>
          </p:nvPr>
        </p:nvSpPr>
        <p:spPr/>
        <p:txBody>
          <a:bodyPr/>
          <a:lstStyle/>
          <a:p>
            <a:r>
              <a:rPr lang="en-US" dirty="0"/>
              <a:t>difference</a:t>
            </a:r>
          </a:p>
        </p:txBody>
      </p:sp>
      <p:sp>
        <p:nvSpPr>
          <p:cNvPr id="3" name="Content Placeholder 2">
            <a:extLst>
              <a:ext uri="{FF2B5EF4-FFF2-40B4-BE49-F238E27FC236}">
                <a16:creationId xmlns:a16="http://schemas.microsoft.com/office/drawing/2014/main" id="{2CECA366-8015-498A-98C8-3859704D2928}"/>
              </a:ext>
            </a:extLst>
          </p:cNvPr>
          <p:cNvSpPr>
            <a:spLocks noGrp="1"/>
          </p:cNvSpPr>
          <p:nvPr>
            <p:ph sz="quarter" idx="13"/>
          </p:nvPr>
        </p:nvSpPr>
        <p:spPr/>
        <p:txBody>
          <a:bodyPr/>
          <a:lstStyle/>
          <a:p>
            <a:r>
              <a:rPr lang="en-US" b="0" i="0" dirty="0">
                <a:solidFill>
                  <a:srgbClr val="161616"/>
                </a:solidFill>
                <a:effectLst/>
                <a:latin typeface="IBM Plex Sans" panose="020F0502020204030204" pitchFamily="34" charset="0"/>
              </a:rPr>
              <a:t>They aren't the same. A 'layer' refers to a functional division of the software, but a 'tier' refers to a functional division of the software that runs on infrastructure separate from the other divisions. </a:t>
            </a:r>
          </a:p>
          <a:p>
            <a:r>
              <a:rPr lang="en-US" b="0" i="0" dirty="0">
                <a:solidFill>
                  <a:srgbClr val="FF0000"/>
                </a:solidFill>
                <a:effectLst/>
                <a:latin typeface="IBM Plex Sans" panose="020F0502020204030204" pitchFamily="34" charset="0"/>
              </a:rPr>
              <a:t>The Contacts app on your phone, for </a:t>
            </a:r>
            <a:r>
              <a:rPr lang="en-US" b="0" i="1" dirty="0">
                <a:solidFill>
                  <a:srgbClr val="FF0000"/>
                </a:solidFill>
                <a:effectLst/>
                <a:latin typeface="IBM Plex Sans" panose="020F0502020204030204" pitchFamily="34" charset="0"/>
              </a:rPr>
              <a:t>example, is a three-layer application, but a single-tier application, because all three layers run on your phone.</a:t>
            </a:r>
            <a:endParaRPr lang="en-US" i="1" dirty="0">
              <a:solidFill>
                <a:srgbClr val="FF0000"/>
              </a:solidFill>
            </a:endParaRPr>
          </a:p>
        </p:txBody>
      </p:sp>
      <p:sp>
        <p:nvSpPr>
          <p:cNvPr id="4" name="Date Placeholder 3">
            <a:extLst>
              <a:ext uri="{FF2B5EF4-FFF2-40B4-BE49-F238E27FC236}">
                <a16:creationId xmlns:a16="http://schemas.microsoft.com/office/drawing/2014/main" id="{B51FB721-24DC-40FD-D476-9BC2C85CA1C8}"/>
              </a:ext>
            </a:extLst>
          </p:cNvPr>
          <p:cNvSpPr>
            <a:spLocks noGrp="1"/>
          </p:cNvSpPr>
          <p:nvPr>
            <p:ph type="dt" sz="half" idx="10"/>
          </p:nvPr>
        </p:nvSpPr>
        <p:spPr/>
        <p:txBody>
          <a:bodyPr/>
          <a:lstStyle/>
          <a:p>
            <a:pPr>
              <a:defRPr/>
            </a:pPr>
            <a:fld id="{FF5480F7-A01B-4497-9686-67728E872290}" type="datetime4">
              <a:rPr lang="en-US" altLang="en-US" smtClean="0"/>
              <a:t>March 21, 2024</a:t>
            </a:fld>
            <a:endParaRPr lang="en-US" altLang="en-US"/>
          </a:p>
        </p:txBody>
      </p:sp>
      <p:sp>
        <p:nvSpPr>
          <p:cNvPr id="5" name="Slide Number Placeholder 4">
            <a:extLst>
              <a:ext uri="{FF2B5EF4-FFF2-40B4-BE49-F238E27FC236}">
                <a16:creationId xmlns:a16="http://schemas.microsoft.com/office/drawing/2014/main" id="{8DDA3383-D53A-8E19-38D7-CD1CF1C52D92}"/>
              </a:ext>
            </a:extLst>
          </p:cNvPr>
          <p:cNvSpPr>
            <a:spLocks noGrp="1"/>
          </p:cNvSpPr>
          <p:nvPr>
            <p:ph type="sldNum" sz="quarter" idx="12"/>
          </p:nvPr>
        </p:nvSpPr>
        <p:spPr/>
        <p:txBody>
          <a:bodyPr/>
          <a:lstStyle/>
          <a:p>
            <a:pPr>
              <a:defRPr/>
            </a:pPr>
            <a:fld id="{EAC1E9C5-179F-49B5-A20B-74BA07190DB8}" type="slidenum">
              <a:rPr lang="en-US" altLang="en-US" smtClean="0"/>
              <a:pPr>
                <a:defRPr/>
              </a:pPr>
              <a:t>12</a:t>
            </a:fld>
            <a:endParaRPr lang="en-US" altLang="en-US"/>
          </a:p>
        </p:txBody>
      </p:sp>
    </p:spTree>
    <p:extLst>
      <p:ext uri="{BB962C8B-B14F-4D97-AF65-F5344CB8AC3E}">
        <p14:creationId xmlns:p14="http://schemas.microsoft.com/office/powerpoint/2010/main" val="188426738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9525"/>
          <a:ext cx="9144000" cy="6867525"/>
          <a:chOff x="0" y="9525"/>
          <a:chExt cx="9144000" cy="6867525"/>
        </a:xfrm>
      </p:grpSpPr>
      <p:pic>
        <p:nvPicPr>
          <p:cNvPr id="2" name="Slide"/>
          <p:cNvPicPr>
            <a:picLocks noChangeAspect="1"/>
          </p:cNvPicPr>
          <p:nvPr/>
        </p:nvPicPr>
        <p:blipFill rotWithShape="1">
          <a:blip r:embed="rId2"/>
          <a:srcRect b="22361"/>
          <a:stretch/>
        </p:blipFill>
        <p:spPr>
          <a:xfrm>
            <a:off x="0" y="9525"/>
            <a:ext cx="9144000" cy="5324475"/>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9525"/>
          <a:ext cx="9144000" cy="6867525"/>
          <a:chOff x="0" y="9525"/>
          <a:chExt cx="9144000" cy="6867525"/>
        </a:xfrm>
      </p:grpSpPr>
      <p:pic>
        <p:nvPicPr>
          <p:cNvPr id="2" name="Slide"/>
          <p:cNvPicPr>
            <a:picLocks noChangeAspect="1"/>
          </p:cNvPicPr>
          <p:nvPr/>
        </p:nvPicPr>
        <p:blipFill rotWithShape="1">
          <a:blip r:embed="rId2"/>
          <a:srcRect b="19028"/>
          <a:stretch/>
        </p:blipFill>
        <p:spPr>
          <a:xfrm>
            <a:off x="0" y="9525"/>
            <a:ext cx="9144000" cy="5553075"/>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9525"/>
          <a:ext cx="9144000" cy="6867525"/>
          <a:chOff x="0" y="9525"/>
          <a:chExt cx="9144000" cy="6867525"/>
        </a:xfrm>
      </p:grpSpPr>
      <p:pic>
        <p:nvPicPr>
          <p:cNvPr id="2" name="Slide"/>
          <p:cNvPicPr>
            <a:picLocks noChangeAspect="1"/>
          </p:cNvPicPr>
          <p:nvPr/>
        </p:nvPicPr>
        <p:blipFill rotWithShape="1">
          <a:blip r:embed="rId2"/>
          <a:srcRect b="19028"/>
          <a:stretch/>
        </p:blipFill>
        <p:spPr>
          <a:xfrm>
            <a:off x="0" y="9525"/>
            <a:ext cx="9144000" cy="5553075"/>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9525"/>
          <a:ext cx="9144000" cy="6867525"/>
          <a:chOff x="0" y="9525"/>
          <a:chExt cx="9144000" cy="6867525"/>
        </a:xfrm>
      </p:grpSpPr>
      <p:pic>
        <p:nvPicPr>
          <p:cNvPr id="2" name="Slide"/>
          <p:cNvPicPr>
            <a:picLocks noChangeAspect="1"/>
          </p:cNvPicPr>
          <p:nvPr/>
        </p:nvPicPr>
        <p:blipFill rotWithShape="1">
          <a:blip r:embed="rId2"/>
          <a:srcRect l="16666" t="9861" r="15000" b="4584"/>
          <a:stretch/>
        </p:blipFill>
        <p:spPr>
          <a:xfrm>
            <a:off x="0" y="495299"/>
            <a:ext cx="6019800" cy="5867401"/>
          </a:xfrm>
          <a:prstGeom prst="rect">
            <a:avLst/>
          </a:prstGeom>
        </p:spPr>
      </p:pic>
      <p:sp>
        <p:nvSpPr>
          <p:cNvPr id="3" name="Title 2">
            <a:extLst>
              <a:ext uri="{FF2B5EF4-FFF2-40B4-BE49-F238E27FC236}">
                <a16:creationId xmlns:a16="http://schemas.microsoft.com/office/drawing/2014/main" id="{976FDAAC-5B14-6454-717D-D884C85E49D8}"/>
              </a:ext>
            </a:extLst>
          </p:cNvPr>
          <p:cNvSpPr>
            <a:spLocks noGrp="1"/>
          </p:cNvSpPr>
          <p:nvPr>
            <p:ph type="title"/>
          </p:nvPr>
        </p:nvSpPr>
        <p:spPr>
          <a:xfrm>
            <a:off x="5867400" y="2590800"/>
            <a:ext cx="3276600" cy="1143000"/>
          </a:xfrm>
        </p:spPr>
        <p:txBody>
          <a:bodyPr/>
          <a:lstStyle/>
          <a:p>
            <a:r>
              <a:rPr lang="en-US" dirty="0"/>
              <a:t>Web application</a:t>
            </a:r>
          </a:p>
        </p:txBody>
      </p:sp>
    </p:spTree>
  </p:cSld>
  <p:clrMapOvr>
    <a:masterClrMapping/>
  </p:clrMapOvr>
  <p:transition>
    <p:random/>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9525"/>
          <a:ext cx="9144000" cy="6867525"/>
          <a:chOff x="0" y="9525"/>
          <a:chExt cx="9144000" cy="6867525"/>
        </a:xfrm>
      </p:grpSpPr>
      <p:sp>
        <p:nvSpPr>
          <p:cNvPr id="3" name="Title 2">
            <a:extLst>
              <a:ext uri="{FF2B5EF4-FFF2-40B4-BE49-F238E27FC236}">
                <a16:creationId xmlns:a16="http://schemas.microsoft.com/office/drawing/2014/main" id="{0E3CC37A-827B-49F5-07AF-26C0A978243D}"/>
              </a:ext>
            </a:extLst>
          </p:cNvPr>
          <p:cNvSpPr>
            <a:spLocks noGrp="1"/>
          </p:cNvSpPr>
          <p:nvPr>
            <p:ph type="title"/>
          </p:nvPr>
        </p:nvSpPr>
        <p:spPr>
          <a:xfrm>
            <a:off x="685331" y="261205"/>
            <a:ext cx="7773338" cy="1596177"/>
          </a:xfrm>
        </p:spPr>
        <p:txBody>
          <a:bodyPr/>
          <a:lstStyle/>
          <a:p>
            <a:r>
              <a:rPr lang="en-US" dirty="0"/>
              <a:t>Design issues </a:t>
            </a:r>
          </a:p>
        </p:txBody>
      </p:sp>
      <p:sp>
        <p:nvSpPr>
          <p:cNvPr id="5" name="TextBox 4">
            <a:extLst>
              <a:ext uri="{FF2B5EF4-FFF2-40B4-BE49-F238E27FC236}">
                <a16:creationId xmlns:a16="http://schemas.microsoft.com/office/drawing/2014/main" id="{2C2F77B2-A686-F1DF-5F90-FB4433C25440}"/>
              </a:ext>
            </a:extLst>
          </p:cNvPr>
          <p:cNvSpPr txBox="1"/>
          <p:nvPr/>
        </p:nvSpPr>
        <p:spPr>
          <a:xfrm>
            <a:off x="1066800" y="1997838"/>
            <a:ext cx="6934200" cy="3785652"/>
          </a:xfrm>
          <a:prstGeom prst="rect">
            <a:avLst/>
          </a:prstGeom>
          <a:noFill/>
        </p:spPr>
        <p:txBody>
          <a:bodyPr wrap="square">
            <a:spAutoFit/>
          </a:bodyPr>
          <a:lstStyle/>
          <a:p>
            <a:pPr algn="l">
              <a:buFont typeface="+mj-lt"/>
              <a:buAutoNum type="arabicPeriod"/>
            </a:pPr>
            <a:r>
              <a:rPr lang="en-US" sz="2400" b="1" i="0" dirty="0">
                <a:solidFill>
                  <a:srgbClr val="0D0D0D"/>
                </a:solidFill>
                <a:effectLst/>
                <a:latin typeface="Söhne"/>
              </a:rPr>
              <a:t>User Interface (UI) Design</a:t>
            </a:r>
            <a:r>
              <a:rPr lang="en-US" sz="2400" b="0" i="0" dirty="0">
                <a:solidFill>
                  <a:srgbClr val="0D0D0D"/>
                </a:solidFill>
                <a:effectLst/>
                <a:latin typeface="Söhne"/>
              </a:rPr>
              <a:t>:</a:t>
            </a:r>
          </a:p>
          <a:p>
            <a:pPr algn="l">
              <a:buFont typeface="+mj-lt"/>
              <a:buAutoNum type="arabicPeriod"/>
            </a:pPr>
            <a:r>
              <a:rPr lang="en-US" sz="2400" b="1" i="0" dirty="0">
                <a:solidFill>
                  <a:srgbClr val="0D0D0D"/>
                </a:solidFill>
                <a:effectLst/>
                <a:latin typeface="Söhne"/>
              </a:rPr>
              <a:t>Navigation and Information Architecture</a:t>
            </a:r>
            <a:r>
              <a:rPr lang="en-US" sz="2400" b="0" i="0" dirty="0">
                <a:solidFill>
                  <a:srgbClr val="0D0D0D"/>
                </a:solidFill>
                <a:effectLst/>
                <a:latin typeface="Söhne"/>
              </a:rPr>
              <a:t>:</a:t>
            </a:r>
          </a:p>
          <a:p>
            <a:pPr algn="l">
              <a:buFont typeface="+mj-lt"/>
              <a:buAutoNum type="arabicPeriod"/>
            </a:pPr>
            <a:r>
              <a:rPr lang="en-US" sz="2400" b="1" i="0" dirty="0">
                <a:solidFill>
                  <a:srgbClr val="0D0D0D"/>
                </a:solidFill>
                <a:effectLst/>
                <a:latin typeface="Söhne"/>
              </a:rPr>
              <a:t>Responsive Design for Multiple Devices</a:t>
            </a:r>
            <a:r>
              <a:rPr lang="en-US" sz="2400" b="0" i="0" dirty="0">
                <a:solidFill>
                  <a:srgbClr val="0D0D0D"/>
                </a:solidFill>
                <a:effectLst/>
                <a:latin typeface="Söhne"/>
              </a:rPr>
              <a:t>:</a:t>
            </a:r>
          </a:p>
          <a:p>
            <a:pPr algn="l">
              <a:buFont typeface="+mj-lt"/>
              <a:buAutoNum type="arabicPeriod"/>
            </a:pPr>
            <a:r>
              <a:rPr lang="en-US" sz="2400" b="1" i="0" dirty="0">
                <a:solidFill>
                  <a:srgbClr val="0D0D0D"/>
                </a:solidFill>
                <a:effectLst/>
                <a:latin typeface="Söhne"/>
              </a:rPr>
              <a:t>Accessibility</a:t>
            </a:r>
            <a:r>
              <a:rPr lang="en-US" sz="2400" b="0" i="0" dirty="0">
                <a:solidFill>
                  <a:srgbClr val="0D0D0D"/>
                </a:solidFill>
                <a:effectLst/>
                <a:latin typeface="Söhne"/>
              </a:rPr>
              <a:t>:</a:t>
            </a:r>
          </a:p>
          <a:p>
            <a:pPr algn="l">
              <a:buFont typeface="+mj-lt"/>
              <a:buAutoNum type="arabicPeriod"/>
            </a:pPr>
            <a:r>
              <a:rPr lang="en-US" sz="2400" b="1" i="0" dirty="0">
                <a:solidFill>
                  <a:srgbClr val="0D0D0D"/>
                </a:solidFill>
                <a:effectLst/>
                <a:latin typeface="Söhne"/>
              </a:rPr>
              <a:t>Performance Optimization</a:t>
            </a:r>
            <a:r>
              <a:rPr lang="en-US" sz="2400" b="0" i="0" dirty="0">
                <a:solidFill>
                  <a:srgbClr val="0D0D0D"/>
                </a:solidFill>
                <a:effectLst/>
                <a:latin typeface="Söhne"/>
              </a:rPr>
              <a:t>:</a:t>
            </a:r>
          </a:p>
          <a:p>
            <a:pPr algn="l">
              <a:buFont typeface="+mj-lt"/>
              <a:buAutoNum type="arabicPeriod"/>
            </a:pPr>
            <a:r>
              <a:rPr lang="en-US" sz="2400" b="1" i="0" dirty="0">
                <a:solidFill>
                  <a:srgbClr val="0D0D0D"/>
                </a:solidFill>
                <a:effectLst/>
                <a:latin typeface="Söhne"/>
              </a:rPr>
              <a:t>Security Measures</a:t>
            </a:r>
            <a:r>
              <a:rPr lang="en-US" sz="2400" b="0" i="0" dirty="0">
                <a:solidFill>
                  <a:srgbClr val="0D0D0D"/>
                </a:solidFill>
                <a:effectLst/>
                <a:latin typeface="Söhne"/>
              </a:rPr>
              <a:t>:</a:t>
            </a:r>
          </a:p>
          <a:p>
            <a:pPr algn="l">
              <a:buFont typeface="+mj-lt"/>
              <a:buAutoNum type="arabicPeriod"/>
            </a:pPr>
            <a:r>
              <a:rPr lang="en-US" sz="2400" b="1" i="0" dirty="0">
                <a:solidFill>
                  <a:srgbClr val="0D0D0D"/>
                </a:solidFill>
                <a:effectLst/>
                <a:latin typeface="Söhne"/>
              </a:rPr>
              <a:t>Scalability</a:t>
            </a:r>
            <a:r>
              <a:rPr lang="en-US" sz="2400" b="0" i="0" dirty="0">
                <a:solidFill>
                  <a:srgbClr val="0D0D0D"/>
                </a:solidFill>
                <a:effectLst/>
                <a:latin typeface="Söhne"/>
              </a:rPr>
              <a:t>:</a:t>
            </a:r>
          </a:p>
          <a:p>
            <a:pPr algn="l">
              <a:buFont typeface="+mj-lt"/>
              <a:buAutoNum type="arabicPeriod"/>
            </a:pPr>
            <a:r>
              <a:rPr lang="en-US" sz="2400" b="1" i="0" dirty="0">
                <a:solidFill>
                  <a:srgbClr val="0D0D0D"/>
                </a:solidFill>
                <a:effectLst/>
                <a:latin typeface="Söhne"/>
              </a:rPr>
              <a:t>Cross-Browser Compatibility</a:t>
            </a:r>
            <a:r>
              <a:rPr lang="en-US" sz="2400" b="0" i="0" dirty="0">
                <a:solidFill>
                  <a:srgbClr val="0D0D0D"/>
                </a:solidFill>
                <a:effectLst/>
                <a:latin typeface="Söhne"/>
              </a:rPr>
              <a:t>:</a:t>
            </a:r>
          </a:p>
          <a:p>
            <a:pPr algn="l">
              <a:buFont typeface="+mj-lt"/>
              <a:buAutoNum type="arabicPeriod"/>
            </a:pPr>
            <a:r>
              <a:rPr lang="en-US" sz="2400" b="1" i="0" dirty="0">
                <a:solidFill>
                  <a:srgbClr val="0D0D0D"/>
                </a:solidFill>
                <a:effectLst/>
                <a:latin typeface="Söhne"/>
              </a:rPr>
              <a:t>SEO (Search Engine Optimization)</a:t>
            </a:r>
            <a:r>
              <a:rPr lang="en-US" sz="2400" b="0" i="0" dirty="0">
                <a:solidFill>
                  <a:srgbClr val="0D0D0D"/>
                </a:solidFill>
                <a:effectLst/>
                <a:latin typeface="Söhne"/>
              </a:rPr>
              <a:t>:</a:t>
            </a:r>
          </a:p>
          <a:p>
            <a:pPr algn="l">
              <a:buFont typeface="+mj-lt"/>
              <a:buAutoNum type="arabicPeriod"/>
            </a:pPr>
            <a:r>
              <a:rPr lang="en-US" sz="2400" b="1" i="0" dirty="0">
                <a:solidFill>
                  <a:srgbClr val="0D0D0D"/>
                </a:solidFill>
                <a:effectLst/>
                <a:latin typeface="Söhne"/>
              </a:rPr>
              <a:t>Content Management System (CMS)</a:t>
            </a:r>
            <a:r>
              <a:rPr lang="en-US" sz="2400" b="0" i="0" dirty="0">
                <a:solidFill>
                  <a:srgbClr val="0D0D0D"/>
                </a:solidFill>
                <a:effectLst/>
                <a:latin typeface="Söhne"/>
              </a:rPr>
              <a:t>:</a:t>
            </a:r>
          </a:p>
        </p:txBody>
      </p:sp>
    </p:spTree>
    <p:extLst>
      <p:ext uri="{BB962C8B-B14F-4D97-AF65-F5344CB8AC3E}">
        <p14:creationId xmlns:p14="http://schemas.microsoft.com/office/powerpoint/2010/main" val="1882245283"/>
      </p:ext>
    </p:extLst>
  </p:cSld>
  <p:clrMapOvr>
    <a:masterClrMapping/>
  </p:clrMapOvr>
  <p:transition>
    <p:random/>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9525"/>
          <a:ext cx="9144000" cy="6867525"/>
          <a:chOff x="0" y="9525"/>
          <a:chExt cx="9144000" cy="6867525"/>
        </a:xfrm>
      </p:grpSpPr>
      <p:pic>
        <p:nvPicPr>
          <p:cNvPr id="2" name="Slide"/>
          <p:cNvPicPr>
            <a:picLocks noChangeAspect="1"/>
          </p:cNvPicPr>
          <p:nvPr/>
        </p:nvPicPr>
        <p:blipFill rotWithShape="1">
          <a:blip r:embed="rId2"/>
          <a:srcRect t="12083"/>
          <a:stretch/>
        </p:blipFill>
        <p:spPr>
          <a:xfrm>
            <a:off x="685331" y="1600200"/>
            <a:ext cx="7773338" cy="5125545"/>
          </a:xfrm>
          <a:prstGeom prst="rect">
            <a:avLst/>
          </a:prstGeom>
        </p:spPr>
      </p:pic>
      <p:sp>
        <p:nvSpPr>
          <p:cNvPr id="3" name="Title 2">
            <a:extLst>
              <a:ext uri="{FF2B5EF4-FFF2-40B4-BE49-F238E27FC236}">
                <a16:creationId xmlns:a16="http://schemas.microsoft.com/office/drawing/2014/main" id="{F2E1222B-49DF-FCF6-A60A-115CC778D5FE}"/>
              </a:ext>
            </a:extLst>
          </p:cNvPr>
          <p:cNvSpPr>
            <a:spLocks noGrp="1"/>
          </p:cNvSpPr>
          <p:nvPr>
            <p:ph type="title"/>
          </p:nvPr>
        </p:nvSpPr>
        <p:spPr>
          <a:xfrm>
            <a:off x="685332" y="304800"/>
            <a:ext cx="7773338" cy="1596177"/>
          </a:xfrm>
        </p:spPr>
        <p:txBody>
          <a:bodyPr/>
          <a:lstStyle/>
          <a:p>
            <a:r>
              <a:rPr lang="en-US" dirty="0"/>
              <a:t>Non distributed deployment</a:t>
            </a:r>
          </a:p>
        </p:txBody>
      </p:sp>
    </p:spTree>
  </p:cSld>
  <p:clrMapOvr>
    <a:masterClrMapping/>
  </p:clrMapOvr>
  <p:transition>
    <p:random/>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9525"/>
          <a:ext cx="9144000" cy="6867525"/>
          <a:chOff x="0" y="9525"/>
          <a:chExt cx="9144000" cy="6867525"/>
        </a:xfrm>
      </p:grpSpPr>
      <p:pic>
        <p:nvPicPr>
          <p:cNvPr id="2" name="Slide"/>
          <p:cNvPicPr>
            <a:picLocks noChangeAspect="1"/>
          </p:cNvPicPr>
          <p:nvPr/>
        </p:nvPicPr>
        <p:blipFill rotWithShape="1">
          <a:blip r:embed="rId2"/>
          <a:srcRect t="12083" b="22361"/>
          <a:stretch/>
        </p:blipFill>
        <p:spPr>
          <a:xfrm>
            <a:off x="152400" y="1600200"/>
            <a:ext cx="9144000" cy="4495801"/>
          </a:xfrm>
          <a:prstGeom prst="rect">
            <a:avLst/>
          </a:prstGeom>
        </p:spPr>
      </p:pic>
      <p:sp>
        <p:nvSpPr>
          <p:cNvPr id="3" name="Title 2">
            <a:extLst>
              <a:ext uri="{FF2B5EF4-FFF2-40B4-BE49-F238E27FC236}">
                <a16:creationId xmlns:a16="http://schemas.microsoft.com/office/drawing/2014/main" id="{EF33ACB2-C4EF-99A4-43A5-A9967B2B4D50}"/>
              </a:ext>
            </a:extLst>
          </p:cNvPr>
          <p:cNvSpPr>
            <a:spLocks noGrp="1"/>
          </p:cNvSpPr>
          <p:nvPr>
            <p:ph type="title"/>
          </p:nvPr>
        </p:nvSpPr>
        <p:spPr>
          <a:xfrm>
            <a:off x="685331" y="304800"/>
            <a:ext cx="7773338" cy="1596177"/>
          </a:xfrm>
        </p:spPr>
        <p:txBody>
          <a:bodyPr/>
          <a:lstStyle/>
          <a:p>
            <a:r>
              <a:rPr lang="en-US" dirty="0"/>
              <a:t>Distributed deployment</a:t>
            </a:r>
          </a:p>
        </p:txBody>
      </p:sp>
    </p:spTree>
  </p:cSld>
  <p:clrMapOvr>
    <a:masterClrMapping/>
  </p:clrMapOvr>
  <p:transition>
    <p:random/>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9525"/>
          <a:ext cx="9144000" cy="6867525"/>
          <a:chOff x="0" y="9525"/>
          <a:chExt cx="9144000" cy="6867525"/>
        </a:xfrm>
      </p:grpSpPr>
      <p:pic>
        <p:nvPicPr>
          <p:cNvPr id="2" name="Slide"/>
          <p:cNvPicPr>
            <a:picLocks noChangeAspect="1"/>
          </p:cNvPicPr>
          <p:nvPr/>
        </p:nvPicPr>
        <p:blipFill rotWithShape="1">
          <a:blip r:embed="rId2"/>
          <a:srcRect t="9861"/>
          <a:stretch/>
        </p:blipFill>
        <p:spPr>
          <a:xfrm>
            <a:off x="571500" y="1143000"/>
            <a:ext cx="8001000" cy="5409009"/>
          </a:xfrm>
          <a:prstGeom prst="rect">
            <a:avLst/>
          </a:prstGeom>
        </p:spPr>
      </p:pic>
      <p:sp>
        <p:nvSpPr>
          <p:cNvPr id="3" name="Title 2">
            <a:extLst>
              <a:ext uri="{FF2B5EF4-FFF2-40B4-BE49-F238E27FC236}">
                <a16:creationId xmlns:a16="http://schemas.microsoft.com/office/drawing/2014/main" id="{81AF7422-0443-77D8-16B9-1D90591C9AC6}"/>
              </a:ext>
            </a:extLst>
          </p:cNvPr>
          <p:cNvSpPr>
            <a:spLocks noGrp="1"/>
          </p:cNvSpPr>
          <p:nvPr>
            <p:ph type="title"/>
          </p:nvPr>
        </p:nvSpPr>
        <p:spPr>
          <a:xfrm>
            <a:off x="571500" y="0"/>
            <a:ext cx="7773338" cy="1596177"/>
          </a:xfrm>
        </p:spPr>
        <p:txBody>
          <a:bodyPr/>
          <a:lstStyle/>
          <a:p>
            <a:r>
              <a:rPr lang="en-US" dirty="0"/>
              <a:t>Load balancing</a:t>
            </a:r>
          </a:p>
        </p:txBody>
      </p:sp>
    </p:spTree>
  </p:cSld>
  <p:clrMapOvr>
    <a:masterClrMapping/>
  </p:clrMapOvr>
  <p:transition>
    <p:random/>
  </p:transition>
</p:sld>
</file>

<file path=ppt/slides/slide21.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1">
                <a:tint val="90000"/>
                <a:lumMod val="110000"/>
              </a:schemeClr>
            </a:gs>
            <a:gs pos="100000">
              <a:schemeClr val="bg1">
                <a:shade val="64000"/>
                <a:lumMod val="88000"/>
              </a:schemeClr>
            </a:gs>
          </a:gsLst>
          <a:lin ang="5400000" scaled="0"/>
        </a:gradFill>
        <a:effectLst/>
      </p:bgPr>
    </p:bg>
    <p:spTree>
      <p:nvGrpSpPr>
        <p:cNvPr id="1" name=""/>
        <p:cNvGrpSpPr/>
        <p:nvPr/>
      </p:nvGrpSpPr>
      <p:grpSpPr>
        <a:xfrm>
          <a:off x="0" y="0"/>
          <a:ext cx="0" cy="0"/>
          <a:chOff x="0" y="0"/>
          <a:chExt cx="0" cy="0"/>
        </a:xfrm>
      </p:grpSpPr>
      <p:pic>
        <p:nvPicPr>
          <p:cNvPr id="11" name="Picture 2">
            <a:extLst>
              <a:ext uri="{FF2B5EF4-FFF2-40B4-BE49-F238E27FC236}">
                <a16:creationId xmlns:a16="http://schemas.microsoft.com/office/drawing/2014/main" id="{22790EC5-ACA7-4536-8066-B60199F3C6DF}"/>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2">
            <a:alphaModFix/>
            <a:extLst>
              <a:ext uri="{28A0092B-C50C-407E-A947-70E740481C1C}">
                <a14:useLocalDpi xmlns:a14="http://schemas.microsoft.com/office/drawing/2010/main" val="0"/>
              </a:ext>
            </a:extLst>
          </a:blip>
          <a:srcRect/>
          <a:stretch>
            <a:fillRect/>
          </a:stretch>
        </p:blipFill>
        <p:spPr bwMode="auto">
          <a:xfrm>
            <a:off x="0" y="-1"/>
            <a:ext cx="9144002" cy="6858001"/>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12">
            <a:extLst>
              <a:ext uri="{FF2B5EF4-FFF2-40B4-BE49-F238E27FC236}">
                <a16:creationId xmlns:a16="http://schemas.microsoft.com/office/drawing/2014/main" id="{5F86BEAF-FD24-4827-AD37-6785EBC9C2A8}"/>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extLst>
              <a:ext uri="{28A0092B-C50C-407E-A947-70E740481C1C}">
                <a14:useLocalDpi xmlns:a14="http://schemas.microsoft.com/office/drawing/2010/main" val="0"/>
              </a:ext>
            </a:extLst>
          </a:blip>
          <a:stretch>
            <a:fillRect/>
          </a:stretch>
        </p:blipFill>
        <p:spPr>
          <a:xfrm>
            <a:off x="0" y="0"/>
            <a:ext cx="9144000" cy="6858000"/>
          </a:xfrm>
          <a:prstGeom prst="rect">
            <a:avLst/>
          </a:prstGeom>
        </p:spPr>
      </p:pic>
      <p:sp useBgFill="1">
        <p:nvSpPr>
          <p:cNvPr id="15" name="Rectangle 14">
            <a:extLst>
              <a:ext uri="{FF2B5EF4-FFF2-40B4-BE49-F238E27FC236}">
                <a16:creationId xmlns:a16="http://schemas.microsoft.com/office/drawing/2014/main" id="{C08B58CE-A486-4D86-A04C-CEBEC0C6EB2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7" name="Picture 2">
            <a:extLst>
              <a:ext uri="{FF2B5EF4-FFF2-40B4-BE49-F238E27FC236}">
                <a16:creationId xmlns:a16="http://schemas.microsoft.com/office/drawing/2014/main" id="{7EF397AE-0609-4FFB-A98F-ECD05F0EF2C1}"/>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2">
            <a:alphaModFix/>
            <a:extLst>
              <a:ext uri="{28A0092B-C50C-407E-A947-70E740481C1C}">
                <a14:useLocalDpi xmlns:a14="http://schemas.microsoft.com/office/drawing/2010/main" val="0"/>
              </a:ext>
            </a:extLst>
          </a:blip>
          <a:srcRect/>
          <a:stretch>
            <a:fillRect/>
          </a:stretch>
        </p:blipFill>
        <p:spPr bwMode="auto">
          <a:xfrm>
            <a:off x="0" y="-1"/>
            <a:ext cx="9144002" cy="6858001"/>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6" descr="Periodic table illustration">
            <a:extLst>
              <a:ext uri="{FF2B5EF4-FFF2-40B4-BE49-F238E27FC236}">
                <a16:creationId xmlns:a16="http://schemas.microsoft.com/office/drawing/2014/main" id="{E9DE8F1A-2880-0C71-1502-F3E4A2FB4BE4}"/>
              </a:ext>
            </a:extLst>
          </p:cNvPr>
          <p:cNvPicPr>
            <a:picLocks noChangeAspect="1"/>
          </p:cNvPicPr>
          <p:nvPr/>
        </p:nvPicPr>
        <p:blipFill rotWithShape="1">
          <a:blip r:embed="rId4">
            <a:duotone>
              <a:schemeClr val="bg2">
                <a:shade val="45000"/>
                <a:satMod val="135000"/>
              </a:schemeClr>
              <a:prstClr val="white"/>
            </a:duotone>
            <a:alphaModFix amt="25000"/>
          </a:blip>
          <a:srcRect b="25000"/>
          <a:stretch/>
        </p:blipFill>
        <p:spPr>
          <a:xfrm>
            <a:off x="20" y="10"/>
            <a:ext cx="9143980" cy="6857990"/>
          </a:xfrm>
          <a:prstGeom prst="rect">
            <a:avLst/>
          </a:prstGeom>
        </p:spPr>
      </p:pic>
      <p:pic>
        <p:nvPicPr>
          <p:cNvPr id="19" name="Picture 18">
            <a:extLst>
              <a:ext uri="{FF2B5EF4-FFF2-40B4-BE49-F238E27FC236}">
                <a16:creationId xmlns:a16="http://schemas.microsoft.com/office/drawing/2014/main" id="{FF0509A6-53B5-44A9-B59C-1D9C4DD3C2A3}"/>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5">
            <a:extLst>
              <a:ext uri="{28A0092B-C50C-407E-A947-70E740481C1C}">
                <a14:useLocalDpi xmlns:a14="http://schemas.microsoft.com/office/drawing/2010/main" val="0"/>
              </a:ext>
            </a:extLst>
          </a:blip>
          <a:stretch>
            <a:fillRect/>
          </a:stretch>
        </p:blipFill>
        <p:spPr>
          <a:xfrm>
            <a:off x="0" y="0"/>
            <a:ext cx="9144000" cy="6858000"/>
          </a:xfrm>
          <a:prstGeom prst="rect">
            <a:avLst/>
          </a:prstGeom>
        </p:spPr>
      </p:pic>
      <p:sp>
        <p:nvSpPr>
          <p:cNvPr id="2" name="Title 1"/>
          <p:cNvSpPr>
            <a:spLocks noGrp="1"/>
          </p:cNvSpPr>
          <p:nvPr>
            <p:ph type="title" idx="4294967295"/>
          </p:nvPr>
        </p:nvSpPr>
        <p:spPr>
          <a:xfrm>
            <a:off x="685331" y="618517"/>
            <a:ext cx="7773338" cy="1596177"/>
          </a:xfrm>
        </p:spPr>
        <p:txBody>
          <a:bodyPr vert="horz" lIns="91440" tIns="45720" rIns="91440" bIns="45720" rtlCol="0" anchor="ctr">
            <a:normAutofit/>
          </a:bodyPr>
          <a:lstStyle/>
          <a:p>
            <a:r>
              <a:rPr lang="en-US"/>
              <a:t>MVC Architecture</a:t>
            </a:r>
            <a:br>
              <a:rPr lang="en-US"/>
            </a:br>
            <a:endParaRPr lang="en-US" dirty="0"/>
          </a:p>
        </p:txBody>
      </p:sp>
      <p:sp>
        <p:nvSpPr>
          <p:cNvPr id="3" name="Content Placeholder 2"/>
          <p:cNvSpPr>
            <a:spLocks noGrp="1"/>
          </p:cNvSpPr>
          <p:nvPr>
            <p:ph idx="4294967295"/>
          </p:nvPr>
        </p:nvSpPr>
        <p:spPr>
          <a:xfrm>
            <a:off x="685330" y="2367092"/>
            <a:ext cx="7772870" cy="3424107"/>
          </a:xfrm>
        </p:spPr>
        <p:txBody>
          <a:bodyPr vert="horz" lIns="91440" tIns="45720" rIns="91440" bIns="45720" rtlCol="0">
            <a:normAutofit/>
          </a:bodyPr>
          <a:lstStyle/>
          <a:p>
            <a:pPr>
              <a:lnSpc>
                <a:spcPct val="110000"/>
              </a:lnSpc>
            </a:pPr>
            <a:r>
              <a:rPr lang="en-US" sz="1700"/>
              <a:t>In object-oriented programming development, model-view-controller (MVC) is the name of a methodology or design pattern for successfully and efficiently relating the user interface to underlying data models. </a:t>
            </a:r>
          </a:p>
          <a:p>
            <a:pPr>
              <a:lnSpc>
                <a:spcPct val="110000"/>
              </a:lnSpc>
            </a:pPr>
            <a:r>
              <a:rPr lang="en-US" sz="1700"/>
              <a:t>The MVC pattern is widely used in program development with programming languages such as Java, Smalltalk, C, and C++.</a:t>
            </a:r>
          </a:p>
          <a:p>
            <a:pPr>
              <a:lnSpc>
                <a:spcPct val="110000"/>
              </a:lnSpc>
            </a:pPr>
            <a:r>
              <a:rPr lang="en-US" sz="1700"/>
              <a:t>The MVC pattern has been heralded by many developers as a useful pattern for the reuse of object code and a pattern that allows them to significantly reduce the time it takes to develop applications with user interfaces.</a:t>
            </a:r>
          </a:p>
          <a:p>
            <a:pPr>
              <a:lnSpc>
                <a:spcPct val="110000"/>
              </a:lnSpc>
            </a:pPr>
            <a:endParaRPr lang="en-US" sz="1700"/>
          </a:p>
        </p:txBody>
      </p:sp>
      <p:sp>
        <p:nvSpPr>
          <p:cNvPr id="4" name="Date Placeholder 3"/>
          <p:cNvSpPr>
            <a:spLocks noGrp="1"/>
          </p:cNvSpPr>
          <p:nvPr>
            <p:ph type="dt" sz="half" idx="10"/>
          </p:nvPr>
        </p:nvSpPr>
        <p:spPr>
          <a:xfrm>
            <a:off x="5759052" y="5883275"/>
            <a:ext cx="2057400" cy="365125"/>
          </a:xfrm>
          <a:prstGeom prst="rect">
            <a:avLst/>
          </a:prstGeom>
        </p:spPr>
        <p:txBody>
          <a:bodyPr vert="horz" lIns="91440" tIns="45720" rIns="91440" bIns="45720" rtlCol="0" anchor="ctr">
            <a:normAutofit/>
          </a:bodyPr>
          <a:lstStyle>
            <a:defPPr>
              <a:defRPr lang="en-US"/>
            </a:defPPr>
            <a:lvl1pPr marL="0" algn="r" defTabSz="914400" rtl="0" eaLnBrk="1" latinLnBrk="0" hangingPunct="1">
              <a:defRPr sz="9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457200">
              <a:spcAft>
                <a:spcPts val="600"/>
              </a:spcAft>
            </a:pPr>
            <a:fld id="{FEF2CCB8-730A-46A0-81A2-FB5ED352C581}" type="datetime1">
              <a:rPr lang="en-US" sz="1000" smtClean="0">
                <a:solidFill>
                  <a:schemeClr val="tx1"/>
                </a:solidFill>
              </a:rPr>
              <a:pPr defTabSz="457200">
                <a:spcAft>
                  <a:spcPts val="600"/>
                </a:spcAft>
              </a:pPr>
              <a:t>3/21/2024</a:t>
            </a:fld>
            <a:endParaRPr lang="en-US" sz="1000">
              <a:solidFill>
                <a:schemeClr val="tx1"/>
              </a:solidFill>
            </a:endParaRPr>
          </a:p>
        </p:txBody>
      </p:sp>
      <p:sp>
        <p:nvSpPr>
          <p:cNvPr id="5" name="Slide Number Placeholder 4"/>
          <p:cNvSpPr>
            <a:spLocks noGrp="1"/>
          </p:cNvSpPr>
          <p:nvPr>
            <p:ph type="sldNum" sz="quarter" idx="12"/>
          </p:nvPr>
        </p:nvSpPr>
        <p:spPr bwMode="gray">
          <a:xfrm>
            <a:off x="7885508" y="5883275"/>
            <a:ext cx="573161" cy="365125"/>
          </a:xfrm>
          <a:prstGeom prst="rect">
            <a:avLst/>
          </a:prstGeom>
        </p:spPr>
        <p:txBody>
          <a:bodyPr vert="horz" lIns="91440" tIns="45720" rIns="91440" bIns="45720" rtlCol="0" anchor="ctr">
            <a:normAutofit/>
          </a:bodyPr>
          <a:lstStyle>
            <a:defPPr>
              <a:defRPr lang="en-US"/>
            </a:defPPr>
            <a:lvl1pPr marL="0" algn="r" defTabSz="914400" rtl="0" eaLnBrk="1" latinLnBrk="0" hangingPunct="1">
              <a:defRPr sz="2000" kern="1200">
                <a:solidFill>
                  <a:srgbClr val="FE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457200">
              <a:spcAft>
                <a:spcPts val="600"/>
              </a:spcAft>
            </a:pPr>
            <a:fld id="{34237BF9-6925-4FE3-8F98-72FCD8F1A9AE}" type="slidenum">
              <a:rPr lang="en-US" sz="1000" smtClean="0">
                <a:solidFill>
                  <a:schemeClr val="tx1"/>
                </a:solidFill>
              </a:rPr>
              <a:pPr defTabSz="457200">
                <a:spcAft>
                  <a:spcPts val="600"/>
                </a:spcAft>
              </a:pPr>
              <a:t>21</a:t>
            </a:fld>
            <a:endParaRPr lang="en-US" sz="1000">
              <a:solidFill>
                <a:schemeClr val="tx1"/>
              </a:solidFill>
            </a:endParaRPr>
          </a:p>
        </p:txBody>
      </p:sp>
    </p:spTree>
    <p:extLst>
      <p:ext uri="{BB962C8B-B14F-4D97-AF65-F5344CB8AC3E}">
        <p14:creationId xmlns:p14="http://schemas.microsoft.com/office/powerpoint/2010/main" val="1405934852"/>
      </p:ext>
    </p:extLst>
  </p:cSld>
  <p:clrMapOvr>
    <a:masterClrMapping/>
  </p:clrMapOvr>
  <p:transition>
    <p:random/>
  </p:transition>
</p:sld>
</file>

<file path=ppt/slides/slide22.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1">
                <a:tint val="90000"/>
                <a:lumMod val="110000"/>
              </a:schemeClr>
            </a:gs>
            <a:gs pos="100000">
              <a:schemeClr val="bg1">
                <a:shade val="64000"/>
                <a:lumMod val="88000"/>
              </a:schemeClr>
            </a:gs>
          </a:gsLst>
          <a:lin ang="5400000" scaled="0"/>
        </a:gra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C08B58CE-A486-4D86-A04C-CEBEC0C6EB2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Picture 2">
            <a:extLst>
              <a:ext uri="{FF2B5EF4-FFF2-40B4-BE49-F238E27FC236}">
                <a16:creationId xmlns:a16="http://schemas.microsoft.com/office/drawing/2014/main" id="{7EF397AE-0609-4FFB-A98F-ECD05F0EF2C1}"/>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2">
            <a:alphaModFix/>
            <a:extLst>
              <a:ext uri="{28A0092B-C50C-407E-A947-70E740481C1C}">
                <a14:useLocalDpi xmlns:a14="http://schemas.microsoft.com/office/drawing/2010/main" val="0"/>
              </a:ext>
            </a:extLst>
          </a:blip>
          <a:srcRect/>
          <a:stretch>
            <a:fillRect/>
          </a:stretch>
        </p:blipFill>
        <p:spPr bwMode="auto">
          <a:xfrm>
            <a:off x="0" y="-1"/>
            <a:ext cx="9144002" cy="6858001"/>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6" descr="School supplies on a table">
            <a:extLst>
              <a:ext uri="{FF2B5EF4-FFF2-40B4-BE49-F238E27FC236}">
                <a16:creationId xmlns:a16="http://schemas.microsoft.com/office/drawing/2014/main" id="{4F5632F8-2D0E-1490-D551-EB79D2B7A9D3}"/>
              </a:ext>
            </a:extLst>
          </p:cNvPr>
          <p:cNvPicPr>
            <a:picLocks noChangeAspect="1"/>
          </p:cNvPicPr>
          <p:nvPr/>
        </p:nvPicPr>
        <p:blipFill rotWithShape="1">
          <a:blip r:embed="rId3">
            <a:duotone>
              <a:schemeClr val="bg2">
                <a:shade val="45000"/>
                <a:satMod val="135000"/>
              </a:schemeClr>
              <a:prstClr val="white"/>
            </a:duotone>
            <a:alphaModFix amt="25000"/>
          </a:blip>
          <a:srcRect r="10999" b="-1"/>
          <a:stretch/>
        </p:blipFill>
        <p:spPr>
          <a:xfrm>
            <a:off x="20" y="10"/>
            <a:ext cx="9143980" cy="6857990"/>
          </a:xfrm>
          <a:prstGeom prst="rect">
            <a:avLst/>
          </a:prstGeom>
        </p:spPr>
      </p:pic>
      <p:pic>
        <p:nvPicPr>
          <p:cNvPr id="15" name="Picture 14">
            <a:extLst>
              <a:ext uri="{FF2B5EF4-FFF2-40B4-BE49-F238E27FC236}">
                <a16:creationId xmlns:a16="http://schemas.microsoft.com/office/drawing/2014/main" id="{FF0509A6-53B5-44A9-B59C-1D9C4DD3C2A3}"/>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4">
            <a:extLst>
              <a:ext uri="{28A0092B-C50C-407E-A947-70E740481C1C}">
                <a14:useLocalDpi xmlns:a14="http://schemas.microsoft.com/office/drawing/2010/main" val="0"/>
              </a:ext>
            </a:extLst>
          </a:blip>
          <a:stretch>
            <a:fillRect/>
          </a:stretch>
        </p:blipFill>
        <p:spPr>
          <a:xfrm>
            <a:off x="0" y="0"/>
            <a:ext cx="9144000" cy="6858000"/>
          </a:xfrm>
          <a:prstGeom prst="rect">
            <a:avLst/>
          </a:prstGeom>
        </p:spPr>
      </p:pic>
      <p:sp>
        <p:nvSpPr>
          <p:cNvPr id="2" name="Title 1"/>
          <p:cNvSpPr>
            <a:spLocks noGrp="1"/>
          </p:cNvSpPr>
          <p:nvPr>
            <p:ph type="title"/>
          </p:nvPr>
        </p:nvSpPr>
        <p:spPr>
          <a:xfrm>
            <a:off x="761531" y="156422"/>
            <a:ext cx="7773338" cy="1596177"/>
          </a:xfrm>
        </p:spPr>
        <p:txBody>
          <a:bodyPr>
            <a:normAutofit/>
          </a:bodyPr>
          <a:lstStyle/>
          <a:p>
            <a:r>
              <a:rPr lang="en-US" dirty="0"/>
              <a:t>Three Components </a:t>
            </a:r>
          </a:p>
        </p:txBody>
      </p:sp>
      <p:sp>
        <p:nvSpPr>
          <p:cNvPr id="3" name="Content Placeholder 2"/>
          <p:cNvSpPr>
            <a:spLocks noGrp="1"/>
          </p:cNvSpPr>
          <p:nvPr>
            <p:ph idx="1"/>
          </p:nvPr>
        </p:nvSpPr>
        <p:spPr>
          <a:xfrm>
            <a:off x="457200" y="1752600"/>
            <a:ext cx="8382000" cy="4648200"/>
          </a:xfrm>
        </p:spPr>
        <p:txBody>
          <a:bodyPr>
            <a:normAutofit/>
          </a:bodyPr>
          <a:lstStyle/>
          <a:p>
            <a:pPr>
              <a:lnSpc>
                <a:spcPct val="110000"/>
              </a:lnSpc>
            </a:pPr>
            <a:r>
              <a:rPr lang="en-US" sz="1400" b="1" dirty="0"/>
              <a:t>Models</a:t>
            </a:r>
            <a:r>
              <a:rPr lang="en-US" sz="1400" dirty="0"/>
              <a:t>. Model objects are the parts of the application that implement the logic for the application's data domain. Often, model objects retrieve and store model state in a database. </a:t>
            </a:r>
            <a:r>
              <a:rPr lang="en-US" sz="1400" b="1" dirty="0"/>
              <a:t>For example</a:t>
            </a:r>
            <a:r>
              <a:rPr lang="en-US" sz="1400" dirty="0"/>
              <a:t>, a Product object might retrieve information from a database, operate on it, and then write updated information back to a Products table in a SQL Server database.</a:t>
            </a:r>
          </a:p>
          <a:p>
            <a:pPr>
              <a:lnSpc>
                <a:spcPct val="110000"/>
              </a:lnSpc>
            </a:pPr>
            <a:r>
              <a:rPr lang="en-US" sz="1400" dirty="0"/>
              <a:t>In small applications, the model is often a conceptual separation instead of a physical one. For example, if the application only reads a dataset and sends it to the view, the application does not have a physical model layer and associated classes. In that case, the dataset takes on the role of a model object.</a:t>
            </a:r>
          </a:p>
          <a:p>
            <a:pPr>
              <a:lnSpc>
                <a:spcPct val="110000"/>
              </a:lnSpc>
            </a:pPr>
            <a:r>
              <a:rPr lang="en-US" sz="1400" b="1" dirty="0"/>
              <a:t>Views</a:t>
            </a:r>
            <a:r>
              <a:rPr lang="en-US" sz="1400" dirty="0"/>
              <a:t>. Views are the components that display the application's user interface (UI). Typically, this UI is created from the model data. </a:t>
            </a:r>
            <a:r>
              <a:rPr lang="en-US" sz="1400" b="1" dirty="0"/>
              <a:t>An example </a:t>
            </a:r>
            <a:r>
              <a:rPr lang="en-US" sz="1400" dirty="0"/>
              <a:t>would be an edit view of a Products table that displays text boxes, drop-down lists, and check boxes based on the current state of a Product object.</a:t>
            </a:r>
          </a:p>
          <a:p>
            <a:pPr>
              <a:lnSpc>
                <a:spcPct val="110000"/>
              </a:lnSpc>
            </a:pPr>
            <a:r>
              <a:rPr lang="en-US" sz="1400" b="1" dirty="0"/>
              <a:t>Controllers</a:t>
            </a:r>
            <a:r>
              <a:rPr lang="en-US" sz="1400" dirty="0"/>
              <a:t>. Controllers are the components that handle user interaction, work with the model, and ultimately select a view to render that displays UI. In an MVC application, the view only displays information; the controller handles and responds to user input and interaction. </a:t>
            </a:r>
            <a:r>
              <a:rPr lang="en-US" sz="1400" b="1" dirty="0"/>
              <a:t>For example</a:t>
            </a:r>
            <a:r>
              <a:rPr lang="en-US" sz="1400" dirty="0"/>
              <a:t>, the controller handles query-string values, and passes these values to the model, which in turn might use these values to query the database.</a:t>
            </a:r>
          </a:p>
          <a:p>
            <a:pPr>
              <a:lnSpc>
                <a:spcPct val="110000"/>
              </a:lnSpc>
            </a:pPr>
            <a:endParaRPr lang="en-US" sz="1400" dirty="0"/>
          </a:p>
        </p:txBody>
      </p:sp>
      <p:sp>
        <p:nvSpPr>
          <p:cNvPr id="5" name="Slide Number Placeholder 4"/>
          <p:cNvSpPr>
            <a:spLocks noGrp="1"/>
          </p:cNvSpPr>
          <p:nvPr>
            <p:ph type="sldNum" sz="quarter" idx="12"/>
          </p:nvPr>
        </p:nvSpPr>
        <p:spPr bwMode="gray">
          <a:xfrm>
            <a:off x="7885508" y="5883275"/>
            <a:ext cx="573161" cy="365125"/>
          </a:xfrm>
          <a:prstGeom prst="rect">
            <a:avLst/>
          </a:prstGeom>
        </p:spPr>
        <p:txBody>
          <a:bodyPr vert="horz" lIns="91440" tIns="45720" rIns="91440" bIns="45720" rtlCol="0">
            <a:normAutofit/>
          </a:bodyPr>
          <a:lstStyle>
            <a:defPPr>
              <a:defRPr lang="en-US"/>
            </a:defPPr>
            <a:lvl1pPr marL="0" algn="r" defTabSz="914400" rtl="0" eaLnBrk="1" latinLnBrk="0" hangingPunct="1">
              <a:defRPr sz="2000" kern="1200">
                <a:solidFill>
                  <a:srgbClr val="FE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ct val="90000"/>
              </a:lnSpc>
              <a:spcAft>
                <a:spcPts val="600"/>
              </a:spcAft>
            </a:pPr>
            <a:fld id="{34237BF9-6925-4FE3-8F98-72FCD8F1A9AE}" type="slidenum">
              <a:rPr lang="en-US" sz="1900" smtClean="0"/>
              <a:pPr>
                <a:lnSpc>
                  <a:spcPct val="90000"/>
                </a:lnSpc>
                <a:spcAft>
                  <a:spcPts val="600"/>
                </a:spcAft>
              </a:pPr>
              <a:t>22</a:t>
            </a:fld>
            <a:endParaRPr lang="en-US" sz="1900"/>
          </a:p>
        </p:txBody>
      </p:sp>
      <p:sp>
        <p:nvSpPr>
          <p:cNvPr id="4" name="Date Placeholder 3"/>
          <p:cNvSpPr>
            <a:spLocks noGrp="1"/>
          </p:cNvSpPr>
          <p:nvPr>
            <p:ph type="dt" sz="half" idx="10"/>
          </p:nvPr>
        </p:nvSpPr>
        <p:spPr>
          <a:xfrm>
            <a:off x="10361612" y="6130437"/>
            <a:ext cx="1146283" cy="370396"/>
          </a:xfrm>
          <a:prstGeom prst="rect">
            <a:avLst/>
          </a:prstGeom>
        </p:spPr>
        <p:txBody>
          <a:bodyPr vert="horz" lIns="91440" tIns="45720" rIns="91440" bIns="45720" rtlCol="0" anchor="ctr"/>
          <a:lstStyle>
            <a:defPPr>
              <a:defRPr lang="en-US"/>
            </a:defPPr>
            <a:lvl1pPr marL="0" algn="r" defTabSz="914400" rtl="0" eaLnBrk="1" latinLnBrk="0" hangingPunct="1">
              <a:defRPr sz="9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spcAft>
                <a:spcPts val="600"/>
              </a:spcAft>
            </a:pPr>
            <a:fld id="{FEF2CCB8-730A-46A0-81A2-FB5ED352C581}" type="datetime1">
              <a:rPr lang="en-US" smtClean="0"/>
              <a:pPr>
                <a:spcAft>
                  <a:spcPts val="600"/>
                </a:spcAft>
              </a:pPr>
              <a:t>3/21/2024</a:t>
            </a:fld>
            <a:endParaRPr lang="en-US"/>
          </a:p>
        </p:txBody>
      </p:sp>
    </p:spTree>
    <p:extLst>
      <p:ext uri="{BB962C8B-B14F-4D97-AF65-F5344CB8AC3E}">
        <p14:creationId xmlns:p14="http://schemas.microsoft.com/office/powerpoint/2010/main" val="138803021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1">
                <a:tint val="90000"/>
                <a:lumMod val="110000"/>
              </a:schemeClr>
            </a:gs>
            <a:gs pos="100000">
              <a:schemeClr val="bg1">
                <a:shade val="64000"/>
                <a:lumMod val="88000"/>
              </a:schemeClr>
            </a:gs>
          </a:gsLst>
          <a:lin ang="5400000" scaled="0"/>
        </a:gra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C08B58CE-A486-4D86-A04C-CEBEC0C6EB2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Picture 2">
            <a:extLst>
              <a:ext uri="{FF2B5EF4-FFF2-40B4-BE49-F238E27FC236}">
                <a16:creationId xmlns:a16="http://schemas.microsoft.com/office/drawing/2014/main" id="{7EF397AE-0609-4FFB-A98F-ECD05F0EF2C1}"/>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2">
            <a:alphaModFix/>
            <a:extLst>
              <a:ext uri="{28A0092B-C50C-407E-A947-70E740481C1C}">
                <a14:useLocalDpi xmlns:a14="http://schemas.microsoft.com/office/drawing/2010/main" val="0"/>
              </a:ext>
            </a:extLst>
          </a:blip>
          <a:srcRect/>
          <a:stretch>
            <a:fillRect/>
          </a:stretch>
        </p:blipFill>
        <p:spPr bwMode="auto">
          <a:xfrm>
            <a:off x="0" y="-1"/>
            <a:ext cx="9144002" cy="6858001"/>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6">
            <a:extLst>
              <a:ext uri="{FF2B5EF4-FFF2-40B4-BE49-F238E27FC236}">
                <a16:creationId xmlns:a16="http://schemas.microsoft.com/office/drawing/2014/main" id="{AF847064-4976-768B-7111-1E4FB178D08D}"/>
              </a:ext>
            </a:extLst>
          </p:cNvPr>
          <p:cNvPicPr>
            <a:picLocks noChangeAspect="1"/>
          </p:cNvPicPr>
          <p:nvPr/>
        </p:nvPicPr>
        <p:blipFill rotWithShape="1">
          <a:blip r:embed="rId3">
            <a:duotone>
              <a:schemeClr val="bg2">
                <a:shade val="45000"/>
                <a:satMod val="135000"/>
              </a:schemeClr>
              <a:prstClr val="white"/>
            </a:duotone>
            <a:alphaModFix amt="25000"/>
          </a:blip>
          <a:srcRect l="2257" r="3409" b="-1"/>
          <a:stretch/>
        </p:blipFill>
        <p:spPr>
          <a:xfrm>
            <a:off x="20" y="10"/>
            <a:ext cx="9143980" cy="6857990"/>
          </a:xfrm>
          <a:prstGeom prst="rect">
            <a:avLst/>
          </a:prstGeom>
        </p:spPr>
      </p:pic>
      <p:pic>
        <p:nvPicPr>
          <p:cNvPr id="15" name="Picture 14">
            <a:extLst>
              <a:ext uri="{FF2B5EF4-FFF2-40B4-BE49-F238E27FC236}">
                <a16:creationId xmlns:a16="http://schemas.microsoft.com/office/drawing/2014/main" id="{FF0509A6-53B5-44A9-B59C-1D9C4DD3C2A3}"/>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4">
            <a:extLst>
              <a:ext uri="{28A0092B-C50C-407E-A947-70E740481C1C}">
                <a14:useLocalDpi xmlns:a14="http://schemas.microsoft.com/office/drawing/2010/main" val="0"/>
              </a:ext>
            </a:extLst>
          </a:blip>
          <a:stretch>
            <a:fillRect/>
          </a:stretch>
        </p:blipFill>
        <p:spPr>
          <a:xfrm>
            <a:off x="0" y="0"/>
            <a:ext cx="9144000" cy="6858000"/>
          </a:xfrm>
          <a:prstGeom prst="rect">
            <a:avLst/>
          </a:prstGeom>
        </p:spPr>
      </p:pic>
      <p:sp>
        <p:nvSpPr>
          <p:cNvPr id="2" name="Title 1"/>
          <p:cNvSpPr>
            <a:spLocks noGrp="1"/>
          </p:cNvSpPr>
          <p:nvPr>
            <p:ph type="title"/>
          </p:nvPr>
        </p:nvSpPr>
        <p:spPr>
          <a:xfrm>
            <a:off x="685331" y="618517"/>
            <a:ext cx="7773338" cy="1596177"/>
          </a:xfrm>
        </p:spPr>
        <p:txBody>
          <a:bodyPr>
            <a:normAutofit/>
          </a:bodyPr>
          <a:lstStyle/>
          <a:p>
            <a:r>
              <a:rPr lang="en-US" dirty="0"/>
              <a:t>In-Depth</a:t>
            </a:r>
          </a:p>
        </p:txBody>
      </p:sp>
      <p:sp>
        <p:nvSpPr>
          <p:cNvPr id="3" name="Content Placeholder 2"/>
          <p:cNvSpPr>
            <a:spLocks noGrp="1"/>
          </p:cNvSpPr>
          <p:nvPr>
            <p:ph idx="1"/>
          </p:nvPr>
        </p:nvSpPr>
        <p:spPr>
          <a:xfrm>
            <a:off x="685330" y="1828800"/>
            <a:ext cx="8001470" cy="4672033"/>
          </a:xfrm>
        </p:spPr>
        <p:txBody>
          <a:bodyPr>
            <a:normAutofit fontScale="92500" lnSpcReduction="20000"/>
          </a:bodyPr>
          <a:lstStyle/>
          <a:p>
            <a:pPr>
              <a:lnSpc>
                <a:spcPct val="110000"/>
              </a:lnSpc>
            </a:pPr>
            <a:r>
              <a:rPr lang="en-US" sz="1800" dirty="0"/>
              <a:t>The MVC pattern helps you create applications that separate the different aspects of the application (input logic, business logic, and UI logic), while providing a loose coupling between these elements. The pattern specifies where each kind of logic should be located in the application. </a:t>
            </a:r>
          </a:p>
          <a:p>
            <a:pPr>
              <a:lnSpc>
                <a:spcPct val="110000"/>
              </a:lnSpc>
            </a:pPr>
            <a:r>
              <a:rPr lang="en-US" sz="1800" dirty="0"/>
              <a:t>The </a:t>
            </a:r>
            <a:r>
              <a:rPr lang="en-US" sz="1800" b="1" dirty="0"/>
              <a:t>UI logic </a:t>
            </a:r>
            <a:r>
              <a:rPr lang="en-US" sz="1800" dirty="0"/>
              <a:t>belongs in the </a:t>
            </a:r>
            <a:r>
              <a:rPr lang="en-US" sz="1800" b="1" dirty="0"/>
              <a:t>view</a:t>
            </a:r>
            <a:r>
              <a:rPr lang="en-US" sz="1800" dirty="0"/>
              <a:t>. </a:t>
            </a:r>
          </a:p>
          <a:p>
            <a:pPr>
              <a:lnSpc>
                <a:spcPct val="110000"/>
              </a:lnSpc>
            </a:pPr>
            <a:r>
              <a:rPr lang="en-US" sz="1800" b="1" dirty="0"/>
              <a:t>Input logic </a:t>
            </a:r>
            <a:r>
              <a:rPr lang="en-US" sz="1800" dirty="0"/>
              <a:t>belongs in the </a:t>
            </a:r>
            <a:r>
              <a:rPr lang="en-US" sz="1800" b="1" dirty="0"/>
              <a:t>controller</a:t>
            </a:r>
            <a:r>
              <a:rPr lang="en-US" sz="1800" dirty="0"/>
              <a:t>. </a:t>
            </a:r>
          </a:p>
          <a:p>
            <a:pPr>
              <a:lnSpc>
                <a:spcPct val="110000"/>
              </a:lnSpc>
            </a:pPr>
            <a:r>
              <a:rPr lang="en-US" sz="1800" b="1" dirty="0"/>
              <a:t>Business logic </a:t>
            </a:r>
            <a:r>
              <a:rPr lang="en-US" sz="1800" dirty="0"/>
              <a:t>belongs in the </a:t>
            </a:r>
            <a:r>
              <a:rPr lang="en-US" sz="1800" b="1" dirty="0"/>
              <a:t>model</a:t>
            </a:r>
            <a:r>
              <a:rPr lang="en-US" sz="1800" dirty="0"/>
              <a:t>. </a:t>
            </a:r>
          </a:p>
          <a:p>
            <a:pPr>
              <a:lnSpc>
                <a:spcPct val="110000"/>
              </a:lnSpc>
            </a:pPr>
            <a:r>
              <a:rPr lang="en-US" sz="1800" dirty="0"/>
              <a:t>This separation helps you manage complexity when you build an application, because it enables you to focus on one aspect of the implementation at a time. </a:t>
            </a:r>
            <a:r>
              <a:rPr lang="en-US" sz="1800" b="1" dirty="0"/>
              <a:t>For example</a:t>
            </a:r>
            <a:r>
              <a:rPr lang="en-US" sz="1800" dirty="0"/>
              <a:t>, you can focus on the view without depending on the business logic.</a:t>
            </a:r>
          </a:p>
          <a:p>
            <a:pPr>
              <a:lnSpc>
                <a:spcPct val="110000"/>
              </a:lnSpc>
            </a:pPr>
            <a:r>
              <a:rPr lang="en-US" sz="1800" dirty="0"/>
              <a:t>The loose coupling between the three main components of an MVC application also promotes parallel development. </a:t>
            </a:r>
            <a:r>
              <a:rPr lang="en-US" sz="1800" b="1" dirty="0"/>
              <a:t>For example</a:t>
            </a:r>
            <a:r>
              <a:rPr lang="en-US" sz="1800" dirty="0"/>
              <a:t>, one developer can work on the view, a second developer can work on the controller logic, and a third developer can focus on the business logic in the model.</a:t>
            </a:r>
          </a:p>
          <a:p>
            <a:pPr>
              <a:lnSpc>
                <a:spcPct val="110000"/>
              </a:lnSpc>
            </a:pPr>
            <a:endParaRPr lang="en-US" sz="1800" dirty="0"/>
          </a:p>
        </p:txBody>
      </p:sp>
      <p:sp>
        <p:nvSpPr>
          <p:cNvPr id="5" name="Slide Number Placeholder 4"/>
          <p:cNvSpPr>
            <a:spLocks noGrp="1"/>
          </p:cNvSpPr>
          <p:nvPr>
            <p:ph type="sldNum" sz="quarter" idx="12"/>
          </p:nvPr>
        </p:nvSpPr>
        <p:spPr bwMode="gray">
          <a:xfrm>
            <a:off x="7885508" y="5883275"/>
            <a:ext cx="573161" cy="365125"/>
          </a:xfrm>
          <a:prstGeom prst="rect">
            <a:avLst/>
          </a:prstGeom>
        </p:spPr>
        <p:txBody>
          <a:bodyPr vert="horz" lIns="91440" tIns="45720" rIns="91440" bIns="45720" rtlCol="0">
            <a:normAutofit/>
          </a:bodyPr>
          <a:lstStyle>
            <a:defPPr>
              <a:defRPr lang="en-US"/>
            </a:defPPr>
            <a:lvl1pPr marL="0" algn="r" defTabSz="914400" rtl="0" eaLnBrk="1" latinLnBrk="0" hangingPunct="1">
              <a:defRPr sz="2000" kern="1200">
                <a:solidFill>
                  <a:srgbClr val="FE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ct val="90000"/>
              </a:lnSpc>
              <a:spcAft>
                <a:spcPts val="600"/>
              </a:spcAft>
            </a:pPr>
            <a:fld id="{34237BF9-6925-4FE3-8F98-72FCD8F1A9AE}" type="slidenum">
              <a:rPr lang="en-US" sz="1900" smtClean="0"/>
              <a:pPr>
                <a:lnSpc>
                  <a:spcPct val="90000"/>
                </a:lnSpc>
                <a:spcAft>
                  <a:spcPts val="600"/>
                </a:spcAft>
              </a:pPr>
              <a:t>23</a:t>
            </a:fld>
            <a:endParaRPr lang="en-US" sz="1900"/>
          </a:p>
        </p:txBody>
      </p:sp>
      <p:sp>
        <p:nvSpPr>
          <p:cNvPr id="4" name="Date Placeholder 3"/>
          <p:cNvSpPr>
            <a:spLocks noGrp="1"/>
          </p:cNvSpPr>
          <p:nvPr>
            <p:ph type="dt" sz="half" idx="10"/>
          </p:nvPr>
        </p:nvSpPr>
        <p:spPr>
          <a:xfrm>
            <a:off x="10361612" y="6130437"/>
            <a:ext cx="1146283" cy="370396"/>
          </a:xfrm>
          <a:prstGeom prst="rect">
            <a:avLst/>
          </a:prstGeom>
        </p:spPr>
        <p:txBody>
          <a:bodyPr vert="horz" lIns="91440" tIns="45720" rIns="91440" bIns="45720" rtlCol="0" anchor="ctr"/>
          <a:lstStyle>
            <a:defPPr>
              <a:defRPr lang="en-US"/>
            </a:defPPr>
            <a:lvl1pPr marL="0" algn="r" defTabSz="914400" rtl="0" eaLnBrk="1" latinLnBrk="0" hangingPunct="1">
              <a:defRPr sz="9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spcAft>
                <a:spcPts val="600"/>
              </a:spcAft>
            </a:pPr>
            <a:fld id="{FEF2CCB8-730A-46A0-81A2-FB5ED352C581}" type="datetime1">
              <a:rPr lang="en-US" smtClean="0"/>
              <a:pPr>
                <a:spcAft>
                  <a:spcPts val="600"/>
                </a:spcAft>
              </a:pPr>
              <a:t>3/21/2024</a:t>
            </a:fld>
            <a:endParaRPr lang="en-US"/>
          </a:p>
        </p:txBody>
      </p:sp>
    </p:spTree>
    <p:extLst>
      <p:ext uri="{BB962C8B-B14F-4D97-AF65-F5344CB8AC3E}">
        <p14:creationId xmlns:p14="http://schemas.microsoft.com/office/powerpoint/2010/main" val="66285276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1">
                <a:tint val="90000"/>
                <a:lumMod val="110000"/>
              </a:schemeClr>
            </a:gs>
            <a:gs pos="100000">
              <a:schemeClr val="bg1">
                <a:shade val="64000"/>
                <a:lumMod val="88000"/>
              </a:schemeClr>
            </a:gs>
          </a:gsLst>
          <a:lin ang="5400000" scaled="0"/>
        </a:gradFill>
        <a:effectLst/>
      </p:bgPr>
    </p:bg>
    <p:spTree>
      <p:nvGrpSpPr>
        <p:cNvPr id="1" name=""/>
        <p:cNvGrpSpPr/>
        <p:nvPr/>
      </p:nvGrpSpPr>
      <p:grpSpPr>
        <a:xfrm>
          <a:off x="0" y="0"/>
          <a:ext cx="0" cy="0"/>
          <a:chOff x="0" y="0"/>
          <a:chExt cx="0" cy="0"/>
        </a:xfrm>
      </p:grpSpPr>
      <p:pic>
        <p:nvPicPr>
          <p:cNvPr id="12" name="Picture 2">
            <a:extLst>
              <a:ext uri="{FF2B5EF4-FFF2-40B4-BE49-F238E27FC236}">
                <a16:creationId xmlns:a16="http://schemas.microsoft.com/office/drawing/2014/main" id="{25496B42-CC46-4183-B481-887CD3E8C725}"/>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2">
            <a:alphaModFix/>
            <a:extLst>
              <a:ext uri="{28A0092B-C50C-407E-A947-70E740481C1C}">
                <a14:useLocalDpi xmlns:a14="http://schemas.microsoft.com/office/drawing/2010/main" val="0"/>
              </a:ext>
            </a:extLst>
          </a:blip>
          <a:srcRect/>
          <a:stretch>
            <a:fillRect/>
          </a:stretch>
        </p:blipFill>
        <p:spPr bwMode="auto">
          <a:xfrm>
            <a:off x="0" y="-1"/>
            <a:ext cx="9144002" cy="6858001"/>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13">
            <a:extLst>
              <a:ext uri="{FF2B5EF4-FFF2-40B4-BE49-F238E27FC236}">
                <a16:creationId xmlns:a16="http://schemas.microsoft.com/office/drawing/2014/main" id="{E2758CE0-F916-4DCE-88D1-71430BE441B2}"/>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extLst>
              <a:ext uri="{28A0092B-C50C-407E-A947-70E740481C1C}">
                <a14:useLocalDpi xmlns:a14="http://schemas.microsoft.com/office/drawing/2010/main" val="0"/>
              </a:ext>
            </a:extLst>
          </a:blip>
          <a:stretch>
            <a:fillRect/>
          </a:stretch>
        </p:blipFill>
        <p:spPr>
          <a:xfrm>
            <a:off x="0" y="0"/>
            <a:ext cx="9144000" cy="6858000"/>
          </a:xfrm>
          <a:prstGeom prst="rect">
            <a:avLst/>
          </a:prstGeom>
        </p:spPr>
      </p:pic>
      <p:sp useBgFill="1">
        <p:nvSpPr>
          <p:cNvPr id="16" name="Rectangle 15">
            <a:extLst>
              <a:ext uri="{FF2B5EF4-FFF2-40B4-BE49-F238E27FC236}">
                <a16:creationId xmlns:a16="http://schemas.microsoft.com/office/drawing/2014/main" id="{48EC41B9-2D25-48A6-BC40-DA8F79F3EBD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Content Placeholder 6"/>
          <p:cNvPicPr>
            <a:picLocks noGrp="1" noChangeAspect="1"/>
          </p:cNvPicPr>
          <p:nvPr>
            <p:ph idx="1"/>
          </p:nvPr>
        </p:nvPicPr>
        <p:blipFill>
          <a:blip r:embed="rId4"/>
          <a:stretch>
            <a:fillRect/>
          </a:stretch>
        </p:blipFill>
        <p:spPr>
          <a:xfrm>
            <a:off x="1445523" y="957486"/>
            <a:ext cx="6287712" cy="3285330"/>
          </a:xfrm>
          <a:prstGeom prst="roundRect">
            <a:avLst>
              <a:gd name="adj" fmla="val 5301"/>
            </a:avLst>
          </a:prstGeom>
          <a:ln w="82550" cap="sq">
            <a:solidFill>
              <a:srgbClr val="EAEAEA"/>
            </a:solidFill>
            <a:miter lim="800000"/>
          </a:ln>
          <a:effectLst/>
          <a:scene3d>
            <a:camera prst="orthographicFront"/>
            <a:lightRig rig="threePt" dir="t">
              <a:rot lat="0" lon="0" rev="2700000"/>
            </a:lightRig>
          </a:scene3d>
          <a:sp3d contourW="6350">
            <a:bevelT h="38100"/>
            <a:contourClr>
              <a:srgbClr val="C0C0C0"/>
            </a:contourClr>
          </a:sp3d>
        </p:spPr>
      </p:pic>
      <p:pic>
        <p:nvPicPr>
          <p:cNvPr id="18" name="Picture 17">
            <a:extLst>
              <a:ext uri="{FF2B5EF4-FFF2-40B4-BE49-F238E27FC236}">
                <a16:creationId xmlns:a16="http://schemas.microsoft.com/office/drawing/2014/main" id="{F8F21547-A433-450A-B2A3-930DCFABD93F}"/>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5">
            <a:extLst>
              <a:ext uri="{28A0092B-C50C-407E-A947-70E740481C1C}">
                <a14:useLocalDpi xmlns:a14="http://schemas.microsoft.com/office/drawing/2010/main" val="0"/>
              </a:ext>
            </a:extLst>
          </a:blip>
          <a:srcRect r="71324"/>
          <a:stretch/>
        </p:blipFill>
        <p:spPr>
          <a:xfrm>
            <a:off x="0" y="0"/>
            <a:ext cx="2622176" cy="6858000"/>
          </a:xfrm>
          <a:prstGeom prst="rect">
            <a:avLst/>
          </a:prstGeom>
        </p:spPr>
      </p:pic>
      <p:sp>
        <p:nvSpPr>
          <p:cNvPr id="2" name="Title 1"/>
          <p:cNvSpPr>
            <a:spLocks noGrp="1"/>
          </p:cNvSpPr>
          <p:nvPr>
            <p:ph type="title"/>
          </p:nvPr>
        </p:nvSpPr>
        <p:spPr>
          <a:xfrm>
            <a:off x="476408" y="4562855"/>
            <a:ext cx="8187274" cy="1137554"/>
          </a:xfrm>
        </p:spPr>
        <p:txBody>
          <a:bodyPr vert="horz" lIns="91440" tIns="45720" rIns="91440" bIns="45720" rtlCol="0" anchor="b">
            <a:normAutofit/>
          </a:bodyPr>
          <a:lstStyle/>
          <a:p>
            <a:r>
              <a:rPr lang="en-US" sz="4800"/>
              <a:t>Architecture Diagram</a:t>
            </a:r>
          </a:p>
        </p:txBody>
      </p:sp>
      <p:pic>
        <p:nvPicPr>
          <p:cNvPr id="20" name="Picture 19">
            <a:extLst>
              <a:ext uri="{FF2B5EF4-FFF2-40B4-BE49-F238E27FC236}">
                <a16:creationId xmlns:a16="http://schemas.microsoft.com/office/drawing/2014/main" id="{A73B520B-D7E7-436A-B263-0682940B4FB1}"/>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5">
            <a:extLst>
              <a:ext uri="{28A0092B-C50C-407E-A947-70E740481C1C}">
                <a14:useLocalDpi xmlns:a14="http://schemas.microsoft.com/office/drawing/2010/main" val="0"/>
              </a:ext>
            </a:extLst>
          </a:blip>
          <a:srcRect t="61810" r="21258"/>
          <a:stretch/>
        </p:blipFill>
        <p:spPr>
          <a:xfrm>
            <a:off x="0" y="4238951"/>
            <a:ext cx="7200177" cy="2619049"/>
          </a:xfrm>
          <a:prstGeom prst="rect">
            <a:avLst/>
          </a:prstGeom>
        </p:spPr>
      </p:pic>
      <p:sp>
        <p:nvSpPr>
          <p:cNvPr id="5" name="Slide Number Placeholder 4"/>
          <p:cNvSpPr>
            <a:spLocks noGrp="1"/>
          </p:cNvSpPr>
          <p:nvPr>
            <p:ph type="sldNum" sz="quarter" idx="12"/>
          </p:nvPr>
        </p:nvSpPr>
        <p:spPr bwMode="gray">
          <a:xfrm>
            <a:off x="7885508" y="6354825"/>
            <a:ext cx="573161" cy="365125"/>
          </a:xfrm>
          <a:prstGeom prst="rect">
            <a:avLst/>
          </a:prstGeom>
        </p:spPr>
        <p:txBody>
          <a:bodyPr vert="horz" lIns="91440" tIns="45720" rIns="91440" bIns="45720" rtlCol="0" anchor="ctr">
            <a:normAutofit/>
          </a:bodyPr>
          <a:lstStyle>
            <a:defPPr>
              <a:defRPr lang="en-US"/>
            </a:defPPr>
            <a:lvl1pPr marL="0" algn="r" defTabSz="914400" rtl="0" eaLnBrk="1" latinLnBrk="0" hangingPunct="1">
              <a:defRPr sz="2000" kern="1200">
                <a:solidFill>
                  <a:srgbClr val="FE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spcAft>
                <a:spcPts val="600"/>
              </a:spcAft>
            </a:pPr>
            <a:fld id="{34237BF9-6925-4FE3-8F98-72FCD8F1A9AE}" type="slidenum">
              <a:rPr lang="en-US" sz="1000" smtClean="0">
                <a:solidFill>
                  <a:schemeClr val="tx1"/>
                </a:solidFill>
              </a:rPr>
              <a:pPr>
                <a:spcAft>
                  <a:spcPts val="600"/>
                </a:spcAft>
              </a:pPr>
              <a:t>24</a:t>
            </a:fld>
            <a:endParaRPr lang="en-US" sz="1000">
              <a:solidFill>
                <a:schemeClr val="tx1"/>
              </a:solidFill>
            </a:endParaRPr>
          </a:p>
        </p:txBody>
      </p:sp>
      <p:sp>
        <p:nvSpPr>
          <p:cNvPr id="4" name="Date Placeholder 3"/>
          <p:cNvSpPr>
            <a:spLocks noGrp="1"/>
          </p:cNvSpPr>
          <p:nvPr>
            <p:ph type="dt" sz="half" idx="10"/>
          </p:nvPr>
        </p:nvSpPr>
        <p:spPr>
          <a:xfrm>
            <a:off x="10361612" y="6130437"/>
            <a:ext cx="1146283" cy="370396"/>
          </a:xfrm>
          <a:prstGeom prst="rect">
            <a:avLst/>
          </a:prstGeom>
        </p:spPr>
        <p:txBody>
          <a:bodyPr vert="horz" lIns="91440" tIns="45720" rIns="91440" bIns="45720" rtlCol="0" anchor="ctr"/>
          <a:lstStyle>
            <a:defPPr>
              <a:defRPr lang="en-US"/>
            </a:defPPr>
            <a:lvl1pPr marL="0" algn="r" defTabSz="914400" rtl="0" eaLnBrk="1" latinLnBrk="0" hangingPunct="1">
              <a:defRPr sz="9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spcAft>
                <a:spcPts val="600"/>
              </a:spcAft>
            </a:pPr>
            <a:fld id="{FEF2CCB8-730A-46A0-81A2-FB5ED352C581}" type="datetime1">
              <a:rPr lang="en-US" smtClean="0"/>
              <a:pPr>
                <a:spcAft>
                  <a:spcPts val="600"/>
                </a:spcAft>
              </a:pPr>
              <a:t>3/21/2024</a:t>
            </a:fld>
            <a:endParaRPr lang="en-US"/>
          </a:p>
        </p:txBody>
      </p:sp>
    </p:spTree>
    <p:extLst>
      <p:ext uri="{BB962C8B-B14F-4D97-AF65-F5344CB8AC3E}">
        <p14:creationId xmlns:p14="http://schemas.microsoft.com/office/powerpoint/2010/main" val="405542327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e Placeholder 3"/>
          <p:cNvSpPr>
            <a:spLocks noGrp="1"/>
          </p:cNvSpPr>
          <p:nvPr>
            <p:ph type="dt" sz="half" idx="10"/>
          </p:nvPr>
        </p:nvSpPr>
        <p:spPr>
          <a:prstGeom prst="rect">
            <a:avLst/>
          </a:prstGeom>
        </p:spPr>
        <p:txBody>
          <a:bodyPr vert="horz" lIns="91440" tIns="45720" rIns="91440" bIns="45720" rtlCol="0" anchor="ctr"/>
          <a:lstStyle>
            <a:defPPr>
              <a:defRPr lang="en-US"/>
            </a:defPPr>
            <a:lvl1pPr marL="0" algn="r" defTabSz="914400" rtl="0" eaLnBrk="1" latinLnBrk="0" hangingPunct="1">
              <a:defRPr sz="9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FEF2CCB8-730A-46A0-81A2-FB5ED352C581}" type="datetime1">
              <a:rPr lang="en-US" smtClean="0"/>
              <a:pPr/>
              <a:t>3/21/2024</a:t>
            </a:fld>
            <a:endParaRPr lang="en-US"/>
          </a:p>
        </p:txBody>
      </p:sp>
      <p:sp>
        <p:nvSpPr>
          <p:cNvPr id="5" name="Slide Number Placeholder 4"/>
          <p:cNvSpPr>
            <a:spLocks noGrp="1"/>
          </p:cNvSpPr>
          <p:nvPr>
            <p:ph type="sldNum" sz="quarter" idx="12"/>
          </p:nvPr>
        </p:nvSpPr>
        <p:spPr bwMode="gray">
          <a:prstGeom prst="rect">
            <a:avLst/>
          </a:prstGeom>
        </p:spPr>
        <p:txBody>
          <a:bodyPr vert="horz" lIns="91440" tIns="45720" rIns="91440" bIns="45720" rtlCol="0" anchor="ctr"/>
          <a:lstStyle>
            <a:defPPr>
              <a:defRPr lang="en-US"/>
            </a:defPPr>
            <a:lvl1pPr marL="0" algn="r" defTabSz="914400" rtl="0" eaLnBrk="1" latinLnBrk="0" hangingPunct="1">
              <a:defRPr sz="2000" kern="1200">
                <a:solidFill>
                  <a:srgbClr val="FE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4237BF9-6925-4FE3-8F98-72FCD8F1A9AE}" type="slidenum">
              <a:rPr lang="en-US" smtClean="0"/>
              <a:pPr/>
              <a:t>25</a:t>
            </a:fld>
            <a:endParaRPr lang="en-US"/>
          </a:p>
        </p:txBody>
      </p:sp>
      <p:sp>
        <p:nvSpPr>
          <p:cNvPr id="2" name="Title 1"/>
          <p:cNvSpPr>
            <a:spLocks noGrp="1"/>
          </p:cNvSpPr>
          <p:nvPr>
            <p:ph type="title" idx="4294967295"/>
          </p:nvPr>
        </p:nvSpPr>
        <p:spPr>
          <a:xfrm>
            <a:off x="0" y="619125"/>
            <a:ext cx="7772400" cy="1595438"/>
          </a:xfrm>
        </p:spPr>
        <p:txBody>
          <a:bodyPr/>
          <a:lstStyle/>
          <a:p>
            <a:r>
              <a:rPr lang="en-US" dirty="0"/>
              <a:t>Further</a:t>
            </a:r>
          </a:p>
        </p:txBody>
      </p:sp>
      <p:grpSp>
        <p:nvGrpSpPr>
          <p:cNvPr id="6" name="Group 2"/>
          <p:cNvGrpSpPr>
            <a:grpSpLocks/>
          </p:cNvGrpSpPr>
          <p:nvPr/>
        </p:nvGrpSpPr>
        <p:grpSpPr bwMode="auto">
          <a:xfrm>
            <a:off x="1652828" y="2027931"/>
            <a:ext cx="5838343" cy="2615507"/>
            <a:chOff x="780" y="2269"/>
            <a:chExt cx="4601" cy="1833"/>
          </a:xfrm>
        </p:grpSpPr>
        <p:graphicFrame>
          <p:nvGraphicFramePr>
            <p:cNvPr id="7" name="Object 2"/>
            <p:cNvGraphicFramePr>
              <a:graphicFrameLocks noChangeAspect="1"/>
            </p:cNvGraphicFramePr>
            <p:nvPr/>
          </p:nvGraphicFramePr>
          <p:xfrm>
            <a:off x="3917" y="2269"/>
            <a:ext cx="604" cy="614"/>
          </p:xfrm>
          <a:graphic>
            <a:graphicData uri="http://schemas.openxmlformats.org/presentationml/2006/ole">
              <mc:AlternateContent xmlns:mc="http://schemas.openxmlformats.org/markup-compatibility/2006">
                <mc:Choice xmlns:v="urn:schemas-microsoft-com:vml" Requires="v">
                  <p:oleObj name="Clip" r:id="rId2" imgW="4762500" imgH="4826000" progId="MS_ClipArt_Gallery.2">
                    <p:embed/>
                  </p:oleObj>
                </mc:Choice>
                <mc:Fallback>
                  <p:oleObj name="Clip" r:id="rId2" imgW="4762500" imgH="4826000" progId="MS_ClipArt_Gallery.2">
                    <p:embed/>
                    <p:pic>
                      <p:nvPicPr>
                        <p:cNvPr id="7" name="Object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917" y="2269"/>
                          <a:ext cx="604" cy="61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alpha val="74997"/>
                                  </a:srgbClr>
                                </a:outerShdw>
                              </a:effectLst>
                            </a14:hiddenEffects>
                          </a:ext>
                        </a:extLst>
                      </p:spPr>
                    </p:pic>
                  </p:oleObj>
                </mc:Fallback>
              </mc:AlternateContent>
            </a:graphicData>
          </a:graphic>
        </p:graphicFrame>
        <p:grpSp>
          <p:nvGrpSpPr>
            <p:cNvPr id="8" name="Group 4"/>
            <p:cNvGrpSpPr>
              <a:grpSpLocks/>
            </p:cNvGrpSpPr>
            <p:nvPr/>
          </p:nvGrpSpPr>
          <p:grpSpPr bwMode="auto">
            <a:xfrm>
              <a:off x="3890" y="3376"/>
              <a:ext cx="1491" cy="614"/>
              <a:chOff x="3890" y="3376"/>
              <a:chExt cx="1491" cy="614"/>
            </a:xfrm>
          </p:grpSpPr>
          <p:graphicFrame>
            <p:nvGraphicFramePr>
              <p:cNvPr id="23" name="Object 3"/>
              <p:cNvGraphicFramePr>
                <a:graphicFrameLocks noChangeAspect="1"/>
              </p:cNvGraphicFramePr>
              <p:nvPr/>
            </p:nvGraphicFramePr>
            <p:xfrm flipH="1">
              <a:off x="4833" y="3730"/>
              <a:ext cx="548" cy="220"/>
            </p:xfrm>
            <a:graphic>
              <a:graphicData uri="http://schemas.openxmlformats.org/presentationml/2006/ole">
                <mc:AlternateContent xmlns:mc="http://schemas.openxmlformats.org/markup-compatibility/2006">
                  <mc:Choice xmlns:v="urn:schemas-microsoft-com:vml" Requires="v">
                    <p:oleObj name="Clip" r:id="rId4" imgW="6692900" imgH="2692400" progId="MS_ClipArt_Gallery.2">
                      <p:embed/>
                    </p:oleObj>
                  </mc:Choice>
                  <mc:Fallback>
                    <p:oleObj name="Clip" r:id="rId4" imgW="6692900" imgH="2692400" progId="MS_ClipArt_Gallery.2">
                      <p:embed/>
                      <p:pic>
                        <p:nvPicPr>
                          <p:cNvPr id="23" name="Object 3"/>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flipH="1">
                            <a:off x="4833" y="3730"/>
                            <a:ext cx="548" cy="22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alpha val="74997"/>
                                    </a:srgbClr>
                                  </a:outerShdw>
                                </a:effectLst>
                              </a14:hiddenEffects>
                            </a:ext>
                          </a:extLst>
                        </p:spPr>
                      </p:pic>
                    </p:oleObj>
                  </mc:Fallback>
                </mc:AlternateContent>
              </a:graphicData>
            </a:graphic>
          </p:graphicFrame>
          <p:graphicFrame>
            <p:nvGraphicFramePr>
              <p:cNvPr id="24" name="Object 4"/>
              <p:cNvGraphicFramePr>
                <a:graphicFrameLocks noChangeAspect="1"/>
              </p:cNvGraphicFramePr>
              <p:nvPr/>
            </p:nvGraphicFramePr>
            <p:xfrm>
              <a:off x="3890" y="3376"/>
              <a:ext cx="917" cy="614"/>
            </p:xfrm>
            <a:graphic>
              <a:graphicData uri="http://schemas.openxmlformats.org/presentationml/2006/ole">
                <mc:AlternateContent xmlns:mc="http://schemas.openxmlformats.org/markup-compatibility/2006">
                  <mc:Choice xmlns:v="urn:schemas-microsoft-com:vml" Requires="v">
                    <p:oleObj name="Clip" r:id="rId6" imgW="3886537" imgH="2598095" progId="MS_ClipArt_Gallery.2">
                      <p:embed/>
                    </p:oleObj>
                  </mc:Choice>
                  <mc:Fallback>
                    <p:oleObj name="Clip" r:id="rId6" imgW="3886537" imgH="2598095" progId="MS_ClipArt_Gallery.2">
                      <p:embed/>
                      <p:pic>
                        <p:nvPicPr>
                          <p:cNvPr id="24" name="Object 4"/>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3890" y="3376"/>
                            <a:ext cx="917" cy="61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alpha val="74997"/>
                                    </a:srgbClr>
                                  </a:outerShdw>
                                </a:effectLst>
                              </a14:hiddenEffects>
                            </a:ext>
                          </a:extLst>
                        </p:spPr>
                      </p:pic>
                    </p:oleObj>
                  </mc:Fallback>
                </mc:AlternateContent>
              </a:graphicData>
            </a:graphic>
          </p:graphicFrame>
        </p:grpSp>
        <p:grpSp>
          <p:nvGrpSpPr>
            <p:cNvPr id="9" name="Group 7"/>
            <p:cNvGrpSpPr>
              <a:grpSpLocks/>
            </p:cNvGrpSpPr>
            <p:nvPr/>
          </p:nvGrpSpPr>
          <p:grpSpPr bwMode="auto">
            <a:xfrm>
              <a:off x="780" y="2540"/>
              <a:ext cx="2622" cy="1562"/>
              <a:chOff x="780" y="2540"/>
              <a:chExt cx="2622" cy="1562"/>
            </a:xfrm>
          </p:grpSpPr>
          <p:sp>
            <p:nvSpPr>
              <p:cNvPr id="12" name="AutoShape 8"/>
              <p:cNvSpPr>
                <a:spLocks noChangeArrowheads="1"/>
              </p:cNvSpPr>
              <p:nvPr/>
            </p:nvSpPr>
            <p:spPr bwMode="auto">
              <a:xfrm>
                <a:off x="780" y="2999"/>
                <a:ext cx="1152" cy="672"/>
              </a:xfrm>
              <a:prstGeom prst="doubleWave">
                <a:avLst>
                  <a:gd name="adj1" fmla="val 6500"/>
                  <a:gd name="adj2" fmla="val 0"/>
                </a:avLst>
              </a:prstGeom>
              <a:solidFill>
                <a:schemeClr val="accent1"/>
              </a:solidFill>
              <a:ln w="12700">
                <a:solidFill>
                  <a:schemeClr val="tx1"/>
                </a:solidFill>
                <a:miter lim="800000"/>
                <a:headEnd type="none" w="sm" len="sm"/>
                <a:tailEnd type="none" w="sm" len="sm"/>
              </a:ln>
            </p:spPr>
            <p:txBody>
              <a:bodyPr wrap="none" anchor="ctr"/>
              <a:lstStyle>
                <a:lvl1pPr eaLnBrk="0" hangingPunct="0">
                  <a:defRPr sz="2400">
                    <a:solidFill>
                      <a:schemeClr val="tx1"/>
                    </a:solidFill>
                    <a:latin typeface="Verdana" panose="020B0604030504040204" pitchFamily="34" charset="0"/>
                    <a:ea typeface="ＭＳ Ｐゴシック" pitchFamily="-84" charset="-128"/>
                  </a:defRPr>
                </a:lvl1pPr>
                <a:lvl2pPr marL="742950" indent="-285750" eaLnBrk="0" hangingPunct="0">
                  <a:defRPr sz="2400">
                    <a:solidFill>
                      <a:schemeClr val="tx1"/>
                    </a:solidFill>
                    <a:latin typeface="Verdana" panose="020B0604030504040204" pitchFamily="34" charset="0"/>
                    <a:ea typeface="ＭＳ Ｐゴシック" pitchFamily="-84" charset="-128"/>
                  </a:defRPr>
                </a:lvl2pPr>
                <a:lvl3pPr marL="1143000" indent="-228600" eaLnBrk="0" hangingPunct="0">
                  <a:defRPr sz="2400">
                    <a:solidFill>
                      <a:schemeClr val="tx1"/>
                    </a:solidFill>
                    <a:latin typeface="Verdana" panose="020B0604030504040204" pitchFamily="34" charset="0"/>
                    <a:ea typeface="ＭＳ Ｐゴシック" pitchFamily="-84" charset="-128"/>
                  </a:defRPr>
                </a:lvl3pPr>
                <a:lvl4pPr marL="1600200" indent="-228600" eaLnBrk="0" hangingPunct="0">
                  <a:defRPr sz="2400">
                    <a:solidFill>
                      <a:schemeClr val="tx1"/>
                    </a:solidFill>
                    <a:latin typeface="Verdana" panose="020B0604030504040204" pitchFamily="34" charset="0"/>
                    <a:ea typeface="ＭＳ Ｐゴシック" pitchFamily="-84" charset="-128"/>
                  </a:defRPr>
                </a:lvl4pPr>
                <a:lvl5pPr marL="2057400" indent="-228600" eaLnBrk="0" hangingPunct="0">
                  <a:defRPr sz="2400">
                    <a:solidFill>
                      <a:schemeClr val="tx1"/>
                    </a:solidFill>
                    <a:latin typeface="Verdana" panose="020B0604030504040204" pitchFamily="34" charset="0"/>
                    <a:ea typeface="ＭＳ Ｐゴシック" pitchFamily="-84" charset="-128"/>
                  </a:defRPr>
                </a:lvl5pPr>
                <a:lvl6pPr marL="2514600" indent="-228600" eaLnBrk="0" fontAlgn="base" hangingPunct="0">
                  <a:spcBef>
                    <a:spcPct val="0"/>
                  </a:spcBef>
                  <a:spcAft>
                    <a:spcPct val="0"/>
                  </a:spcAft>
                  <a:defRPr sz="2400">
                    <a:solidFill>
                      <a:schemeClr val="tx1"/>
                    </a:solidFill>
                    <a:latin typeface="Verdana" panose="020B0604030504040204" pitchFamily="34" charset="0"/>
                    <a:ea typeface="ＭＳ Ｐゴシック" pitchFamily="-84" charset="-128"/>
                  </a:defRPr>
                </a:lvl6pPr>
                <a:lvl7pPr marL="2971800" indent="-228600" eaLnBrk="0" fontAlgn="base" hangingPunct="0">
                  <a:spcBef>
                    <a:spcPct val="0"/>
                  </a:spcBef>
                  <a:spcAft>
                    <a:spcPct val="0"/>
                  </a:spcAft>
                  <a:defRPr sz="2400">
                    <a:solidFill>
                      <a:schemeClr val="tx1"/>
                    </a:solidFill>
                    <a:latin typeface="Verdana" panose="020B0604030504040204" pitchFamily="34" charset="0"/>
                    <a:ea typeface="ＭＳ Ｐゴシック" pitchFamily="-84" charset="-128"/>
                  </a:defRPr>
                </a:lvl7pPr>
                <a:lvl8pPr marL="3429000" indent="-228600" eaLnBrk="0" fontAlgn="base" hangingPunct="0">
                  <a:spcBef>
                    <a:spcPct val="0"/>
                  </a:spcBef>
                  <a:spcAft>
                    <a:spcPct val="0"/>
                  </a:spcAft>
                  <a:defRPr sz="2400">
                    <a:solidFill>
                      <a:schemeClr val="tx1"/>
                    </a:solidFill>
                    <a:latin typeface="Verdana" panose="020B0604030504040204" pitchFamily="34" charset="0"/>
                    <a:ea typeface="ＭＳ Ｐゴシック" pitchFamily="-84" charset="-128"/>
                  </a:defRPr>
                </a:lvl8pPr>
                <a:lvl9pPr marL="3886200" indent="-228600" eaLnBrk="0" fontAlgn="base" hangingPunct="0">
                  <a:spcBef>
                    <a:spcPct val="0"/>
                  </a:spcBef>
                  <a:spcAft>
                    <a:spcPct val="0"/>
                  </a:spcAft>
                  <a:defRPr sz="2400">
                    <a:solidFill>
                      <a:schemeClr val="tx1"/>
                    </a:solidFill>
                    <a:latin typeface="Verdana" panose="020B0604030504040204" pitchFamily="34" charset="0"/>
                    <a:ea typeface="ＭＳ Ｐゴシック" pitchFamily="-84" charset="-128"/>
                  </a:defRPr>
                </a:lvl9pPr>
              </a:lstStyle>
              <a:p>
                <a:pPr algn="ctr" eaLnBrk="1" hangingPunct="1"/>
                <a:r>
                  <a:rPr lang="en-US" sz="2100">
                    <a:latin typeface="Times New Roman" panose="02020603050405020304" pitchFamily="18" charset="0"/>
                  </a:rPr>
                  <a:t>Model</a:t>
                </a:r>
              </a:p>
            </p:txBody>
          </p:sp>
          <p:grpSp>
            <p:nvGrpSpPr>
              <p:cNvPr id="13" name="Group 9"/>
              <p:cNvGrpSpPr>
                <a:grpSpLocks/>
              </p:cNvGrpSpPr>
              <p:nvPr/>
            </p:nvGrpSpPr>
            <p:grpSpPr bwMode="auto">
              <a:xfrm>
                <a:off x="2380" y="2540"/>
                <a:ext cx="1022" cy="1562"/>
                <a:chOff x="2380" y="2540"/>
                <a:chExt cx="1022" cy="1562"/>
              </a:xfrm>
            </p:grpSpPr>
            <p:grpSp>
              <p:nvGrpSpPr>
                <p:cNvPr id="16" name="Group 10"/>
                <p:cNvGrpSpPr>
                  <a:grpSpLocks/>
                </p:cNvGrpSpPr>
                <p:nvPr/>
              </p:nvGrpSpPr>
              <p:grpSpPr bwMode="auto">
                <a:xfrm>
                  <a:off x="2403" y="2540"/>
                  <a:ext cx="999" cy="1562"/>
                  <a:chOff x="2659" y="2553"/>
                  <a:chExt cx="769" cy="1562"/>
                </a:xfrm>
              </p:grpSpPr>
              <p:sp>
                <p:nvSpPr>
                  <p:cNvPr id="21" name="AutoShape 11"/>
                  <p:cNvSpPr>
                    <a:spLocks noChangeArrowheads="1"/>
                  </p:cNvSpPr>
                  <p:nvPr/>
                </p:nvSpPr>
                <p:spPr bwMode="auto">
                  <a:xfrm rot="5400000" flipV="1">
                    <a:off x="2708" y="3395"/>
                    <a:ext cx="672" cy="768"/>
                  </a:xfrm>
                  <a:prstGeom prst="flowChartDelay">
                    <a:avLst/>
                  </a:prstGeom>
                  <a:solidFill>
                    <a:schemeClr val="accent1"/>
                  </a:solidFill>
                  <a:ln w="12700">
                    <a:solidFill>
                      <a:schemeClr val="tx1"/>
                    </a:solidFill>
                    <a:miter lim="800000"/>
                    <a:headEnd type="none" w="sm" len="sm"/>
                    <a:tailEnd type="none" w="sm" len="sm"/>
                  </a:ln>
                </p:spPr>
                <p:txBody>
                  <a:bodyPr wrap="none" anchor="ctr"/>
                  <a:lstStyle>
                    <a:lvl1pPr eaLnBrk="0" hangingPunct="0">
                      <a:defRPr sz="2400">
                        <a:solidFill>
                          <a:schemeClr val="tx1"/>
                        </a:solidFill>
                        <a:latin typeface="Verdana" panose="020B0604030504040204" pitchFamily="34" charset="0"/>
                        <a:ea typeface="ＭＳ Ｐゴシック" pitchFamily="-84" charset="-128"/>
                      </a:defRPr>
                    </a:lvl1pPr>
                    <a:lvl2pPr marL="742950" indent="-285750" eaLnBrk="0" hangingPunct="0">
                      <a:defRPr sz="2400">
                        <a:solidFill>
                          <a:schemeClr val="tx1"/>
                        </a:solidFill>
                        <a:latin typeface="Verdana" panose="020B0604030504040204" pitchFamily="34" charset="0"/>
                        <a:ea typeface="ＭＳ Ｐゴシック" pitchFamily="-84" charset="-128"/>
                      </a:defRPr>
                    </a:lvl2pPr>
                    <a:lvl3pPr marL="1143000" indent="-228600" eaLnBrk="0" hangingPunct="0">
                      <a:defRPr sz="2400">
                        <a:solidFill>
                          <a:schemeClr val="tx1"/>
                        </a:solidFill>
                        <a:latin typeface="Verdana" panose="020B0604030504040204" pitchFamily="34" charset="0"/>
                        <a:ea typeface="ＭＳ Ｐゴシック" pitchFamily="-84" charset="-128"/>
                      </a:defRPr>
                    </a:lvl3pPr>
                    <a:lvl4pPr marL="1600200" indent="-228600" eaLnBrk="0" hangingPunct="0">
                      <a:defRPr sz="2400">
                        <a:solidFill>
                          <a:schemeClr val="tx1"/>
                        </a:solidFill>
                        <a:latin typeface="Verdana" panose="020B0604030504040204" pitchFamily="34" charset="0"/>
                        <a:ea typeface="ＭＳ Ｐゴシック" pitchFamily="-84" charset="-128"/>
                      </a:defRPr>
                    </a:lvl4pPr>
                    <a:lvl5pPr marL="2057400" indent="-228600" eaLnBrk="0" hangingPunct="0">
                      <a:defRPr sz="2400">
                        <a:solidFill>
                          <a:schemeClr val="tx1"/>
                        </a:solidFill>
                        <a:latin typeface="Verdana" panose="020B0604030504040204" pitchFamily="34" charset="0"/>
                        <a:ea typeface="ＭＳ Ｐゴシック" pitchFamily="-84" charset="-128"/>
                      </a:defRPr>
                    </a:lvl5pPr>
                    <a:lvl6pPr marL="2514600" indent="-228600" eaLnBrk="0" fontAlgn="base" hangingPunct="0">
                      <a:spcBef>
                        <a:spcPct val="0"/>
                      </a:spcBef>
                      <a:spcAft>
                        <a:spcPct val="0"/>
                      </a:spcAft>
                      <a:defRPr sz="2400">
                        <a:solidFill>
                          <a:schemeClr val="tx1"/>
                        </a:solidFill>
                        <a:latin typeface="Verdana" panose="020B0604030504040204" pitchFamily="34" charset="0"/>
                        <a:ea typeface="ＭＳ Ｐゴシック" pitchFamily="-84" charset="-128"/>
                      </a:defRPr>
                    </a:lvl6pPr>
                    <a:lvl7pPr marL="2971800" indent="-228600" eaLnBrk="0" fontAlgn="base" hangingPunct="0">
                      <a:spcBef>
                        <a:spcPct val="0"/>
                      </a:spcBef>
                      <a:spcAft>
                        <a:spcPct val="0"/>
                      </a:spcAft>
                      <a:defRPr sz="2400">
                        <a:solidFill>
                          <a:schemeClr val="tx1"/>
                        </a:solidFill>
                        <a:latin typeface="Verdana" panose="020B0604030504040204" pitchFamily="34" charset="0"/>
                        <a:ea typeface="ＭＳ Ｐゴシック" pitchFamily="-84" charset="-128"/>
                      </a:defRPr>
                    </a:lvl7pPr>
                    <a:lvl8pPr marL="3429000" indent="-228600" eaLnBrk="0" fontAlgn="base" hangingPunct="0">
                      <a:spcBef>
                        <a:spcPct val="0"/>
                      </a:spcBef>
                      <a:spcAft>
                        <a:spcPct val="0"/>
                      </a:spcAft>
                      <a:defRPr sz="2400">
                        <a:solidFill>
                          <a:schemeClr val="tx1"/>
                        </a:solidFill>
                        <a:latin typeface="Verdana" panose="020B0604030504040204" pitchFamily="34" charset="0"/>
                        <a:ea typeface="ＭＳ Ｐゴシック" pitchFamily="-84" charset="-128"/>
                      </a:defRPr>
                    </a:lvl8pPr>
                    <a:lvl9pPr marL="3886200" indent="-228600" eaLnBrk="0" fontAlgn="base" hangingPunct="0">
                      <a:spcBef>
                        <a:spcPct val="0"/>
                      </a:spcBef>
                      <a:spcAft>
                        <a:spcPct val="0"/>
                      </a:spcAft>
                      <a:defRPr sz="2400">
                        <a:solidFill>
                          <a:schemeClr val="tx1"/>
                        </a:solidFill>
                        <a:latin typeface="Verdana" panose="020B0604030504040204" pitchFamily="34" charset="0"/>
                        <a:ea typeface="ＭＳ Ｐゴシック" pitchFamily="-84" charset="-128"/>
                      </a:defRPr>
                    </a:lvl9pPr>
                  </a:lstStyle>
                  <a:p>
                    <a:pPr eaLnBrk="1" hangingPunct="1"/>
                    <a:endParaRPr lang="en-US" sz="1350"/>
                  </a:p>
                </p:txBody>
              </p:sp>
              <p:sp>
                <p:nvSpPr>
                  <p:cNvPr id="22" name="AutoShape 12"/>
                  <p:cNvSpPr>
                    <a:spLocks noChangeArrowheads="1"/>
                  </p:cNvSpPr>
                  <p:nvPr/>
                </p:nvSpPr>
                <p:spPr bwMode="auto">
                  <a:xfrm rot="-5400000">
                    <a:off x="2707" y="2505"/>
                    <a:ext cx="672" cy="768"/>
                  </a:xfrm>
                  <a:prstGeom prst="flowChartDelay">
                    <a:avLst/>
                  </a:prstGeom>
                  <a:solidFill>
                    <a:schemeClr val="accent1"/>
                  </a:solidFill>
                  <a:ln w="12700">
                    <a:solidFill>
                      <a:schemeClr val="tx1"/>
                    </a:solidFill>
                    <a:miter lim="800000"/>
                    <a:headEnd type="none" w="sm" len="sm"/>
                    <a:tailEnd type="none" w="sm" len="sm"/>
                  </a:ln>
                </p:spPr>
                <p:txBody>
                  <a:bodyPr wrap="none" anchor="ctr"/>
                  <a:lstStyle>
                    <a:lvl1pPr eaLnBrk="0" hangingPunct="0">
                      <a:defRPr sz="2400">
                        <a:solidFill>
                          <a:schemeClr val="tx1"/>
                        </a:solidFill>
                        <a:latin typeface="Verdana" panose="020B0604030504040204" pitchFamily="34" charset="0"/>
                        <a:ea typeface="ＭＳ Ｐゴシック" pitchFamily="-84" charset="-128"/>
                      </a:defRPr>
                    </a:lvl1pPr>
                    <a:lvl2pPr marL="742950" indent="-285750" eaLnBrk="0" hangingPunct="0">
                      <a:defRPr sz="2400">
                        <a:solidFill>
                          <a:schemeClr val="tx1"/>
                        </a:solidFill>
                        <a:latin typeface="Verdana" panose="020B0604030504040204" pitchFamily="34" charset="0"/>
                        <a:ea typeface="ＭＳ Ｐゴシック" pitchFamily="-84" charset="-128"/>
                      </a:defRPr>
                    </a:lvl2pPr>
                    <a:lvl3pPr marL="1143000" indent="-228600" eaLnBrk="0" hangingPunct="0">
                      <a:defRPr sz="2400">
                        <a:solidFill>
                          <a:schemeClr val="tx1"/>
                        </a:solidFill>
                        <a:latin typeface="Verdana" panose="020B0604030504040204" pitchFamily="34" charset="0"/>
                        <a:ea typeface="ＭＳ Ｐゴシック" pitchFamily="-84" charset="-128"/>
                      </a:defRPr>
                    </a:lvl3pPr>
                    <a:lvl4pPr marL="1600200" indent="-228600" eaLnBrk="0" hangingPunct="0">
                      <a:defRPr sz="2400">
                        <a:solidFill>
                          <a:schemeClr val="tx1"/>
                        </a:solidFill>
                        <a:latin typeface="Verdana" panose="020B0604030504040204" pitchFamily="34" charset="0"/>
                        <a:ea typeface="ＭＳ Ｐゴシック" pitchFamily="-84" charset="-128"/>
                      </a:defRPr>
                    </a:lvl4pPr>
                    <a:lvl5pPr marL="2057400" indent="-228600" eaLnBrk="0" hangingPunct="0">
                      <a:defRPr sz="2400">
                        <a:solidFill>
                          <a:schemeClr val="tx1"/>
                        </a:solidFill>
                        <a:latin typeface="Verdana" panose="020B0604030504040204" pitchFamily="34" charset="0"/>
                        <a:ea typeface="ＭＳ Ｐゴシック" pitchFamily="-84" charset="-128"/>
                      </a:defRPr>
                    </a:lvl5pPr>
                    <a:lvl6pPr marL="2514600" indent="-228600" eaLnBrk="0" fontAlgn="base" hangingPunct="0">
                      <a:spcBef>
                        <a:spcPct val="0"/>
                      </a:spcBef>
                      <a:spcAft>
                        <a:spcPct val="0"/>
                      </a:spcAft>
                      <a:defRPr sz="2400">
                        <a:solidFill>
                          <a:schemeClr val="tx1"/>
                        </a:solidFill>
                        <a:latin typeface="Verdana" panose="020B0604030504040204" pitchFamily="34" charset="0"/>
                        <a:ea typeface="ＭＳ Ｐゴシック" pitchFamily="-84" charset="-128"/>
                      </a:defRPr>
                    </a:lvl6pPr>
                    <a:lvl7pPr marL="2971800" indent="-228600" eaLnBrk="0" fontAlgn="base" hangingPunct="0">
                      <a:spcBef>
                        <a:spcPct val="0"/>
                      </a:spcBef>
                      <a:spcAft>
                        <a:spcPct val="0"/>
                      </a:spcAft>
                      <a:defRPr sz="2400">
                        <a:solidFill>
                          <a:schemeClr val="tx1"/>
                        </a:solidFill>
                        <a:latin typeface="Verdana" panose="020B0604030504040204" pitchFamily="34" charset="0"/>
                        <a:ea typeface="ＭＳ Ｐゴシック" pitchFamily="-84" charset="-128"/>
                      </a:defRPr>
                    </a:lvl7pPr>
                    <a:lvl8pPr marL="3429000" indent="-228600" eaLnBrk="0" fontAlgn="base" hangingPunct="0">
                      <a:spcBef>
                        <a:spcPct val="0"/>
                      </a:spcBef>
                      <a:spcAft>
                        <a:spcPct val="0"/>
                      </a:spcAft>
                      <a:defRPr sz="2400">
                        <a:solidFill>
                          <a:schemeClr val="tx1"/>
                        </a:solidFill>
                        <a:latin typeface="Verdana" panose="020B0604030504040204" pitchFamily="34" charset="0"/>
                        <a:ea typeface="ＭＳ Ｐゴシック" pitchFamily="-84" charset="-128"/>
                      </a:defRPr>
                    </a:lvl8pPr>
                    <a:lvl9pPr marL="3886200" indent="-228600" eaLnBrk="0" fontAlgn="base" hangingPunct="0">
                      <a:spcBef>
                        <a:spcPct val="0"/>
                      </a:spcBef>
                      <a:spcAft>
                        <a:spcPct val="0"/>
                      </a:spcAft>
                      <a:defRPr sz="2400">
                        <a:solidFill>
                          <a:schemeClr val="tx1"/>
                        </a:solidFill>
                        <a:latin typeface="Verdana" panose="020B0604030504040204" pitchFamily="34" charset="0"/>
                        <a:ea typeface="ＭＳ Ｐゴシック" pitchFamily="-84" charset="-128"/>
                      </a:defRPr>
                    </a:lvl9pPr>
                  </a:lstStyle>
                  <a:p>
                    <a:pPr eaLnBrk="1" hangingPunct="1"/>
                    <a:endParaRPr lang="en-US" sz="1350"/>
                  </a:p>
                </p:txBody>
              </p:sp>
            </p:grpSp>
            <p:sp>
              <p:nvSpPr>
                <p:cNvPr id="17" name="Text Box 13"/>
                <p:cNvSpPr txBox="1">
                  <a:spLocks noChangeArrowheads="1"/>
                </p:cNvSpPr>
                <p:nvPr/>
              </p:nvSpPr>
              <p:spPr bwMode="auto">
                <a:xfrm>
                  <a:off x="2605" y="2794"/>
                  <a:ext cx="593" cy="2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eaLnBrk="0" hangingPunct="0">
                    <a:defRPr sz="2400">
                      <a:solidFill>
                        <a:schemeClr val="tx1"/>
                      </a:solidFill>
                      <a:latin typeface="Verdana" panose="020B0604030504040204" pitchFamily="34" charset="0"/>
                      <a:ea typeface="ＭＳ Ｐゴシック" pitchFamily="-84" charset="-128"/>
                    </a:defRPr>
                  </a:lvl1pPr>
                  <a:lvl2pPr marL="742950" indent="-285750" eaLnBrk="0" hangingPunct="0">
                    <a:defRPr sz="2400">
                      <a:solidFill>
                        <a:schemeClr val="tx1"/>
                      </a:solidFill>
                      <a:latin typeface="Verdana" panose="020B0604030504040204" pitchFamily="34" charset="0"/>
                      <a:ea typeface="ＭＳ Ｐゴシック" pitchFamily="-84" charset="-128"/>
                    </a:defRPr>
                  </a:lvl2pPr>
                  <a:lvl3pPr marL="1143000" indent="-228600" eaLnBrk="0" hangingPunct="0">
                    <a:defRPr sz="2400">
                      <a:solidFill>
                        <a:schemeClr val="tx1"/>
                      </a:solidFill>
                      <a:latin typeface="Verdana" panose="020B0604030504040204" pitchFamily="34" charset="0"/>
                      <a:ea typeface="ＭＳ Ｐゴシック" pitchFamily="-84" charset="-128"/>
                    </a:defRPr>
                  </a:lvl3pPr>
                  <a:lvl4pPr marL="1600200" indent="-228600" eaLnBrk="0" hangingPunct="0">
                    <a:defRPr sz="2400">
                      <a:solidFill>
                        <a:schemeClr val="tx1"/>
                      </a:solidFill>
                      <a:latin typeface="Verdana" panose="020B0604030504040204" pitchFamily="34" charset="0"/>
                      <a:ea typeface="ＭＳ Ｐゴシック" pitchFamily="-84" charset="-128"/>
                    </a:defRPr>
                  </a:lvl4pPr>
                  <a:lvl5pPr marL="2057400" indent="-228600" eaLnBrk="0" hangingPunct="0">
                    <a:defRPr sz="2400">
                      <a:solidFill>
                        <a:schemeClr val="tx1"/>
                      </a:solidFill>
                      <a:latin typeface="Verdana" panose="020B0604030504040204" pitchFamily="34" charset="0"/>
                      <a:ea typeface="ＭＳ Ｐゴシック" pitchFamily="-84" charset="-128"/>
                    </a:defRPr>
                  </a:lvl5pPr>
                  <a:lvl6pPr marL="2514600" indent="-228600" eaLnBrk="0" fontAlgn="base" hangingPunct="0">
                    <a:spcBef>
                      <a:spcPct val="0"/>
                    </a:spcBef>
                    <a:spcAft>
                      <a:spcPct val="0"/>
                    </a:spcAft>
                    <a:defRPr sz="2400">
                      <a:solidFill>
                        <a:schemeClr val="tx1"/>
                      </a:solidFill>
                      <a:latin typeface="Verdana" panose="020B0604030504040204" pitchFamily="34" charset="0"/>
                      <a:ea typeface="ＭＳ Ｐゴシック" pitchFamily="-84" charset="-128"/>
                    </a:defRPr>
                  </a:lvl6pPr>
                  <a:lvl7pPr marL="2971800" indent="-228600" eaLnBrk="0" fontAlgn="base" hangingPunct="0">
                    <a:spcBef>
                      <a:spcPct val="0"/>
                    </a:spcBef>
                    <a:spcAft>
                      <a:spcPct val="0"/>
                    </a:spcAft>
                    <a:defRPr sz="2400">
                      <a:solidFill>
                        <a:schemeClr val="tx1"/>
                      </a:solidFill>
                      <a:latin typeface="Verdana" panose="020B0604030504040204" pitchFamily="34" charset="0"/>
                      <a:ea typeface="ＭＳ Ｐゴシック" pitchFamily="-84" charset="-128"/>
                    </a:defRPr>
                  </a:lvl7pPr>
                  <a:lvl8pPr marL="3429000" indent="-228600" eaLnBrk="0" fontAlgn="base" hangingPunct="0">
                    <a:spcBef>
                      <a:spcPct val="0"/>
                    </a:spcBef>
                    <a:spcAft>
                      <a:spcPct val="0"/>
                    </a:spcAft>
                    <a:defRPr sz="2400">
                      <a:solidFill>
                        <a:schemeClr val="tx1"/>
                      </a:solidFill>
                      <a:latin typeface="Verdana" panose="020B0604030504040204" pitchFamily="34" charset="0"/>
                      <a:ea typeface="ＭＳ Ｐゴシック" pitchFamily="-84" charset="-128"/>
                    </a:defRPr>
                  </a:lvl8pPr>
                  <a:lvl9pPr marL="3886200" indent="-228600" eaLnBrk="0" fontAlgn="base" hangingPunct="0">
                    <a:spcBef>
                      <a:spcPct val="0"/>
                    </a:spcBef>
                    <a:spcAft>
                      <a:spcPct val="0"/>
                    </a:spcAft>
                    <a:defRPr sz="2400">
                      <a:solidFill>
                        <a:schemeClr val="tx1"/>
                      </a:solidFill>
                      <a:latin typeface="Verdana" panose="020B0604030504040204" pitchFamily="34" charset="0"/>
                      <a:ea typeface="ＭＳ Ｐゴシック" pitchFamily="-84" charset="-128"/>
                    </a:defRPr>
                  </a:lvl9pPr>
                </a:lstStyle>
                <a:p>
                  <a:pPr eaLnBrk="1" hangingPunct="1"/>
                  <a:r>
                    <a:rPr lang="en-US" sz="2100" dirty="0">
                      <a:latin typeface="Times New Roman" panose="02020603050405020304" pitchFamily="18" charset="0"/>
                    </a:rPr>
                    <a:t>View</a:t>
                  </a:r>
                </a:p>
              </p:txBody>
            </p:sp>
            <p:sp>
              <p:nvSpPr>
                <p:cNvPr id="18" name="Text Box 14"/>
                <p:cNvSpPr txBox="1">
                  <a:spLocks noChangeArrowheads="1"/>
                </p:cNvSpPr>
                <p:nvPr/>
              </p:nvSpPr>
              <p:spPr bwMode="auto">
                <a:xfrm>
                  <a:off x="2380" y="3569"/>
                  <a:ext cx="1020" cy="2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eaLnBrk="0" hangingPunct="0">
                    <a:defRPr sz="2400">
                      <a:solidFill>
                        <a:schemeClr val="tx1"/>
                      </a:solidFill>
                      <a:latin typeface="Verdana" panose="020B0604030504040204" pitchFamily="34" charset="0"/>
                      <a:ea typeface="ＭＳ Ｐゴシック" pitchFamily="-84" charset="-128"/>
                    </a:defRPr>
                  </a:lvl1pPr>
                  <a:lvl2pPr marL="742950" indent="-285750" eaLnBrk="0" hangingPunct="0">
                    <a:defRPr sz="2400">
                      <a:solidFill>
                        <a:schemeClr val="tx1"/>
                      </a:solidFill>
                      <a:latin typeface="Verdana" panose="020B0604030504040204" pitchFamily="34" charset="0"/>
                      <a:ea typeface="ＭＳ Ｐゴシック" pitchFamily="-84" charset="-128"/>
                    </a:defRPr>
                  </a:lvl2pPr>
                  <a:lvl3pPr marL="1143000" indent="-228600" eaLnBrk="0" hangingPunct="0">
                    <a:defRPr sz="2400">
                      <a:solidFill>
                        <a:schemeClr val="tx1"/>
                      </a:solidFill>
                      <a:latin typeface="Verdana" panose="020B0604030504040204" pitchFamily="34" charset="0"/>
                      <a:ea typeface="ＭＳ Ｐゴシック" pitchFamily="-84" charset="-128"/>
                    </a:defRPr>
                  </a:lvl3pPr>
                  <a:lvl4pPr marL="1600200" indent="-228600" eaLnBrk="0" hangingPunct="0">
                    <a:defRPr sz="2400">
                      <a:solidFill>
                        <a:schemeClr val="tx1"/>
                      </a:solidFill>
                      <a:latin typeface="Verdana" panose="020B0604030504040204" pitchFamily="34" charset="0"/>
                      <a:ea typeface="ＭＳ Ｐゴシック" pitchFamily="-84" charset="-128"/>
                    </a:defRPr>
                  </a:lvl4pPr>
                  <a:lvl5pPr marL="2057400" indent="-228600" eaLnBrk="0" hangingPunct="0">
                    <a:defRPr sz="2400">
                      <a:solidFill>
                        <a:schemeClr val="tx1"/>
                      </a:solidFill>
                      <a:latin typeface="Verdana" panose="020B0604030504040204" pitchFamily="34" charset="0"/>
                      <a:ea typeface="ＭＳ Ｐゴシック" pitchFamily="-84" charset="-128"/>
                    </a:defRPr>
                  </a:lvl5pPr>
                  <a:lvl6pPr marL="2514600" indent="-228600" eaLnBrk="0" fontAlgn="base" hangingPunct="0">
                    <a:spcBef>
                      <a:spcPct val="0"/>
                    </a:spcBef>
                    <a:spcAft>
                      <a:spcPct val="0"/>
                    </a:spcAft>
                    <a:defRPr sz="2400">
                      <a:solidFill>
                        <a:schemeClr val="tx1"/>
                      </a:solidFill>
                      <a:latin typeface="Verdana" panose="020B0604030504040204" pitchFamily="34" charset="0"/>
                      <a:ea typeface="ＭＳ Ｐゴシック" pitchFamily="-84" charset="-128"/>
                    </a:defRPr>
                  </a:lvl6pPr>
                  <a:lvl7pPr marL="2971800" indent="-228600" eaLnBrk="0" fontAlgn="base" hangingPunct="0">
                    <a:spcBef>
                      <a:spcPct val="0"/>
                    </a:spcBef>
                    <a:spcAft>
                      <a:spcPct val="0"/>
                    </a:spcAft>
                    <a:defRPr sz="2400">
                      <a:solidFill>
                        <a:schemeClr val="tx1"/>
                      </a:solidFill>
                      <a:latin typeface="Verdana" panose="020B0604030504040204" pitchFamily="34" charset="0"/>
                      <a:ea typeface="ＭＳ Ｐゴシック" pitchFamily="-84" charset="-128"/>
                    </a:defRPr>
                  </a:lvl7pPr>
                  <a:lvl8pPr marL="3429000" indent="-228600" eaLnBrk="0" fontAlgn="base" hangingPunct="0">
                    <a:spcBef>
                      <a:spcPct val="0"/>
                    </a:spcBef>
                    <a:spcAft>
                      <a:spcPct val="0"/>
                    </a:spcAft>
                    <a:defRPr sz="2400">
                      <a:solidFill>
                        <a:schemeClr val="tx1"/>
                      </a:solidFill>
                      <a:latin typeface="Verdana" panose="020B0604030504040204" pitchFamily="34" charset="0"/>
                      <a:ea typeface="ＭＳ Ｐゴシック" pitchFamily="-84" charset="-128"/>
                    </a:defRPr>
                  </a:lvl8pPr>
                  <a:lvl9pPr marL="3886200" indent="-228600" eaLnBrk="0" fontAlgn="base" hangingPunct="0">
                    <a:spcBef>
                      <a:spcPct val="0"/>
                    </a:spcBef>
                    <a:spcAft>
                      <a:spcPct val="0"/>
                    </a:spcAft>
                    <a:defRPr sz="2400">
                      <a:solidFill>
                        <a:schemeClr val="tx1"/>
                      </a:solidFill>
                      <a:latin typeface="Verdana" panose="020B0604030504040204" pitchFamily="34" charset="0"/>
                      <a:ea typeface="ＭＳ Ｐゴシック" pitchFamily="-84" charset="-128"/>
                    </a:defRPr>
                  </a:lvl9pPr>
                </a:lstStyle>
                <a:p>
                  <a:pPr eaLnBrk="1" hangingPunct="1"/>
                  <a:r>
                    <a:rPr lang="en-US" sz="2100">
                      <a:latin typeface="Times New Roman" panose="02020603050405020304" pitchFamily="18" charset="0"/>
                    </a:rPr>
                    <a:t>Controller</a:t>
                  </a:r>
                </a:p>
              </p:txBody>
            </p:sp>
            <p:sp>
              <p:nvSpPr>
                <p:cNvPr id="19" name="Line 15"/>
                <p:cNvSpPr>
                  <a:spLocks noChangeShapeType="1"/>
                </p:cNvSpPr>
                <p:nvPr/>
              </p:nvSpPr>
              <p:spPr bwMode="auto">
                <a:xfrm>
                  <a:off x="2637" y="3213"/>
                  <a:ext cx="0" cy="217"/>
                </a:xfrm>
                <a:prstGeom prst="line">
                  <a:avLst/>
                </a:prstGeom>
                <a:noFill/>
                <a:ln w="38100">
                  <a:solidFill>
                    <a:schemeClr val="tx1"/>
                  </a:solidFill>
                  <a:round/>
                  <a:headEnd type="none" w="sm" len="sm"/>
                  <a:tailEnd type="triangle" w="sm" len="sm"/>
                </a:ln>
                <a:extLst>
                  <a:ext uri="{909E8E84-426E-40DD-AFC4-6F175D3DCCD1}">
                    <a14:hiddenFill xmlns:a14="http://schemas.microsoft.com/office/drawing/2010/main">
                      <a:noFill/>
                    </a14:hiddenFill>
                  </a:ext>
                </a:extLst>
              </p:spPr>
              <p:txBody>
                <a:bodyPr wrap="none" anchor="ctr"/>
                <a:lstStyle/>
                <a:p>
                  <a:endParaRPr lang="en-US"/>
                </a:p>
              </p:txBody>
            </p:sp>
            <p:sp>
              <p:nvSpPr>
                <p:cNvPr id="20" name="Line 16"/>
                <p:cNvSpPr>
                  <a:spLocks noChangeShapeType="1"/>
                </p:cNvSpPr>
                <p:nvPr/>
              </p:nvSpPr>
              <p:spPr bwMode="auto">
                <a:xfrm flipV="1">
                  <a:off x="3136" y="3213"/>
                  <a:ext cx="0" cy="211"/>
                </a:xfrm>
                <a:prstGeom prst="line">
                  <a:avLst/>
                </a:prstGeom>
                <a:noFill/>
                <a:ln w="38100">
                  <a:solidFill>
                    <a:schemeClr val="tx1"/>
                  </a:solidFill>
                  <a:round/>
                  <a:headEnd type="none" w="sm" len="sm"/>
                  <a:tailEnd type="triangle" w="sm" len="sm"/>
                </a:ln>
                <a:extLst>
                  <a:ext uri="{909E8E84-426E-40DD-AFC4-6F175D3DCCD1}">
                    <a14:hiddenFill xmlns:a14="http://schemas.microsoft.com/office/drawing/2010/main">
                      <a:noFill/>
                    </a14:hiddenFill>
                  </a:ext>
                </a:extLst>
              </p:spPr>
              <p:txBody>
                <a:bodyPr wrap="none" anchor="ctr"/>
                <a:lstStyle/>
                <a:p>
                  <a:endParaRPr lang="en-US"/>
                </a:p>
              </p:txBody>
            </p:sp>
          </p:grpSp>
          <p:sp>
            <p:nvSpPr>
              <p:cNvPr id="14" name="Line 17"/>
              <p:cNvSpPr>
                <a:spLocks noChangeShapeType="1"/>
              </p:cNvSpPr>
              <p:nvPr/>
            </p:nvSpPr>
            <p:spPr bwMode="auto">
              <a:xfrm flipV="1">
                <a:off x="1933" y="3034"/>
                <a:ext cx="461" cy="89"/>
              </a:xfrm>
              <a:prstGeom prst="line">
                <a:avLst/>
              </a:prstGeom>
              <a:noFill/>
              <a:ln w="38100">
                <a:solidFill>
                  <a:schemeClr val="tx1"/>
                </a:solidFill>
                <a:round/>
                <a:headEnd type="none" w="sm" len="sm"/>
                <a:tailEnd type="triangle" w="sm" len="sm"/>
              </a:ln>
              <a:extLst>
                <a:ext uri="{909E8E84-426E-40DD-AFC4-6F175D3DCCD1}">
                  <a14:hiddenFill xmlns:a14="http://schemas.microsoft.com/office/drawing/2010/main">
                    <a:noFill/>
                  </a14:hiddenFill>
                </a:ext>
              </a:extLst>
            </p:spPr>
            <p:txBody>
              <a:bodyPr wrap="none" anchor="ctr"/>
              <a:lstStyle/>
              <a:p>
                <a:endParaRPr lang="en-US"/>
              </a:p>
            </p:txBody>
          </p:sp>
          <p:sp>
            <p:nvSpPr>
              <p:cNvPr id="15" name="Line 18"/>
              <p:cNvSpPr>
                <a:spLocks noChangeShapeType="1"/>
              </p:cNvSpPr>
              <p:nvPr/>
            </p:nvSpPr>
            <p:spPr bwMode="auto">
              <a:xfrm flipH="1" flipV="1">
                <a:off x="1939" y="3520"/>
                <a:ext cx="467" cy="96"/>
              </a:xfrm>
              <a:prstGeom prst="line">
                <a:avLst/>
              </a:prstGeom>
              <a:noFill/>
              <a:ln w="38100">
                <a:solidFill>
                  <a:schemeClr val="tx1"/>
                </a:solidFill>
                <a:round/>
                <a:headEnd type="triangle" w="sm" len="sm"/>
                <a:tailEnd type="triangle" w="sm" len="sm"/>
              </a:ln>
              <a:extLst>
                <a:ext uri="{909E8E84-426E-40DD-AFC4-6F175D3DCCD1}">
                  <a14:hiddenFill xmlns:a14="http://schemas.microsoft.com/office/drawing/2010/main">
                    <a:noFill/>
                  </a14:hiddenFill>
                </a:ext>
              </a:extLst>
            </p:spPr>
            <p:txBody>
              <a:bodyPr wrap="none" anchor="ctr"/>
              <a:lstStyle/>
              <a:p>
                <a:endParaRPr lang="en-US"/>
              </a:p>
            </p:txBody>
          </p:sp>
        </p:grpSp>
        <p:sp>
          <p:nvSpPr>
            <p:cNvPr id="10" name="Line 19"/>
            <p:cNvSpPr>
              <a:spLocks noChangeShapeType="1"/>
            </p:cNvSpPr>
            <p:nvPr/>
          </p:nvSpPr>
          <p:spPr bwMode="auto">
            <a:xfrm flipH="1" flipV="1">
              <a:off x="3405" y="3693"/>
              <a:ext cx="480" cy="89"/>
            </a:xfrm>
            <a:prstGeom prst="line">
              <a:avLst/>
            </a:prstGeom>
            <a:noFill/>
            <a:ln w="38100">
              <a:solidFill>
                <a:schemeClr val="tx1"/>
              </a:solidFill>
              <a:round/>
              <a:headEnd type="none" w="sm" len="sm"/>
              <a:tailEnd type="triangle" w="sm" len="sm"/>
            </a:ln>
            <a:extLst>
              <a:ext uri="{909E8E84-426E-40DD-AFC4-6F175D3DCCD1}">
                <a14:hiddenFill xmlns:a14="http://schemas.microsoft.com/office/drawing/2010/main">
                  <a:noFill/>
                </a14:hiddenFill>
              </a:ext>
            </a:extLst>
          </p:spPr>
          <p:txBody>
            <a:bodyPr wrap="none" anchor="ctr"/>
            <a:lstStyle/>
            <a:p>
              <a:endParaRPr lang="en-US"/>
            </a:p>
          </p:txBody>
        </p:sp>
        <p:sp>
          <p:nvSpPr>
            <p:cNvPr id="11" name="Line 20"/>
            <p:cNvSpPr>
              <a:spLocks noChangeShapeType="1"/>
            </p:cNvSpPr>
            <p:nvPr/>
          </p:nvSpPr>
          <p:spPr bwMode="auto">
            <a:xfrm flipV="1">
              <a:off x="3398" y="2637"/>
              <a:ext cx="519" cy="307"/>
            </a:xfrm>
            <a:prstGeom prst="line">
              <a:avLst/>
            </a:prstGeom>
            <a:noFill/>
            <a:ln w="38100">
              <a:solidFill>
                <a:schemeClr val="tx1"/>
              </a:solidFill>
              <a:round/>
              <a:headEnd type="triangle" w="sm" len="sm"/>
              <a:tailEnd type="triangle" w="sm" len="sm"/>
            </a:ln>
            <a:extLst>
              <a:ext uri="{909E8E84-426E-40DD-AFC4-6F175D3DCCD1}">
                <a14:hiddenFill xmlns:a14="http://schemas.microsoft.com/office/drawing/2010/main">
                  <a:noFill/>
                </a14:hiddenFill>
              </a:ext>
            </a:extLst>
          </p:spPr>
          <p:txBody>
            <a:bodyPr wrap="none" anchor="ctr"/>
            <a:lstStyle/>
            <a:p>
              <a:endParaRPr lang="en-US"/>
            </a:p>
          </p:txBody>
        </p:sp>
      </p:grpSp>
    </p:spTree>
    <p:extLst>
      <p:ext uri="{BB962C8B-B14F-4D97-AF65-F5344CB8AC3E}">
        <p14:creationId xmlns:p14="http://schemas.microsoft.com/office/powerpoint/2010/main" val="439584885"/>
      </p:ext>
    </p:extLst>
  </p:cSld>
  <p:clrMapOvr>
    <a:masterClrMapping/>
  </p:clrMapOvr>
  <p:transition>
    <p:random/>
  </p:transition>
</p:sld>
</file>

<file path=ppt/slides/slide26.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1">
                <a:tint val="90000"/>
                <a:lumMod val="110000"/>
              </a:schemeClr>
            </a:gs>
            <a:gs pos="100000">
              <a:schemeClr val="bg1">
                <a:shade val="64000"/>
                <a:lumMod val="88000"/>
              </a:schemeClr>
            </a:gs>
          </a:gsLst>
          <a:lin ang="5400000" scaled="0"/>
        </a:gra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C08B58CE-A486-4D86-A04C-CEBEC0C6EB2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Picture 2">
            <a:extLst>
              <a:ext uri="{FF2B5EF4-FFF2-40B4-BE49-F238E27FC236}">
                <a16:creationId xmlns:a16="http://schemas.microsoft.com/office/drawing/2014/main" id="{7EF397AE-0609-4FFB-A98F-ECD05F0EF2C1}"/>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2">
            <a:alphaModFix/>
            <a:extLst>
              <a:ext uri="{28A0092B-C50C-407E-A947-70E740481C1C}">
                <a14:useLocalDpi xmlns:a14="http://schemas.microsoft.com/office/drawing/2010/main" val="0"/>
              </a:ext>
            </a:extLst>
          </a:blip>
          <a:srcRect/>
          <a:stretch>
            <a:fillRect/>
          </a:stretch>
        </p:blipFill>
        <p:spPr bwMode="auto">
          <a:xfrm>
            <a:off x="0" y="-1"/>
            <a:ext cx="9144002" cy="6858001"/>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6" descr="Computer script on a screen">
            <a:extLst>
              <a:ext uri="{FF2B5EF4-FFF2-40B4-BE49-F238E27FC236}">
                <a16:creationId xmlns:a16="http://schemas.microsoft.com/office/drawing/2014/main" id="{9A0B8B02-0D78-ABA4-065A-6C3004DF265A}"/>
              </a:ext>
            </a:extLst>
          </p:cNvPr>
          <p:cNvPicPr>
            <a:picLocks noChangeAspect="1"/>
          </p:cNvPicPr>
          <p:nvPr/>
        </p:nvPicPr>
        <p:blipFill rotWithShape="1">
          <a:blip r:embed="rId3">
            <a:duotone>
              <a:schemeClr val="bg2">
                <a:shade val="45000"/>
                <a:satMod val="135000"/>
              </a:schemeClr>
              <a:prstClr val="white"/>
            </a:duotone>
            <a:alphaModFix amt="25000"/>
          </a:blip>
          <a:srcRect r="10999" b="-1"/>
          <a:stretch/>
        </p:blipFill>
        <p:spPr>
          <a:xfrm>
            <a:off x="20" y="10"/>
            <a:ext cx="9143980" cy="6857990"/>
          </a:xfrm>
          <a:prstGeom prst="rect">
            <a:avLst/>
          </a:prstGeom>
        </p:spPr>
      </p:pic>
      <p:pic>
        <p:nvPicPr>
          <p:cNvPr id="15" name="Picture 14">
            <a:extLst>
              <a:ext uri="{FF2B5EF4-FFF2-40B4-BE49-F238E27FC236}">
                <a16:creationId xmlns:a16="http://schemas.microsoft.com/office/drawing/2014/main" id="{FF0509A6-53B5-44A9-B59C-1D9C4DD3C2A3}"/>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4">
            <a:extLst>
              <a:ext uri="{28A0092B-C50C-407E-A947-70E740481C1C}">
                <a14:useLocalDpi xmlns:a14="http://schemas.microsoft.com/office/drawing/2010/main" val="0"/>
              </a:ext>
            </a:extLst>
          </a:blip>
          <a:stretch>
            <a:fillRect/>
          </a:stretch>
        </p:blipFill>
        <p:spPr>
          <a:xfrm>
            <a:off x="0" y="0"/>
            <a:ext cx="9144000" cy="6858000"/>
          </a:xfrm>
          <a:prstGeom prst="rect">
            <a:avLst/>
          </a:prstGeom>
        </p:spPr>
      </p:pic>
      <p:sp>
        <p:nvSpPr>
          <p:cNvPr id="2" name="Title 1"/>
          <p:cNvSpPr>
            <a:spLocks noGrp="1"/>
          </p:cNvSpPr>
          <p:nvPr>
            <p:ph type="title"/>
          </p:nvPr>
        </p:nvSpPr>
        <p:spPr>
          <a:xfrm>
            <a:off x="685331" y="332586"/>
            <a:ext cx="7773338" cy="1596177"/>
          </a:xfrm>
        </p:spPr>
        <p:txBody>
          <a:bodyPr>
            <a:normAutofit/>
          </a:bodyPr>
          <a:lstStyle/>
          <a:p>
            <a:r>
              <a:rPr lang="en-US" dirty="0"/>
              <a:t>Support for Test-Driven Development</a:t>
            </a:r>
          </a:p>
        </p:txBody>
      </p:sp>
      <p:sp>
        <p:nvSpPr>
          <p:cNvPr id="3" name="Content Placeholder 2"/>
          <p:cNvSpPr>
            <a:spLocks noGrp="1"/>
          </p:cNvSpPr>
          <p:nvPr>
            <p:ph idx="1"/>
          </p:nvPr>
        </p:nvSpPr>
        <p:spPr>
          <a:xfrm>
            <a:off x="685330" y="2057400"/>
            <a:ext cx="8077670" cy="4443433"/>
          </a:xfrm>
        </p:spPr>
        <p:txBody>
          <a:bodyPr>
            <a:normAutofit fontScale="92500"/>
          </a:bodyPr>
          <a:lstStyle/>
          <a:p>
            <a:pPr>
              <a:lnSpc>
                <a:spcPct val="110000"/>
              </a:lnSpc>
            </a:pPr>
            <a:r>
              <a:rPr lang="en-US" sz="1600" dirty="0"/>
              <a:t>In addition to managing complexity, the MVC pattern makes it easier to test applications than it is to test a Web Forms-based ASP.NET Web application.</a:t>
            </a:r>
          </a:p>
          <a:p>
            <a:pPr>
              <a:lnSpc>
                <a:spcPct val="110000"/>
              </a:lnSpc>
            </a:pPr>
            <a:r>
              <a:rPr lang="en-US" sz="1600" dirty="0"/>
              <a:t> For example, in a Web Forms-based ASP.NET Web application, a single class is used both to display output and to respond to user input.</a:t>
            </a:r>
          </a:p>
          <a:p>
            <a:pPr>
              <a:lnSpc>
                <a:spcPct val="110000"/>
              </a:lnSpc>
            </a:pPr>
            <a:r>
              <a:rPr lang="en-US" sz="1600" dirty="0"/>
              <a:t> Writing automated tests for Web Forms-based ASP.NET applications can be complex, because to test an individual page, you must instantiate the page class, all its child controls, and additional dependent classes in the application. Because so many classes are instantiated to run the page, it can be hard to write tests that focus exclusively on individual parts of the application. </a:t>
            </a:r>
          </a:p>
          <a:p>
            <a:pPr>
              <a:lnSpc>
                <a:spcPct val="110000"/>
              </a:lnSpc>
            </a:pPr>
            <a:r>
              <a:rPr lang="en-US" sz="1600" dirty="0"/>
              <a:t>Tests for Web Forms-based ASP.NET applications can therefore be more difficult to implement than tests in an MVC application. </a:t>
            </a:r>
          </a:p>
          <a:p>
            <a:pPr>
              <a:lnSpc>
                <a:spcPct val="110000"/>
              </a:lnSpc>
            </a:pPr>
            <a:r>
              <a:rPr lang="en-US" sz="1600" dirty="0"/>
              <a:t>Moreover, tests in a Web Forms-based ASP.NET application require a Web server. The MVC framework decouples the components and makes heavy use of interfaces, which makes it possible to test individual components in isolation from the rest of the framework.</a:t>
            </a:r>
          </a:p>
        </p:txBody>
      </p:sp>
      <p:sp>
        <p:nvSpPr>
          <p:cNvPr id="5" name="Slide Number Placeholder 4"/>
          <p:cNvSpPr>
            <a:spLocks noGrp="1"/>
          </p:cNvSpPr>
          <p:nvPr>
            <p:ph type="sldNum" sz="quarter" idx="12"/>
          </p:nvPr>
        </p:nvSpPr>
        <p:spPr bwMode="gray">
          <a:xfrm>
            <a:off x="7885508" y="5883275"/>
            <a:ext cx="573161" cy="365125"/>
          </a:xfrm>
          <a:prstGeom prst="rect">
            <a:avLst/>
          </a:prstGeom>
        </p:spPr>
        <p:txBody>
          <a:bodyPr vert="horz" lIns="91440" tIns="45720" rIns="91440" bIns="45720" rtlCol="0">
            <a:normAutofit/>
          </a:bodyPr>
          <a:lstStyle>
            <a:defPPr>
              <a:defRPr lang="en-US"/>
            </a:defPPr>
            <a:lvl1pPr marL="0" algn="r" defTabSz="914400" rtl="0" eaLnBrk="1" latinLnBrk="0" hangingPunct="1">
              <a:defRPr sz="2000" kern="1200">
                <a:solidFill>
                  <a:srgbClr val="FE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ct val="90000"/>
              </a:lnSpc>
              <a:spcAft>
                <a:spcPts val="600"/>
              </a:spcAft>
            </a:pPr>
            <a:fld id="{34237BF9-6925-4FE3-8F98-72FCD8F1A9AE}" type="slidenum">
              <a:rPr lang="en-US" sz="1900" smtClean="0"/>
              <a:pPr>
                <a:lnSpc>
                  <a:spcPct val="90000"/>
                </a:lnSpc>
                <a:spcAft>
                  <a:spcPts val="600"/>
                </a:spcAft>
              </a:pPr>
              <a:t>26</a:t>
            </a:fld>
            <a:endParaRPr lang="en-US" sz="1900"/>
          </a:p>
        </p:txBody>
      </p:sp>
      <p:sp>
        <p:nvSpPr>
          <p:cNvPr id="4" name="Date Placeholder 3"/>
          <p:cNvSpPr>
            <a:spLocks noGrp="1"/>
          </p:cNvSpPr>
          <p:nvPr>
            <p:ph type="dt" sz="half" idx="10"/>
          </p:nvPr>
        </p:nvSpPr>
        <p:spPr>
          <a:xfrm>
            <a:off x="10361612" y="6130437"/>
            <a:ext cx="1146283" cy="370396"/>
          </a:xfrm>
          <a:prstGeom prst="rect">
            <a:avLst/>
          </a:prstGeom>
        </p:spPr>
        <p:txBody>
          <a:bodyPr vert="horz" lIns="91440" tIns="45720" rIns="91440" bIns="45720" rtlCol="0" anchor="ctr"/>
          <a:lstStyle>
            <a:defPPr>
              <a:defRPr lang="en-US"/>
            </a:defPPr>
            <a:lvl1pPr marL="0" algn="r" defTabSz="914400" rtl="0" eaLnBrk="1" latinLnBrk="0" hangingPunct="1">
              <a:defRPr sz="9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spcAft>
                <a:spcPts val="600"/>
              </a:spcAft>
            </a:pPr>
            <a:fld id="{FEF2CCB8-730A-46A0-81A2-FB5ED352C581}" type="datetime1">
              <a:rPr lang="en-US" smtClean="0"/>
              <a:pPr>
                <a:spcAft>
                  <a:spcPts val="600"/>
                </a:spcAft>
              </a:pPr>
              <a:t>3/21/2024</a:t>
            </a:fld>
            <a:endParaRPr lang="en-US"/>
          </a:p>
        </p:txBody>
      </p:sp>
    </p:spTree>
    <p:extLst>
      <p:ext uri="{BB962C8B-B14F-4D97-AF65-F5344CB8AC3E}">
        <p14:creationId xmlns:p14="http://schemas.microsoft.com/office/powerpoint/2010/main" val="213335268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1">
                <a:tint val="90000"/>
                <a:lumMod val="110000"/>
              </a:schemeClr>
            </a:gs>
            <a:gs pos="100000">
              <a:schemeClr val="bg1">
                <a:shade val="64000"/>
                <a:lumMod val="88000"/>
              </a:schemeClr>
            </a:gs>
          </a:gsLst>
          <a:lin ang="5400000" scaled="0"/>
        </a:gradFill>
        <a:effectLst/>
      </p:bgPr>
    </p:bg>
    <p:spTree>
      <p:nvGrpSpPr>
        <p:cNvPr id="1" name=""/>
        <p:cNvGrpSpPr/>
        <p:nvPr/>
      </p:nvGrpSpPr>
      <p:grpSpPr>
        <a:xfrm>
          <a:off x="0" y="0"/>
          <a:ext cx="0" cy="0"/>
          <a:chOff x="0" y="0"/>
          <a:chExt cx="0" cy="0"/>
        </a:xfrm>
      </p:grpSpPr>
      <p:pic>
        <p:nvPicPr>
          <p:cNvPr id="22" name="Picture 2">
            <a:extLst>
              <a:ext uri="{FF2B5EF4-FFF2-40B4-BE49-F238E27FC236}">
                <a16:creationId xmlns:a16="http://schemas.microsoft.com/office/drawing/2014/main" id="{7407B0FF-43E0-4B2E-B48B-C2A472D103F9}"/>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2">
            <a:alphaModFix/>
            <a:extLst>
              <a:ext uri="{28A0092B-C50C-407E-A947-70E740481C1C}">
                <a14:useLocalDpi xmlns:a14="http://schemas.microsoft.com/office/drawing/2010/main" val="0"/>
              </a:ext>
            </a:extLst>
          </a:blip>
          <a:srcRect/>
          <a:stretch>
            <a:fillRect/>
          </a:stretch>
        </p:blipFill>
        <p:spPr bwMode="auto">
          <a:xfrm>
            <a:off x="0" y="-1"/>
            <a:ext cx="9144002" cy="6858001"/>
          </a:xfrm>
          <a:prstGeom prst="rect">
            <a:avLst/>
          </a:prstGeom>
          <a:noFill/>
          <a:extLst>
            <a:ext uri="{909E8E84-426E-40DD-AFC4-6F175D3DCCD1}">
              <a14:hiddenFill xmlns:a14="http://schemas.microsoft.com/office/drawing/2010/main">
                <a:solidFill>
                  <a:srgbClr val="FFFFFF"/>
                </a:solidFill>
              </a14:hiddenFill>
            </a:ext>
          </a:extLst>
        </p:spPr>
      </p:pic>
      <p:pic>
        <p:nvPicPr>
          <p:cNvPr id="24" name="Picture 23">
            <a:extLst>
              <a:ext uri="{FF2B5EF4-FFF2-40B4-BE49-F238E27FC236}">
                <a16:creationId xmlns:a16="http://schemas.microsoft.com/office/drawing/2014/main" id="{7CAC6C18-4147-48ED-8B6A-19B3E0D89163}"/>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extLst>
              <a:ext uri="{28A0092B-C50C-407E-A947-70E740481C1C}">
                <a14:useLocalDpi xmlns:a14="http://schemas.microsoft.com/office/drawing/2010/main" val="0"/>
              </a:ext>
            </a:extLst>
          </a:blip>
          <a:stretch>
            <a:fillRect/>
          </a:stretch>
        </p:blipFill>
        <p:spPr>
          <a:xfrm>
            <a:off x="0" y="0"/>
            <a:ext cx="9144000" cy="6858000"/>
          </a:xfrm>
          <a:prstGeom prst="rect">
            <a:avLst/>
          </a:prstGeom>
        </p:spPr>
      </p:pic>
      <p:sp>
        <p:nvSpPr>
          <p:cNvPr id="2" name="Title 1"/>
          <p:cNvSpPr>
            <a:spLocks noGrp="1"/>
          </p:cNvSpPr>
          <p:nvPr>
            <p:ph type="title" idx="4294967295"/>
          </p:nvPr>
        </p:nvSpPr>
        <p:spPr>
          <a:xfrm>
            <a:off x="685331" y="618517"/>
            <a:ext cx="7773338" cy="1596177"/>
          </a:xfrm>
        </p:spPr>
        <p:txBody>
          <a:bodyPr vert="horz" lIns="91440" tIns="45720" rIns="91440" bIns="45720" rtlCol="0" anchor="ctr">
            <a:normAutofit/>
          </a:bodyPr>
          <a:lstStyle/>
          <a:p>
            <a:r>
              <a:rPr lang="en-US"/>
              <a:t>Advantages of an MVC-Based Web Application</a:t>
            </a:r>
            <a:endParaRPr lang="en-US" dirty="0"/>
          </a:p>
        </p:txBody>
      </p:sp>
      <p:sp>
        <p:nvSpPr>
          <p:cNvPr id="4" name="Date Placeholder 3"/>
          <p:cNvSpPr>
            <a:spLocks noGrp="1"/>
          </p:cNvSpPr>
          <p:nvPr>
            <p:ph type="dt" sz="half" idx="10"/>
          </p:nvPr>
        </p:nvSpPr>
        <p:spPr>
          <a:xfrm>
            <a:off x="5759052" y="5883275"/>
            <a:ext cx="2057400" cy="365125"/>
          </a:xfrm>
          <a:prstGeom prst="rect">
            <a:avLst/>
          </a:prstGeom>
        </p:spPr>
        <p:txBody>
          <a:bodyPr vert="horz" lIns="91440" tIns="45720" rIns="91440" bIns="45720" rtlCol="0" anchor="ctr">
            <a:normAutofit/>
          </a:bodyPr>
          <a:lstStyle>
            <a:defPPr>
              <a:defRPr lang="en-US"/>
            </a:defPPr>
            <a:lvl1pPr marL="0" algn="r" defTabSz="914400" rtl="0" eaLnBrk="1" latinLnBrk="0" hangingPunct="1">
              <a:defRPr sz="9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457200">
              <a:spcAft>
                <a:spcPts val="600"/>
              </a:spcAft>
            </a:pPr>
            <a:fld id="{FEF2CCB8-730A-46A0-81A2-FB5ED352C581}" type="datetime1">
              <a:rPr lang="en-US" sz="1000" kern="1200" dirty="0">
                <a:solidFill>
                  <a:schemeClr val="tx1"/>
                </a:solidFill>
                <a:latin typeface="+mn-lt"/>
                <a:ea typeface="+mn-ea"/>
                <a:cs typeface="+mn-cs"/>
              </a:rPr>
              <a:pPr defTabSz="457200">
                <a:spcAft>
                  <a:spcPts val="600"/>
                </a:spcAft>
              </a:pPr>
              <a:t>3/21/2024</a:t>
            </a:fld>
            <a:endParaRPr lang="en-US" sz="1000" kern="1200" dirty="0">
              <a:solidFill>
                <a:schemeClr val="tx1"/>
              </a:solidFill>
              <a:latin typeface="+mn-lt"/>
              <a:ea typeface="+mn-ea"/>
              <a:cs typeface="+mn-cs"/>
            </a:endParaRPr>
          </a:p>
        </p:txBody>
      </p:sp>
      <p:sp>
        <p:nvSpPr>
          <p:cNvPr id="5" name="Slide Number Placeholder 4"/>
          <p:cNvSpPr>
            <a:spLocks noGrp="1"/>
          </p:cNvSpPr>
          <p:nvPr>
            <p:ph type="sldNum" sz="quarter" idx="12"/>
          </p:nvPr>
        </p:nvSpPr>
        <p:spPr bwMode="gray">
          <a:xfrm>
            <a:off x="7885508" y="5883275"/>
            <a:ext cx="573161" cy="365125"/>
          </a:xfrm>
          <a:prstGeom prst="rect">
            <a:avLst/>
          </a:prstGeom>
        </p:spPr>
        <p:txBody>
          <a:bodyPr vert="horz" lIns="91440" tIns="45720" rIns="91440" bIns="45720" rtlCol="0" anchor="ctr">
            <a:normAutofit/>
          </a:bodyPr>
          <a:lstStyle>
            <a:defPPr>
              <a:defRPr lang="en-US"/>
            </a:defPPr>
            <a:lvl1pPr marL="0" algn="r" defTabSz="914400" rtl="0" eaLnBrk="1" latinLnBrk="0" hangingPunct="1">
              <a:defRPr sz="2000" kern="1200">
                <a:solidFill>
                  <a:srgbClr val="FE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457200">
              <a:spcAft>
                <a:spcPts val="600"/>
              </a:spcAft>
            </a:pPr>
            <a:fld id="{34237BF9-6925-4FE3-8F98-72FCD8F1A9AE}" type="slidenum">
              <a:rPr lang="en-US" sz="1000" kern="1200" dirty="0">
                <a:solidFill>
                  <a:schemeClr val="tx1"/>
                </a:solidFill>
                <a:latin typeface="+mn-lt"/>
                <a:ea typeface="+mn-ea"/>
                <a:cs typeface="+mn-cs"/>
              </a:rPr>
              <a:pPr defTabSz="457200">
                <a:spcAft>
                  <a:spcPts val="600"/>
                </a:spcAft>
              </a:pPr>
              <a:t>27</a:t>
            </a:fld>
            <a:endParaRPr lang="en-US" sz="1000" kern="1200" dirty="0">
              <a:solidFill>
                <a:schemeClr val="tx1"/>
              </a:solidFill>
              <a:latin typeface="+mn-lt"/>
              <a:ea typeface="+mn-ea"/>
              <a:cs typeface="+mn-cs"/>
            </a:endParaRPr>
          </a:p>
        </p:txBody>
      </p:sp>
      <p:graphicFrame>
        <p:nvGraphicFramePr>
          <p:cNvPr id="17" name="Content Placeholder 2">
            <a:extLst>
              <a:ext uri="{FF2B5EF4-FFF2-40B4-BE49-F238E27FC236}">
                <a16:creationId xmlns:a16="http://schemas.microsoft.com/office/drawing/2014/main" id="{FED4D85A-90A8-8062-3DC4-B1DA62AD7EF1}"/>
              </a:ext>
            </a:extLst>
          </p:cNvPr>
          <p:cNvGraphicFramePr>
            <a:graphicFrameLocks noGrp="1"/>
          </p:cNvGraphicFramePr>
          <p:nvPr>
            <p:ph idx="4294967295"/>
            <p:extLst>
              <p:ext uri="{D42A27DB-BD31-4B8C-83A1-F6EECF244321}">
                <p14:modId xmlns:p14="http://schemas.microsoft.com/office/powerpoint/2010/main" val="2076337487"/>
              </p:ext>
            </p:extLst>
          </p:nvPr>
        </p:nvGraphicFramePr>
        <p:xfrm>
          <a:off x="685331" y="2167350"/>
          <a:ext cx="8077200" cy="3106325"/>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Tree>
    <p:extLst>
      <p:ext uri="{BB962C8B-B14F-4D97-AF65-F5344CB8AC3E}">
        <p14:creationId xmlns:p14="http://schemas.microsoft.com/office/powerpoint/2010/main" val="2043022880"/>
      </p:ext>
    </p:extLst>
  </p:cSld>
  <p:clrMapOvr>
    <a:masterClrMapping/>
  </p:clrMapOvr>
  <p:transition>
    <p:random/>
  </p:transition>
</p:sld>
</file>

<file path=ppt/slides/slide28.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1">
                <a:tint val="90000"/>
                <a:lumMod val="110000"/>
              </a:schemeClr>
            </a:gs>
            <a:gs pos="100000">
              <a:schemeClr val="bg1">
                <a:shade val="64000"/>
                <a:lumMod val="88000"/>
              </a:schemeClr>
            </a:gs>
          </a:gsLst>
          <a:lin ang="5400000" scaled="0"/>
        </a:gradFill>
        <a:effectLst/>
      </p:bgPr>
    </p:bg>
    <p:spTree>
      <p:nvGrpSpPr>
        <p:cNvPr id="1" name=""/>
        <p:cNvGrpSpPr/>
        <p:nvPr/>
      </p:nvGrpSpPr>
      <p:grpSpPr>
        <a:xfrm>
          <a:off x="0" y="0"/>
          <a:ext cx="0" cy="0"/>
          <a:chOff x="0" y="0"/>
          <a:chExt cx="0" cy="0"/>
        </a:xfrm>
      </p:grpSpPr>
      <p:pic>
        <p:nvPicPr>
          <p:cNvPr id="8" name="Picture 2">
            <a:extLst>
              <a:ext uri="{FF2B5EF4-FFF2-40B4-BE49-F238E27FC236}">
                <a16:creationId xmlns:a16="http://schemas.microsoft.com/office/drawing/2014/main" id="{9A0F0AC6-A89F-416B-9FA4-48E664065E73}"/>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2">
            <a:alphaModFix/>
            <a:extLst>
              <a:ext uri="{28A0092B-C50C-407E-A947-70E740481C1C}">
                <a14:useLocalDpi xmlns:a14="http://schemas.microsoft.com/office/drawing/2010/main" val="0"/>
              </a:ext>
            </a:extLst>
          </a:blip>
          <a:srcRect/>
          <a:stretch>
            <a:fillRect/>
          </a:stretch>
        </p:blipFill>
        <p:spPr bwMode="auto">
          <a:xfrm>
            <a:off x="0" y="-1"/>
            <a:ext cx="9144002" cy="6858001"/>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8">
            <a:extLst>
              <a:ext uri="{FF2B5EF4-FFF2-40B4-BE49-F238E27FC236}">
                <a16:creationId xmlns:a16="http://schemas.microsoft.com/office/drawing/2014/main" id="{218D7DD0-110F-43F3-A7E4-B51873CBF107}"/>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extLst>
              <a:ext uri="{28A0092B-C50C-407E-A947-70E740481C1C}">
                <a14:useLocalDpi xmlns:a14="http://schemas.microsoft.com/office/drawing/2010/main" val="0"/>
              </a:ext>
            </a:extLst>
          </a:blip>
          <a:stretch>
            <a:fillRect/>
          </a:stretch>
        </p:blipFill>
        <p:spPr>
          <a:xfrm>
            <a:off x="0" y="0"/>
            <a:ext cx="9144000" cy="6858000"/>
          </a:xfrm>
          <a:prstGeom prst="rect">
            <a:avLst/>
          </a:prstGeom>
        </p:spPr>
      </p:pic>
      <p:sp useBgFill="1">
        <p:nvSpPr>
          <p:cNvPr id="10" name="Rectangle 9">
            <a:extLst>
              <a:ext uri="{FF2B5EF4-FFF2-40B4-BE49-F238E27FC236}">
                <a16:creationId xmlns:a16="http://schemas.microsoft.com/office/drawing/2014/main" id="{E3F012C5-2940-4F3E-BB5E-B8B2C9E8291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9143999" cy="6858000"/>
          </a:xfrm>
          <a:prstGeom prst="rect">
            <a:avLst/>
          </a:prstGeom>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EB37C977-E7E3-44AC-AEC8-2E276419094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3010407" cy="6858000"/>
          </a:xfrm>
          <a:prstGeom prst="rect">
            <a:avLst/>
          </a:prstGeom>
          <a:ln>
            <a:noFill/>
          </a:ln>
          <a:effectLst>
            <a:outerShdw blurRad="88900" dist="25400" algn="l" rotWithShape="0">
              <a:prstClr val="black">
                <a:alpha val="40000"/>
              </a:prstClr>
            </a:outerShdw>
          </a:effectLst>
        </p:spPr>
        <p:style>
          <a:lnRef idx="2">
            <a:schemeClr val="accent1">
              <a:shade val="50000"/>
            </a:schemeClr>
          </a:lnRef>
          <a:fillRef idx="1002">
            <a:schemeClr val="dk1"/>
          </a:fillRef>
          <a:effectRef idx="0">
            <a:schemeClr val="accent1"/>
          </a:effectRef>
          <a:fontRef idx="minor">
            <a:schemeClr val="lt1"/>
          </a:fontRef>
        </p:style>
        <p:txBody>
          <a:bodyPr rtlCol="0" anchor="ctr"/>
          <a:lstStyle/>
          <a:p>
            <a:pPr algn="ctr"/>
            <a:endParaRPr lang="en-US" dirty="0"/>
          </a:p>
        </p:txBody>
      </p:sp>
      <p:pic>
        <p:nvPicPr>
          <p:cNvPr id="14" name="Picture 13">
            <a:extLst>
              <a:ext uri="{FF2B5EF4-FFF2-40B4-BE49-F238E27FC236}">
                <a16:creationId xmlns:a16="http://schemas.microsoft.com/office/drawing/2014/main" id="{A70DF37D-86A3-45DB-B1C1-580462D4BB6D}"/>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3">
            <a:extLst>
              <a:ext uri="{28A0092B-C50C-407E-A947-70E740481C1C}">
                <a14:useLocalDpi xmlns:a14="http://schemas.microsoft.com/office/drawing/2010/main" val="0"/>
              </a:ext>
            </a:extLst>
          </a:blip>
          <a:srcRect r="77037" b="73004"/>
          <a:stretch/>
        </p:blipFill>
        <p:spPr>
          <a:xfrm>
            <a:off x="0" y="-2"/>
            <a:ext cx="2491484" cy="2196792"/>
          </a:xfrm>
          <a:prstGeom prst="rect">
            <a:avLst/>
          </a:prstGeom>
        </p:spPr>
      </p:pic>
      <p:sp>
        <p:nvSpPr>
          <p:cNvPr id="6" name="Title 5">
            <a:extLst>
              <a:ext uri="{FF2B5EF4-FFF2-40B4-BE49-F238E27FC236}">
                <a16:creationId xmlns:a16="http://schemas.microsoft.com/office/drawing/2014/main" id="{8872FE9A-F046-E338-14FC-38B07F0A4213}"/>
              </a:ext>
            </a:extLst>
          </p:cNvPr>
          <p:cNvSpPr>
            <a:spLocks noGrp="1"/>
          </p:cNvSpPr>
          <p:nvPr>
            <p:ph type="title" idx="4294967295"/>
          </p:nvPr>
        </p:nvSpPr>
        <p:spPr>
          <a:xfrm>
            <a:off x="719922" y="960814"/>
            <a:ext cx="2049186" cy="4912936"/>
          </a:xfrm>
        </p:spPr>
        <p:txBody>
          <a:bodyPr vert="horz" lIns="91440" tIns="45720" rIns="91440" bIns="45720" rtlCol="0" anchor="b">
            <a:normAutofit/>
          </a:bodyPr>
          <a:lstStyle/>
          <a:p>
            <a:pPr algn="r"/>
            <a:r>
              <a:rPr lang="en-US" sz="3500">
                <a:solidFill>
                  <a:schemeClr val="bg1"/>
                </a:solidFill>
              </a:rPr>
              <a:t>Useful links</a:t>
            </a:r>
          </a:p>
        </p:txBody>
      </p:sp>
      <p:sp>
        <p:nvSpPr>
          <p:cNvPr id="5" name="TextBox 4">
            <a:extLst>
              <a:ext uri="{FF2B5EF4-FFF2-40B4-BE49-F238E27FC236}">
                <a16:creationId xmlns:a16="http://schemas.microsoft.com/office/drawing/2014/main" id="{26A9E1F9-9412-0F3A-E629-9FD2E9E9E405}"/>
              </a:ext>
            </a:extLst>
          </p:cNvPr>
          <p:cNvSpPr txBox="1"/>
          <p:nvPr/>
        </p:nvSpPr>
        <p:spPr>
          <a:xfrm>
            <a:off x="3734308" y="960814"/>
            <a:ext cx="4685792" cy="4830385"/>
          </a:xfrm>
          <a:prstGeom prst="rect">
            <a:avLst/>
          </a:prstGeom>
        </p:spPr>
        <p:txBody>
          <a:bodyPr vert="horz" lIns="91440" tIns="45720" rIns="91440" bIns="45720" rtlCol="0" anchor="ctr">
            <a:normAutofit/>
          </a:bodyPr>
          <a:lstStyle/>
          <a:p>
            <a:pPr marL="0" marR="0" indent="-228600" eaLnBrk="1" hangingPunct="1">
              <a:lnSpc>
                <a:spcPct val="120000"/>
              </a:lnSpc>
              <a:spcBef>
                <a:spcPts val="0"/>
              </a:spcBef>
              <a:spcAft>
                <a:spcPts val="1000"/>
              </a:spcAft>
              <a:buClr>
                <a:schemeClr val="tx1"/>
              </a:buClr>
              <a:buFont typeface="Arial" panose="020B0604020202020204" pitchFamily="34" charset="0"/>
              <a:buChar char="•"/>
            </a:pPr>
            <a:r>
              <a:rPr lang="en-US" sz="1600" u="sng" cap="all">
                <a:latin typeface="+mn-lt"/>
                <a:ea typeface="+mn-ea"/>
                <a:hlinkClick r:id="rId4">
                  <a:extLst>
                    <a:ext uri="{A12FA001-AC4F-418D-AE19-62706E023703}">
                      <ahyp:hlinkClr xmlns:ahyp="http://schemas.microsoft.com/office/drawing/2018/hyperlinkcolor" val="tx"/>
                    </a:ext>
                  </a:extLst>
                </a:hlinkClick>
              </a:rPr>
              <a:t>https://uit.stanford.edu/pmo/functional-design</a:t>
            </a:r>
            <a:endParaRPr lang="en-US" sz="1600" cap="all">
              <a:latin typeface="+mn-lt"/>
              <a:ea typeface="+mn-ea"/>
            </a:endParaRPr>
          </a:p>
          <a:p>
            <a:pPr marL="0" marR="0" indent="-228600" eaLnBrk="1" hangingPunct="1">
              <a:lnSpc>
                <a:spcPct val="120000"/>
              </a:lnSpc>
              <a:spcBef>
                <a:spcPts val="0"/>
              </a:spcBef>
              <a:spcAft>
                <a:spcPts val="1000"/>
              </a:spcAft>
              <a:buClr>
                <a:schemeClr val="tx1"/>
              </a:buClr>
              <a:buFont typeface="Arial" panose="020B0604020202020204" pitchFamily="34" charset="0"/>
              <a:buChar char="•"/>
            </a:pPr>
            <a:r>
              <a:rPr lang="en-US" sz="1600" u="sng" cap="all">
                <a:latin typeface="+mn-lt"/>
                <a:ea typeface="+mn-ea"/>
                <a:hlinkClick r:id="rId5">
                  <a:extLst>
                    <a:ext uri="{A12FA001-AC4F-418D-AE19-62706E023703}">
                      <ahyp:hlinkClr xmlns:ahyp="http://schemas.microsoft.com/office/drawing/2018/hyperlinkcolor" val="tx"/>
                    </a:ext>
                  </a:extLst>
                </a:hlinkClick>
              </a:rPr>
              <a:t>https://volute.co.uk/blog/is-your-website-dda-compliant</a:t>
            </a:r>
            <a:endParaRPr lang="en-US" sz="1600" cap="all">
              <a:latin typeface="+mn-lt"/>
              <a:ea typeface="+mn-ea"/>
            </a:endParaRPr>
          </a:p>
          <a:p>
            <a:pPr marL="0" marR="0" indent="-228600" eaLnBrk="1" hangingPunct="1">
              <a:lnSpc>
                <a:spcPct val="120000"/>
              </a:lnSpc>
              <a:spcBef>
                <a:spcPts val="0"/>
              </a:spcBef>
              <a:spcAft>
                <a:spcPts val="1000"/>
              </a:spcAft>
              <a:buClr>
                <a:schemeClr val="tx1"/>
              </a:buClr>
              <a:buFont typeface="Arial" panose="020B0604020202020204" pitchFamily="34" charset="0"/>
              <a:buChar char="•"/>
            </a:pPr>
            <a:r>
              <a:rPr lang="en-US" sz="1600" u="sng" cap="all">
                <a:latin typeface="+mn-lt"/>
                <a:ea typeface="+mn-ea"/>
                <a:hlinkClick r:id="rId5">
                  <a:extLst>
                    <a:ext uri="{A12FA001-AC4F-418D-AE19-62706E023703}">
                      <ahyp:hlinkClr xmlns:ahyp="http://schemas.microsoft.com/office/drawing/2018/hyperlinkcolor" val="tx"/>
                    </a:ext>
                  </a:extLst>
                </a:hlinkClick>
              </a:rPr>
              <a:t>https://www.melonwebdesign.co.uk/blog/a-brief-introduction-to-dda-compliance.html</a:t>
            </a:r>
            <a:endParaRPr lang="en-US" sz="1600" cap="all">
              <a:latin typeface="+mn-lt"/>
              <a:ea typeface="+mn-ea"/>
            </a:endParaRPr>
          </a:p>
          <a:p>
            <a:pPr marL="0" marR="0" indent="-228600" eaLnBrk="1" hangingPunct="1">
              <a:lnSpc>
                <a:spcPct val="120000"/>
              </a:lnSpc>
              <a:spcBef>
                <a:spcPts val="0"/>
              </a:spcBef>
              <a:spcAft>
                <a:spcPts val="1000"/>
              </a:spcAft>
              <a:buClr>
                <a:schemeClr val="tx1"/>
              </a:buClr>
              <a:buFont typeface="Arial" panose="020B0604020202020204" pitchFamily="34" charset="0"/>
              <a:buChar char="•"/>
            </a:pPr>
            <a:r>
              <a:rPr lang="en-US" sz="1600" u="sng" cap="all">
                <a:latin typeface="+mn-lt"/>
                <a:ea typeface="+mn-ea"/>
                <a:hlinkClick r:id="rId6">
                  <a:extLst>
                    <a:ext uri="{A12FA001-AC4F-418D-AE19-62706E023703}">
                      <ahyp:hlinkClr xmlns:ahyp="http://schemas.microsoft.com/office/drawing/2018/hyperlinkcolor" val="tx"/>
                    </a:ext>
                  </a:extLst>
                </a:hlinkClick>
              </a:rPr>
              <a:t>https://tela.uk/2017/01/website-accessibility-checks/</a:t>
            </a:r>
            <a:endParaRPr lang="en-US" sz="1600" cap="all">
              <a:latin typeface="+mn-lt"/>
              <a:ea typeface="+mn-ea"/>
            </a:endParaRPr>
          </a:p>
          <a:p>
            <a:pPr indent="-228600" eaLnBrk="1" hangingPunct="1">
              <a:lnSpc>
                <a:spcPct val="120000"/>
              </a:lnSpc>
              <a:buClr>
                <a:schemeClr val="tx1"/>
              </a:buClr>
              <a:buFont typeface="Arial" panose="020B0604020202020204" pitchFamily="34" charset="0"/>
              <a:buChar char="•"/>
            </a:pPr>
            <a:r>
              <a:rPr lang="en-US" sz="1600" u="sng" cap="all">
                <a:latin typeface="+mn-lt"/>
                <a:ea typeface="+mn-ea"/>
                <a:hlinkClick r:id="rId7">
                  <a:extLst>
                    <a:ext uri="{A12FA001-AC4F-418D-AE19-62706E023703}">
                      <ahyp:hlinkClr xmlns:ahyp="http://schemas.microsoft.com/office/drawing/2018/hyperlinkcolor" val="tx"/>
                    </a:ext>
                  </a:extLst>
                </a:hlinkClick>
              </a:rPr>
              <a:t>https://visionict.com/DDA_Compliance_25682.aspx</a:t>
            </a:r>
            <a:endParaRPr lang="en-US" sz="1600" cap="all">
              <a:latin typeface="+mn-lt"/>
              <a:ea typeface="+mn-ea"/>
            </a:endParaRPr>
          </a:p>
        </p:txBody>
      </p:sp>
      <p:sp>
        <p:nvSpPr>
          <p:cNvPr id="2" name="Date Placeholder 1">
            <a:extLst>
              <a:ext uri="{FF2B5EF4-FFF2-40B4-BE49-F238E27FC236}">
                <a16:creationId xmlns:a16="http://schemas.microsoft.com/office/drawing/2014/main" id="{7BD0BAB7-416A-F745-2EF6-0859709F75B1}"/>
              </a:ext>
            </a:extLst>
          </p:cNvPr>
          <p:cNvSpPr>
            <a:spLocks noGrp="1"/>
          </p:cNvSpPr>
          <p:nvPr>
            <p:ph type="dt" sz="half" idx="10"/>
          </p:nvPr>
        </p:nvSpPr>
        <p:spPr>
          <a:xfrm>
            <a:off x="719921" y="5883275"/>
            <a:ext cx="2044954" cy="365125"/>
          </a:xfrm>
        </p:spPr>
        <p:txBody>
          <a:bodyPr vert="horz" lIns="91440" tIns="45720" rIns="91440" bIns="45720" rtlCol="0" anchor="ctr">
            <a:normAutofit/>
          </a:bodyPr>
          <a:lstStyle/>
          <a:p>
            <a:pPr defTabSz="457200" eaLnBrk="1" hangingPunct="1">
              <a:spcAft>
                <a:spcPts val="600"/>
              </a:spcAft>
              <a:defRPr/>
            </a:pPr>
            <a:fld id="{8FC35119-4326-4B12-8C41-028122D81B5B}" type="datetime4">
              <a:rPr lang="en-US" altLang="en-US">
                <a:solidFill>
                  <a:schemeClr val="bg1"/>
                </a:solidFill>
                <a:latin typeface="+mn-lt"/>
                <a:ea typeface="+mn-ea"/>
              </a:rPr>
              <a:pPr defTabSz="457200" eaLnBrk="1" hangingPunct="1">
                <a:spcAft>
                  <a:spcPts val="600"/>
                </a:spcAft>
                <a:defRPr/>
              </a:pPr>
              <a:t>March 21, 2024</a:t>
            </a:fld>
            <a:endParaRPr lang="en-US" altLang="en-US">
              <a:solidFill>
                <a:schemeClr val="bg1"/>
              </a:solidFill>
              <a:latin typeface="+mn-lt"/>
              <a:ea typeface="+mn-ea"/>
            </a:endParaRPr>
          </a:p>
        </p:txBody>
      </p:sp>
      <p:sp>
        <p:nvSpPr>
          <p:cNvPr id="3" name="Slide Number Placeholder 2">
            <a:extLst>
              <a:ext uri="{FF2B5EF4-FFF2-40B4-BE49-F238E27FC236}">
                <a16:creationId xmlns:a16="http://schemas.microsoft.com/office/drawing/2014/main" id="{509FB42F-74AA-7D48-CA8A-A40474803B50}"/>
              </a:ext>
            </a:extLst>
          </p:cNvPr>
          <p:cNvSpPr>
            <a:spLocks noGrp="1"/>
          </p:cNvSpPr>
          <p:nvPr>
            <p:ph type="sldNum" sz="quarter" idx="12"/>
          </p:nvPr>
        </p:nvSpPr>
        <p:spPr>
          <a:xfrm>
            <a:off x="7789334" y="5883275"/>
            <a:ext cx="630766" cy="365125"/>
          </a:xfrm>
        </p:spPr>
        <p:txBody>
          <a:bodyPr vert="horz" lIns="91440" tIns="45720" rIns="91440" bIns="45720" rtlCol="0" anchor="ctr">
            <a:normAutofit/>
          </a:bodyPr>
          <a:lstStyle/>
          <a:p>
            <a:pPr defTabSz="457200" eaLnBrk="1" hangingPunct="1">
              <a:spcAft>
                <a:spcPts val="600"/>
              </a:spcAft>
              <a:defRPr/>
            </a:pPr>
            <a:fld id="{CC516D0E-CD58-4E49-9F6D-689564ED6CA6}" type="slidenum">
              <a:rPr lang="en-US" altLang="en-US" kern="1200" dirty="0">
                <a:solidFill>
                  <a:schemeClr val="tx1"/>
                </a:solidFill>
                <a:latin typeface="+mn-lt"/>
                <a:ea typeface="+mn-ea"/>
                <a:cs typeface="+mn-cs"/>
              </a:rPr>
              <a:pPr defTabSz="457200" eaLnBrk="1" hangingPunct="1">
                <a:spcAft>
                  <a:spcPts val="600"/>
                </a:spcAft>
                <a:defRPr/>
              </a:pPr>
              <a:t>28</a:t>
            </a:fld>
            <a:endParaRPr lang="en-US" altLang="en-US" kern="1200" dirty="0">
              <a:solidFill>
                <a:schemeClr val="tx1"/>
              </a:solidFill>
              <a:latin typeface="+mn-lt"/>
              <a:ea typeface="+mn-ea"/>
              <a:cs typeface="+mn-cs"/>
            </a:endParaRPr>
          </a:p>
        </p:txBody>
      </p:sp>
    </p:spTree>
    <p:extLst>
      <p:ext uri="{BB962C8B-B14F-4D97-AF65-F5344CB8AC3E}">
        <p14:creationId xmlns:p14="http://schemas.microsoft.com/office/powerpoint/2010/main" val="1007780337"/>
      </p:ext>
    </p:extLst>
  </p:cSld>
  <p:clrMapOvr>
    <a:masterClrMapping/>
  </p:clrMapOvr>
  <p:transition>
    <p:random/>
  </p:transition>
</p:sld>
</file>

<file path=ppt/slides/slide29.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1">
                <a:tint val="90000"/>
                <a:lumMod val="110000"/>
              </a:schemeClr>
            </a:gs>
            <a:gs pos="100000">
              <a:schemeClr val="bg1">
                <a:shade val="64000"/>
                <a:lumMod val="88000"/>
              </a:schemeClr>
            </a:gs>
          </a:gsLst>
          <a:lin ang="5400000" scaled="0"/>
        </a:gradFill>
        <a:effectLst/>
      </p:bgPr>
    </p:bg>
    <p:spTree>
      <p:nvGrpSpPr>
        <p:cNvPr id="1" name=""/>
        <p:cNvGrpSpPr/>
        <p:nvPr/>
      </p:nvGrpSpPr>
      <p:grpSpPr>
        <a:xfrm>
          <a:off x="0" y="0"/>
          <a:ext cx="0" cy="0"/>
          <a:chOff x="0" y="0"/>
          <a:chExt cx="0" cy="0"/>
        </a:xfrm>
      </p:grpSpPr>
      <p:pic>
        <p:nvPicPr>
          <p:cNvPr id="10" name="Picture 2">
            <a:extLst>
              <a:ext uri="{FF2B5EF4-FFF2-40B4-BE49-F238E27FC236}">
                <a16:creationId xmlns:a16="http://schemas.microsoft.com/office/drawing/2014/main" id="{7407B0FF-43E0-4B2E-B48B-C2A472D103F9}"/>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2">
            <a:alphaModFix/>
            <a:extLst>
              <a:ext uri="{28A0092B-C50C-407E-A947-70E740481C1C}">
                <a14:useLocalDpi xmlns:a14="http://schemas.microsoft.com/office/drawing/2010/main" val="0"/>
              </a:ext>
            </a:extLst>
          </a:blip>
          <a:srcRect/>
          <a:stretch>
            <a:fillRect/>
          </a:stretch>
        </p:blipFill>
        <p:spPr bwMode="auto">
          <a:xfrm>
            <a:off x="0" y="-1"/>
            <a:ext cx="9144002" cy="6858001"/>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11">
            <a:extLst>
              <a:ext uri="{FF2B5EF4-FFF2-40B4-BE49-F238E27FC236}">
                <a16:creationId xmlns:a16="http://schemas.microsoft.com/office/drawing/2014/main" id="{7CAC6C18-4147-48ED-8B6A-19B3E0D89163}"/>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extLst>
              <a:ext uri="{28A0092B-C50C-407E-A947-70E740481C1C}">
                <a14:useLocalDpi xmlns:a14="http://schemas.microsoft.com/office/drawing/2010/main" val="0"/>
              </a:ext>
            </a:extLst>
          </a:blip>
          <a:stretch>
            <a:fillRect/>
          </a:stretch>
        </p:blipFill>
        <p:spPr>
          <a:xfrm>
            <a:off x="0" y="0"/>
            <a:ext cx="9144000" cy="6858000"/>
          </a:xfrm>
          <a:prstGeom prst="rect">
            <a:avLst/>
          </a:prstGeom>
        </p:spPr>
      </p:pic>
      <p:graphicFrame>
        <p:nvGraphicFramePr>
          <p:cNvPr id="5" name="Content Placeholder 2">
            <a:extLst>
              <a:ext uri="{FF2B5EF4-FFF2-40B4-BE49-F238E27FC236}">
                <a16:creationId xmlns:a16="http://schemas.microsoft.com/office/drawing/2014/main" id="{5278F4BF-A879-0DA4-ED9F-B67AD249CD74}"/>
              </a:ext>
            </a:extLst>
          </p:cNvPr>
          <p:cNvGraphicFramePr>
            <a:graphicFrameLocks noGrp="1"/>
          </p:cNvGraphicFramePr>
          <p:nvPr>
            <p:ph idx="4294967295"/>
            <p:extLst>
              <p:ext uri="{D42A27DB-BD31-4B8C-83A1-F6EECF244321}">
                <p14:modId xmlns:p14="http://schemas.microsoft.com/office/powerpoint/2010/main" val="2582692244"/>
              </p:ext>
            </p:extLst>
          </p:nvPr>
        </p:nvGraphicFramePr>
        <p:xfrm>
          <a:off x="685800" y="2532475"/>
          <a:ext cx="7772400" cy="3029067"/>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Tree>
    <p:extLst>
      <p:ext uri="{BB962C8B-B14F-4D97-AF65-F5344CB8AC3E}">
        <p14:creationId xmlns:p14="http://schemas.microsoft.com/office/powerpoint/2010/main" val="4079085215"/>
      </p:ext>
    </p:extLst>
  </p:cSld>
  <p:clrMapOvr>
    <a:masterClrMapping/>
  </p:clrMapOvr>
  <p:transition>
    <p:random/>
  </p:transition>
</p:sld>
</file>

<file path=ppt/theme/theme1.xml><?xml version="1.0" encoding="utf-8"?>
<a:theme xmlns:a="http://schemas.openxmlformats.org/drawingml/2006/main" name="Layers">
  <a:themeElements>
    <a:clrScheme name="Layers 6">
      <a:dk1>
        <a:srgbClr val="000000"/>
      </a:dk1>
      <a:lt1>
        <a:srgbClr val="FFFFE1"/>
      </a:lt1>
      <a:dk2>
        <a:srgbClr val="330033"/>
      </a:dk2>
      <a:lt2>
        <a:srgbClr val="330033"/>
      </a:lt2>
      <a:accent1>
        <a:srgbClr val="CCCC99"/>
      </a:accent1>
      <a:accent2>
        <a:srgbClr val="FF0000"/>
      </a:accent2>
      <a:accent3>
        <a:srgbClr val="FFFFEE"/>
      </a:accent3>
      <a:accent4>
        <a:srgbClr val="000000"/>
      </a:accent4>
      <a:accent5>
        <a:srgbClr val="E2E2CA"/>
      </a:accent5>
      <a:accent6>
        <a:srgbClr val="E70000"/>
      </a:accent6>
      <a:hlink>
        <a:srgbClr val="990033"/>
      </a:hlink>
      <a:folHlink>
        <a:srgbClr val="B2B2B2"/>
      </a:folHlink>
    </a:clrScheme>
    <a:fontScheme name="Layers">
      <a:majorFont>
        <a:latin typeface="Times New Roman"/>
        <a:ea typeface=""/>
        <a:cs typeface="Arial"/>
      </a:majorFont>
      <a:minorFont>
        <a:latin typeface="Arial"/>
        <a:ea typeface=""/>
        <a:cs typeface="Arial"/>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none" lIns="90000" tIns="46800" rIns="90000" bIns="4680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0" lang="th-TH" altLang="en-US" sz="1800" b="0" i="0" u="none" strike="noStrike" cap="none" normalizeH="0" baseline="0" smtClean="0">
            <a:ln>
              <a:noFill/>
            </a:ln>
            <a:solidFill>
              <a:schemeClr val="tx1"/>
            </a:solidFill>
            <a:effectLst/>
            <a:latin typeface="Arial" panose="020B0604020202020204" pitchFamily="34" charset="0"/>
            <a:ea typeface="Angsana New" panose="02020603050405020304" pitchFamily="18" charset="-34"/>
            <a:cs typeface="Arial" panose="020B0604020202020204" pitchFamily="34" charset="0"/>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none" lIns="90000" tIns="46800" rIns="90000" bIns="4680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0" lang="th-TH" altLang="en-US" sz="1800" b="0" i="0" u="none" strike="noStrike" cap="none" normalizeH="0" baseline="0" smtClean="0">
            <a:ln>
              <a:noFill/>
            </a:ln>
            <a:solidFill>
              <a:schemeClr val="tx1"/>
            </a:solidFill>
            <a:effectLst/>
            <a:latin typeface="Arial" panose="020B0604020202020204" pitchFamily="34" charset="0"/>
            <a:ea typeface="Angsana New" panose="02020603050405020304" pitchFamily="18" charset="-34"/>
            <a:cs typeface="Arial" panose="020B0604020202020204" pitchFamily="34" charset="0"/>
          </a:defRPr>
        </a:defPPr>
      </a:lstStyle>
    </a:lnDef>
  </a:objectDefaults>
  <a:extraClrSchemeLst>
    <a:extraClrScheme>
      <a:clrScheme name="Layers 1">
        <a:dk1>
          <a:srgbClr val="993300"/>
        </a:dk1>
        <a:lt1>
          <a:srgbClr val="CCCCCC"/>
        </a:lt1>
        <a:dk2>
          <a:srgbClr val="000000"/>
        </a:dk2>
        <a:lt2>
          <a:srgbClr val="FFFFFF"/>
        </a:lt2>
        <a:accent1>
          <a:srgbClr val="576F2B"/>
        </a:accent1>
        <a:accent2>
          <a:srgbClr val="666699"/>
        </a:accent2>
        <a:accent3>
          <a:srgbClr val="AAAAAA"/>
        </a:accent3>
        <a:accent4>
          <a:srgbClr val="AEAEAE"/>
        </a:accent4>
        <a:accent5>
          <a:srgbClr val="B4BBAC"/>
        </a:accent5>
        <a:accent6>
          <a:srgbClr val="5C5C8A"/>
        </a:accent6>
        <a:hlink>
          <a:srgbClr val="993300"/>
        </a:hlink>
        <a:folHlink>
          <a:srgbClr val="CC9900"/>
        </a:folHlink>
      </a:clrScheme>
      <a:clrMap bg1="dk2" tx1="lt1" bg2="dk1" tx2="lt2" accent1="accent1" accent2="accent2" accent3="accent3" accent4="accent4" accent5="accent5" accent6="accent6" hlink="hlink" folHlink="folHlink"/>
    </a:extraClrScheme>
    <a:extraClrScheme>
      <a:clrScheme name="Layers 2">
        <a:dk1>
          <a:srgbClr val="993300"/>
        </a:dk1>
        <a:lt1>
          <a:srgbClr val="CCCCCC"/>
        </a:lt1>
        <a:dk2>
          <a:srgbClr val="330000"/>
        </a:dk2>
        <a:lt2>
          <a:srgbClr val="FFFFFF"/>
        </a:lt2>
        <a:accent1>
          <a:srgbClr val="996633"/>
        </a:accent1>
        <a:accent2>
          <a:srgbClr val="FF0000"/>
        </a:accent2>
        <a:accent3>
          <a:srgbClr val="ADAAAA"/>
        </a:accent3>
        <a:accent4>
          <a:srgbClr val="AEAEAE"/>
        </a:accent4>
        <a:accent5>
          <a:srgbClr val="CAB8AD"/>
        </a:accent5>
        <a:accent6>
          <a:srgbClr val="E70000"/>
        </a:accent6>
        <a:hlink>
          <a:srgbClr val="FF3300"/>
        </a:hlink>
        <a:folHlink>
          <a:srgbClr val="CC9933"/>
        </a:folHlink>
      </a:clrScheme>
      <a:clrMap bg1="dk2" tx1="lt1" bg2="dk1" tx2="lt2" accent1="accent1" accent2="accent2" accent3="accent3" accent4="accent4" accent5="accent5" accent6="accent6" hlink="hlink" folHlink="folHlink"/>
    </a:extraClrScheme>
    <a:extraClrScheme>
      <a:clrScheme name="Layers 3">
        <a:dk1>
          <a:srgbClr val="79788A"/>
        </a:dk1>
        <a:lt1>
          <a:srgbClr val="FFFFFF"/>
        </a:lt1>
        <a:dk2>
          <a:srgbClr val="21203C"/>
        </a:dk2>
        <a:lt2>
          <a:srgbClr val="FFFFCC"/>
        </a:lt2>
        <a:accent1>
          <a:srgbClr val="476077"/>
        </a:accent1>
        <a:accent2>
          <a:srgbClr val="676C5A"/>
        </a:accent2>
        <a:accent3>
          <a:srgbClr val="ABABAF"/>
        </a:accent3>
        <a:accent4>
          <a:srgbClr val="DADADA"/>
        </a:accent4>
        <a:accent5>
          <a:srgbClr val="B1B6BD"/>
        </a:accent5>
        <a:accent6>
          <a:srgbClr val="5D6151"/>
        </a:accent6>
        <a:hlink>
          <a:srgbClr val="666699"/>
        </a:hlink>
        <a:folHlink>
          <a:srgbClr val="8CB0A2"/>
        </a:folHlink>
      </a:clrScheme>
      <a:clrMap bg1="dk2" tx1="lt1" bg2="dk1" tx2="lt2" accent1="accent1" accent2="accent2" accent3="accent3" accent4="accent4" accent5="accent5" accent6="accent6" hlink="hlink" folHlink="folHlink"/>
    </a:extraClrScheme>
    <a:extraClrScheme>
      <a:clrScheme name="Layers 4">
        <a:dk1>
          <a:srgbClr val="455B41"/>
        </a:dk1>
        <a:lt1>
          <a:srgbClr val="FFFFCC"/>
        </a:lt1>
        <a:dk2>
          <a:srgbClr val="79A994"/>
        </a:dk2>
        <a:lt2>
          <a:srgbClr val="FFFFCC"/>
        </a:lt2>
        <a:accent1>
          <a:srgbClr val="517087"/>
        </a:accent1>
        <a:accent2>
          <a:srgbClr val="666699"/>
        </a:accent2>
        <a:accent3>
          <a:srgbClr val="BED1C8"/>
        </a:accent3>
        <a:accent4>
          <a:srgbClr val="DADAAE"/>
        </a:accent4>
        <a:accent5>
          <a:srgbClr val="B3BBC3"/>
        </a:accent5>
        <a:accent6>
          <a:srgbClr val="5C5C8A"/>
        </a:accent6>
        <a:hlink>
          <a:srgbClr val="993300"/>
        </a:hlink>
        <a:folHlink>
          <a:srgbClr val="A4AF6B"/>
        </a:folHlink>
      </a:clrScheme>
      <a:clrMap bg1="dk2" tx1="lt1" bg2="dk1" tx2="lt2" accent1="accent1" accent2="accent2" accent3="accent3" accent4="accent4" accent5="accent5" accent6="accent6" hlink="hlink" folHlink="folHlink"/>
    </a:extraClrScheme>
    <a:extraClrScheme>
      <a:clrScheme name="Layers 5">
        <a:dk1>
          <a:srgbClr val="330000"/>
        </a:dk1>
        <a:lt1>
          <a:srgbClr val="FF9900"/>
        </a:lt1>
        <a:dk2>
          <a:srgbClr val="FFFFFF"/>
        </a:dk2>
        <a:lt2>
          <a:srgbClr val="8B3111"/>
        </a:lt2>
        <a:accent1>
          <a:srgbClr val="DD6D07"/>
        </a:accent1>
        <a:accent2>
          <a:srgbClr val="CC9900"/>
        </a:accent2>
        <a:accent3>
          <a:srgbClr val="FFCAAA"/>
        </a:accent3>
        <a:accent4>
          <a:srgbClr val="2A0000"/>
        </a:accent4>
        <a:accent5>
          <a:srgbClr val="EBBAAA"/>
        </a:accent5>
        <a:accent6>
          <a:srgbClr val="B98A00"/>
        </a:accent6>
        <a:hlink>
          <a:srgbClr val="CC3300"/>
        </a:hlink>
        <a:folHlink>
          <a:srgbClr val="CCCC66"/>
        </a:folHlink>
      </a:clrScheme>
      <a:clrMap bg1="lt1" tx1="dk1" bg2="lt2" tx2="dk2" accent1="accent1" accent2="accent2" accent3="accent3" accent4="accent4" accent5="accent5" accent6="accent6" hlink="hlink" folHlink="folHlink"/>
    </a:extraClrScheme>
    <a:extraClrScheme>
      <a:clrScheme name="Layers 6">
        <a:dk1>
          <a:srgbClr val="000000"/>
        </a:dk1>
        <a:lt1>
          <a:srgbClr val="FFFFE1"/>
        </a:lt1>
        <a:dk2>
          <a:srgbClr val="330033"/>
        </a:dk2>
        <a:lt2>
          <a:srgbClr val="330033"/>
        </a:lt2>
        <a:accent1>
          <a:srgbClr val="CCCC99"/>
        </a:accent1>
        <a:accent2>
          <a:srgbClr val="FF0000"/>
        </a:accent2>
        <a:accent3>
          <a:srgbClr val="FFFFEE"/>
        </a:accent3>
        <a:accent4>
          <a:srgbClr val="000000"/>
        </a:accent4>
        <a:accent5>
          <a:srgbClr val="E2E2CA"/>
        </a:accent5>
        <a:accent6>
          <a:srgbClr val="E70000"/>
        </a:accent6>
        <a:hlink>
          <a:srgbClr val="990033"/>
        </a:hlink>
        <a:folHlink>
          <a:srgbClr val="B2B2B2"/>
        </a:folHlink>
      </a:clrScheme>
      <a:clrMap bg1="lt1" tx1="dk1" bg2="lt2" tx2="dk2" accent1="accent1" accent2="accent2" accent3="accent3" accent4="accent4" accent5="accent5" accent6="accent6" hlink="hlink" folHlink="folHlink"/>
    </a:extraClrScheme>
    <a:extraClrScheme>
      <a:clrScheme name="Layers 7">
        <a:dk1>
          <a:srgbClr val="000000"/>
        </a:dk1>
        <a:lt1>
          <a:srgbClr val="FFFFFF"/>
        </a:lt1>
        <a:dk2>
          <a:srgbClr val="000000"/>
        </a:dk2>
        <a:lt2>
          <a:srgbClr val="891411"/>
        </a:lt2>
        <a:accent1>
          <a:srgbClr val="4F917E"/>
        </a:accent1>
        <a:accent2>
          <a:srgbClr val="CC9900"/>
        </a:accent2>
        <a:accent3>
          <a:srgbClr val="FFFFFF"/>
        </a:accent3>
        <a:accent4>
          <a:srgbClr val="000000"/>
        </a:accent4>
        <a:accent5>
          <a:srgbClr val="B2C7C0"/>
        </a:accent5>
        <a:accent6>
          <a:srgbClr val="B98A00"/>
        </a:accent6>
        <a:hlink>
          <a:srgbClr val="5A84D8"/>
        </a:hlink>
        <a:folHlink>
          <a:srgbClr val="A0C6BA"/>
        </a:folHlink>
      </a:clrScheme>
      <a:clrMap bg1="lt1" tx1="dk1" bg2="lt2" tx2="dk2" accent1="accent1" accent2="accent2" accent3="accent3" accent4="accent4" accent5="accent5" accent6="accent6" hlink="hlink" folHlink="folHlink"/>
    </a:extraClrScheme>
    <a:extraClrScheme>
      <a:clrScheme name="Layers 8">
        <a:dk1>
          <a:srgbClr val="000000"/>
        </a:dk1>
        <a:lt1>
          <a:srgbClr val="FFFFFF"/>
        </a:lt1>
        <a:dk2>
          <a:srgbClr val="CC0000"/>
        </a:dk2>
        <a:lt2>
          <a:srgbClr val="999966"/>
        </a:lt2>
        <a:accent1>
          <a:srgbClr val="CCCCCC"/>
        </a:accent1>
        <a:accent2>
          <a:srgbClr val="CCCC66"/>
        </a:accent2>
        <a:accent3>
          <a:srgbClr val="FFFFFF"/>
        </a:accent3>
        <a:accent4>
          <a:srgbClr val="000000"/>
        </a:accent4>
        <a:accent5>
          <a:srgbClr val="E2E2E2"/>
        </a:accent5>
        <a:accent6>
          <a:srgbClr val="B9B95C"/>
        </a:accent6>
        <a:hlink>
          <a:srgbClr val="666699"/>
        </a:hlink>
        <a:folHlink>
          <a:srgbClr val="CCCC99"/>
        </a:folHlink>
      </a:clrScheme>
      <a:clrMap bg1="lt1" tx1="dk1" bg2="lt2" tx2="dk2" accent1="accent1" accent2="accent2" accent3="accent3" accent4="accent4" accent5="accent5" accent6="accent6" hlink="hlink" folHlink="folHlink"/>
    </a:extraClrScheme>
    <a:extraClrScheme>
      <a:clrScheme name="Layers 9">
        <a:dk1>
          <a:srgbClr val="000000"/>
        </a:dk1>
        <a:lt1>
          <a:srgbClr val="FFFFFF"/>
        </a:lt1>
        <a:dk2>
          <a:srgbClr val="FF0000"/>
        </a:dk2>
        <a:lt2>
          <a:srgbClr val="009999"/>
        </a:lt2>
        <a:accent1>
          <a:srgbClr val="C7B505"/>
        </a:accent1>
        <a:accent2>
          <a:srgbClr val="FFFF66"/>
        </a:accent2>
        <a:accent3>
          <a:srgbClr val="FFFFFF"/>
        </a:accent3>
        <a:accent4>
          <a:srgbClr val="000000"/>
        </a:accent4>
        <a:accent5>
          <a:srgbClr val="E0D7AA"/>
        </a:accent5>
        <a:accent6>
          <a:srgbClr val="E7E75C"/>
        </a:accent6>
        <a:hlink>
          <a:srgbClr val="5A84D8"/>
        </a:hlink>
        <a:folHlink>
          <a:srgbClr val="A0C6BA"/>
        </a:folHlink>
      </a:clrScheme>
      <a:clrMap bg1="lt1" tx1="dk1" bg2="lt2" tx2="dk2" accent1="accent1" accent2="accent2" accent3="accent3" accent4="accent4" accent5="accent5" accent6="accent6" hlink="hlink" folHlink="folHlink"/>
    </a:extraClrScheme>
    <a:extraClrScheme>
      <a:clrScheme name="Layers 10">
        <a:dk1>
          <a:srgbClr val="000000"/>
        </a:dk1>
        <a:lt1>
          <a:srgbClr val="FFFFFF"/>
        </a:lt1>
        <a:dk2>
          <a:srgbClr val="660033"/>
        </a:dk2>
        <a:lt2>
          <a:srgbClr val="666699"/>
        </a:lt2>
        <a:accent1>
          <a:srgbClr val="95A3D1"/>
        </a:accent1>
        <a:accent2>
          <a:srgbClr val="FFFF66"/>
        </a:accent2>
        <a:accent3>
          <a:srgbClr val="FFFFFF"/>
        </a:accent3>
        <a:accent4>
          <a:srgbClr val="000000"/>
        </a:accent4>
        <a:accent5>
          <a:srgbClr val="C8CEE5"/>
        </a:accent5>
        <a:accent6>
          <a:srgbClr val="E7E75C"/>
        </a:accent6>
        <a:hlink>
          <a:srgbClr val="5A84D8"/>
        </a:hlink>
        <a:folHlink>
          <a:srgbClr val="CCCC99"/>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Advantage">
  <a:themeElements>
    <a:clrScheme name="Advantage">
      <a:dk1>
        <a:sysClr val="windowText" lastClr="000000"/>
      </a:dk1>
      <a:lt1>
        <a:sysClr val="window" lastClr="FFFFFF"/>
      </a:lt1>
      <a:dk2>
        <a:srgbClr val="2B142D"/>
      </a:dk2>
      <a:lt2>
        <a:srgbClr val="C3AFCC"/>
      </a:lt2>
      <a:accent1>
        <a:srgbClr val="663366"/>
      </a:accent1>
      <a:accent2>
        <a:srgbClr val="330F42"/>
      </a:accent2>
      <a:accent3>
        <a:srgbClr val="666699"/>
      </a:accent3>
      <a:accent4>
        <a:srgbClr val="999966"/>
      </a:accent4>
      <a:accent5>
        <a:srgbClr val="F7901E"/>
      </a:accent5>
      <a:accent6>
        <a:srgbClr val="A3A101"/>
      </a:accent6>
      <a:hlink>
        <a:srgbClr val="BC5FBC"/>
      </a:hlink>
      <a:folHlink>
        <a:srgbClr val="9775A7"/>
      </a:folHlink>
    </a:clrScheme>
    <a:fontScheme name="Advantage">
      <a:majorFont>
        <a:latin typeface="Rockwell"/>
        <a:ea typeface=""/>
        <a:cs typeface=""/>
        <a:font script="Jpan" typeface="ＭＳ ゴシック"/>
      </a:majorFont>
      <a:minorFont>
        <a:latin typeface="Rockwell"/>
        <a:ea typeface=""/>
        <a:cs typeface=""/>
        <a:font script="Jpan" typeface="ＭＳ ゴシック"/>
      </a:minorFont>
    </a:fontScheme>
    <a:fmtScheme name="Advantage">
      <a:fillStyleLst>
        <a:solidFill>
          <a:schemeClr val="phClr"/>
        </a:solidFill>
        <a:gradFill rotWithShape="1">
          <a:gsLst>
            <a:gs pos="0">
              <a:schemeClr val="phClr">
                <a:tint val="100000"/>
                <a:shade val="40000"/>
                <a:alpha val="100000"/>
                <a:satMod val="150000"/>
                <a:lumMod val="100000"/>
              </a:schemeClr>
            </a:gs>
            <a:gs pos="100000">
              <a:schemeClr val="phClr">
                <a:tint val="70000"/>
                <a:shade val="100000"/>
                <a:alpha val="100000"/>
                <a:satMod val="200000"/>
                <a:lumMod val="100000"/>
              </a:schemeClr>
            </a:gs>
          </a:gsLst>
          <a:lin ang="6000000" scaled="1"/>
        </a:gradFill>
        <a:gradFill rotWithShape="1">
          <a:gsLst>
            <a:gs pos="0">
              <a:schemeClr val="phClr">
                <a:shade val="40000"/>
                <a:alpha val="100000"/>
                <a:satMod val="150000"/>
                <a:lumMod val="100000"/>
              </a:schemeClr>
            </a:gs>
            <a:gs pos="100000">
              <a:schemeClr val="phClr">
                <a:tint val="70000"/>
                <a:shade val="100000"/>
                <a:alpha val="100000"/>
                <a:satMod val="200000"/>
                <a:lumMod val="100000"/>
              </a:schemeClr>
            </a:gs>
          </a:gsLst>
          <a:lin ang="5400000" scaled="1"/>
        </a:gradFill>
      </a:fillStyleLst>
      <a:lnStyleLst>
        <a:ln w="12700"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innerShdw blurRad="50800" dist="25400" dir="13500000">
              <a:srgbClr val="FFFFFF">
                <a:alpha val="75000"/>
              </a:srgbClr>
            </a:innerShdw>
            <a:outerShdw blurRad="63500" dist="25400" dir="5400000" rotWithShape="0">
              <a:srgbClr val="808080">
                <a:alpha val="75000"/>
              </a:srgbClr>
            </a:outerShdw>
          </a:effectLst>
        </a:effectStyle>
        <a:effectStyle>
          <a:effectLst/>
          <a:scene3d>
            <a:camera prst="orthographicFront">
              <a:rot lat="0" lon="0" rev="0"/>
            </a:camera>
            <a:lightRig rig="twoPt" dir="tl">
              <a:rot lat="0" lon="0" rev="4500000"/>
            </a:lightRig>
          </a:scene3d>
          <a:sp3d>
            <a:bevelT w="63500" h="50800"/>
          </a:sp3d>
        </a:effectStyle>
      </a:effectStyleLst>
      <a:bgFillStyleLst>
        <a:solidFill>
          <a:schemeClr val="phClr"/>
        </a:solidFill>
        <a:gradFill rotWithShape="1">
          <a:gsLst>
            <a:gs pos="0">
              <a:schemeClr val="phClr">
                <a:tint val="40000"/>
                <a:satMod val="1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rtlCol="0" anchor="ctr"/>
      <a:lstStyle>
        <a:defPPr algn="ctr">
          <a:defRPr/>
        </a:defP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1_Layers">
  <a:themeElements>
    <a:clrScheme name="Layers 6">
      <a:dk1>
        <a:srgbClr val="000000"/>
      </a:dk1>
      <a:lt1>
        <a:srgbClr val="FFFFE1"/>
      </a:lt1>
      <a:dk2>
        <a:srgbClr val="330033"/>
      </a:dk2>
      <a:lt2>
        <a:srgbClr val="330033"/>
      </a:lt2>
      <a:accent1>
        <a:srgbClr val="CCCC99"/>
      </a:accent1>
      <a:accent2>
        <a:srgbClr val="FF0000"/>
      </a:accent2>
      <a:accent3>
        <a:srgbClr val="FFFFEE"/>
      </a:accent3>
      <a:accent4>
        <a:srgbClr val="000000"/>
      </a:accent4>
      <a:accent5>
        <a:srgbClr val="E2E2CA"/>
      </a:accent5>
      <a:accent6>
        <a:srgbClr val="E70000"/>
      </a:accent6>
      <a:hlink>
        <a:srgbClr val="990033"/>
      </a:hlink>
      <a:folHlink>
        <a:srgbClr val="B2B2B2"/>
      </a:folHlink>
    </a:clrScheme>
    <a:fontScheme name="Layers">
      <a:majorFont>
        <a:latin typeface="Times New Roman"/>
        <a:ea typeface=""/>
        <a:cs typeface="Arial"/>
      </a:majorFont>
      <a:minorFont>
        <a:latin typeface="Arial"/>
        <a:ea typeface=""/>
        <a:cs typeface="Arial"/>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none" lIns="90000" tIns="46800" rIns="90000" bIns="4680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0" lang="th-TH" altLang="en-US" sz="1800" b="0" i="0" u="none" strike="noStrike" cap="none" normalizeH="0" baseline="0" smtClean="0">
            <a:ln>
              <a:noFill/>
            </a:ln>
            <a:solidFill>
              <a:schemeClr val="tx1"/>
            </a:solidFill>
            <a:effectLst/>
            <a:latin typeface="Arial" panose="020B0604020202020204" pitchFamily="34" charset="0"/>
            <a:ea typeface="Angsana New" panose="020B0502040204020203" pitchFamily="18" charset="-34"/>
            <a:cs typeface="Arial" panose="020B0604020202020204" pitchFamily="34" charset="0"/>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none" lIns="90000" tIns="46800" rIns="90000" bIns="4680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0" lang="th-TH" altLang="en-US" sz="1800" b="0" i="0" u="none" strike="noStrike" cap="none" normalizeH="0" baseline="0" smtClean="0">
            <a:ln>
              <a:noFill/>
            </a:ln>
            <a:solidFill>
              <a:schemeClr val="tx1"/>
            </a:solidFill>
            <a:effectLst/>
            <a:latin typeface="Arial" panose="020B0604020202020204" pitchFamily="34" charset="0"/>
            <a:ea typeface="Angsana New" panose="020B0502040204020203" pitchFamily="18" charset="-34"/>
            <a:cs typeface="Arial" panose="020B0604020202020204" pitchFamily="34" charset="0"/>
          </a:defRPr>
        </a:defPPr>
      </a:lstStyle>
    </a:lnDef>
  </a:objectDefaults>
  <a:extraClrSchemeLst>
    <a:extraClrScheme>
      <a:clrScheme name="Layers 1">
        <a:dk1>
          <a:srgbClr val="993300"/>
        </a:dk1>
        <a:lt1>
          <a:srgbClr val="CCCCCC"/>
        </a:lt1>
        <a:dk2>
          <a:srgbClr val="000000"/>
        </a:dk2>
        <a:lt2>
          <a:srgbClr val="FFFFFF"/>
        </a:lt2>
        <a:accent1>
          <a:srgbClr val="576F2B"/>
        </a:accent1>
        <a:accent2>
          <a:srgbClr val="666699"/>
        </a:accent2>
        <a:accent3>
          <a:srgbClr val="AAAAAA"/>
        </a:accent3>
        <a:accent4>
          <a:srgbClr val="AEAEAE"/>
        </a:accent4>
        <a:accent5>
          <a:srgbClr val="B4BBAC"/>
        </a:accent5>
        <a:accent6>
          <a:srgbClr val="5C5C8A"/>
        </a:accent6>
        <a:hlink>
          <a:srgbClr val="993300"/>
        </a:hlink>
        <a:folHlink>
          <a:srgbClr val="CC9900"/>
        </a:folHlink>
      </a:clrScheme>
      <a:clrMap bg1="dk2" tx1="lt1" bg2="dk1" tx2="lt2" accent1="accent1" accent2="accent2" accent3="accent3" accent4="accent4" accent5="accent5" accent6="accent6" hlink="hlink" folHlink="folHlink"/>
    </a:extraClrScheme>
    <a:extraClrScheme>
      <a:clrScheme name="Layers 2">
        <a:dk1>
          <a:srgbClr val="993300"/>
        </a:dk1>
        <a:lt1>
          <a:srgbClr val="CCCCCC"/>
        </a:lt1>
        <a:dk2>
          <a:srgbClr val="330000"/>
        </a:dk2>
        <a:lt2>
          <a:srgbClr val="FFFFFF"/>
        </a:lt2>
        <a:accent1>
          <a:srgbClr val="996633"/>
        </a:accent1>
        <a:accent2>
          <a:srgbClr val="FF0000"/>
        </a:accent2>
        <a:accent3>
          <a:srgbClr val="ADAAAA"/>
        </a:accent3>
        <a:accent4>
          <a:srgbClr val="AEAEAE"/>
        </a:accent4>
        <a:accent5>
          <a:srgbClr val="CAB8AD"/>
        </a:accent5>
        <a:accent6>
          <a:srgbClr val="E70000"/>
        </a:accent6>
        <a:hlink>
          <a:srgbClr val="FF3300"/>
        </a:hlink>
        <a:folHlink>
          <a:srgbClr val="CC9933"/>
        </a:folHlink>
      </a:clrScheme>
      <a:clrMap bg1="dk2" tx1="lt1" bg2="dk1" tx2="lt2" accent1="accent1" accent2="accent2" accent3="accent3" accent4="accent4" accent5="accent5" accent6="accent6" hlink="hlink" folHlink="folHlink"/>
    </a:extraClrScheme>
    <a:extraClrScheme>
      <a:clrScheme name="Layers 3">
        <a:dk1>
          <a:srgbClr val="79788A"/>
        </a:dk1>
        <a:lt1>
          <a:srgbClr val="FFFFFF"/>
        </a:lt1>
        <a:dk2>
          <a:srgbClr val="21203C"/>
        </a:dk2>
        <a:lt2>
          <a:srgbClr val="FFFFCC"/>
        </a:lt2>
        <a:accent1>
          <a:srgbClr val="476077"/>
        </a:accent1>
        <a:accent2>
          <a:srgbClr val="676C5A"/>
        </a:accent2>
        <a:accent3>
          <a:srgbClr val="ABABAF"/>
        </a:accent3>
        <a:accent4>
          <a:srgbClr val="DADADA"/>
        </a:accent4>
        <a:accent5>
          <a:srgbClr val="B1B6BD"/>
        </a:accent5>
        <a:accent6>
          <a:srgbClr val="5D6151"/>
        </a:accent6>
        <a:hlink>
          <a:srgbClr val="666699"/>
        </a:hlink>
        <a:folHlink>
          <a:srgbClr val="8CB0A2"/>
        </a:folHlink>
      </a:clrScheme>
      <a:clrMap bg1="dk2" tx1="lt1" bg2="dk1" tx2="lt2" accent1="accent1" accent2="accent2" accent3="accent3" accent4="accent4" accent5="accent5" accent6="accent6" hlink="hlink" folHlink="folHlink"/>
    </a:extraClrScheme>
    <a:extraClrScheme>
      <a:clrScheme name="Layers 4">
        <a:dk1>
          <a:srgbClr val="455B41"/>
        </a:dk1>
        <a:lt1>
          <a:srgbClr val="FFFFCC"/>
        </a:lt1>
        <a:dk2>
          <a:srgbClr val="79A994"/>
        </a:dk2>
        <a:lt2>
          <a:srgbClr val="FFFFCC"/>
        </a:lt2>
        <a:accent1>
          <a:srgbClr val="517087"/>
        </a:accent1>
        <a:accent2>
          <a:srgbClr val="666699"/>
        </a:accent2>
        <a:accent3>
          <a:srgbClr val="BED1C8"/>
        </a:accent3>
        <a:accent4>
          <a:srgbClr val="DADAAE"/>
        </a:accent4>
        <a:accent5>
          <a:srgbClr val="B3BBC3"/>
        </a:accent5>
        <a:accent6>
          <a:srgbClr val="5C5C8A"/>
        </a:accent6>
        <a:hlink>
          <a:srgbClr val="993300"/>
        </a:hlink>
        <a:folHlink>
          <a:srgbClr val="A4AF6B"/>
        </a:folHlink>
      </a:clrScheme>
      <a:clrMap bg1="dk2" tx1="lt1" bg2="dk1" tx2="lt2" accent1="accent1" accent2="accent2" accent3="accent3" accent4="accent4" accent5="accent5" accent6="accent6" hlink="hlink" folHlink="folHlink"/>
    </a:extraClrScheme>
    <a:extraClrScheme>
      <a:clrScheme name="Layers 5">
        <a:dk1>
          <a:srgbClr val="330000"/>
        </a:dk1>
        <a:lt1>
          <a:srgbClr val="FF9900"/>
        </a:lt1>
        <a:dk2>
          <a:srgbClr val="FFFFFF"/>
        </a:dk2>
        <a:lt2>
          <a:srgbClr val="8B3111"/>
        </a:lt2>
        <a:accent1>
          <a:srgbClr val="DD6D07"/>
        </a:accent1>
        <a:accent2>
          <a:srgbClr val="CC9900"/>
        </a:accent2>
        <a:accent3>
          <a:srgbClr val="FFCAAA"/>
        </a:accent3>
        <a:accent4>
          <a:srgbClr val="2A0000"/>
        </a:accent4>
        <a:accent5>
          <a:srgbClr val="EBBAAA"/>
        </a:accent5>
        <a:accent6>
          <a:srgbClr val="B98A00"/>
        </a:accent6>
        <a:hlink>
          <a:srgbClr val="CC3300"/>
        </a:hlink>
        <a:folHlink>
          <a:srgbClr val="CCCC66"/>
        </a:folHlink>
      </a:clrScheme>
      <a:clrMap bg1="lt1" tx1="dk1" bg2="lt2" tx2="dk2" accent1="accent1" accent2="accent2" accent3="accent3" accent4="accent4" accent5="accent5" accent6="accent6" hlink="hlink" folHlink="folHlink"/>
    </a:extraClrScheme>
    <a:extraClrScheme>
      <a:clrScheme name="Layers 6">
        <a:dk1>
          <a:srgbClr val="000000"/>
        </a:dk1>
        <a:lt1>
          <a:srgbClr val="FFFFE1"/>
        </a:lt1>
        <a:dk2>
          <a:srgbClr val="330033"/>
        </a:dk2>
        <a:lt2>
          <a:srgbClr val="330033"/>
        </a:lt2>
        <a:accent1>
          <a:srgbClr val="CCCC99"/>
        </a:accent1>
        <a:accent2>
          <a:srgbClr val="FF0000"/>
        </a:accent2>
        <a:accent3>
          <a:srgbClr val="FFFFEE"/>
        </a:accent3>
        <a:accent4>
          <a:srgbClr val="000000"/>
        </a:accent4>
        <a:accent5>
          <a:srgbClr val="E2E2CA"/>
        </a:accent5>
        <a:accent6>
          <a:srgbClr val="E70000"/>
        </a:accent6>
        <a:hlink>
          <a:srgbClr val="990033"/>
        </a:hlink>
        <a:folHlink>
          <a:srgbClr val="B2B2B2"/>
        </a:folHlink>
      </a:clrScheme>
      <a:clrMap bg1="lt1" tx1="dk1" bg2="lt2" tx2="dk2" accent1="accent1" accent2="accent2" accent3="accent3" accent4="accent4" accent5="accent5" accent6="accent6" hlink="hlink" folHlink="folHlink"/>
    </a:extraClrScheme>
    <a:extraClrScheme>
      <a:clrScheme name="Layers 7">
        <a:dk1>
          <a:srgbClr val="000000"/>
        </a:dk1>
        <a:lt1>
          <a:srgbClr val="FFFFFF"/>
        </a:lt1>
        <a:dk2>
          <a:srgbClr val="000000"/>
        </a:dk2>
        <a:lt2>
          <a:srgbClr val="891411"/>
        </a:lt2>
        <a:accent1>
          <a:srgbClr val="4F917E"/>
        </a:accent1>
        <a:accent2>
          <a:srgbClr val="CC9900"/>
        </a:accent2>
        <a:accent3>
          <a:srgbClr val="FFFFFF"/>
        </a:accent3>
        <a:accent4>
          <a:srgbClr val="000000"/>
        </a:accent4>
        <a:accent5>
          <a:srgbClr val="B2C7C0"/>
        </a:accent5>
        <a:accent6>
          <a:srgbClr val="B98A00"/>
        </a:accent6>
        <a:hlink>
          <a:srgbClr val="5A84D8"/>
        </a:hlink>
        <a:folHlink>
          <a:srgbClr val="A0C6BA"/>
        </a:folHlink>
      </a:clrScheme>
      <a:clrMap bg1="lt1" tx1="dk1" bg2="lt2" tx2="dk2" accent1="accent1" accent2="accent2" accent3="accent3" accent4="accent4" accent5="accent5" accent6="accent6" hlink="hlink" folHlink="folHlink"/>
    </a:extraClrScheme>
    <a:extraClrScheme>
      <a:clrScheme name="Layers 8">
        <a:dk1>
          <a:srgbClr val="000000"/>
        </a:dk1>
        <a:lt1>
          <a:srgbClr val="FFFFFF"/>
        </a:lt1>
        <a:dk2>
          <a:srgbClr val="CC0000"/>
        </a:dk2>
        <a:lt2>
          <a:srgbClr val="999966"/>
        </a:lt2>
        <a:accent1>
          <a:srgbClr val="CCCCCC"/>
        </a:accent1>
        <a:accent2>
          <a:srgbClr val="CCCC66"/>
        </a:accent2>
        <a:accent3>
          <a:srgbClr val="FFFFFF"/>
        </a:accent3>
        <a:accent4>
          <a:srgbClr val="000000"/>
        </a:accent4>
        <a:accent5>
          <a:srgbClr val="E2E2E2"/>
        </a:accent5>
        <a:accent6>
          <a:srgbClr val="B9B95C"/>
        </a:accent6>
        <a:hlink>
          <a:srgbClr val="666699"/>
        </a:hlink>
        <a:folHlink>
          <a:srgbClr val="CCCC99"/>
        </a:folHlink>
      </a:clrScheme>
      <a:clrMap bg1="lt1" tx1="dk1" bg2="lt2" tx2="dk2" accent1="accent1" accent2="accent2" accent3="accent3" accent4="accent4" accent5="accent5" accent6="accent6" hlink="hlink" folHlink="folHlink"/>
    </a:extraClrScheme>
    <a:extraClrScheme>
      <a:clrScheme name="Layers 9">
        <a:dk1>
          <a:srgbClr val="000000"/>
        </a:dk1>
        <a:lt1>
          <a:srgbClr val="FFFFFF"/>
        </a:lt1>
        <a:dk2>
          <a:srgbClr val="FF0000"/>
        </a:dk2>
        <a:lt2>
          <a:srgbClr val="009999"/>
        </a:lt2>
        <a:accent1>
          <a:srgbClr val="C7B505"/>
        </a:accent1>
        <a:accent2>
          <a:srgbClr val="FFFF66"/>
        </a:accent2>
        <a:accent3>
          <a:srgbClr val="FFFFFF"/>
        </a:accent3>
        <a:accent4>
          <a:srgbClr val="000000"/>
        </a:accent4>
        <a:accent5>
          <a:srgbClr val="E0D7AA"/>
        </a:accent5>
        <a:accent6>
          <a:srgbClr val="E7E75C"/>
        </a:accent6>
        <a:hlink>
          <a:srgbClr val="5A84D8"/>
        </a:hlink>
        <a:folHlink>
          <a:srgbClr val="A0C6BA"/>
        </a:folHlink>
      </a:clrScheme>
      <a:clrMap bg1="lt1" tx1="dk1" bg2="lt2" tx2="dk2" accent1="accent1" accent2="accent2" accent3="accent3" accent4="accent4" accent5="accent5" accent6="accent6" hlink="hlink" folHlink="folHlink"/>
    </a:extraClrScheme>
    <a:extraClrScheme>
      <a:clrScheme name="Layers 10">
        <a:dk1>
          <a:srgbClr val="000000"/>
        </a:dk1>
        <a:lt1>
          <a:srgbClr val="FFFFFF"/>
        </a:lt1>
        <a:dk2>
          <a:srgbClr val="660033"/>
        </a:dk2>
        <a:lt2>
          <a:srgbClr val="666699"/>
        </a:lt2>
        <a:accent1>
          <a:srgbClr val="95A3D1"/>
        </a:accent1>
        <a:accent2>
          <a:srgbClr val="FFFF66"/>
        </a:accent2>
        <a:accent3>
          <a:srgbClr val="FFFFFF"/>
        </a:accent3>
        <a:accent4>
          <a:srgbClr val="000000"/>
        </a:accent4>
        <a:accent5>
          <a:srgbClr val="C8CEE5"/>
        </a:accent5>
        <a:accent6>
          <a:srgbClr val="E7E75C"/>
        </a:accent6>
        <a:hlink>
          <a:srgbClr val="5A84D8"/>
        </a:hlink>
        <a:folHlink>
          <a:srgbClr val="CCCC99"/>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iab97">
  <a:themeElements>
    <a:clrScheme name="">
      <a:dk1>
        <a:srgbClr val="000000"/>
      </a:dk1>
      <a:lt1>
        <a:srgbClr val="FFFFFF"/>
      </a:lt1>
      <a:dk2>
        <a:srgbClr val="000082"/>
      </a:dk2>
      <a:lt2>
        <a:srgbClr val="C0C0C0"/>
      </a:lt2>
      <a:accent1>
        <a:srgbClr val="D01608"/>
      </a:accent1>
      <a:accent2>
        <a:srgbClr val="000082"/>
      </a:accent2>
      <a:accent3>
        <a:srgbClr val="FFFFFF"/>
      </a:accent3>
      <a:accent4>
        <a:srgbClr val="000000"/>
      </a:accent4>
      <a:accent5>
        <a:srgbClr val="E4ABAA"/>
      </a:accent5>
      <a:accent6>
        <a:srgbClr val="000075"/>
      </a:accent6>
      <a:hlink>
        <a:srgbClr val="00C000"/>
      </a:hlink>
      <a:folHlink>
        <a:srgbClr val="800080"/>
      </a:folHlink>
    </a:clrScheme>
    <a:fontScheme name="iab97">
      <a:majorFont>
        <a:latin typeface="Book Antiqua"/>
        <a:ea typeface="新細明體"/>
        <a:cs typeface=""/>
      </a:majorFont>
      <a:minorFont>
        <a:latin typeface="Book Antiqua"/>
        <a:ea typeface="新細明體"/>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12700" cap="flat" cmpd="sng" algn="ctr">
          <a:solidFill>
            <a:schemeClr val="tx1"/>
          </a:solidFill>
          <a:prstDash val="solid"/>
          <a:round/>
          <a:headEnd type="none" w="sm" len="sm"/>
          <a:tailEnd type="none" w="sm" len="sm"/>
        </a:ln>
        <a:effec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0" lang="en-US" sz="1400" b="0" i="1" u="sng" strike="noStrike" cap="none" normalizeH="0" baseline="0" smtClean="0">
            <a:ln>
              <a:noFill/>
            </a:ln>
            <a:solidFill>
              <a:srgbClr val="003366"/>
            </a:solidFill>
            <a:effectLst/>
            <a:latin typeface="Times New Roman" pitchFamily="18" charset="0"/>
          </a:defRPr>
        </a:defPPr>
      </a:lstStyle>
    </a:spDef>
    <a:lnDef>
      <a:spPr bwMode="auto">
        <a:xfrm>
          <a:off x="0" y="0"/>
          <a:ext cx="1" cy="1"/>
        </a:xfrm>
        <a:custGeom>
          <a:avLst/>
          <a:gdLst/>
          <a:ahLst/>
          <a:cxnLst/>
          <a:rect l="0" t="0" r="0" b="0"/>
          <a:pathLst/>
        </a:custGeom>
        <a:solidFill>
          <a:schemeClr val="accent1"/>
        </a:solidFill>
        <a:ln w="12700" cap="flat" cmpd="sng" algn="ctr">
          <a:solidFill>
            <a:schemeClr val="tx1"/>
          </a:solidFill>
          <a:prstDash val="solid"/>
          <a:round/>
          <a:headEnd type="none" w="sm" len="sm"/>
          <a:tailEnd type="none" w="sm" len="sm"/>
        </a:ln>
        <a:effec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0" lang="en-US" sz="1400" b="0" i="1" u="sng" strike="noStrike" cap="none" normalizeH="0" baseline="0" smtClean="0">
            <a:ln>
              <a:noFill/>
            </a:ln>
            <a:solidFill>
              <a:srgbClr val="003366"/>
            </a:solidFill>
            <a:effectLst/>
            <a:latin typeface="Times New Roman" pitchFamily="18" charset="0"/>
          </a:defRPr>
        </a:defPPr>
      </a:lstStyle>
    </a:lnDef>
  </a:objectDefaults>
  <a:extraClrSchemeLst>
    <a:extraClrScheme>
      <a:clrScheme name="iab97 1">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iab97 2">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00"/>
        </a:hlink>
        <a:folHlink>
          <a:srgbClr val="969696"/>
        </a:folHlink>
      </a:clrScheme>
      <a:clrMap bg1="dk2" tx1="lt1" bg2="dk1" tx2="lt2" accent1="accent1" accent2="accent2" accent3="accent3" accent4="accent4" accent5="accent5" accent6="accent6" hlink="hlink" folHlink="folHlink"/>
    </a:extraClrScheme>
    <a:extraClrScheme>
      <a:clrScheme name="iab97 3">
        <a:dk1>
          <a:srgbClr val="000000"/>
        </a:dk1>
        <a:lt1>
          <a:srgbClr val="FFFFCC"/>
        </a:lt1>
        <a:dk2>
          <a:srgbClr val="808000"/>
        </a:dk2>
        <a:lt2>
          <a:srgbClr val="666633"/>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iab97 4">
        <a:dk1>
          <a:srgbClr val="000000"/>
        </a:dk1>
        <a:lt1>
          <a:srgbClr val="FFFFFF"/>
        </a:lt1>
        <a:dk2>
          <a:srgbClr val="000000"/>
        </a:dk2>
        <a:lt2>
          <a:srgbClr val="333333"/>
        </a:lt2>
        <a:accent1>
          <a:srgbClr val="DDDDDD"/>
        </a:accent1>
        <a:accent2>
          <a:srgbClr val="808080"/>
        </a:accent2>
        <a:accent3>
          <a:srgbClr val="FFFFFF"/>
        </a:accent3>
        <a:accent4>
          <a:srgbClr val="000000"/>
        </a:accent4>
        <a:accent5>
          <a:srgbClr val="EBEBEB"/>
        </a:accent5>
        <a:accent6>
          <a:srgbClr val="737373"/>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iab97 5">
        <a:dk1>
          <a:srgbClr val="000000"/>
        </a:dk1>
        <a:lt1>
          <a:srgbClr val="FFFFFF"/>
        </a:lt1>
        <a:dk2>
          <a:srgbClr val="000000"/>
        </a:dk2>
        <a:lt2>
          <a:srgbClr val="808080"/>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iab97 6">
        <a:dk1>
          <a:srgbClr val="000000"/>
        </a:dk1>
        <a:lt1>
          <a:srgbClr val="FFFFFF"/>
        </a:lt1>
        <a:dk2>
          <a:srgbClr val="000000"/>
        </a:dk2>
        <a:lt2>
          <a:srgbClr val="808080"/>
        </a:lt2>
        <a:accent1>
          <a:srgbClr val="C0C0C0"/>
        </a:accent1>
        <a:accent2>
          <a:srgbClr val="0066FF"/>
        </a:accent2>
        <a:accent3>
          <a:srgbClr val="FFFFFF"/>
        </a:accent3>
        <a:accent4>
          <a:srgbClr val="000000"/>
        </a:accent4>
        <a:accent5>
          <a:srgbClr val="DCDCDC"/>
        </a:accent5>
        <a:accent6>
          <a:srgbClr val="005CE7"/>
        </a:accent6>
        <a:hlink>
          <a:srgbClr val="FF0000"/>
        </a:hlink>
        <a:folHlink>
          <a:srgbClr val="009900"/>
        </a:folHlink>
      </a:clrScheme>
      <a:clrMap bg1="lt1" tx1="dk1" bg2="lt2" tx2="dk2" accent1="accent1" accent2="accent2" accent3="accent3" accent4="accent4" accent5="accent5" accent6="accent6" hlink="hlink" folHlink="folHlink"/>
    </a:extraClrScheme>
    <a:extraClrScheme>
      <a:clrScheme name="iab97 7">
        <a:dk1>
          <a:srgbClr val="000000"/>
        </a:dk1>
        <a:lt1>
          <a:srgbClr val="FFFFFF"/>
        </a:lt1>
        <a:dk2>
          <a:srgbClr val="000000"/>
        </a:dk2>
        <a:lt2>
          <a:srgbClr val="808080"/>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theme>
</file>

<file path=ppt/theme/theme5.xml><?xml version="1.0" encoding="utf-8"?>
<a:theme xmlns:a="http://schemas.openxmlformats.org/drawingml/2006/main" name="自訂設計">
  <a:themeElements>
    <a:clrScheme name="自訂設計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自訂設計">
      <a:majorFont>
        <a:latin typeface="Arial"/>
        <a:ea typeface="新細明體"/>
        <a:cs typeface=""/>
      </a:majorFont>
      <a:minorFont>
        <a:latin typeface="Arial"/>
        <a:ea typeface="新細明體"/>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12700" cap="flat" cmpd="sng" algn="ctr">
          <a:solidFill>
            <a:schemeClr val="tx1"/>
          </a:solidFill>
          <a:prstDash val="solid"/>
          <a:round/>
          <a:headEnd type="none" w="sm" len="sm"/>
          <a:tailEnd type="none" w="sm" len="sm"/>
        </a:ln>
        <a:effec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0" lang="en-US" sz="1400" b="0" i="1" u="sng" strike="noStrike" cap="none" normalizeH="0" baseline="0" smtClean="0">
            <a:ln>
              <a:noFill/>
            </a:ln>
            <a:solidFill>
              <a:srgbClr val="003366"/>
            </a:solidFill>
            <a:effectLst/>
            <a:latin typeface="Times New Roman" pitchFamily="18" charset="0"/>
          </a:defRPr>
        </a:defPPr>
      </a:lstStyle>
    </a:spDef>
    <a:lnDef>
      <a:spPr bwMode="auto">
        <a:xfrm>
          <a:off x="0" y="0"/>
          <a:ext cx="1" cy="1"/>
        </a:xfrm>
        <a:custGeom>
          <a:avLst/>
          <a:gdLst/>
          <a:ahLst/>
          <a:cxnLst/>
          <a:rect l="0" t="0" r="0" b="0"/>
          <a:pathLst/>
        </a:custGeom>
        <a:solidFill>
          <a:schemeClr val="accent1"/>
        </a:solidFill>
        <a:ln w="12700" cap="flat" cmpd="sng" algn="ctr">
          <a:solidFill>
            <a:schemeClr val="tx1"/>
          </a:solidFill>
          <a:prstDash val="solid"/>
          <a:round/>
          <a:headEnd type="none" w="sm" len="sm"/>
          <a:tailEnd type="none" w="sm" len="sm"/>
        </a:ln>
        <a:effec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0" lang="en-US" sz="1400" b="0" i="1" u="sng" strike="noStrike" cap="none" normalizeH="0" baseline="0" smtClean="0">
            <a:ln>
              <a:noFill/>
            </a:ln>
            <a:solidFill>
              <a:srgbClr val="003366"/>
            </a:solidFill>
            <a:effectLst/>
            <a:latin typeface="Times New Roman" pitchFamily="18" charset="0"/>
          </a:defRPr>
        </a:defPPr>
      </a:lstStyle>
    </a:lnDef>
  </a:objectDefaults>
  <a:extraClrSchemeLst>
    <a:extraClrScheme>
      <a:clrScheme name="自訂設計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自訂設計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自訂設計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自訂設計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自訂設計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自訂設計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自訂設計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自訂設計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自訂設計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自訂設計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自訂設計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自訂設計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6.xml><?xml version="1.0" encoding="utf-8"?>
<a:theme xmlns:a="http://schemas.openxmlformats.org/drawingml/2006/main" name="Droplet">
  <a:themeElements>
    <a:clrScheme name="Droplet">
      <a:dk1>
        <a:sysClr val="windowText" lastClr="000000"/>
      </a:dk1>
      <a:lt1>
        <a:sysClr val="window" lastClr="FFFFFF"/>
      </a:lt1>
      <a:dk2>
        <a:srgbClr val="355071"/>
      </a:dk2>
      <a:lt2>
        <a:srgbClr val="AABED7"/>
      </a:lt2>
      <a:accent1>
        <a:srgbClr val="2FA3EE"/>
      </a:accent1>
      <a:accent2>
        <a:srgbClr val="4BCAAD"/>
      </a:accent2>
      <a:accent3>
        <a:srgbClr val="86C157"/>
      </a:accent3>
      <a:accent4>
        <a:srgbClr val="D99C3F"/>
      </a:accent4>
      <a:accent5>
        <a:srgbClr val="CE6633"/>
      </a:accent5>
      <a:accent6>
        <a:srgbClr val="A35DD1"/>
      </a:accent6>
      <a:hlink>
        <a:srgbClr val="56BCFE"/>
      </a:hlink>
      <a:folHlink>
        <a:srgbClr val="97C5E3"/>
      </a:folHlink>
    </a:clrScheme>
    <a:fontScheme name="Droplet">
      <a:majorFont>
        <a:latin typeface="Tw Cen MT" panose="020B0602020104020603"/>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Tw Cen MT" panose="020B0602020104020603"/>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Droplet">
      <a:fillStyleLst>
        <a:solidFill>
          <a:schemeClr val="phClr"/>
        </a:solidFill>
        <a:solidFill>
          <a:schemeClr val="phClr">
            <a:tint val="69000"/>
            <a:satMod val="105000"/>
            <a:lumMod val="110000"/>
          </a:schemeClr>
        </a:solidFill>
        <a:gradFill rotWithShape="1">
          <a:gsLst>
            <a:gs pos="0">
              <a:schemeClr val="phClr">
                <a:tint val="94000"/>
                <a:satMod val="100000"/>
                <a:lumMod val="108000"/>
              </a:schemeClr>
            </a:gs>
            <a:gs pos="50000">
              <a:schemeClr val="phClr">
                <a:tint val="98000"/>
                <a:shade val="100000"/>
                <a:satMod val="100000"/>
                <a:lumMod val="100000"/>
              </a:schemeClr>
            </a:gs>
            <a:gs pos="100000">
              <a:schemeClr val="phClr">
                <a:shade val="72000"/>
                <a:satMod val="120000"/>
                <a:lumMod val="100000"/>
              </a:schemeClr>
            </a:gs>
          </a:gsLst>
          <a:lin ang="5400000" scaled="0"/>
        </a:gradFill>
      </a:fillStyleLst>
      <a:lnStyleLst>
        <a:ln w="9525" cap="flat" cmpd="sng" algn="ctr">
          <a:solidFill>
            <a:schemeClr val="phClr">
              <a:shade val="60000"/>
            </a:scheme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outerShdw blurRad="50800" dist="25400" dir="5400000" rotWithShape="0">
              <a:srgbClr val="000000">
                <a:alpha val="28000"/>
              </a:srgbClr>
            </a:outerShdw>
          </a:effectLst>
        </a:effectStyle>
        <a:effectStyle>
          <a:effectLst>
            <a:outerShdw blurRad="63500" dist="25400" dir="5400000" algn="ctr" rotWithShape="0">
              <a:srgbClr val="000000">
                <a:alpha val="69000"/>
              </a:srgbClr>
            </a:outerShdw>
          </a:effectLst>
          <a:scene3d>
            <a:camera prst="orthographicFront">
              <a:rot lat="0" lon="0" rev="0"/>
            </a:camera>
            <a:lightRig rig="balanced" dir="t">
              <a:rot lat="0" lon="0" rev="1200000"/>
            </a:lightRig>
          </a:scene3d>
          <a:sp3d prstMaterial="plastic">
            <a:bevelT w="25400" h="25400"/>
          </a:sp3d>
        </a:effectStyle>
      </a:effectStyleLst>
      <a:bgFillStyleLst>
        <a:solidFill>
          <a:schemeClr val="phClr"/>
        </a:solidFill>
        <a:gradFill rotWithShape="1">
          <a:gsLst>
            <a:gs pos="0">
              <a:schemeClr val="phClr">
                <a:tint val="90000"/>
                <a:lumMod val="110000"/>
              </a:schemeClr>
            </a:gs>
            <a:gs pos="100000">
              <a:schemeClr val="phClr">
                <a:shade val="64000"/>
                <a:lumMod val="88000"/>
              </a:schemeClr>
            </a:gs>
          </a:gsLst>
          <a:lin ang="5400000" scaled="0"/>
        </a:gradFill>
        <a:gradFill rotWithShape="1">
          <a:gsLst>
            <a:gs pos="0">
              <a:schemeClr val="phClr">
                <a:tint val="84000"/>
                <a:shade val="100000"/>
                <a:hueMod val="130000"/>
                <a:satMod val="150000"/>
                <a:lumMod val="112000"/>
              </a:schemeClr>
            </a:gs>
            <a:gs pos="100000">
              <a:schemeClr val="phClr">
                <a:shade val="92000"/>
                <a:satMod val="140000"/>
                <a:lumMod val="110000"/>
              </a:schemeClr>
            </a:gs>
          </a:gsLst>
          <a:lin ang="5400000" scaled="0"/>
        </a:gradFill>
      </a:bgFillStyleLst>
    </a:fmtScheme>
  </a:themeElements>
  <a:objectDefaults/>
  <a:extraClrSchemeLst/>
  <a:extLst>
    <a:ext uri="{05A4C25C-085E-4340-85A3-A5531E510DB2}">
      <thm15:themeFamily xmlns:thm15="http://schemas.microsoft.com/office/thememl/2012/main" name="Droplet" id="{8984A317-299A-4E50-B45D-BFC9EDE2337A}" vid="{A633B6A3-9E7F-4C10-9C98-2517A3134361}"/>
    </a:ext>
  </a:extLst>
</a:theme>
</file>

<file path=ppt/theme/theme7.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4101</TotalTime>
  <Words>1200</Words>
  <Application>Microsoft Office PowerPoint</Application>
  <PresentationFormat>On-screen Show (4:3)</PresentationFormat>
  <Paragraphs>94</Paragraphs>
  <Slides>29</Slides>
  <Notes>1</Notes>
  <HiddenSlides>0</HiddenSlides>
  <MMClips>0</MMClips>
  <ScaleCrop>false</ScaleCrop>
  <HeadingPairs>
    <vt:vector size="8" baseType="variant">
      <vt:variant>
        <vt:lpstr>Fonts Used</vt:lpstr>
      </vt:variant>
      <vt:variant>
        <vt:i4>12</vt:i4>
      </vt:variant>
      <vt:variant>
        <vt:lpstr>Theme</vt:lpstr>
      </vt:variant>
      <vt:variant>
        <vt:i4>6</vt:i4>
      </vt:variant>
      <vt:variant>
        <vt:lpstr>Embedded OLE Servers</vt:lpstr>
      </vt:variant>
      <vt:variant>
        <vt:i4>1</vt:i4>
      </vt:variant>
      <vt:variant>
        <vt:lpstr>Slide Titles</vt:lpstr>
      </vt:variant>
      <vt:variant>
        <vt:i4>29</vt:i4>
      </vt:variant>
    </vt:vector>
  </HeadingPairs>
  <TitlesOfParts>
    <vt:vector size="48" baseType="lpstr">
      <vt:lpstr>Arial</vt:lpstr>
      <vt:lpstr>Book Antiqua</vt:lpstr>
      <vt:lpstr>Georgia</vt:lpstr>
      <vt:lpstr>IBM Plex Sans</vt:lpstr>
      <vt:lpstr>Merriweather</vt:lpstr>
      <vt:lpstr>Rockwell</vt:lpstr>
      <vt:lpstr>Söhne</vt:lpstr>
      <vt:lpstr>Times New Roman</vt:lpstr>
      <vt:lpstr>Tw Cen MT</vt:lpstr>
      <vt:lpstr>Verdana</vt:lpstr>
      <vt:lpstr>Wingdings</vt:lpstr>
      <vt:lpstr>Wingdings 2</vt:lpstr>
      <vt:lpstr>Layers</vt:lpstr>
      <vt:lpstr>Advantage</vt:lpstr>
      <vt:lpstr>1_Layers</vt:lpstr>
      <vt:lpstr>iab97</vt:lpstr>
      <vt:lpstr>自訂設計</vt:lpstr>
      <vt:lpstr>Droplet</vt:lpstr>
      <vt:lpstr>Clip</vt:lpstr>
      <vt:lpstr>Software Design and Arcitecture(SDA) Lecture 4</vt:lpstr>
      <vt:lpstr>Web Applications Design and Different architectural design</vt:lpstr>
      <vt:lpstr>PowerPoint Presentation</vt:lpstr>
      <vt:lpstr>Web app</vt:lpstr>
      <vt:lpstr>Categories </vt:lpstr>
      <vt:lpstr>Types with example</vt:lpstr>
      <vt:lpstr>Web application</vt:lpstr>
      <vt:lpstr>PowerPoint Presentation</vt:lpstr>
      <vt:lpstr>PowerPoint Presentation</vt:lpstr>
      <vt:lpstr>Tier vs layer </vt:lpstr>
      <vt:lpstr>PowerPoint Presentation</vt:lpstr>
      <vt:lpstr>difference</vt:lpstr>
      <vt:lpstr>PowerPoint Presentation</vt:lpstr>
      <vt:lpstr>PowerPoint Presentation</vt:lpstr>
      <vt:lpstr>PowerPoint Presentation</vt:lpstr>
      <vt:lpstr>Web application</vt:lpstr>
      <vt:lpstr>Design issues </vt:lpstr>
      <vt:lpstr>Non distributed deployment</vt:lpstr>
      <vt:lpstr>Distributed deployment</vt:lpstr>
      <vt:lpstr>Load balancing</vt:lpstr>
      <vt:lpstr>MVC Architecture </vt:lpstr>
      <vt:lpstr>Three Components </vt:lpstr>
      <vt:lpstr>In-Depth</vt:lpstr>
      <vt:lpstr>Architecture Diagram</vt:lpstr>
      <vt:lpstr>Further</vt:lpstr>
      <vt:lpstr>Support for Test-Driven Development</vt:lpstr>
      <vt:lpstr>Advantages of an MVC-Based Web Application</vt:lpstr>
      <vt:lpstr>Useful links</vt:lpstr>
      <vt:lpstr>PowerPoint Presentation</vt:lpstr>
    </vt:vector>
  </TitlesOfParts>
  <Manager/>
  <Company>Kasetsart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Computer Organization and Architecture</dc:title>
  <dc:subject/>
  <dc:creator>Pradondet Nilagupta</dc:creator>
  <cp:keywords/>
  <dc:description/>
  <cp:lastModifiedBy>Ramsha Mashood BUKC</cp:lastModifiedBy>
  <cp:revision>135</cp:revision>
  <cp:lastPrinted>1601-01-01T00:00:00Z</cp:lastPrinted>
  <dcterms:created xsi:type="dcterms:W3CDTF">2007-10-31T16:45:31Z</dcterms:created>
  <dcterms:modified xsi:type="dcterms:W3CDTF">2024-03-21T06:45:40Z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TemplateID">
    <vt:lpwstr>TC102037551033</vt:lpwstr>
  </property>
</Properties>
</file>