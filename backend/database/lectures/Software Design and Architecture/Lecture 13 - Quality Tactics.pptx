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1"/>
    <p:sldMasterId id="2147483679" r:id="rId2"/>
    <p:sldMasterId id="2147483703" r:id="rId3"/>
    <p:sldMasterId id="2147483716" r:id="rId4"/>
    <p:sldMasterId id="2147483729" r:id="rId5"/>
    <p:sldMasterId id="2147484092" r:id="rId6"/>
  </p:sldMasterIdLst>
  <p:notesMasterIdLst>
    <p:notesMasterId r:id="rId40"/>
  </p:notesMasterIdLst>
  <p:sldIdLst>
    <p:sldId id="386" r:id="rId7"/>
    <p:sldId id="387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6" r:id="rId32"/>
    <p:sldId id="457" r:id="rId33"/>
    <p:sldId id="458" r:id="rId34"/>
    <p:sldId id="459" r:id="rId35"/>
    <p:sldId id="460" r:id="rId36"/>
    <p:sldId id="461" r:id="rId37"/>
    <p:sldId id="462" r:id="rId38"/>
    <p:sldId id="432" r:id="rId39"/>
  </p:sldIdLst>
  <p:sldSz cx="9144000" cy="6858000" type="screen4x3"/>
  <p:notesSz cx="7099300" cy="10234613"/>
  <p:defaultTextStyle>
    <a:defPPr>
      <a:defRPr lang="th-TH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6666FF"/>
    <a:srgbClr val="800080"/>
    <a:srgbClr val="339966"/>
    <a:srgbClr val="4924A4"/>
    <a:srgbClr val="542ABC"/>
    <a:srgbClr val="8EC1D8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 autoAdjust="0"/>
    <p:restoredTop sz="94660"/>
  </p:normalViewPr>
  <p:slideViewPr>
    <p:cSldViewPr>
      <p:cViewPr varScale="1">
        <p:scale>
          <a:sx n="70" d="100"/>
          <a:sy n="70" d="100"/>
        </p:scale>
        <p:origin x="16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6.svg"/><Relationship Id="rId1" Type="http://schemas.openxmlformats.org/officeDocument/2006/relationships/image" Target="../media/image40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6.svg"/><Relationship Id="rId1" Type="http://schemas.openxmlformats.org/officeDocument/2006/relationships/image" Target="../media/image40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2EF5EE-E9A2-48A9-A743-71C68F484C9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3999BE7-A801-4127-831C-7147E8BD8CD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Continue….</a:t>
          </a:r>
          <a:endParaRPr lang="en-US"/>
        </a:p>
      </dgm:t>
    </dgm:pt>
    <dgm:pt modelId="{F1B82A8E-B9F5-4F1E-82A3-E2D78B42CA6D}" type="parTrans" cxnId="{6466FC50-D381-4C82-AE80-706412AB5D42}">
      <dgm:prSet/>
      <dgm:spPr/>
      <dgm:t>
        <a:bodyPr/>
        <a:lstStyle/>
        <a:p>
          <a:endParaRPr lang="en-US"/>
        </a:p>
      </dgm:t>
    </dgm:pt>
    <dgm:pt modelId="{63DF31CB-795D-460E-B73F-D1BDBC6AAE38}" type="sibTrans" cxnId="{6466FC50-D381-4C82-AE80-706412AB5D42}">
      <dgm:prSet/>
      <dgm:spPr/>
      <dgm:t>
        <a:bodyPr/>
        <a:lstStyle/>
        <a:p>
          <a:endParaRPr lang="en-US"/>
        </a:p>
      </dgm:t>
    </dgm:pt>
    <dgm:pt modelId="{18A73C39-DB6D-45F5-8158-2F09C0A16A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Any thing to ask ??</a:t>
          </a:r>
          <a:endParaRPr lang="en-US"/>
        </a:p>
      </dgm:t>
    </dgm:pt>
    <dgm:pt modelId="{2F435F0D-F6FE-41CB-94D1-FCD42309A24E}" type="parTrans" cxnId="{60600C4F-1623-41E8-B219-E212CD40979A}">
      <dgm:prSet/>
      <dgm:spPr/>
      <dgm:t>
        <a:bodyPr/>
        <a:lstStyle/>
        <a:p>
          <a:endParaRPr lang="en-US"/>
        </a:p>
      </dgm:t>
    </dgm:pt>
    <dgm:pt modelId="{1F780F22-08BA-4E47-9B23-1986336A02B5}" type="sibTrans" cxnId="{60600C4F-1623-41E8-B219-E212CD40979A}">
      <dgm:prSet/>
      <dgm:spPr/>
      <dgm:t>
        <a:bodyPr/>
        <a:lstStyle/>
        <a:p>
          <a:endParaRPr lang="en-US"/>
        </a:p>
      </dgm:t>
    </dgm:pt>
    <dgm:pt modelId="{98738B24-6F9B-44AF-B205-212FC0A2BA32}" type="pres">
      <dgm:prSet presAssocID="{932EF5EE-E9A2-48A9-A743-71C68F484C9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FADF25B-51AA-4C54-B845-32D7B9976760}" type="pres">
      <dgm:prSet presAssocID="{83999BE7-A801-4127-831C-7147E8BD8CD2}" presName="compNode" presStyleCnt="0"/>
      <dgm:spPr/>
    </dgm:pt>
    <dgm:pt modelId="{1D99C13F-C867-4479-B693-3AFE974EE0DD}" type="pres">
      <dgm:prSet presAssocID="{83999BE7-A801-4127-831C-7147E8BD8CD2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1FFF199-E143-43B7-9516-3962AF4D00EA}" type="pres">
      <dgm:prSet presAssocID="{83999BE7-A801-4127-831C-7147E8BD8C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61B9E5EC-7221-4A88-A6EB-2265445AF70A}" type="pres">
      <dgm:prSet presAssocID="{83999BE7-A801-4127-831C-7147E8BD8CD2}" presName="spaceRect" presStyleCnt="0"/>
      <dgm:spPr/>
    </dgm:pt>
    <dgm:pt modelId="{419C95DF-4ADE-4AB1-9759-B3F6DE43E2A0}" type="pres">
      <dgm:prSet presAssocID="{83999BE7-A801-4127-831C-7147E8BD8CD2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FFA1592-3A7C-4A7F-988D-B5353E4C764A}" type="pres">
      <dgm:prSet presAssocID="{63DF31CB-795D-460E-B73F-D1BDBC6AAE38}" presName="sibTrans" presStyleCnt="0"/>
      <dgm:spPr/>
    </dgm:pt>
    <dgm:pt modelId="{A9E89FBF-3E81-4BA6-857D-E769E63ED80B}" type="pres">
      <dgm:prSet presAssocID="{18A73C39-DB6D-45F5-8158-2F09C0A16A13}" presName="compNode" presStyleCnt="0"/>
      <dgm:spPr/>
    </dgm:pt>
    <dgm:pt modelId="{C07AEB07-F129-4A81-A1B0-B1A7A7056C50}" type="pres">
      <dgm:prSet presAssocID="{18A73C39-DB6D-45F5-8158-2F09C0A16A13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E64E044-1FBF-42C8-83F4-CE3CAB024BA9}" type="pres">
      <dgm:prSet presAssocID="{18A73C39-DB6D-45F5-8158-2F09C0A16A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F31725AC-1F2E-462B-9AB8-A9D1F0FD2DD1}" type="pres">
      <dgm:prSet presAssocID="{18A73C39-DB6D-45F5-8158-2F09C0A16A13}" presName="spaceRect" presStyleCnt="0"/>
      <dgm:spPr/>
    </dgm:pt>
    <dgm:pt modelId="{24FDB169-6826-46DA-BC84-554DEA75B280}" type="pres">
      <dgm:prSet presAssocID="{18A73C39-DB6D-45F5-8158-2F09C0A16A13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466FC50-D381-4C82-AE80-706412AB5D42}" srcId="{932EF5EE-E9A2-48A9-A743-71C68F484C9C}" destId="{83999BE7-A801-4127-831C-7147E8BD8CD2}" srcOrd="0" destOrd="0" parTransId="{F1B82A8E-B9F5-4F1E-82A3-E2D78B42CA6D}" sibTransId="{63DF31CB-795D-460E-B73F-D1BDBC6AAE38}"/>
    <dgm:cxn modelId="{60600C4F-1623-41E8-B219-E212CD40979A}" srcId="{932EF5EE-E9A2-48A9-A743-71C68F484C9C}" destId="{18A73C39-DB6D-45F5-8158-2F09C0A16A13}" srcOrd="1" destOrd="0" parTransId="{2F435F0D-F6FE-41CB-94D1-FCD42309A24E}" sibTransId="{1F780F22-08BA-4E47-9B23-1986336A02B5}"/>
    <dgm:cxn modelId="{C9C75F57-478C-489F-A777-F37D2529E0C9}" type="presOf" srcId="{932EF5EE-E9A2-48A9-A743-71C68F484C9C}" destId="{98738B24-6F9B-44AF-B205-212FC0A2BA32}" srcOrd="0" destOrd="0" presId="urn:microsoft.com/office/officeart/2018/5/layout/IconLeafLabelList"/>
    <dgm:cxn modelId="{BC04DF4B-48B4-4357-A3AE-502A98E098FC}" type="presOf" srcId="{18A73C39-DB6D-45F5-8158-2F09C0A16A13}" destId="{24FDB169-6826-46DA-BC84-554DEA75B280}" srcOrd="0" destOrd="0" presId="urn:microsoft.com/office/officeart/2018/5/layout/IconLeafLabelList"/>
    <dgm:cxn modelId="{D17C3876-4A80-416C-A36D-AA8A079F0036}" type="presOf" srcId="{83999BE7-A801-4127-831C-7147E8BD8CD2}" destId="{419C95DF-4ADE-4AB1-9759-B3F6DE43E2A0}" srcOrd="0" destOrd="0" presId="urn:microsoft.com/office/officeart/2018/5/layout/IconLeafLabelList"/>
    <dgm:cxn modelId="{4DCC2757-9715-4078-BE49-C68ECDABD380}" type="presParOf" srcId="{98738B24-6F9B-44AF-B205-212FC0A2BA32}" destId="{4FADF25B-51AA-4C54-B845-32D7B9976760}" srcOrd="0" destOrd="0" presId="urn:microsoft.com/office/officeart/2018/5/layout/IconLeafLabelList"/>
    <dgm:cxn modelId="{CDFFBCE1-68D6-443B-A56B-AC5DFE75E989}" type="presParOf" srcId="{4FADF25B-51AA-4C54-B845-32D7B9976760}" destId="{1D99C13F-C867-4479-B693-3AFE974EE0DD}" srcOrd="0" destOrd="0" presId="urn:microsoft.com/office/officeart/2018/5/layout/IconLeafLabelList"/>
    <dgm:cxn modelId="{F0255C21-5BA3-44AA-9A7F-C386148EBDA4}" type="presParOf" srcId="{4FADF25B-51AA-4C54-B845-32D7B9976760}" destId="{01FFF199-E143-43B7-9516-3962AF4D00EA}" srcOrd="1" destOrd="0" presId="urn:microsoft.com/office/officeart/2018/5/layout/IconLeafLabelList"/>
    <dgm:cxn modelId="{C86C1066-3026-49CB-B93C-1519034618F3}" type="presParOf" srcId="{4FADF25B-51AA-4C54-B845-32D7B9976760}" destId="{61B9E5EC-7221-4A88-A6EB-2265445AF70A}" srcOrd="2" destOrd="0" presId="urn:microsoft.com/office/officeart/2018/5/layout/IconLeafLabelList"/>
    <dgm:cxn modelId="{36B2A881-BF13-4108-80B4-3B2E2A8AFAAF}" type="presParOf" srcId="{4FADF25B-51AA-4C54-B845-32D7B9976760}" destId="{419C95DF-4ADE-4AB1-9759-B3F6DE43E2A0}" srcOrd="3" destOrd="0" presId="urn:microsoft.com/office/officeart/2018/5/layout/IconLeafLabelList"/>
    <dgm:cxn modelId="{C9B1BBE0-CD61-434E-9AB3-717180E3FFD2}" type="presParOf" srcId="{98738B24-6F9B-44AF-B205-212FC0A2BA32}" destId="{AFFA1592-3A7C-4A7F-988D-B5353E4C764A}" srcOrd="1" destOrd="0" presId="urn:microsoft.com/office/officeart/2018/5/layout/IconLeafLabelList"/>
    <dgm:cxn modelId="{E5713F8F-FE87-4B52-8403-16469C7945FB}" type="presParOf" srcId="{98738B24-6F9B-44AF-B205-212FC0A2BA32}" destId="{A9E89FBF-3E81-4BA6-857D-E769E63ED80B}" srcOrd="2" destOrd="0" presId="urn:microsoft.com/office/officeart/2018/5/layout/IconLeafLabelList"/>
    <dgm:cxn modelId="{05CFA2E0-9B01-4B84-BE0B-75E78081DA85}" type="presParOf" srcId="{A9E89FBF-3E81-4BA6-857D-E769E63ED80B}" destId="{C07AEB07-F129-4A81-A1B0-B1A7A7056C50}" srcOrd="0" destOrd="0" presId="urn:microsoft.com/office/officeart/2018/5/layout/IconLeafLabelList"/>
    <dgm:cxn modelId="{0B39F8E7-00FF-416F-9316-66D055BD47B0}" type="presParOf" srcId="{A9E89FBF-3E81-4BA6-857D-E769E63ED80B}" destId="{7E64E044-1FBF-42C8-83F4-CE3CAB024BA9}" srcOrd="1" destOrd="0" presId="urn:microsoft.com/office/officeart/2018/5/layout/IconLeafLabelList"/>
    <dgm:cxn modelId="{0137E0AD-A6DF-4938-B2E0-DFE626532932}" type="presParOf" srcId="{A9E89FBF-3E81-4BA6-857D-E769E63ED80B}" destId="{F31725AC-1F2E-462B-9AB8-A9D1F0FD2DD1}" srcOrd="2" destOrd="0" presId="urn:microsoft.com/office/officeart/2018/5/layout/IconLeafLabelList"/>
    <dgm:cxn modelId="{37368F36-410F-4C32-BA97-63914DA2DC35}" type="presParOf" srcId="{A9E89FBF-3E81-4BA6-857D-E769E63ED80B}" destId="{24FDB169-6826-46DA-BC84-554DEA75B28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9C13F-C867-4479-B693-3AFE974EE0DD}">
      <dsp:nvSpPr>
        <dsp:cNvPr id="0" name=""/>
        <dsp:cNvSpPr/>
      </dsp:nvSpPr>
      <dsp:spPr>
        <a:xfrm>
          <a:off x="1325840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FF199-E143-43B7-9516-3962AF4D00EA}">
      <dsp:nvSpPr>
        <dsp:cNvPr id="0" name=""/>
        <dsp:cNvSpPr/>
      </dsp:nvSpPr>
      <dsp:spPr>
        <a:xfrm>
          <a:off x="1698778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C95DF-4ADE-4AB1-9759-B3F6DE43E2A0}">
      <dsp:nvSpPr>
        <dsp:cNvPr id="0" name=""/>
        <dsp:cNvSpPr/>
      </dsp:nvSpPr>
      <dsp:spPr>
        <a:xfrm>
          <a:off x="766434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600" kern="1200" baseline="0"/>
            <a:t>Continue….</a:t>
          </a:r>
          <a:endParaRPr lang="en-US" sz="2600" kern="1200"/>
        </a:p>
      </dsp:txBody>
      <dsp:txXfrm>
        <a:off x="766434" y="2302033"/>
        <a:ext cx="2868750" cy="720000"/>
      </dsp:txXfrm>
    </dsp:sp>
    <dsp:sp modelId="{C07AEB07-F129-4A81-A1B0-B1A7A7056C50}">
      <dsp:nvSpPr>
        <dsp:cNvPr id="0" name=""/>
        <dsp:cNvSpPr/>
      </dsp:nvSpPr>
      <dsp:spPr>
        <a:xfrm>
          <a:off x="4696621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4E044-1FBF-42C8-83F4-CE3CAB024BA9}">
      <dsp:nvSpPr>
        <dsp:cNvPr id="0" name=""/>
        <dsp:cNvSpPr/>
      </dsp:nvSpPr>
      <dsp:spPr>
        <a:xfrm>
          <a:off x="5069559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DB169-6826-46DA-BC84-554DEA75B280}">
      <dsp:nvSpPr>
        <dsp:cNvPr id="0" name=""/>
        <dsp:cNvSpPr/>
      </dsp:nvSpPr>
      <dsp:spPr>
        <a:xfrm>
          <a:off x="4137215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600" kern="1200" baseline="0"/>
            <a:t>Any thing to ask ??</a:t>
          </a:r>
          <a:endParaRPr lang="en-US" sz="2600" kern="1200"/>
        </a:p>
      </dsp:txBody>
      <dsp:txXfrm>
        <a:off x="4137215" y="2302033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 xmlns="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xmlns="" id="{0A90D812-285E-45BA-991F-3B053307A4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xmlns="" id="{0F67A946-3E2C-4C51-977C-26A29244F09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xmlns="" id="{15225186-8A11-432F-AA98-2D5E5BDD36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xmlns="" id="{9BC1CC21-6C5F-4763-87E7-383E478E4E0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 noProof="0"/>
              <a:t>Click to edit Master text styles</a:t>
            </a:r>
          </a:p>
          <a:p>
            <a:pPr lvl="1"/>
            <a:r>
              <a:rPr lang="th-TH" altLang="en-US" noProof="0"/>
              <a:t>Second level</a:t>
            </a:r>
          </a:p>
          <a:p>
            <a:pPr lvl="2"/>
            <a:r>
              <a:rPr lang="th-TH" altLang="en-US" noProof="0"/>
              <a:t>Third level</a:t>
            </a:r>
          </a:p>
          <a:p>
            <a:pPr lvl="3"/>
            <a:r>
              <a:rPr lang="th-TH" altLang="en-US" noProof="0"/>
              <a:t>Fourth level</a:t>
            </a:r>
          </a:p>
          <a:p>
            <a:pPr lvl="4"/>
            <a:r>
              <a:rPr lang="th-TH" altLang="en-US" noProof="0"/>
              <a:t>Fifth level</a:t>
            </a:r>
          </a:p>
        </p:txBody>
      </p:sp>
      <p:sp>
        <p:nvSpPr>
          <p:cNvPr id="121862" name="Rectangle 6">
            <a:extLst>
              <a:ext uri="{FF2B5EF4-FFF2-40B4-BE49-F238E27FC236}">
                <a16:creationId xmlns:a16="http://schemas.microsoft.com/office/drawing/2014/main" xmlns="" id="{64EBE8B3-3F9B-456F-B901-2F004D5B65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121863" name="Rectangle 7">
            <a:extLst>
              <a:ext uri="{FF2B5EF4-FFF2-40B4-BE49-F238E27FC236}">
                <a16:creationId xmlns:a16="http://schemas.microsoft.com/office/drawing/2014/main" xmlns="" id="{3D2FC271-3D65-4025-B92F-C7BB2C36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C07C3744-6EC3-4E79-A53A-5EE949019065}" type="slidenum">
              <a:rPr lang="en-US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709491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xmlns="" id="{E927BB22-7120-44A8-9731-A2D2E90B13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xmlns="" id="{B1D4B81E-0CC1-4B34-931C-D8E6CA341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6084" name="Footer Placeholder 3">
            <a:extLst>
              <a:ext uri="{FF2B5EF4-FFF2-40B4-BE49-F238E27FC236}">
                <a16:creationId xmlns:a16="http://schemas.microsoft.com/office/drawing/2014/main" xmlns="" id="{484F9F28-10A3-46CF-9C5F-2B4FA1BD8B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9pPr>
          </a:lstStyle>
          <a:p>
            <a:r>
              <a:rPr lang="en-US" altLang="en-US"/>
              <a:t>© 2016 Pearson Education, Inc., Hoboken, NJ. All rights reserved.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xmlns="" id="{32185DEE-BFE2-45E2-8220-BC578E7C1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1pPr>
            <a:lvl2pPr marL="742950" indent="-28575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2pPr>
            <a:lvl3pPr marL="11430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3pPr>
            <a:lvl4pPr marL="16002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4pPr>
            <a:lvl5pPr marL="20574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5pPr>
            <a:lvl6pPr marL="25146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6pPr>
            <a:lvl7pPr marL="29718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7pPr>
            <a:lvl8pPr marL="34290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8pPr>
            <a:lvl9pPr marL="38862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9pPr>
          </a:lstStyle>
          <a:p>
            <a:fld id="{404B7AD8-E783-48AE-9303-16B5B68B1C49}" type="slidenum">
              <a:rPr lang="en-US" altLang="en-US" sz="1000" i="1" smtClean="0">
                <a:latin typeface="Times New Roman" panose="02020603050405020304" pitchFamily="18" charset="0"/>
                <a:ea typeface="新細明體" panose="02020500000000000000" pitchFamily="18" charset="-120"/>
              </a:rPr>
              <a:pPr/>
              <a:t>1</a:t>
            </a:fld>
            <a:endParaRPr lang="en-US" altLang="en-US" sz="1000" i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438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xmlns="" id="{CA7BF0AF-4BD3-456F-876E-731944C7CF1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xmlns="" id="{66A0F1AE-2137-46E3-93A2-7105D8B0B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xmlns="" id="{2926F480-999F-4E5A-A679-2CC66462FF7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xmlns="" id="{787588DD-AA41-4277-9C17-B221A4E03C4C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xmlns="" id="{DF66D16C-F975-445F-861F-4D4E68151433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xmlns="" id="{6E705887-AB71-4B76-B1F4-8D7F77EAE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xmlns="" id="{BB03B609-8F28-44A4-AC11-5F5379FF13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xmlns="" id="{C3C17E7D-EFC9-4005-8EDE-8E4466AE8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xmlns="" id="{792123B1-DDFD-4680-AB10-CFA32939C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3" name="Picture 16" descr="emu_300x300_72dpi_black">
            <a:extLst>
              <a:ext uri="{FF2B5EF4-FFF2-40B4-BE49-F238E27FC236}">
                <a16:creationId xmlns:a16="http://schemas.microsoft.com/office/drawing/2014/main" xmlns="" id="{A6F507B9-BBC3-4F9E-B5B3-1F84BF9F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5746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80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980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xmlns="" id="{0F1BC169-C2A2-45B5-A374-71F2EBA035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5A4B5-26F4-4CC4-A8C9-7256B7BDEED5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xmlns="" id="{2790513F-446A-47CC-8086-B585B729A8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44DC9E00-0C42-4E33-9791-DB74392E7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2A49A-F948-456B-8433-624613035A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89105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CF9C34EE-72F3-48EA-B932-2A64C2038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7BBBE-186A-4024-8E62-590462448208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C590B3F9-588F-420A-B941-CFF2AA2EA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B8035C69-28AB-4877-8601-E8807E4BE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A9C81-8C0B-420A-8765-3A9516626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19293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C4234A2A-5D0C-44C8-887E-D10DDFC7AA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94EEA-CDE1-4CF0-B97E-F046BC99017A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04E8673F-D3A8-4270-A880-5464CB01F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EB1F1F1B-8663-4447-B9F0-E50D78F34E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7F0A4-9658-43EF-876F-1B09C1E0A4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120886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BEDEDA5F-0A5D-4CA4-A1C5-E0BBCA7D3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36E2F7-403A-4BD1-97B2-954E718C0676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4C2AD675-B79B-4C82-8BB7-A5BB8E849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FA6E5F42-4825-4052-A411-7C9668ACC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30BC2-7CF3-4AF3-91D9-2A59AC4044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873303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B4B9A3CC-A69C-4380-B243-FF56F5877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47519-7D6C-4277-A527-EC8BF8B7D20D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xmlns="" id="{4BB100D0-7C52-4FE4-BB69-6A02DD958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8BE3667C-9E53-4554-BDEC-26A785705C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385E0-B45E-4570-A3AA-0856022418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124618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xmlns="" id="{75C9C638-878C-4E40-8D06-96E4C1B41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B4BA1-EF4A-46E7-A043-BEC20C08A882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xmlns="" id="{3310315F-DE20-461D-BB40-598604683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45B671E4-A185-4AAA-BFEE-B5DA72854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C3B9-A196-4109-8661-49D33AF61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1213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xmlns="" id="{5C476D0D-B5BB-40B1-97F5-041B0BB00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96EC-27A3-4DEC-9EAE-1715D1EE9CB2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xmlns="" id="{584D7CD9-03DE-48D5-8B6F-A09B7D332F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4B50E0DF-BFAF-460E-AA43-87A734A1C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1815A-02CE-4946-BC74-B180503429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83648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9765C9AE-0CF0-4AA4-A848-0E2835A2E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1F57A-160C-4DBD-8129-F74AC5E4C8FF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FC78EA8E-2184-4C93-A632-2F9F0776E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1C0FE5F5-94B2-4263-8EC5-9430AB9C0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921B3-5AA3-40B2-BD1E-81A7FD4E6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247001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0E467AB0-774D-43D9-8198-193CB588B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558D7-F0E0-4297-ADF6-FEC8ACB68C6B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7B808355-42A5-4D0E-8518-E0F4FD4319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3BAF7EF2-E2DF-47AB-891C-D840815271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248BD-9539-4CAF-93DC-A2CA13CA5E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631338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4DFEB8B6-9CBD-44BF-A7E4-D3D886E918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4C2D4-AED4-49A9-9EFA-2DD204261EE7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E0908BF4-CB10-49D2-9638-F9AF6998E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D8A2F6A0-8795-460A-8A6C-6A0D79743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3F2B1-D81C-4169-96DE-C2961E383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602119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0193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905500" cy="6096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1DBC7B38-5070-4237-8553-69481B5B8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C5BC7-25FB-48F9-9ECD-E148693D6F39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48EF8B06-6A73-463B-8148-0D54FBA1B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4E710C1B-376F-4EEA-81E0-1E3990D39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60F63-EACA-4932-AF9B-D14368E73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015778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D6549AE-72E3-47BE-AD73-E71A3EA949A1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9EC22C5-F716-4404-9C88-99D11E2E0C4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F9F2FC3-1FDA-44A6-9B5F-C8C03570B5AB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8AF5D0-F3E1-4ABD-8A1F-F331D59F0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0510EAD-8477-4A4C-8F7B-CAE19A6CB78E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E6F5103-6E1E-41E2-A621-C0B09AD9ACB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206B4422-FDBB-451A-80A3-E1AF08DE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1752509-2F43-4E42-9C46-F67640C7B1B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F2442541-6637-473A-8646-7A5B17DA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534497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5A05DE3-C201-4B11-9666-0C6166F8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84101D24-BFA7-4899-9B74-B8A3EFA1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99C14-10D9-4321-B3FF-0E9B3870EC1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6E967D6C-DA6F-4253-9972-3ACF725B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A360E86-5EA3-4476-88D3-5048B6BF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7FF75-9E45-4F6E-9E89-BE68C2AA7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629825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9CC2ECC-E059-4618-997A-65107B4AD2C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96F8D73-B495-4145-B486-D69B73FD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65019766-081A-47D0-BAEA-0C15F072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4B6AC-63EB-4180-A36B-8AD10E9CDD5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7423F56D-9BA3-4A25-B9BA-424A7086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5488EADA-FED8-4753-AAF3-AC9BBB76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C72B3-6AE1-4353-8D4C-88EC003464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659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A5716B2-1D51-4842-A52B-1B7BE135F4E1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6F670D2-C111-4D1B-B50D-F3432ABD194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1D2165C-0B75-4EB3-A9E4-0F14A4B84006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E03CB60-55F5-44EE-92D5-52256DA7E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3089666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rgbClr val="FF0000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2844C491-3D0C-48E4-BD99-E1F9E0A64DC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947DAE1-A49F-4D70-A911-88A3EB474968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C7A89449-B2CD-4D8E-96E7-C3D05CA65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14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911DE96-FAFC-4CF6-98C3-243C9D9B03D7}"/>
              </a:ext>
            </a:extLst>
          </p:cNvPr>
          <p:cNvSpPr/>
          <p:nvPr/>
        </p:nvSpPr>
        <p:spPr>
          <a:xfrm>
            <a:off x="658813" y="211138"/>
            <a:ext cx="8201025" cy="6345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03" y="3133725"/>
            <a:ext cx="731324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906" y="4725144"/>
            <a:ext cx="7265894" cy="127084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rgbClr val="0070C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E00B8D7-84F4-46D1-83F3-DB8DA019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CD013CE-67C9-4988-A823-7D0EB71D023D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F5407CD7-AE9E-410F-8F94-A4A372B8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9606D7A1-CF24-46FC-A3CA-97097589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8FD4F-45E7-4072-8800-E1C10689F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318624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D9E9D7C-56A6-4B82-9A3D-FD28902E34D6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9B451A8-D956-4804-BB56-30E8F32ADC46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727635-677E-4A10-B4D7-6A52FF43D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xmlns="" id="{425FEDAF-E190-476B-8D80-2FDBE980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C6A0A-016D-4814-87E7-5BE84E79FE1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40575C56-64B6-4D3B-B150-E0F91394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9651D746-2E4D-4F42-8E33-B5C7C18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62F03-27E2-4C96-967C-2B7425AF41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593391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57B07C5-F853-4FE7-ADE4-312152A861F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DC0CEFD-742B-4BDB-AB85-DD99C8FFB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xmlns="" id="{71386DFB-7C38-465D-B19A-F9BC2008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40219-0E5D-43E8-BC46-7B446F82A6C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AFB72559-48AF-4D8B-BCDA-85DFE5A3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C46A864C-2A70-42AC-91B7-3B12616E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1C16B-91CF-4A52-B7DA-A9E2A06898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414672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2040DC1-CC49-4062-B731-108D0938F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76B2E1C-83DC-48FB-87B4-6C04ED0E78E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40692EE1-AA7B-43BD-AC16-CED9312B381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BF1C9-1025-4FC5-95F3-643E4B2392A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AEB1AA61-3E07-4BA7-BD71-ED9C677380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A485EDA6-A543-44FE-A126-0BC3B380D7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F4DCD-43D8-4193-A279-26DED609CF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243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36A625E-3694-4DB5-98E8-2D8D318A793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87372B-B1EB-4EEE-BA49-610CBBE37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xmlns="" id="{A442E16E-8AE9-49E1-B987-A2C09660BF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DB295-AA0E-4913-8F70-E7AE12812FB4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EFF88378-3EBD-4A53-AAEB-BA3788A9F5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0A6F8EB9-B8BD-478C-B0C5-CEB182208D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81321-7CA3-455E-B242-7CD20CFE3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164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1347075-7758-4CEC-9F96-6FCEEB07872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52A13F-FE25-4561-A63F-562F49A24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8CA10872-C456-40D3-AEDF-ECC579776C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746FD-7CE6-4784-B555-E150A698D22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FB6C643F-279E-4508-88CB-5D027FFA15F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xmlns="" id="{C7FE2F1D-C54D-49CF-AA62-F961BBB73A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F9E64-AC8D-4934-A522-F84ADA9894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595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93EEB36-E5FF-4FAC-BCEC-EEE3993A225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A7B1F7-B66E-4360-933D-20F9FE30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xmlns="" id="{A60D05BF-08A0-4D82-87B7-25B380F4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00575-81D0-4836-BDA5-88ECA2DF1A3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70CBB09B-E9D1-4963-9352-60DD2D04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xmlns="" id="{AAAE83DB-9197-4A51-B3DF-1B22AAB2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F4ED-2B23-4CC6-834A-FCFA22AF88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457812"/>
      </p:ext>
    </p:extLst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A297824-E7C6-4F94-94AE-2F0773C2EC4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xmlns="" id="{BF1A20FE-9E92-4C73-9A74-8F0A2A08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35119-4326-4B12-8C41-028122D81B5B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xmlns="" id="{BC591D13-7F35-46DA-90AE-1E6C0A56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AF78DFFF-F6E0-474D-BCE0-10BBC406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16D0E-CD58-4E49-9F6D-689564ED6C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158440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81A3E6C-E078-4B52-8583-2B5D165EB6EC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61FBA7-0B22-48B0-89DE-EE8F5CC10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C8CDD739-01DD-46AE-92AD-B19AA301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02E1E-AC80-476C-BD21-E5D946B2FBAA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2559E1EB-BD5D-43C2-93DB-7E5B7287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687756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13DB472-439E-4BDE-918A-FD6BA213D95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C5FB0-3DC3-4E99-B205-5BF43F431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AF046526-C347-4BD5-B33A-3B7626D4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7BFBB-6B8B-4E2E-8F5B-F5D4B0E631F4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CA9B5365-00CB-4803-A243-CFE63D1E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E08FA02A-7C84-41D3-B339-E1CEC85D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4F20B-DFB7-47E0-99A5-E35BEB509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815162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B01909A-2195-4FAB-8839-F9F6FE648B8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059CE46-129E-4ECD-8EC1-7FBFCCF3D09D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86D4F6F-D994-4A50-98C6-DE2D135B1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xmlns="" id="{754C0E74-42E2-446C-94D7-A3B55F60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5BE75-3A8E-4EEA-B612-B336FA73E38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3B8F4D42-B8D9-4103-ABD1-B75FECA7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9FC1F58C-874F-4AD4-A32D-B6BA2E11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A88E9-55FA-4583-A2AF-654D4791C2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246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E4B8522-9E4F-489D-86CD-B4B7DAA29998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6D96BD4-27ED-4DD1-8791-F3D093AD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394B6BF-E2C1-4B6F-9ECA-93E1777E3521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C761474E-2C03-4840-8A15-994BF879D3D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0232980-E453-4CBF-A307-45048147E9FA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7C2799EC-B7A7-4AEB-AA05-ED8A41C7D4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xmlns="" id="{158E981D-B48B-4C8C-9DD0-1E81EA85DC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F1E02-4764-4B68-9C6E-34342FE93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3008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684C6A6-C390-4CE9-9551-280F5894D784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51F7596-DDE6-4CD4-865C-FEF3B660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EC2F2B8-01CF-45D9-851B-C292454438D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87172EA-58AA-450E-8BAD-A116BCA1D3EA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xmlns="" id="{73AC807D-AF86-4476-A47B-879D992AE4E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0466D8-1F5A-4252-9DF5-0AA1CCE412B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xmlns="" id="{8E62327F-56AD-4A63-98B9-78485E66D1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xmlns="" id="{1C12E0BA-FE9E-4BD0-AAEF-9BBAF7C756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2B7AC-0C10-4CF5-8B9B-68B5A78F7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3554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D86DB31-10AD-4A0A-BCB6-1CE4F9A6C9F8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972F84F-B455-44D5-B27F-7968C240A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649B7326-D2C8-4CBD-A35A-2CB75A4F9E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09545-74AE-4DF0-B5B8-5DCE9283F8A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46041EA7-B68A-41F3-8113-D9D32DAD8A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xmlns="" id="{443674E4-A79F-449B-9438-925C258E3D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E316B-296A-4301-835E-E41E4EB19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1319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80C5B91-761D-4C3E-96C5-955410F3898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9964D89-1EB4-4144-A2AB-CB37176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53BC3FE9-9D89-4235-BD90-E3028C92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9DF7E-06F9-4CC6-95F8-38F71CEE8EE2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54F36AFF-A8BF-4BD2-8967-40B05B6D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27A965FE-F10B-4D14-AFE7-31ABFE14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47E2A-C44F-4045-82D2-7C371F82CF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69910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7741545-59F1-4190-84C9-7BFBFE292AC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B1A20B8-21F5-4760-BFC9-EC6F73243DA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73E6979F-8696-4C70-A779-45E2CFAA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7287B-CD4B-4276-9C9C-6FD4F40A5F28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B259E8A7-94BA-4CE3-9968-0F52201B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EBBE8256-DE8F-4CFA-B85D-AA30DC91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3BFD9-2626-4110-A809-223BFB94F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629683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00FF"/>
              </a:buClr>
              <a:buFont typeface="Wingdings 2" pitchFamily="18" charset="2"/>
              <a:buChar char="©"/>
              <a:defRPr/>
            </a:lvl1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8870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776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5785" y="350839"/>
            <a:ext cx="7904285" cy="414337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295391"/>
            <a:ext cx="4044462" cy="51771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295391"/>
            <a:ext cx="4044462" cy="51860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465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xmlns="" id="{4565F6AB-F257-43C5-9F92-3178E8C87FF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xmlns="" id="{5461597E-A600-4D4E-BDA1-48906D219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xmlns="" id="{BE7A2416-A614-4AFA-9BE6-BB733C41BC1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xmlns="" id="{2167F23D-50D2-4306-815F-A9CB09376D41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xmlns="" id="{806C7BCE-5DEF-451A-80C5-F05516FDAD53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xmlns="" id="{07D70038-99BC-4D49-A2C7-74E645E45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xmlns="" id="{ABF959D0-7825-47E4-A314-F34628B4359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xmlns="" id="{38B2235D-8976-4386-BA15-2981E58EA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xmlns="" id="{374D0BE0-54E0-4632-8C0D-50053BF57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3" name="Picture 16" descr="emu_300x300_72dpi_black">
            <a:extLst>
              <a:ext uri="{FF2B5EF4-FFF2-40B4-BE49-F238E27FC236}">
                <a16:creationId xmlns:a16="http://schemas.microsoft.com/office/drawing/2014/main" xmlns="" id="{AE54B05D-5B91-4766-A56B-045E3B61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5746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80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980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xmlns="" id="{7E26C5BD-31A8-4E43-9AD6-DBF4FABBC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FD5DF-EC03-401D-9ACD-A2AF6F06E3B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xmlns="" id="{CB14246A-DC61-4613-8409-02EE00F42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00E0F886-083D-4C20-A68F-BFE0B0E2C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AC328-75BB-4382-8A37-3CD1D41CF6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707562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59022411-5871-4A8B-BF62-16D06CDB1F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AB582-E114-47B7-B681-B18692AB844D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441B8DFF-6DF5-46D3-A516-7BA032C46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A2AEC60A-824B-41AC-85EB-DC88D545D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DDF2-FC33-4380-935C-3471BEC9E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195031"/>
      </p:ext>
    </p:extLst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7B035493-5AF5-46BE-BEF9-203FD3FE6A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50446-8384-4E5D-9E53-C0FE3347BEA3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710EE305-D666-4913-88A0-5660678F9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5B9CFB8C-E6F2-46C8-A7EA-FD706FB07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F7BAD-3287-45BF-8F90-D810A06E94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63618"/>
      </p:ext>
    </p:extLst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D6ECF3A4-B6C5-4DB6-BA3F-7E4427561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DCFCB-3033-4FCB-913E-7EE270872FF4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AF25DC84-6083-42F1-B827-3A29C87C6E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CAE6B2B5-B1E8-4B37-8538-6B82AD9E6E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6C9AD-C5AE-4C93-918B-7A1ABBBF78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781226"/>
      </p:ext>
    </p:extLst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C115879A-1E70-4F37-936B-A8779C6C6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73AB7-8885-4C1B-9450-465366F23A0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xmlns="" id="{2B314D12-FA41-41D4-B569-36BD9638E8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7EF6AE72-0373-4CED-816B-7A2560193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3F5B8-3E60-4752-838F-F6941F5ADC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641661"/>
      </p:ext>
    </p:extLst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xmlns="" id="{10FC0B23-A863-4F89-9403-B289767D2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B0145-915D-492E-B0E5-E5465E6A681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xmlns="" id="{BF7E0FBC-DE69-42EB-BF69-7A02DF484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61CF5B6C-C76C-4DB9-81DC-DCC8AA8537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2B9A4-2E15-4AD1-8346-48E15ACC88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149873"/>
      </p:ext>
    </p:extLst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xmlns="" id="{2D9E26E7-2562-4F67-94F6-68E16756B5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2CE62-0E92-46D2-9ABF-07EBB40E7203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xmlns="" id="{B3F9B8C8-EF31-450B-8DFB-EF9AD89E1A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6F2B89E-96AB-4169-95F3-325D4A7F8A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8FD48-D5F9-4E92-926A-6983804FD3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735793"/>
      </p:ext>
    </p:extLst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18F9EF36-EC40-482B-94FA-5578E2B0DD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D1EB5-5918-4FA3-B40B-72E7B048AE64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9F9B30E7-289F-4B7F-9370-33C752087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F307C202-ED24-441A-B933-E3B1A14EDE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7FE13-3A08-46F4-9540-C0AC9F136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546764"/>
      </p:ext>
    </p:extLst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C676408B-40A3-4A62-A26A-DD972758D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9ED6A-635C-48B5-8C93-4AE64B9B704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FBF0B2E1-F337-4682-A39A-6018BF9E2D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5C24516E-1776-41F6-9130-468BF3AD8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591CC-DEA9-4D87-A3E3-77F1E38519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862155"/>
      </p:ext>
    </p:extLst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9637224F-8EBD-4964-9859-9AD924080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2ECF6-6271-4600-B0AC-45B57EB194C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1CF75AFC-60FB-4AE7-B265-A72286D20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736355B5-28A0-464A-B113-C5BFC82E6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44093-CF23-4573-8EB6-2CFA10DA38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762286"/>
      </p:ext>
    </p:extLst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0193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905500" cy="6096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40EB2D34-9CF9-4FA1-9891-8646038C9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094E6-E21F-4642-B330-77EFB0D90D37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xmlns="" id="{4CD0DCE1-E22C-49A5-B6E7-047480437F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xmlns="" id="{FBA64E89-7327-4792-A101-5C3C61458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07167-06C4-4146-896E-E23FE8A9C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357650"/>
      </p:ext>
    </p:extLst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7127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D143BBFF-AB83-4762-B240-D640FB446D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72627-FA51-460C-BC09-B1AC454D784C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FB6232EA-ABCC-4D5B-817E-5CA339081A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DB6E29C0-AE86-4B3F-9332-6155F9230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AABB2-C4AC-49F0-979A-772357E840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524691"/>
      </p:ext>
    </p:extLst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9076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00FF"/>
              </a:buClr>
              <a:buFont typeface="Wingdings 2" pitchFamily="18" charset="2"/>
              <a:buChar char="©"/>
              <a:defRPr/>
            </a:lvl1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4208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88866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7975" y="1295400"/>
            <a:ext cx="4208463" cy="520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8838" y="1295400"/>
            <a:ext cx="4210050" cy="520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6822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303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3702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4763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1165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6156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18566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34175" y="228600"/>
            <a:ext cx="2144713" cy="62690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83325" cy="62690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9607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5785" y="350839"/>
            <a:ext cx="7904285" cy="414337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295391"/>
            <a:ext cx="4044462" cy="51771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295391"/>
            <a:ext cx="4044462" cy="51860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4463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760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7772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84304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6250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7435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0567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9303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7897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278796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6679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9147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752509-2F43-4E42-9C46-F67640C7B1B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34663"/>
      </p:ext>
    </p:extLst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415276"/>
      </p:ext>
    </p:extLst>
  </p:cSld>
  <p:clrMapOvr>
    <a:masterClrMapping/>
  </p:clrMapOvr>
  <p:hf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013CE-67C9-4988-A823-7D0EB71D023D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D8FD4F-45E7-4072-8800-E1C10689F0F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420518"/>
      </p:ext>
    </p:extLst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2612416"/>
      </p:ext>
    </p:extLst>
  </p:cSld>
  <p:clrMapOvr>
    <a:masterClrMapping/>
  </p:clrMapOvr>
  <p:hf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8461537"/>
      </p:ext>
    </p:extLst>
  </p:cSld>
  <p:clrMapOvr>
    <a:masterClrMapping/>
  </p:clrMapOvr>
  <p:hf hdr="0" ft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100575-81D0-4836-BDA5-88ECA2DF1A3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2FF4ED-2B23-4CC6-834A-FCFA22AF88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284896"/>
      </p:ext>
    </p:extLst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C35119-4326-4B12-8C41-028122D81B5B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516D0E-CD58-4E49-9F6D-689564ED6CA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717474"/>
      </p:ext>
    </p:extLst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453608"/>
      </p:ext>
    </p:extLst>
  </p:cSld>
  <p:clrMapOvr>
    <a:masterClrMapping/>
  </p:clrMapOvr>
  <p:hf hdr="0" ft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F7BFBB-6B8B-4E2E-8F5B-F5D4B0E631F4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4F20B-DFB7-47E0-99A5-E35BEB509E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908911"/>
      </p:ext>
    </p:extLst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313768"/>
      </p:ext>
    </p:extLst>
  </p:cSld>
  <p:clrMapOvr>
    <a:masterClrMapping/>
  </p:clrMapOvr>
  <p:hf hdr="0" ft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122542"/>
      </p:ext>
    </p:extLst>
  </p:cSld>
  <p:clrMapOvr>
    <a:masterClrMapping/>
  </p:clrMapOvr>
  <p:hf hdr="0" ft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9468459"/>
      </p:ext>
    </p:extLst>
  </p:cSld>
  <p:clrMapOvr>
    <a:masterClrMapping/>
  </p:clrMapOvr>
  <p:hf hdr="0" ft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68473"/>
      </p:ext>
    </p:extLst>
  </p:cSld>
  <p:clrMapOvr>
    <a:masterClrMapping/>
  </p:clrMapOvr>
  <p:hf hdr="0" ft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699333"/>
      </p:ext>
    </p:extLst>
  </p:cSld>
  <p:clrMapOvr>
    <a:masterClrMapping/>
  </p:clrMapOvr>
  <p:hf hdr="0" ftr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294387"/>
      </p:ext>
    </p:extLst>
  </p:cSld>
  <p:clrMapOvr>
    <a:masterClrMapping/>
  </p:clrMapOvr>
  <p:hf hdr="0" ftr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160439"/>
      </p:ext>
    </p:extLst>
  </p:cSld>
  <p:clrMapOvr>
    <a:masterClrMapping/>
  </p:clrMapOvr>
  <p:hf hdr="0" ftr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074580"/>
      </p:ext>
    </p:extLst>
  </p:cSld>
  <p:clrMapOvr>
    <a:masterClrMapping/>
  </p:clrMapOvr>
  <p:hf hdr="0" ftr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84101D24-BFA7-4899-9B74-B8A3EFA1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99C14-10D9-4321-B3FF-0E9B3870EC1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6E967D6C-DA6F-4253-9972-3ACF725B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A360E86-5EA3-4476-88D3-5048B6BF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7FF75-9E45-4F6E-9E89-BE68C2AA7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3655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xmlns="" id="{2D181DFD-BC57-4863-A2C5-280A8F4F16A2}"/>
              </a:ext>
            </a:extLst>
          </p:cNvPr>
          <p:cNvGrpSpPr>
            <a:grpSpLocks/>
          </p:cNvGrpSpPr>
          <p:nvPr/>
        </p:nvGrpSpPr>
        <p:grpSpPr bwMode="auto">
          <a:xfrm>
            <a:off x="0" y="-533400"/>
            <a:ext cx="8686800" cy="4876800"/>
            <a:chOff x="0" y="0"/>
            <a:chExt cx="5472" cy="3072"/>
          </a:xfrm>
        </p:grpSpPr>
        <p:sp>
          <p:nvSpPr>
            <p:cNvPr id="1034" name="Rectangle 3">
              <a:extLst>
                <a:ext uri="{FF2B5EF4-FFF2-40B4-BE49-F238E27FC236}">
                  <a16:creationId xmlns:a16="http://schemas.microsoft.com/office/drawing/2014/main" xmlns="" id="{BF71C004-2F2F-430F-8993-B50AEC603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5" name="Group 4">
              <a:extLst>
                <a:ext uri="{FF2B5EF4-FFF2-40B4-BE49-F238E27FC236}">
                  <a16:creationId xmlns:a16="http://schemas.microsoft.com/office/drawing/2014/main" xmlns="" id="{B6AAE28B-53B4-48E7-84A8-BC76053D5A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6" name="Rectangle 5">
                <a:extLst>
                  <a:ext uri="{FF2B5EF4-FFF2-40B4-BE49-F238E27FC236}">
                    <a16:creationId xmlns:a16="http://schemas.microsoft.com/office/drawing/2014/main" xmlns="" id="{16EC6BDB-67D2-49CB-B621-6A9F90B52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xmlns="" id="{20B00981-0E93-4437-AA5E-979FECE0C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>
            <a:extLst>
              <a:ext uri="{FF2B5EF4-FFF2-40B4-BE49-F238E27FC236}">
                <a16:creationId xmlns:a16="http://schemas.microsoft.com/office/drawing/2014/main" xmlns="" id="{A5B2AC77-C724-465B-8ECA-F11B462FD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77724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xmlns="" id="{1A85A4E8-2581-4EFB-96DA-0FB1DC0BE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/>
              <a:t>Click to edit Master text styles</a:t>
            </a:r>
          </a:p>
          <a:p>
            <a:pPr lvl="1"/>
            <a:r>
              <a:rPr lang="th-TH" altLang="en-US"/>
              <a:t>Second level</a:t>
            </a:r>
          </a:p>
          <a:p>
            <a:pPr lvl="2"/>
            <a:r>
              <a:rPr lang="th-TH" altLang="en-US"/>
              <a:t>Third level</a:t>
            </a:r>
          </a:p>
          <a:p>
            <a:pPr lvl="3"/>
            <a:r>
              <a:rPr lang="th-TH" altLang="en-US"/>
              <a:t>Fourth level</a:t>
            </a:r>
          </a:p>
          <a:p>
            <a:pPr lvl="4"/>
            <a:r>
              <a:rPr lang="th-TH" altLang="en-US"/>
              <a:t>Fifth level</a:t>
            </a:r>
          </a:p>
        </p:txBody>
      </p:sp>
      <p:sp>
        <p:nvSpPr>
          <p:cNvPr id="597001" name="Rectangle 9">
            <a:extLst>
              <a:ext uri="{FF2B5EF4-FFF2-40B4-BE49-F238E27FC236}">
                <a16:creationId xmlns:a16="http://schemas.microsoft.com/office/drawing/2014/main" xmlns="" id="{825087B3-0E08-440F-8225-BA98A09864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1981200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fld id="{F4AFC189-73F8-4706-AA45-7D354ED2B7AB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97002" name="Rectangle 10">
            <a:extLst>
              <a:ext uri="{FF2B5EF4-FFF2-40B4-BE49-F238E27FC236}">
                <a16:creationId xmlns:a16="http://schemas.microsoft.com/office/drawing/2014/main" xmlns="" id="{6022FB8E-9248-4E3A-BAC8-2DF3A92677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0800"/>
            <a:ext cx="297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97003" name="Rectangle 11">
            <a:extLst>
              <a:ext uri="{FF2B5EF4-FFF2-40B4-BE49-F238E27FC236}">
                <a16:creationId xmlns:a16="http://schemas.microsoft.com/office/drawing/2014/main" xmlns="" id="{D08CEDE5-2BB4-49D3-9653-10900DD5AA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fld id="{413338A4-F343-45A5-B376-B2CFBC9F98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Line 12">
            <a:extLst>
              <a:ext uri="{FF2B5EF4-FFF2-40B4-BE49-F238E27FC236}">
                <a16:creationId xmlns:a16="http://schemas.microsoft.com/office/drawing/2014/main" xmlns="" id="{6A55137F-7DD6-44BD-B655-C7A32D18C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3" name="Picture 13" descr="emu_300x300_72dpi_black">
            <a:extLst>
              <a:ext uri="{FF2B5EF4-FFF2-40B4-BE49-F238E27FC236}">
                <a16:creationId xmlns:a16="http://schemas.microsoft.com/office/drawing/2014/main" xmlns="" id="{17F0A75E-850F-483C-AFB7-C3D42533C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q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xmlns="" id="{E8F770FA-76C9-4E2B-A434-235AF9FBD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xmlns="" id="{CE77B8DE-5E28-4D68-A1DB-974D6B665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B6C67B-79A9-4A0E-BE77-8B0E56CC4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5480F7-A01B-4497-9686-67728E872290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F927D7-EF1F-49CE-B729-8E64D95D8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81E21C-41C3-4EAB-89CE-E6FB352AE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400">
                <a:solidFill>
                  <a:schemeClr val="bg1"/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AC1E9C5-179F-49B5-A20B-74BA07190D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2055" name="Group 8">
            <a:extLst>
              <a:ext uri="{FF2B5EF4-FFF2-40B4-BE49-F238E27FC236}">
                <a16:creationId xmlns:a16="http://schemas.microsoft.com/office/drawing/2014/main" xmlns="" id="{8A8273E5-CDF0-44E1-AEF2-4B755C331FD1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049338"/>
            <a:ext cx="9151938" cy="82550"/>
            <a:chOff x="1" y="591"/>
            <a:chExt cx="5759" cy="52"/>
          </a:xfrm>
        </p:grpSpPr>
        <p:sp>
          <p:nvSpPr>
            <p:cNvPr id="2058" name="Line 9">
              <a:extLst>
                <a:ext uri="{FF2B5EF4-FFF2-40B4-BE49-F238E27FC236}">
                  <a16:creationId xmlns:a16="http://schemas.microsoft.com/office/drawing/2014/main" xmlns="" id="{AB178821-03A3-419C-81A7-AB420E98A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" name="Line 10">
              <a:extLst>
                <a:ext uri="{FF2B5EF4-FFF2-40B4-BE49-F238E27FC236}">
                  <a16:creationId xmlns:a16="http://schemas.microsoft.com/office/drawing/2014/main" xmlns="" id="{108B472A-C3BF-481A-9F84-D86E33569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" name="Line 11">
              <a:extLst>
                <a:ext uri="{FF2B5EF4-FFF2-40B4-BE49-F238E27FC236}">
                  <a16:creationId xmlns:a16="http://schemas.microsoft.com/office/drawing/2014/main" xmlns="" id="{6167F5F1-1A8D-4199-B338-C75A3E342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文字方塊 8">
            <a:extLst>
              <a:ext uri="{FF2B5EF4-FFF2-40B4-BE49-F238E27FC236}">
                <a16:creationId xmlns:a16="http://schemas.microsoft.com/office/drawing/2014/main" xmlns="" id="{39D8D7C8-DB0C-4C03-B575-1A4A8B41ECA6}"/>
              </a:ext>
            </a:extLst>
          </p:cNvPr>
          <p:cNvSpPr txBox="1"/>
          <p:nvPr/>
        </p:nvSpPr>
        <p:spPr>
          <a:xfrm>
            <a:off x="6810375" y="6540500"/>
            <a:ext cx="2298700" cy="3048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tr-TR" altLang="zh-TW" u="none">
                <a:solidFill>
                  <a:srgbClr val="7F7F7F"/>
                </a:solidFill>
                <a:cs typeface="Arial" panose="020B0604020202020204" pitchFamily="34" charset="0"/>
              </a:rPr>
              <a:t>Digital Logic Design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 </a:t>
            </a:r>
            <a:r>
              <a:rPr lang="en-US" altLang="zh-TW" i="0" u="none">
                <a:solidFill>
                  <a:srgbClr val="7F7F7F"/>
                </a:solidFill>
                <a:cs typeface="Arial" panose="020B0604020202020204" pitchFamily="34" charset="0"/>
              </a:rPr>
              <a:t>Ch1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-</a:t>
            </a:r>
            <a:fld id="{6DC67BA1-6048-4382-BF1F-2028CE77E041}" type="slidenum">
              <a:rPr lang="zh-TW" altLang="en-US" i="0" u="none" smtClean="0">
                <a:solidFill>
                  <a:srgbClr val="7F7F7F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zh-TW" i="0" u="none">
              <a:solidFill>
                <a:srgbClr val="7F7F7F"/>
              </a:solidFill>
              <a:cs typeface="Arial" panose="020B0604020202020204" pitchFamily="34" charset="0"/>
            </a:endParaRPr>
          </a:p>
        </p:txBody>
      </p:sp>
      <p:pic>
        <p:nvPicPr>
          <p:cNvPr id="2057" name="Picture 9" descr="logoyil30">
            <a:extLst>
              <a:ext uri="{FF2B5EF4-FFF2-40B4-BE49-F238E27FC236}">
                <a16:creationId xmlns:a16="http://schemas.microsoft.com/office/drawing/2014/main" xmlns="" id="{36409056-45D7-4BFF-9064-AA13E57B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61925"/>
            <a:ext cx="7366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  <p:sldLayoutId id="2147484058" r:id="rId14"/>
    <p:sldLayoutId id="2147484059" r:id="rId15"/>
    <p:sldLayoutId id="2147484060" r:id="rId16"/>
    <p:sldLayoutId id="2147484061" r:id="rId17"/>
    <p:sldLayoutId id="2147484062" r:id="rId18"/>
    <p:sldLayoutId id="2147484063" r:id="rId19"/>
    <p:sldLayoutId id="2147484064" r:id="rId20"/>
    <p:sldLayoutId id="2147484065" r:id="rId21"/>
    <p:sldLayoutId id="2147484066" r:id="rId22"/>
    <p:sldLayoutId id="2147484067" r:id="rId23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0070C0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xmlns="" id="{7AAB99D4-CE45-4100-952D-B840FB3F90B0}"/>
              </a:ext>
            </a:extLst>
          </p:cNvPr>
          <p:cNvGrpSpPr>
            <a:grpSpLocks/>
          </p:cNvGrpSpPr>
          <p:nvPr/>
        </p:nvGrpSpPr>
        <p:grpSpPr bwMode="auto">
          <a:xfrm>
            <a:off x="0" y="-533400"/>
            <a:ext cx="8686800" cy="4876800"/>
            <a:chOff x="0" y="0"/>
            <a:chExt cx="5472" cy="3072"/>
          </a:xfrm>
        </p:grpSpPr>
        <p:sp>
          <p:nvSpPr>
            <p:cNvPr id="1034" name="Rectangle 3">
              <a:extLst>
                <a:ext uri="{FF2B5EF4-FFF2-40B4-BE49-F238E27FC236}">
                  <a16:creationId xmlns:a16="http://schemas.microsoft.com/office/drawing/2014/main" xmlns="" id="{0186C659-E864-4B73-8C1B-F4F18F5FA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3083" name="Group 4">
              <a:extLst>
                <a:ext uri="{FF2B5EF4-FFF2-40B4-BE49-F238E27FC236}">
                  <a16:creationId xmlns:a16="http://schemas.microsoft.com/office/drawing/2014/main" xmlns="" id="{1DC3B701-1038-4DC9-9693-A8B29A966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6" name="Rectangle 5">
                <a:extLst>
                  <a:ext uri="{FF2B5EF4-FFF2-40B4-BE49-F238E27FC236}">
                    <a16:creationId xmlns:a16="http://schemas.microsoft.com/office/drawing/2014/main" xmlns="" id="{8E3F94E1-0712-4F68-8BBB-823136F7A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3085" name="Line 6">
                <a:extLst>
                  <a:ext uri="{FF2B5EF4-FFF2-40B4-BE49-F238E27FC236}">
                    <a16:creationId xmlns:a16="http://schemas.microsoft.com/office/drawing/2014/main" xmlns="" id="{F5EFC0ED-3A13-4B81-A43A-A26DFE2A9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075" name="Rectangle 7">
            <a:extLst>
              <a:ext uri="{FF2B5EF4-FFF2-40B4-BE49-F238E27FC236}">
                <a16:creationId xmlns:a16="http://schemas.microsoft.com/office/drawing/2014/main" xmlns="" id="{6AEA2902-9058-4F51-B673-2C3E7247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77724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Rectangle 8">
            <a:extLst>
              <a:ext uri="{FF2B5EF4-FFF2-40B4-BE49-F238E27FC236}">
                <a16:creationId xmlns:a16="http://schemas.microsoft.com/office/drawing/2014/main" xmlns="" id="{7E93C493-FECF-435B-AADE-B4DFC21B7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th-TH" altLang="en-US"/>
          </a:p>
        </p:txBody>
      </p:sp>
      <p:sp>
        <p:nvSpPr>
          <p:cNvPr id="597001" name="Rectangle 9">
            <a:extLst>
              <a:ext uri="{FF2B5EF4-FFF2-40B4-BE49-F238E27FC236}">
                <a16:creationId xmlns:a16="http://schemas.microsoft.com/office/drawing/2014/main" xmlns="" id="{2B34976F-6F10-4886-8207-7F2A62AFA8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1981200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8B25350-D5B1-4B42-963C-680501185571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97002" name="Rectangle 10">
            <a:extLst>
              <a:ext uri="{FF2B5EF4-FFF2-40B4-BE49-F238E27FC236}">
                <a16:creationId xmlns:a16="http://schemas.microsoft.com/office/drawing/2014/main" xmlns="" id="{1132E334-1383-4EAB-9C9A-5F3FD3A463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0800"/>
            <a:ext cx="297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97003" name="Rectangle 11">
            <a:extLst>
              <a:ext uri="{FF2B5EF4-FFF2-40B4-BE49-F238E27FC236}">
                <a16:creationId xmlns:a16="http://schemas.microsoft.com/office/drawing/2014/main" xmlns="" id="{40925F71-ADD2-49DD-86AF-348C756384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8115678-9089-447D-842A-6F2C91E589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080" name="Line 12">
            <a:extLst>
              <a:ext uri="{FF2B5EF4-FFF2-40B4-BE49-F238E27FC236}">
                <a16:creationId xmlns:a16="http://schemas.microsoft.com/office/drawing/2014/main" xmlns="" id="{4B1389F9-476E-4E83-9AF8-F7E761E0E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81" name="Picture 13" descr="emu_300x300_72dpi_black">
            <a:extLst>
              <a:ext uri="{FF2B5EF4-FFF2-40B4-BE49-F238E27FC236}">
                <a16:creationId xmlns:a16="http://schemas.microsoft.com/office/drawing/2014/main" xmlns="" id="{6FFF7B09-08DB-496A-AB73-4C7C597D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33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  <p:sldLayoutId id="2147484043" r:id="rId12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q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xmlns="" id="{43B9EDA4-1352-4769-B93C-9CC448C41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295400"/>
            <a:ext cx="8570913" cy="520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xmlns="" id="{86D4C91F-1F85-4112-9534-FAEBE9089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8450" y="228600"/>
            <a:ext cx="8575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grpSp>
        <p:nvGrpSpPr>
          <p:cNvPr id="4100" name="Group 8">
            <a:extLst>
              <a:ext uri="{FF2B5EF4-FFF2-40B4-BE49-F238E27FC236}">
                <a16:creationId xmlns:a16="http://schemas.microsoft.com/office/drawing/2014/main" xmlns="" id="{945E2843-C615-4537-8B6C-4C03279B19F0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049338"/>
            <a:ext cx="9151938" cy="82550"/>
            <a:chOff x="1" y="591"/>
            <a:chExt cx="5759" cy="52"/>
          </a:xfrm>
        </p:grpSpPr>
        <p:sp>
          <p:nvSpPr>
            <p:cNvPr id="4103" name="Line 9">
              <a:extLst>
                <a:ext uri="{FF2B5EF4-FFF2-40B4-BE49-F238E27FC236}">
                  <a16:creationId xmlns:a16="http://schemas.microsoft.com/office/drawing/2014/main" xmlns="" id="{D3FD8793-9705-4B49-BB50-C5CE1789E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" name="Line 10">
              <a:extLst>
                <a:ext uri="{FF2B5EF4-FFF2-40B4-BE49-F238E27FC236}">
                  <a16:creationId xmlns:a16="http://schemas.microsoft.com/office/drawing/2014/main" xmlns="" id="{B99A43B9-5B41-4094-8A75-EC64B6D0D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5" name="Line 11">
              <a:extLst>
                <a:ext uri="{FF2B5EF4-FFF2-40B4-BE49-F238E27FC236}">
                  <a16:creationId xmlns:a16="http://schemas.microsoft.com/office/drawing/2014/main" xmlns="" id="{04B48040-2F6D-4CEA-A659-7B33B726C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750454F3-716F-4394-BF1B-5F6E621989C5}"/>
              </a:ext>
            </a:extLst>
          </p:cNvPr>
          <p:cNvSpPr txBox="1"/>
          <p:nvPr/>
        </p:nvSpPr>
        <p:spPr>
          <a:xfrm>
            <a:off x="6810375" y="6540500"/>
            <a:ext cx="2298700" cy="3048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tr-TR" altLang="zh-TW" u="none">
                <a:solidFill>
                  <a:srgbClr val="7F7F7F"/>
                </a:solidFill>
                <a:cs typeface="Arial" panose="020B0604020202020204" pitchFamily="34" charset="0"/>
              </a:rPr>
              <a:t>Digital Logic Design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 </a:t>
            </a:r>
            <a:r>
              <a:rPr lang="en-US" altLang="zh-TW" i="0" u="none">
                <a:solidFill>
                  <a:srgbClr val="7F7F7F"/>
                </a:solidFill>
                <a:cs typeface="Arial" panose="020B0604020202020204" pitchFamily="34" charset="0"/>
              </a:rPr>
              <a:t>Ch1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-</a:t>
            </a:r>
            <a:fld id="{73AB4636-F3A7-4DEA-AF14-F79885A739CA}" type="slidenum">
              <a:rPr lang="zh-TW" altLang="en-US" i="0" u="none" smtClean="0">
                <a:solidFill>
                  <a:srgbClr val="7F7F7F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zh-TW" i="0" u="none">
              <a:solidFill>
                <a:srgbClr val="7F7F7F"/>
              </a:solidFill>
              <a:cs typeface="Arial" panose="020B0604020202020204" pitchFamily="34" charset="0"/>
            </a:endParaRPr>
          </a:p>
        </p:txBody>
      </p:sp>
      <p:pic>
        <p:nvPicPr>
          <p:cNvPr id="4102" name="Picture 9" descr="logoyil30">
            <a:extLst>
              <a:ext uri="{FF2B5EF4-FFF2-40B4-BE49-F238E27FC236}">
                <a16:creationId xmlns:a16="http://schemas.microsoft.com/office/drawing/2014/main" xmlns="" id="{E08EE95F-7194-462B-B895-417B50D0B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61925"/>
            <a:ext cx="7366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90000"/>
        <a:buFont typeface="Wingdings 2" panose="05020102010507070707" pitchFamily="18" charset="2"/>
        <a:buChar char="©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SzPct val="70000"/>
        <a:buFont typeface="Wingdings" panose="05000000000000000000" pitchFamily="2" charset="2"/>
        <a:buChar char="u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1B1BFF"/>
        </a:buClr>
        <a:buSzPct val="80000"/>
        <a:buFont typeface="Times New Roman" panose="02020603050405020304" pitchFamily="18" charset="0"/>
        <a:buChar char="»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Book Antiqua" panose="02040602050305030304" pitchFamily="18" charset="0"/>
        <a:buChar char="−"/>
        <a:defRPr kumimoji="1" sz="16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4D4D4D"/>
        </a:buClr>
        <a:buSzPct val="50000"/>
        <a:buFont typeface="Wingdings" panose="05000000000000000000" pitchFamily="2" charset="2"/>
        <a:buChar char="l"/>
        <a:defRPr kumimoji="1" sz="1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7">
            <a:extLst>
              <a:ext uri="{FF2B5EF4-FFF2-40B4-BE49-F238E27FC236}">
                <a16:creationId xmlns:a16="http://schemas.microsoft.com/office/drawing/2014/main" xmlns="" id="{2F364496-8BA2-4CFA-81DC-C649C6B43699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215900"/>
            <a:ext cx="8478838" cy="6173788"/>
            <a:chOff x="0" y="0"/>
            <a:chExt cx="5341" cy="3889"/>
          </a:xfrm>
        </p:grpSpPr>
        <p:sp>
          <p:nvSpPr>
            <p:cNvPr id="5132" name="Freeform 8">
              <a:extLst>
                <a:ext uri="{FF2B5EF4-FFF2-40B4-BE49-F238E27FC236}">
                  <a16:creationId xmlns:a16="http://schemas.microsoft.com/office/drawing/2014/main" xmlns="" id="{69CEB01E-FAFC-4111-A0A1-FBD146EBFF2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Freeform 9">
              <a:extLst>
                <a:ext uri="{FF2B5EF4-FFF2-40B4-BE49-F238E27FC236}">
                  <a16:creationId xmlns:a16="http://schemas.microsoft.com/office/drawing/2014/main" xmlns="" id="{F12DED50-716D-42AC-85D7-0BA10197B30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Freeform 10">
              <a:extLst>
                <a:ext uri="{FF2B5EF4-FFF2-40B4-BE49-F238E27FC236}">
                  <a16:creationId xmlns:a16="http://schemas.microsoft.com/office/drawing/2014/main" xmlns="" id="{42DCC366-E15E-4083-A380-A19EDD07FD1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11">
              <a:extLst>
                <a:ext uri="{FF2B5EF4-FFF2-40B4-BE49-F238E27FC236}">
                  <a16:creationId xmlns:a16="http://schemas.microsoft.com/office/drawing/2014/main" xmlns="" id="{7B681700-EF2E-4ACA-B1AE-B41365E839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" name="Rectangle 12">
            <a:extLst>
              <a:ext uri="{FF2B5EF4-FFF2-40B4-BE49-F238E27FC236}">
                <a16:creationId xmlns:a16="http://schemas.microsoft.com/office/drawing/2014/main" xmlns="" id="{AB39E30C-1B09-4DD8-A4F3-A732237D7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22320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kumimoji="1" lang="en-US" altLang="zh-TW" sz="4400" i="0" u="none">
                <a:solidFill>
                  <a:schemeClr val="tx2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xmlns="" id="{2EC65288-94EA-49EC-940D-4636FC3D4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4195763"/>
            <a:ext cx="6400800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r>
              <a:rPr kumimoji="1" lang="en-US" altLang="zh-TW" sz="3200" i="0" u="none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Click to edit Master subtitle style</a:t>
            </a:r>
          </a:p>
        </p:txBody>
      </p:sp>
      <p:grpSp>
        <p:nvGrpSpPr>
          <p:cNvPr id="5125" name="Group 20">
            <a:extLst>
              <a:ext uri="{FF2B5EF4-FFF2-40B4-BE49-F238E27FC236}">
                <a16:creationId xmlns:a16="http://schemas.microsoft.com/office/drawing/2014/main" xmlns="" id="{DE25CAB1-5459-4AC4-9292-A4F2B076FD1A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492250"/>
            <a:ext cx="9159875" cy="82550"/>
            <a:chOff x="1" y="591"/>
            <a:chExt cx="5759" cy="52"/>
          </a:xfrm>
        </p:grpSpPr>
        <p:sp>
          <p:nvSpPr>
            <p:cNvPr id="5129" name="Line 21">
              <a:extLst>
                <a:ext uri="{FF2B5EF4-FFF2-40B4-BE49-F238E27FC236}">
                  <a16:creationId xmlns:a16="http://schemas.microsoft.com/office/drawing/2014/main" xmlns="" id="{AD9D9EAD-CD10-4146-A507-FB2E75498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Line 22">
              <a:extLst>
                <a:ext uri="{FF2B5EF4-FFF2-40B4-BE49-F238E27FC236}">
                  <a16:creationId xmlns:a16="http://schemas.microsoft.com/office/drawing/2014/main" xmlns="" id="{3340C10B-FE44-4DD2-B40B-A9AE41E92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Line 23">
              <a:extLst>
                <a:ext uri="{FF2B5EF4-FFF2-40B4-BE49-F238E27FC236}">
                  <a16:creationId xmlns:a16="http://schemas.microsoft.com/office/drawing/2014/main" xmlns="" id="{5477D55D-F052-4997-8915-34A510871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92" name="Rectangle 24">
            <a:extLst>
              <a:ext uri="{FF2B5EF4-FFF2-40B4-BE49-F238E27FC236}">
                <a16:creationId xmlns:a16="http://schemas.microsoft.com/office/drawing/2014/main" xmlns="" id="{257AD62A-E494-4BC9-818F-32F6CF47E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775" y="6570663"/>
            <a:ext cx="2063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fld id="{EA536E08-9229-4670-925E-1ACDE33A6276}" type="slidenum">
              <a:rPr lang="zh-TW" altLang="en-US" u="none" smtClean="0">
                <a:solidFill>
                  <a:schemeClr val="tx1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TW" u="none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055" name="Rectangle 25">
            <a:extLst>
              <a:ext uri="{FF2B5EF4-FFF2-40B4-BE49-F238E27FC236}">
                <a16:creationId xmlns:a16="http://schemas.microsoft.com/office/drawing/2014/main" xmlns="" id="{9E58B46F-82F7-48DB-BCA2-600B391EB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6572250"/>
            <a:ext cx="6318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fld id="{A2FD34A0-FF4C-463F-AA64-EED38D207E34}" type="datetime1">
              <a:rPr lang="en-US" altLang="zh-TW" u="none" smtClean="0">
                <a:solidFill>
                  <a:schemeClr val="tx1"/>
                </a:solidFill>
                <a:cs typeface="Arial" panose="020B0604020202020204" pitchFamily="34" charset="0"/>
              </a:rPr>
              <a:pPr eaLnBrk="1" hangingPunct="1">
                <a:defRPr/>
              </a:pPr>
              <a:t>5/23/2024</a:t>
            </a:fld>
            <a:endParaRPr lang="en-US" altLang="zh-TW" u="none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128" name="Picture 15" descr="logoyil30">
            <a:extLst>
              <a:ext uri="{FF2B5EF4-FFF2-40B4-BE49-F238E27FC236}">
                <a16:creationId xmlns:a16="http://schemas.microsoft.com/office/drawing/2014/main" xmlns="" id="{773BA3A9-91F0-4499-8350-B7088499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214313"/>
            <a:ext cx="11430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4AFC189-73F8-4706-AA45-7D354ED2B7AB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13338A4-F343-45A5-B376-B2CFBC9F98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50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  <p:sldLayoutId id="2147484104" r:id="rId12"/>
    <p:sldLayoutId id="2147484105" r:id="rId13"/>
    <p:sldLayoutId id="2147484106" r:id="rId14"/>
    <p:sldLayoutId id="2147484107" r:id="rId15"/>
    <p:sldLayoutId id="2147484108" r:id="rId16"/>
    <p:sldLayoutId id="2147484109" r:id="rId17"/>
    <p:sldLayoutId id="2147484110" r:id="rId18"/>
  </p:sldLayoutIdLst>
  <p:transition>
    <p:random/>
  </p:transition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6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9">
            <a:extLst>
              <a:ext uri="{FF2B5EF4-FFF2-40B4-BE49-F238E27FC236}">
                <a16:creationId xmlns:a16="http://schemas.microsoft.com/office/drawing/2014/main" xmlns="" id="{BFE811EB-6359-4C0C-BB1F-9DFD3BB1A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1844675"/>
            <a:ext cx="7556500" cy="1719263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latin typeface="Georgia" panose="02040502050405020303" pitchFamily="18" charset="0"/>
              </a:rPr>
              <a:t>Software Design and </a:t>
            </a:r>
            <a:r>
              <a:rPr lang="en-US" altLang="en-US" b="1" dirty="0" err="1" smtClean="0">
                <a:latin typeface="Georgia" panose="02040502050405020303" pitchFamily="18" charset="0"/>
              </a:rPr>
              <a:t>Arcitecture</a:t>
            </a:r>
            <a:r>
              <a:rPr lang="en-US" altLang="en-US" b="1" dirty="0" smtClean="0">
                <a:latin typeface="Georgia" panose="02040502050405020303" pitchFamily="18" charset="0"/>
              </a:rPr>
              <a:t> (</a:t>
            </a:r>
            <a:r>
              <a:rPr lang="en-US" altLang="en-US" b="1" dirty="0">
                <a:latin typeface="Georgia" panose="02040502050405020303" pitchFamily="18" charset="0"/>
              </a:rPr>
              <a:t>SDA)</a:t>
            </a:r>
            <a:br>
              <a:rPr lang="en-US" altLang="en-US" b="1" dirty="0">
                <a:latin typeface="Georgia" panose="02040502050405020303" pitchFamily="18" charset="0"/>
              </a:rPr>
            </a:br>
            <a:r>
              <a:rPr lang="en-US" altLang="en-US" sz="3200" dirty="0">
                <a:latin typeface="Georgia" panose="02040502050405020303" pitchFamily="18" charset="0"/>
              </a:rPr>
              <a:t>Lecture </a:t>
            </a:r>
            <a:r>
              <a:rPr lang="en-US" altLang="en-US" sz="3200" dirty="0" smtClean="0">
                <a:latin typeface="Georgia" panose="02040502050405020303" pitchFamily="18" charset="0"/>
              </a:rPr>
              <a:t>12</a:t>
            </a:r>
            <a:endParaRPr lang="en-US" altLang="en-US" dirty="0"/>
          </a:p>
        </p:txBody>
      </p:sp>
      <p:sp>
        <p:nvSpPr>
          <p:cNvPr id="45059" name="Content Placeholder 10">
            <a:extLst>
              <a:ext uri="{FF2B5EF4-FFF2-40B4-BE49-F238E27FC236}">
                <a16:creationId xmlns:a16="http://schemas.microsoft.com/office/drawing/2014/main" xmlns="" id="{EBB3B385-0FFF-4B23-9F2A-6D64D633E1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8475" y="4076700"/>
            <a:ext cx="7556500" cy="20494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 err="1">
                <a:solidFill>
                  <a:srgbClr val="2E75B6"/>
                </a:solidFill>
                <a:latin typeface="Georgia" panose="02040502050405020303" pitchFamily="18" charset="0"/>
              </a:rPr>
              <a:t>Engr.Ramsha</a:t>
            </a:r>
            <a:r>
              <a:rPr lang="en-US" altLang="en-US" sz="2400" dirty="0">
                <a:solidFill>
                  <a:srgbClr val="2E75B6"/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400" dirty="0" err="1">
                <a:solidFill>
                  <a:srgbClr val="2E75B6"/>
                </a:solidFill>
                <a:latin typeface="Georgia" panose="02040502050405020303" pitchFamily="18" charset="0"/>
              </a:rPr>
              <a:t>Mashood</a:t>
            </a:r>
            <a:endParaRPr lang="en-US" altLang="en-US" sz="2400" dirty="0">
              <a:solidFill>
                <a:srgbClr val="2E75B6"/>
              </a:solidFill>
              <a:latin typeface="Georgia" panose="02040502050405020303" pitchFamily="18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Senior Lecturer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Department of Software Engineering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 err="1">
                <a:solidFill>
                  <a:srgbClr val="2E75B6"/>
                </a:solidFill>
                <a:latin typeface="Georgia" panose="02040502050405020303" pitchFamily="18" charset="0"/>
              </a:rPr>
              <a:t>Bahria</a:t>
            </a: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 University Karachi 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09610F-C2C6-D01D-ACEC-C9F5EDDC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3F4EA4-54BB-403D-BA7A-E373D5B7151D}" type="datetime4">
              <a:rPr lang="en-US" altLang="en-US" smtClean="0"/>
              <a:t>May 23, 2024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C4F6A9-306A-16D2-9547-434BD53B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97FF75-9E45-4F6E-9E89-BE68C2AA7735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pic>
        <p:nvPicPr>
          <p:cNvPr id="45060" name="Picture 11">
            <a:extLst>
              <a:ext uri="{FF2B5EF4-FFF2-40B4-BE49-F238E27FC236}">
                <a16:creationId xmlns:a16="http://schemas.microsoft.com/office/drawing/2014/main" xmlns="" id="{32C4D0F8-0285-41AA-876F-63D65A59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0"/>
            <a:ext cx="40957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25" name="Picture 2">
            <a:extLst>
              <a:ext uri="{FF2B5EF4-FFF2-40B4-BE49-F238E27FC236}">
                <a16:creationId xmlns:a16="http://schemas.microsoft.com/office/drawing/2014/main" xmlns="" id="{25496B42-CC46-4183-B481-887CD3E8C7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26" name="Picture 47125">
            <a:extLst>
              <a:ext uri="{FF2B5EF4-FFF2-40B4-BE49-F238E27FC236}">
                <a16:creationId xmlns:a16="http://schemas.microsoft.com/office/drawing/2014/main" xmlns="" id="{E2758CE0-F916-4DCE-88D1-71430BE44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47127" name="Rectangle 47126">
            <a:extLst>
              <a:ext uri="{FF2B5EF4-FFF2-40B4-BE49-F238E27FC236}">
                <a16:creationId xmlns:a16="http://schemas.microsoft.com/office/drawing/2014/main" xmlns="" id="{48EC41B9-2D25-48A6-BC40-DA8F79F3EB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110" name="Graphic 47109" descr="Computer">
            <a:extLst>
              <a:ext uri="{FF2B5EF4-FFF2-40B4-BE49-F238E27FC236}">
                <a16:creationId xmlns:a16="http://schemas.microsoft.com/office/drawing/2014/main" xmlns="" id="{14C300E6-B83D-2777-C7EC-FD6CADA8E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946714" y="957486"/>
            <a:ext cx="3285330" cy="328533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7128" name="Picture 47127">
            <a:extLst>
              <a:ext uri="{FF2B5EF4-FFF2-40B4-BE49-F238E27FC236}">
                <a16:creationId xmlns:a16="http://schemas.microsoft.com/office/drawing/2014/main" xmlns="" id="{F8F21547-A433-450A-B2A3-930DCFABD9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2622176" cy="6858000"/>
          </a:xfrm>
          <a:prstGeom prst="rect">
            <a:avLst/>
          </a:prstGeom>
        </p:spPr>
      </p:pic>
      <p:sp>
        <p:nvSpPr>
          <p:cNvPr id="47106" name="Title 9">
            <a:extLst>
              <a:ext uri="{FF2B5EF4-FFF2-40B4-BE49-F238E27FC236}">
                <a16:creationId xmlns:a16="http://schemas.microsoft.com/office/drawing/2014/main" xmlns="" id="{74FDEA82-9E3C-4D29-B2F9-0297DB5B6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408" y="4562855"/>
            <a:ext cx="8187274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6675" marR="0">
              <a:spcBef>
                <a:spcPts val="890"/>
              </a:spcBef>
              <a:spcAft>
                <a:spcPts val="0"/>
              </a:spcAft>
            </a:pPr>
            <a:r>
              <a:rPr lang="en-US" sz="2800" dirty="0">
                <a:latin typeface="Times New Roman" panose="02020603050405020304" pitchFamily="18" charset="0"/>
              </a:rPr>
              <a:t>architectural design PATTERNS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B671C2-DB81-4A30-5231-D5B4B93E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9052" y="6354825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  <a:defRPr/>
            </a:pPr>
            <a:fld id="{43FCFCAC-74A5-48D0-A658-FE49EE2C0C91}" type="datetime4">
              <a:rPr lang="en-US" alt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  <a:defRPr/>
              </a:pPr>
              <a:t>May 23, 2024</a:t>
            </a:fld>
            <a:endParaRPr lang="en-US" altLang="en-US">
              <a:latin typeface="+mn-lt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C5FDA99-E5FE-3603-7621-A81A4AFD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6354825"/>
            <a:ext cx="5731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  <a:defRPr/>
            </a:pPr>
            <a:fld id="{04D8FD4F-45E7-4072-8800-E1C10689F0F2}" type="slidenum">
              <a:rPr lang="en-US" alt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  <a:defRPr/>
              </a:pPr>
              <a:t>2</a:t>
            </a:fld>
            <a:endParaRPr lang="en-US" altLang="en-US">
              <a:latin typeface="+mn-lt"/>
              <a:ea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28600"/>
            <a:ext cx="76813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23129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81000"/>
            <a:ext cx="7909912" cy="60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26603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04800"/>
            <a:ext cx="75289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26405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28600"/>
            <a:ext cx="79861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53334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381000"/>
            <a:ext cx="7147912" cy="571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94834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381000"/>
            <a:ext cx="7757512" cy="59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7497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04800"/>
            <a:ext cx="73003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29515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52400"/>
            <a:ext cx="7605112" cy="632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24657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52400"/>
            <a:ext cx="7833712" cy="632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910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28600"/>
            <a:ext cx="75289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26677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28600"/>
            <a:ext cx="7986112" cy="624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99178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52400"/>
            <a:ext cx="8138512" cy="639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45659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81000"/>
            <a:ext cx="7376512" cy="58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01992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0"/>
            <a:ext cx="76962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1196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57200"/>
            <a:ext cx="7909912" cy="555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44927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28600"/>
            <a:ext cx="83671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9296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381000"/>
            <a:ext cx="7833712" cy="59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0097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81000"/>
            <a:ext cx="8062312" cy="61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85061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52400"/>
            <a:ext cx="8062312" cy="632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02905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685800"/>
            <a:ext cx="8534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33496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81000"/>
            <a:ext cx="8290912" cy="59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20967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09600"/>
            <a:ext cx="8138512" cy="56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85116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04800"/>
            <a:ext cx="7757512" cy="609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21598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57200"/>
            <a:ext cx="8214712" cy="58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82771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57200"/>
            <a:ext cx="8062312" cy="58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69503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04800"/>
            <a:ext cx="8367112" cy="59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13637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52400"/>
            <a:ext cx="8138512" cy="639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36027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04800"/>
            <a:ext cx="7909912" cy="57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02371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304800"/>
            <a:ext cx="8443312" cy="59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90395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7757512" cy="56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68943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7407B0FF-43E0-4B2E-B48B-C2A472D103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CAC6C18-4147-48ED-8B6A-19B3E0D891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278F4BF-A879-0DA4-ED9F-B67AD249CD7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2692244"/>
              </p:ext>
            </p:extLst>
          </p:nvPr>
        </p:nvGraphicFramePr>
        <p:xfrm>
          <a:off x="685800" y="2532475"/>
          <a:ext cx="77724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79085215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20603050405020304" pitchFamily="18" charset="-34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20603050405020304" pitchFamily="18" charset="-34"/>
            <a:cs typeface="Arial" panose="020B0604020202020204" pitchFamily="34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B0502040204020203" pitchFamily="18" charset="-34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B0502040204020203" pitchFamily="18" charset="-34"/>
            <a:cs typeface="Arial" panose="020B0604020202020204" pitchFamily="34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ab97">
  <a:themeElements>
    <a:clrScheme name="">
      <a:dk1>
        <a:srgbClr val="000000"/>
      </a:dk1>
      <a:lt1>
        <a:srgbClr val="FFFFFF"/>
      </a:lt1>
      <a:dk2>
        <a:srgbClr val="000082"/>
      </a:dk2>
      <a:lt2>
        <a:srgbClr val="C0C0C0"/>
      </a:lt2>
      <a:accent1>
        <a:srgbClr val="D01608"/>
      </a:accent1>
      <a:accent2>
        <a:srgbClr val="000082"/>
      </a:accent2>
      <a:accent3>
        <a:srgbClr val="FFFFFF"/>
      </a:accent3>
      <a:accent4>
        <a:srgbClr val="000000"/>
      </a:accent4>
      <a:accent5>
        <a:srgbClr val="E4ABAA"/>
      </a:accent5>
      <a:accent6>
        <a:srgbClr val="000075"/>
      </a:accent6>
      <a:hlink>
        <a:srgbClr val="00C000"/>
      </a:hlink>
      <a:folHlink>
        <a:srgbClr val="800080"/>
      </a:folHlink>
    </a:clrScheme>
    <a:fontScheme name="iab97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ab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ab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4583</TotalTime>
  <Words>49</Words>
  <Application>Microsoft Office PowerPoint</Application>
  <PresentationFormat>On-screen Show (4:3)</PresentationFormat>
  <Paragraphs>14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33</vt:i4>
      </vt:variant>
    </vt:vector>
  </HeadingPairs>
  <TitlesOfParts>
    <vt:vector size="49" baseType="lpstr">
      <vt:lpstr>Angsana New</vt:lpstr>
      <vt:lpstr>Arial</vt:lpstr>
      <vt:lpstr>Book Antiqua</vt:lpstr>
      <vt:lpstr>Georgia</vt:lpstr>
      <vt:lpstr>新細明體</vt:lpstr>
      <vt:lpstr>Rockwell</vt:lpstr>
      <vt:lpstr>Times New Roman</vt:lpstr>
      <vt:lpstr>Tw Cen MT</vt:lpstr>
      <vt:lpstr>Wingdings</vt:lpstr>
      <vt:lpstr>Wingdings 2</vt:lpstr>
      <vt:lpstr>Layers</vt:lpstr>
      <vt:lpstr>Advantage</vt:lpstr>
      <vt:lpstr>1_Layers</vt:lpstr>
      <vt:lpstr>iab97</vt:lpstr>
      <vt:lpstr>自訂設計</vt:lpstr>
      <vt:lpstr>Droplet</vt:lpstr>
      <vt:lpstr>Software Design and Arcitecture (SDA) Lecture 12</vt:lpstr>
      <vt:lpstr>architectural design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Kasetsart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subject/>
  <dc:creator>Pradondet Nilagupta</dc:creator>
  <cp:keywords/>
  <dc:description/>
  <cp:lastModifiedBy>BUKC</cp:lastModifiedBy>
  <cp:revision>169</cp:revision>
  <cp:lastPrinted>1601-01-01T00:00:00Z</cp:lastPrinted>
  <dcterms:created xsi:type="dcterms:W3CDTF">2007-10-31T16:45:31Z</dcterms:created>
  <dcterms:modified xsi:type="dcterms:W3CDTF">2024-05-23T08:17:31Z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TC102037551033</vt:lpwstr>
  </property>
</Properties>
</file>