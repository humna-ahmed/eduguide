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7" r:id="rId1"/>
    <p:sldMasterId id="2147483679" r:id="rId2"/>
    <p:sldMasterId id="2147483703" r:id="rId3"/>
    <p:sldMasterId id="2147483716" r:id="rId4"/>
    <p:sldMasterId id="2147483729" r:id="rId5"/>
    <p:sldMasterId id="2147484092" r:id="rId6"/>
  </p:sldMasterIdLst>
  <p:notesMasterIdLst>
    <p:notesMasterId r:id="rId31"/>
  </p:notesMasterIdLst>
  <p:sldIdLst>
    <p:sldId id="386" r:id="rId7"/>
    <p:sldId id="387" r:id="rId8"/>
    <p:sldId id="278" r:id="rId9"/>
    <p:sldId id="257" r:id="rId10"/>
    <p:sldId id="433" r:id="rId11"/>
    <p:sldId id="434" r:id="rId12"/>
    <p:sldId id="286" r:id="rId13"/>
    <p:sldId id="311" r:id="rId14"/>
    <p:sldId id="312" r:id="rId15"/>
    <p:sldId id="435" r:id="rId16"/>
    <p:sldId id="436" r:id="rId17"/>
    <p:sldId id="299" r:id="rId18"/>
    <p:sldId id="320" r:id="rId19"/>
    <p:sldId id="292" r:id="rId20"/>
    <p:sldId id="264" r:id="rId21"/>
    <p:sldId id="265" r:id="rId22"/>
    <p:sldId id="295" r:id="rId23"/>
    <p:sldId id="266" r:id="rId24"/>
    <p:sldId id="267" r:id="rId25"/>
    <p:sldId id="437" r:id="rId26"/>
    <p:sldId id="273" r:id="rId27"/>
    <p:sldId id="438" r:id="rId28"/>
    <p:sldId id="274" r:id="rId29"/>
    <p:sldId id="432" r:id="rId30"/>
  </p:sldIdLst>
  <p:sldSz cx="9144000" cy="6858000" type="screen4x3"/>
  <p:notesSz cx="7099300" cy="10234613"/>
  <p:defaultTextStyle>
    <a:defPPr>
      <a:defRPr lang="th-TH"/>
    </a:defPPr>
    <a:lvl1pPr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5pPr>
    <a:lvl6pPr marL="22860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6pPr>
    <a:lvl7pPr marL="27432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7pPr>
    <a:lvl8pPr marL="32004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8pPr>
    <a:lvl9pPr marL="36576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6666FF"/>
    <a:srgbClr val="800080"/>
    <a:srgbClr val="339966"/>
    <a:srgbClr val="4924A4"/>
    <a:srgbClr val="542ABC"/>
    <a:srgbClr val="8EC1D8"/>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60"/>
  </p:normalViewPr>
  <p:slideViewPr>
    <p:cSldViewPr>
      <p:cViewPr varScale="1">
        <p:scale>
          <a:sx n="65" d="100"/>
          <a:sy n="65" d="100"/>
        </p:scale>
        <p:origin x="80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ableStyles" Target="tableStyles.xml"/><Relationship Id="rId8"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2EF5EE-E9A2-48A9-A743-71C68F484C9C}"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3999BE7-A801-4127-831C-7147E8BD8CD2}">
      <dgm:prSet/>
      <dgm:spPr/>
      <dgm:t>
        <a:bodyPr/>
        <a:lstStyle/>
        <a:p>
          <a:pPr>
            <a:lnSpc>
              <a:spcPct val="100000"/>
            </a:lnSpc>
            <a:defRPr cap="all"/>
          </a:pPr>
          <a:r>
            <a:rPr lang="en-US" baseline="0"/>
            <a:t>Continue….</a:t>
          </a:r>
          <a:endParaRPr lang="en-US"/>
        </a:p>
      </dgm:t>
    </dgm:pt>
    <dgm:pt modelId="{F1B82A8E-B9F5-4F1E-82A3-E2D78B42CA6D}" type="parTrans" cxnId="{6466FC50-D381-4C82-AE80-706412AB5D42}">
      <dgm:prSet/>
      <dgm:spPr/>
      <dgm:t>
        <a:bodyPr/>
        <a:lstStyle/>
        <a:p>
          <a:endParaRPr lang="en-US"/>
        </a:p>
      </dgm:t>
    </dgm:pt>
    <dgm:pt modelId="{63DF31CB-795D-460E-B73F-D1BDBC6AAE38}" type="sibTrans" cxnId="{6466FC50-D381-4C82-AE80-706412AB5D42}">
      <dgm:prSet/>
      <dgm:spPr/>
      <dgm:t>
        <a:bodyPr/>
        <a:lstStyle/>
        <a:p>
          <a:endParaRPr lang="en-US"/>
        </a:p>
      </dgm:t>
    </dgm:pt>
    <dgm:pt modelId="{18A73C39-DB6D-45F5-8158-2F09C0A16A13}">
      <dgm:prSet/>
      <dgm:spPr/>
      <dgm:t>
        <a:bodyPr/>
        <a:lstStyle/>
        <a:p>
          <a:pPr>
            <a:lnSpc>
              <a:spcPct val="100000"/>
            </a:lnSpc>
            <a:defRPr cap="all"/>
          </a:pPr>
          <a:r>
            <a:rPr lang="en-US" baseline="0"/>
            <a:t>Any thing to ask ??</a:t>
          </a:r>
          <a:endParaRPr lang="en-US"/>
        </a:p>
      </dgm:t>
    </dgm:pt>
    <dgm:pt modelId="{2F435F0D-F6FE-41CB-94D1-FCD42309A24E}" type="parTrans" cxnId="{60600C4F-1623-41E8-B219-E212CD40979A}">
      <dgm:prSet/>
      <dgm:spPr/>
      <dgm:t>
        <a:bodyPr/>
        <a:lstStyle/>
        <a:p>
          <a:endParaRPr lang="en-US"/>
        </a:p>
      </dgm:t>
    </dgm:pt>
    <dgm:pt modelId="{1F780F22-08BA-4E47-9B23-1986336A02B5}" type="sibTrans" cxnId="{60600C4F-1623-41E8-B219-E212CD40979A}">
      <dgm:prSet/>
      <dgm:spPr/>
      <dgm:t>
        <a:bodyPr/>
        <a:lstStyle/>
        <a:p>
          <a:endParaRPr lang="en-US"/>
        </a:p>
      </dgm:t>
    </dgm:pt>
    <dgm:pt modelId="{98738B24-6F9B-44AF-B205-212FC0A2BA32}" type="pres">
      <dgm:prSet presAssocID="{932EF5EE-E9A2-48A9-A743-71C68F484C9C}" presName="root" presStyleCnt="0">
        <dgm:presLayoutVars>
          <dgm:dir/>
          <dgm:resizeHandles val="exact"/>
        </dgm:presLayoutVars>
      </dgm:prSet>
      <dgm:spPr/>
    </dgm:pt>
    <dgm:pt modelId="{4FADF25B-51AA-4C54-B845-32D7B9976760}" type="pres">
      <dgm:prSet presAssocID="{83999BE7-A801-4127-831C-7147E8BD8CD2}" presName="compNode" presStyleCnt="0"/>
      <dgm:spPr/>
    </dgm:pt>
    <dgm:pt modelId="{1D99C13F-C867-4479-B693-3AFE974EE0DD}" type="pres">
      <dgm:prSet presAssocID="{83999BE7-A801-4127-831C-7147E8BD8CD2}" presName="iconBgRect" presStyleLbl="bgShp" presStyleIdx="0" presStyleCnt="2"/>
      <dgm:spPr>
        <a:prstGeom prst="round2DiagRect">
          <a:avLst>
            <a:gd name="adj1" fmla="val 29727"/>
            <a:gd name="adj2" fmla="val 0"/>
          </a:avLst>
        </a:prstGeom>
      </dgm:spPr>
    </dgm:pt>
    <dgm:pt modelId="{01FFF199-E143-43B7-9516-3962AF4D00EA}" type="pres">
      <dgm:prSet presAssocID="{83999BE7-A801-4127-831C-7147E8BD8CD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eginning"/>
        </a:ext>
      </dgm:extLst>
    </dgm:pt>
    <dgm:pt modelId="{61B9E5EC-7221-4A88-A6EB-2265445AF70A}" type="pres">
      <dgm:prSet presAssocID="{83999BE7-A801-4127-831C-7147E8BD8CD2}" presName="spaceRect" presStyleCnt="0"/>
      <dgm:spPr/>
    </dgm:pt>
    <dgm:pt modelId="{419C95DF-4ADE-4AB1-9759-B3F6DE43E2A0}" type="pres">
      <dgm:prSet presAssocID="{83999BE7-A801-4127-831C-7147E8BD8CD2}" presName="textRect" presStyleLbl="revTx" presStyleIdx="0" presStyleCnt="2">
        <dgm:presLayoutVars>
          <dgm:chMax val="1"/>
          <dgm:chPref val="1"/>
        </dgm:presLayoutVars>
      </dgm:prSet>
      <dgm:spPr/>
    </dgm:pt>
    <dgm:pt modelId="{AFFA1592-3A7C-4A7F-988D-B5353E4C764A}" type="pres">
      <dgm:prSet presAssocID="{63DF31CB-795D-460E-B73F-D1BDBC6AAE38}" presName="sibTrans" presStyleCnt="0"/>
      <dgm:spPr/>
    </dgm:pt>
    <dgm:pt modelId="{A9E89FBF-3E81-4BA6-857D-E769E63ED80B}" type="pres">
      <dgm:prSet presAssocID="{18A73C39-DB6D-45F5-8158-2F09C0A16A13}" presName="compNode" presStyleCnt="0"/>
      <dgm:spPr/>
    </dgm:pt>
    <dgm:pt modelId="{C07AEB07-F129-4A81-A1B0-B1A7A7056C50}" type="pres">
      <dgm:prSet presAssocID="{18A73C39-DB6D-45F5-8158-2F09C0A16A13}" presName="iconBgRect" presStyleLbl="bgShp" presStyleIdx="1" presStyleCnt="2"/>
      <dgm:spPr>
        <a:prstGeom prst="round2DiagRect">
          <a:avLst>
            <a:gd name="adj1" fmla="val 29727"/>
            <a:gd name="adj2" fmla="val 0"/>
          </a:avLst>
        </a:prstGeom>
      </dgm:spPr>
    </dgm:pt>
    <dgm:pt modelId="{7E64E044-1FBF-42C8-83F4-CE3CAB024BA9}" type="pres">
      <dgm:prSet presAssocID="{18A73C39-DB6D-45F5-8158-2F09C0A16A1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F31725AC-1F2E-462B-9AB8-A9D1F0FD2DD1}" type="pres">
      <dgm:prSet presAssocID="{18A73C39-DB6D-45F5-8158-2F09C0A16A13}" presName="spaceRect" presStyleCnt="0"/>
      <dgm:spPr/>
    </dgm:pt>
    <dgm:pt modelId="{24FDB169-6826-46DA-BC84-554DEA75B280}" type="pres">
      <dgm:prSet presAssocID="{18A73C39-DB6D-45F5-8158-2F09C0A16A13}" presName="textRect" presStyleLbl="revTx" presStyleIdx="1" presStyleCnt="2">
        <dgm:presLayoutVars>
          <dgm:chMax val="1"/>
          <dgm:chPref val="1"/>
        </dgm:presLayoutVars>
      </dgm:prSet>
      <dgm:spPr/>
    </dgm:pt>
  </dgm:ptLst>
  <dgm:cxnLst>
    <dgm:cxn modelId="{BC04DF4B-48B4-4357-A3AE-502A98E098FC}" type="presOf" srcId="{18A73C39-DB6D-45F5-8158-2F09C0A16A13}" destId="{24FDB169-6826-46DA-BC84-554DEA75B280}" srcOrd="0" destOrd="0" presId="urn:microsoft.com/office/officeart/2018/5/layout/IconLeafLabelList"/>
    <dgm:cxn modelId="{60600C4F-1623-41E8-B219-E212CD40979A}" srcId="{932EF5EE-E9A2-48A9-A743-71C68F484C9C}" destId="{18A73C39-DB6D-45F5-8158-2F09C0A16A13}" srcOrd="1" destOrd="0" parTransId="{2F435F0D-F6FE-41CB-94D1-FCD42309A24E}" sibTransId="{1F780F22-08BA-4E47-9B23-1986336A02B5}"/>
    <dgm:cxn modelId="{6466FC50-D381-4C82-AE80-706412AB5D42}" srcId="{932EF5EE-E9A2-48A9-A743-71C68F484C9C}" destId="{83999BE7-A801-4127-831C-7147E8BD8CD2}" srcOrd="0" destOrd="0" parTransId="{F1B82A8E-B9F5-4F1E-82A3-E2D78B42CA6D}" sibTransId="{63DF31CB-795D-460E-B73F-D1BDBC6AAE38}"/>
    <dgm:cxn modelId="{D17C3876-4A80-416C-A36D-AA8A079F0036}" type="presOf" srcId="{83999BE7-A801-4127-831C-7147E8BD8CD2}" destId="{419C95DF-4ADE-4AB1-9759-B3F6DE43E2A0}" srcOrd="0" destOrd="0" presId="urn:microsoft.com/office/officeart/2018/5/layout/IconLeafLabelList"/>
    <dgm:cxn modelId="{C9C75F57-478C-489F-A777-F37D2529E0C9}" type="presOf" srcId="{932EF5EE-E9A2-48A9-A743-71C68F484C9C}" destId="{98738B24-6F9B-44AF-B205-212FC0A2BA32}" srcOrd="0" destOrd="0" presId="urn:microsoft.com/office/officeart/2018/5/layout/IconLeafLabelList"/>
    <dgm:cxn modelId="{4DCC2757-9715-4078-BE49-C68ECDABD380}" type="presParOf" srcId="{98738B24-6F9B-44AF-B205-212FC0A2BA32}" destId="{4FADF25B-51AA-4C54-B845-32D7B9976760}" srcOrd="0" destOrd="0" presId="urn:microsoft.com/office/officeart/2018/5/layout/IconLeafLabelList"/>
    <dgm:cxn modelId="{CDFFBCE1-68D6-443B-A56B-AC5DFE75E989}" type="presParOf" srcId="{4FADF25B-51AA-4C54-B845-32D7B9976760}" destId="{1D99C13F-C867-4479-B693-3AFE974EE0DD}" srcOrd="0" destOrd="0" presId="urn:microsoft.com/office/officeart/2018/5/layout/IconLeafLabelList"/>
    <dgm:cxn modelId="{F0255C21-5BA3-44AA-9A7F-C386148EBDA4}" type="presParOf" srcId="{4FADF25B-51AA-4C54-B845-32D7B9976760}" destId="{01FFF199-E143-43B7-9516-3962AF4D00EA}" srcOrd="1" destOrd="0" presId="urn:microsoft.com/office/officeart/2018/5/layout/IconLeafLabelList"/>
    <dgm:cxn modelId="{C86C1066-3026-49CB-B93C-1519034618F3}" type="presParOf" srcId="{4FADF25B-51AA-4C54-B845-32D7B9976760}" destId="{61B9E5EC-7221-4A88-A6EB-2265445AF70A}" srcOrd="2" destOrd="0" presId="urn:microsoft.com/office/officeart/2018/5/layout/IconLeafLabelList"/>
    <dgm:cxn modelId="{36B2A881-BF13-4108-80B4-3B2E2A8AFAAF}" type="presParOf" srcId="{4FADF25B-51AA-4C54-B845-32D7B9976760}" destId="{419C95DF-4ADE-4AB1-9759-B3F6DE43E2A0}" srcOrd="3" destOrd="0" presId="urn:microsoft.com/office/officeart/2018/5/layout/IconLeafLabelList"/>
    <dgm:cxn modelId="{C9B1BBE0-CD61-434E-9AB3-717180E3FFD2}" type="presParOf" srcId="{98738B24-6F9B-44AF-B205-212FC0A2BA32}" destId="{AFFA1592-3A7C-4A7F-988D-B5353E4C764A}" srcOrd="1" destOrd="0" presId="urn:microsoft.com/office/officeart/2018/5/layout/IconLeafLabelList"/>
    <dgm:cxn modelId="{E5713F8F-FE87-4B52-8403-16469C7945FB}" type="presParOf" srcId="{98738B24-6F9B-44AF-B205-212FC0A2BA32}" destId="{A9E89FBF-3E81-4BA6-857D-E769E63ED80B}" srcOrd="2" destOrd="0" presId="urn:microsoft.com/office/officeart/2018/5/layout/IconLeafLabelList"/>
    <dgm:cxn modelId="{05CFA2E0-9B01-4B84-BE0B-75E78081DA85}" type="presParOf" srcId="{A9E89FBF-3E81-4BA6-857D-E769E63ED80B}" destId="{C07AEB07-F129-4A81-A1B0-B1A7A7056C50}" srcOrd="0" destOrd="0" presId="urn:microsoft.com/office/officeart/2018/5/layout/IconLeafLabelList"/>
    <dgm:cxn modelId="{0B39F8E7-00FF-416F-9316-66D055BD47B0}" type="presParOf" srcId="{A9E89FBF-3E81-4BA6-857D-E769E63ED80B}" destId="{7E64E044-1FBF-42C8-83F4-CE3CAB024BA9}" srcOrd="1" destOrd="0" presId="urn:microsoft.com/office/officeart/2018/5/layout/IconLeafLabelList"/>
    <dgm:cxn modelId="{0137E0AD-A6DF-4938-B2E0-DFE626532932}" type="presParOf" srcId="{A9E89FBF-3E81-4BA6-857D-E769E63ED80B}" destId="{F31725AC-1F2E-462B-9AB8-A9D1F0FD2DD1}" srcOrd="2" destOrd="0" presId="urn:microsoft.com/office/officeart/2018/5/layout/IconLeafLabelList"/>
    <dgm:cxn modelId="{37368F36-410F-4C32-BA97-63914DA2DC35}" type="presParOf" srcId="{A9E89FBF-3E81-4BA6-857D-E769E63ED80B}" destId="{24FDB169-6826-46DA-BC84-554DEA75B280}"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9C13F-C867-4479-B693-3AFE974EE0DD}">
      <dsp:nvSpPr>
        <dsp:cNvPr id="0" name=""/>
        <dsp:cNvSpPr/>
      </dsp:nvSpPr>
      <dsp:spPr>
        <a:xfrm>
          <a:off x="1325840" y="7033"/>
          <a:ext cx="1749937" cy="174993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FFF199-E143-43B7-9516-3962AF4D00EA}">
      <dsp:nvSpPr>
        <dsp:cNvPr id="0" name=""/>
        <dsp:cNvSpPr/>
      </dsp:nvSpPr>
      <dsp:spPr>
        <a:xfrm>
          <a:off x="1698778" y="379971"/>
          <a:ext cx="1004062" cy="1004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19C95DF-4ADE-4AB1-9759-B3F6DE43E2A0}">
      <dsp:nvSpPr>
        <dsp:cNvPr id="0" name=""/>
        <dsp:cNvSpPr/>
      </dsp:nvSpPr>
      <dsp:spPr>
        <a:xfrm>
          <a:off x="766434" y="2302033"/>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cap="all"/>
          </a:pPr>
          <a:r>
            <a:rPr lang="en-US" sz="2600" kern="1200" baseline="0"/>
            <a:t>Continue….</a:t>
          </a:r>
          <a:endParaRPr lang="en-US" sz="2600" kern="1200"/>
        </a:p>
      </dsp:txBody>
      <dsp:txXfrm>
        <a:off x="766434" y="2302033"/>
        <a:ext cx="2868750" cy="720000"/>
      </dsp:txXfrm>
    </dsp:sp>
    <dsp:sp modelId="{C07AEB07-F129-4A81-A1B0-B1A7A7056C50}">
      <dsp:nvSpPr>
        <dsp:cNvPr id="0" name=""/>
        <dsp:cNvSpPr/>
      </dsp:nvSpPr>
      <dsp:spPr>
        <a:xfrm>
          <a:off x="4696621" y="7033"/>
          <a:ext cx="1749937" cy="174993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64E044-1FBF-42C8-83F4-CE3CAB024BA9}">
      <dsp:nvSpPr>
        <dsp:cNvPr id="0" name=""/>
        <dsp:cNvSpPr/>
      </dsp:nvSpPr>
      <dsp:spPr>
        <a:xfrm>
          <a:off x="5069559" y="379971"/>
          <a:ext cx="1004062" cy="1004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FDB169-6826-46DA-BC84-554DEA75B280}">
      <dsp:nvSpPr>
        <dsp:cNvPr id="0" name=""/>
        <dsp:cNvSpPr/>
      </dsp:nvSpPr>
      <dsp:spPr>
        <a:xfrm>
          <a:off x="4137215" y="2302033"/>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cap="all"/>
          </a:pPr>
          <a:r>
            <a:rPr lang="en-US" sz="2600" kern="1200" baseline="0"/>
            <a:t>Any thing to ask ??</a:t>
          </a:r>
          <a:endParaRPr lang="en-US" sz="2600" kern="1200"/>
        </a:p>
      </dsp:txBody>
      <dsp:txXfrm>
        <a:off x="4137215" y="2302033"/>
        <a:ext cx="28687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0A90D812-285E-45BA-991F-3B053307A42D}"/>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121859" name="Rectangle 3">
            <a:extLst>
              <a:ext uri="{FF2B5EF4-FFF2-40B4-BE49-F238E27FC236}">
                <a16:creationId xmlns:a16="http://schemas.microsoft.com/office/drawing/2014/main" id="{0F67A946-3E2C-4C51-977C-26A29244F098}"/>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44036" name="Rectangle 4">
            <a:extLst>
              <a:ext uri="{FF2B5EF4-FFF2-40B4-BE49-F238E27FC236}">
                <a16:creationId xmlns:a16="http://schemas.microsoft.com/office/drawing/2014/main" id="{15225186-8A11-432F-AA98-2D5E5BDD3642}"/>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1861" name="Rectangle 5">
            <a:extLst>
              <a:ext uri="{FF2B5EF4-FFF2-40B4-BE49-F238E27FC236}">
                <a16:creationId xmlns:a16="http://schemas.microsoft.com/office/drawing/2014/main" id="{9BC1CC21-6C5F-4763-87E7-383E478E4E08}"/>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th-TH" altLang="en-US" noProof="0"/>
              <a:t>Click to edit Master text styles</a:t>
            </a:r>
          </a:p>
          <a:p>
            <a:pPr lvl="1"/>
            <a:r>
              <a:rPr lang="th-TH" altLang="en-US" noProof="0"/>
              <a:t>Second level</a:t>
            </a:r>
          </a:p>
          <a:p>
            <a:pPr lvl="2"/>
            <a:r>
              <a:rPr lang="th-TH" altLang="en-US" noProof="0"/>
              <a:t>Third level</a:t>
            </a:r>
          </a:p>
          <a:p>
            <a:pPr lvl="3"/>
            <a:r>
              <a:rPr lang="th-TH" altLang="en-US" noProof="0"/>
              <a:t>Fourth level</a:t>
            </a:r>
          </a:p>
          <a:p>
            <a:pPr lvl="4"/>
            <a:r>
              <a:rPr lang="th-TH" altLang="en-US" noProof="0"/>
              <a:t>Fifth level</a:t>
            </a:r>
          </a:p>
        </p:txBody>
      </p:sp>
      <p:sp>
        <p:nvSpPr>
          <p:cNvPr id="121862" name="Rectangle 6">
            <a:extLst>
              <a:ext uri="{FF2B5EF4-FFF2-40B4-BE49-F238E27FC236}">
                <a16:creationId xmlns:a16="http://schemas.microsoft.com/office/drawing/2014/main" id="{64EBE8B3-3F9B-456F-B901-2F004D5B654A}"/>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121863" name="Rectangle 7">
            <a:extLst>
              <a:ext uri="{FF2B5EF4-FFF2-40B4-BE49-F238E27FC236}">
                <a16:creationId xmlns:a16="http://schemas.microsoft.com/office/drawing/2014/main" id="{3D2FC271-3D65-4025-B92F-C7BB2C360095}"/>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a:ea typeface="Angsana New" panose="02020603050405020304" pitchFamily="18" charset="-34"/>
                <a:cs typeface="Angsana New" panose="02020603050405020304" pitchFamily="18" charset="-34"/>
              </a:defRPr>
            </a:lvl1pPr>
          </a:lstStyle>
          <a:p>
            <a:pPr>
              <a:defRPr/>
            </a:pPr>
            <a:fld id="{C07C3744-6EC3-4E79-A53A-5EE949019065}" type="slidenum">
              <a:rPr lang="en-US" altLang="en-US"/>
              <a:pPr>
                <a:defRPr/>
              </a:pPr>
              <a:t>‹#›</a:t>
            </a:fld>
            <a:endParaRPr lang="th-TH" altLang="en-US"/>
          </a:p>
        </p:txBody>
      </p:sp>
    </p:spTree>
    <p:extLst>
      <p:ext uri="{BB962C8B-B14F-4D97-AF65-F5344CB8AC3E}">
        <p14:creationId xmlns:p14="http://schemas.microsoft.com/office/powerpoint/2010/main" val="270949139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E927BB22-7120-44A8-9731-A2D2E90B1390}"/>
              </a:ext>
            </a:extLst>
          </p:cNvPr>
          <p:cNvSpPr>
            <a:spLocks noGrp="1" noRot="1" noChangeAspect="1" noChangeArrowheads="1" noTextEdit="1"/>
          </p:cNvSpPr>
          <p:nvPr>
            <p:ph type="sldImg"/>
          </p:nvPr>
        </p:nvSpPr>
        <p:spPr>
          <a:xfrm>
            <a:off x="1150938" y="692150"/>
            <a:ext cx="4556125" cy="3416300"/>
          </a:xfrm>
          <a:ln/>
        </p:spPr>
      </p:sp>
      <p:sp>
        <p:nvSpPr>
          <p:cNvPr id="46083" name="Notes Placeholder 2">
            <a:extLst>
              <a:ext uri="{FF2B5EF4-FFF2-40B4-BE49-F238E27FC236}">
                <a16:creationId xmlns:a16="http://schemas.microsoft.com/office/drawing/2014/main" id="{B1D4B81E-0CC1-4B34-931C-D8E6CA3419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6084" name="Footer Placeholder 3">
            <a:extLst>
              <a:ext uri="{FF2B5EF4-FFF2-40B4-BE49-F238E27FC236}">
                <a16:creationId xmlns:a16="http://schemas.microsoft.com/office/drawing/2014/main" id="{484F9F28-10A3-46CF-9C5F-2B4FA1BD8BE1}"/>
              </a:ext>
            </a:extLst>
          </p:cNvPr>
          <p:cNvSpPr>
            <a:spLocks noGrp="1"/>
          </p:cNvSpPr>
          <p:nvPr>
            <p:ph type="ftr" sz="quarter" idx="4"/>
          </p:nvPr>
        </p:nvSpPr>
        <p:spPr>
          <a:xfrm>
            <a:off x="0" y="8686800"/>
            <a:ext cx="2971800" cy="457200"/>
          </a:xfrm>
          <a:noFill/>
        </p:spPr>
        <p:txBody>
          <a:bodyPr/>
          <a:lstStyle>
            <a:lvl1pPr defTabSz="990600">
              <a:defRPr>
                <a:solidFill>
                  <a:schemeClr val="tx1"/>
                </a:solidFill>
                <a:latin typeface="Arial" panose="020B0604020202020204" pitchFamily="34" charset="0"/>
                <a:ea typeface="Angsana New" panose="02020603050405020304" pitchFamily="18" charset="-34"/>
              </a:defRPr>
            </a:lvl1pPr>
            <a:lvl2pPr marL="742950" indent="-285750" defTabSz="990600">
              <a:defRPr>
                <a:solidFill>
                  <a:schemeClr val="tx1"/>
                </a:solidFill>
                <a:latin typeface="Arial" panose="020B0604020202020204" pitchFamily="34" charset="0"/>
                <a:ea typeface="Angsana New" panose="02020603050405020304" pitchFamily="18" charset="-34"/>
              </a:defRPr>
            </a:lvl2pPr>
            <a:lvl3pPr marL="1143000" indent="-228600" defTabSz="990600">
              <a:defRPr>
                <a:solidFill>
                  <a:schemeClr val="tx1"/>
                </a:solidFill>
                <a:latin typeface="Arial" panose="020B0604020202020204" pitchFamily="34" charset="0"/>
                <a:ea typeface="Angsana New" panose="02020603050405020304" pitchFamily="18" charset="-34"/>
              </a:defRPr>
            </a:lvl3pPr>
            <a:lvl4pPr marL="1600200" indent="-228600" defTabSz="990600">
              <a:defRPr>
                <a:solidFill>
                  <a:schemeClr val="tx1"/>
                </a:solidFill>
                <a:latin typeface="Arial" panose="020B0604020202020204" pitchFamily="34" charset="0"/>
                <a:ea typeface="Angsana New" panose="02020603050405020304" pitchFamily="18" charset="-34"/>
              </a:defRPr>
            </a:lvl4pPr>
            <a:lvl5pPr marL="2057400" indent="-228600" defTabSz="990600">
              <a:defRPr>
                <a:solidFill>
                  <a:schemeClr val="tx1"/>
                </a:solidFill>
                <a:latin typeface="Arial" panose="020B0604020202020204" pitchFamily="34" charset="0"/>
                <a:ea typeface="Angsana New" panose="02020603050405020304" pitchFamily="18" charset="-34"/>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r>
              <a:rPr lang="en-US" altLang="en-US"/>
              <a:t>© 2016 Pearson Education, Inc., Hoboken, NJ. All rights reserved.</a:t>
            </a:r>
          </a:p>
        </p:txBody>
      </p:sp>
      <p:sp>
        <p:nvSpPr>
          <p:cNvPr id="46085" name="Slide Number Placeholder 4">
            <a:extLst>
              <a:ext uri="{FF2B5EF4-FFF2-40B4-BE49-F238E27FC236}">
                <a16:creationId xmlns:a16="http://schemas.microsoft.com/office/drawing/2014/main" id="{32185DEE-BFE2-45E2-8220-BC578E7C10C4}"/>
              </a:ext>
            </a:extLst>
          </p:cNvPr>
          <p:cNvSpPr>
            <a:spLocks noGrp="1" noChangeArrowheads="1"/>
          </p:cNvSpPr>
          <p:nvPr>
            <p:ph type="sldNum" sz="quarter" idx="5"/>
          </p:nvPr>
        </p:nvSpPr>
        <p:spPr>
          <a:xfrm>
            <a:off x="3886200" y="8686800"/>
            <a:ext cx="2971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38">
              <a:defRPr>
                <a:solidFill>
                  <a:schemeClr val="tx1"/>
                </a:solidFill>
                <a:latin typeface="Arial" panose="020B0604020202020204" pitchFamily="34" charset="0"/>
                <a:ea typeface="Angsana New" panose="02020603050405020304" pitchFamily="18" charset="-34"/>
              </a:defRPr>
            </a:lvl1pPr>
            <a:lvl2pPr marL="742950" indent="-285750" defTabSz="909638">
              <a:defRPr>
                <a:solidFill>
                  <a:schemeClr val="tx1"/>
                </a:solidFill>
                <a:latin typeface="Arial" panose="020B0604020202020204" pitchFamily="34" charset="0"/>
                <a:ea typeface="Angsana New" panose="02020603050405020304" pitchFamily="18" charset="-34"/>
              </a:defRPr>
            </a:lvl2pPr>
            <a:lvl3pPr marL="1143000" indent="-228600" defTabSz="909638">
              <a:defRPr>
                <a:solidFill>
                  <a:schemeClr val="tx1"/>
                </a:solidFill>
                <a:latin typeface="Arial" panose="020B0604020202020204" pitchFamily="34" charset="0"/>
                <a:ea typeface="Angsana New" panose="02020603050405020304" pitchFamily="18" charset="-34"/>
              </a:defRPr>
            </a:lvl3pPr>
            <a:lvl4pPr marL="1600200" indent="-228600" defTabSz="909638">
              <a:defRPr>
                <a:solidFill>
                  <a:schemeClr val="tx1"/>
                </a:solidFill>
                <a:latin typeface="Arial" panose="020B0604020202020204" pitchFamily="34" charset="0"/>
                <a:ea typeface="Angsana New" panose="02020603050405020304" pitchFamily="18" charset="-34"/>
              </a:defRPr>
            </a:lvl4pPr>
            <a:lvl5pPr marL="2057400" indent="-228600" defTabSz="909638">
              <a:defRPr>
                <a:solidFill>
                  <a:schemeClr val="tx1"/>
                </a:solidFill>
                <a:latin typeface="Arial" panose="020B0604020202020204" pitchFamily="34" charset="0"/>
                <a:ea typeface="Angsana New" panose="02020603050405020304" pitchFamily="18" charset="-34"/>
              </a:defRPr>
            </a:lvl5pPr>
            <a:lvl6pPr marL="25146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fld id="{404B7AD8-E783-48AE-9303-16B5B68B1C49}" type="slidenum">
              <a:rPr lang="en-US" altLang="en-US" sz="1000" i="1" smtClean="0">
                <a:latin typeface="Times New Roman" panose="02020603050405020304" pitchFamily="18" charset="0"/>
                <a:ea typeface="新細明體" panose="02020500000000000000" pitchFamily="18" charset="-120"/>
              </a:rPr>
              <a:pPr/>
              <a:t>1</a:t>
            </a:fld>
            <a:endParaRPr lang="en-US" altLang="en-US" sz="1000" i="1">
              <a:latin typeface="Times New Roman" panose="02020603050405020304" pitchFamily="18" charset="0"/>
              <a:ea typeface="新細明體" panose="02020500000000000000" pitchFamily="18" charset="-120"/>
            </a:endParaRPr>
          </a:p>
        </p:txBody>
      </p:sp>
    </p:spTree>
    <p:extLst>
      <p:ext uri="{BB962C8B-B14F-4D97-AF65-F5344CB8AC3E}">
        <p14:creationId xmlns:p14="http://schemas.microsoft.com/office/powerpoint/2010/main" val="1304381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07C3744-6EC3-4E79-A53A-5EE949019065}" type="slidenum">
              <a:rPr lang="en-US" altLang="en-US" smtClean="0"/>
              <a:pPr>
                <a:defRPr/>
              </a:pPr>
              <a:t>11</a:t>
            </a:fld>
            <a:endParaRPr lang="th-TH" altLang="en-US"/>
          </a:p>
        </p:txBody>
      </p:sp>
    </p:spTree>
    <p:extLst>
      <p:ext uri="{BB962C8B-B14F-4D97-AF65-F5344CB8AC3E}">
        <p14:creationId xmlns:p14="http://schemas.microsoft.com/office/powerpoint/2010/main" val="25507369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A7BF0AF-4BD3-456F-876E-731944C7CF1E}"/>
              </a:ext>
            </a:extLst>
          </p:cNvPr>
          <p:cNvGrpSpPr>
            <a:grpSpLocks/>
          </p:cNvGrpSpPr>
          <p:nvPr/>
        </p:nvGrpSpPr>
        <p:grpSpPr bwMode="auto">
          <a:xfrm>
            <a:off x="0" y="0"/>
            <a:ext cx="8763000" cy="5943600"/>
            <a:chOff x="0" y="0"/>
            <a:chExt cx="5520" cy="3744"/>
          </a:xfrm>
        </p:grpSpPr>
        <p:sp>
          <p:nvSpPr>
            <p:cNvPr id="5" name="Rectangle 3">
              <a:extLst>
                <a:ext uri="{FF2B5EF4-FFF2-40B4-BE49-F238E27FC236}">
                  <a16:creationId xmlns:a16="http://schemas.microsoft.com/office/drawing/2014/main" id="{66A0F1AE-2137-46E3-93A2-7105D8B0B170}"/>
                </a:ext>
              </a:extLst>
            </p:cNvPr>
            <p:cNvSpPr>
              <a:spLocks noChangeArrowheads="1"/>
            </p:cNvSpPr>
            <p:nvPr/>
          </p:nvSpPr>
          <p:spPr bwMode="auto">
            <a:xfrm>
              <a:off x="0" y="0"/>
              <a:ext cx="110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grpSp>
          <p:nvGrpSpPr>
            <p:cNvPr id="6" name="Group 4">
              <a:extLst>
                <a:ext uri="{FF2B5EF4-FFF2-40B4-BE49-F238E27FC236}">
                  <a16:creationId xmlns:a16="http://schemas.microsoft.com/office/drawing/2014/main" id="{2926F480-999F-4E5A-A679-2CC66462FF7A}"/>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a16="http://schemas.microsoft.com/office/drawing/2014/main" id="{787588DD-AA41-4277-9C17-B221A4E03C4C}"/>
                  </a:ext>
                </a:extLst>
              </p:cNvPr>
              <p:cNvSpPr>
                <a:spLocks noChangeArrowheads="1"/>
              </p:cNvSpPr>
              <p:nvPr/>
            </p:nvSpPr>
            <p:spPr bwMode="ltGray">
              <a:xfrm>
                <a:off x="624" y="2208"/>
                <a:ext cx="4896" cy="1536"/>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1" name="Rectangle 6">
                <a:extLst>
                  <a:ext uri="{FF2B5EF4-FFF2-40B4-BE49-F238E27FC236}">
                    <a16:creationId xmlns:a16="http://schemas.microsoft.com/office/drawing/2014/main" id="{DF66D16C-F975-445F-861F-4D4E68151433}"/>
                  </a:ext>
                </a:extLst>
              </p:cNvPr>
              <p:cNvSpPr>
                <a:spLocks noChangeArrowheads="1"/>
              </p:cNvSpPr>
              <p:nvPr/>
            </p:nvSpPr>
            <p:spPr bwMode="white">
              <a:xfrm>
                <a:off x="654" y="2352"/>
                <a:ext cx="4818" cy="13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2" name="Line 7">
                <a:extLst>
                  <a:ext uri="{FF2B5EF4-FFF2-40B4-BE49-F238E27FC236}">
                    <a16:creationId xmlns:a16="http://schemas.microsoft.com/office/drawing/2014/main" id="{6E705887-AB71-4B76-B1F4-8D7F77EAE8CC}"/>
                  </a:ext>
                </a:extLst>
              </p:cNvPr>
              <p:cNvSpPr>
                <a:spLocks noChangeShapeType="1"/>
              </p:cNvSpPr>
              <p:nvPr/>
            </p:nvSpPr>
            <p:spPr bwMode="auto">
              <a:xfrm>
                <a:off x="0" y="3072"/>
                <a:ext cx="624" cy="0"/>
              </a:xfrm>
              <a:prstGeom prst="line">
                <a:avLst/>
              </a:prstGeom>
              <a:noFill/>
              <a:ln w="508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8">
              <a:extLst>
                <a:ext uri="{FF2B5EF4-FFF2-40B4-BE49-F238E27FC236}">
                  <a16:creationId xmlns:a16="http://schemas.microsoft.com/office/drawing/2014/main" id="{BB03B609-8F28-44A4-AC11-5F5379FF134A}"/>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a16="http://schemas.microsoft.com/office/drawing/2014/main" id="{C3C17E7D-EFC9-4005-8EDE-8E4466AE8642}"/>
                  </a:ext>
                </a:extLst>
              </p:cNvPr>
              <p:cNvSpPr>
                <a:spLocks noChangeArrowheads="1"/>
              </p:cNvSpPr>
              <p:nvPr/>
            </p:nvSpPr>
            <p:spPr bwMode="auto">
              <a:xfrm>
                <a:off x="3952" y="336"/>
                <a:ext cx="1536" cy="1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9" name="Line 10">
                <a:extLst>
                  <a:ext uri="{FF2B5EF4-FFF2-40B4-BE49-F238E27FC236}">
                    <a16:creationId xmlns:a16="http://schemas.microsoft.com/office/drawing/2014/main" id="{792123B1-DDFD-4680-AB10-CFA32939CBCF}"/>
                  </a:ext>
                </a:extLst>
              </p:cNvPr>
              <p:cNvSpPr>
                <a:spLocks noChangeShapeType="1"/>
              </p:cNvSpPr>
              <p:nvPr/>
            </p:nvSpPr>
            <p:spPr bwMode="auto">
              <a:xfrm>
                <a:off x="400" y="432"/>
                <a:ext cx="5088"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13" name="Picture 16" descr="emu_300x300_72dpi_black">
            <a:extLst>
              <a:ext uri="{FF2B5EF4-FFF2-40B4-BE49-F238E27FC236}">
                <a16:creationId xmlns:a16="http://schemas.microsoft.com/office/drawing/2014/main" id="{A6F507B9-BBC3-4F9E-B5B3-1F84BF9FAC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8313" y="115888"/>
            <a:ext cx="5746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027" name="Rectangle 11"/>
          <p:cNvSpPr>
            <a:spLocks noGrp="1" noChangeArrowheads="1"/>
          </p:cNvSpPr>
          <p:nvPr>
            <p:ph type="ctrTitle"/>
          </p:nvPr>
        </p:nvSpPr>
        <p:spPr>
          <a:xfrm>
            <a:off x="2057400" y="1143000"/>
            <a:ext cx="6629400" cy="2209800"/>
          </a:xfrm>
        </p:spPr>
        <p:txBody>
          <a:bodyPr/>
          <a:lstStyle>
            <a:lvl1pPr>
              <a:defRPr sz="4800"/>
            </a:lvl1pPr>
          </a:lstStyle>
          <a:p>
            <a:pPr lvl="0"/>
            <a:r>
              <a:rPr lang="en-US" altLang="en-US" noProof="0"/>
              <a:t>Click to edit Master title style</a:t>
            </a:r>
          </a:p>
        </p:txBody>
      </p:sp>
      <p:sp>
        <p:nvSpPr>
          <p:cNvPr id="59802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3">
            <a:extLst>
              <a:ext uri="{FF2B5EF4-FFF2-40B4-BE49-F238E27FC236}">
                <a16:creationId xmlns:a16="http://schemas.microsoft.com/office/drawing/2014/main" id="{0F1BC169-C2A2-45B5-A374-71F2EBA035EC}"/>
              </a:ext>
            </a:extLst>
          </p:cNvPr>
          <p:cNvSpPr>
            <a:spLocks noGrp="1" noChangeArrowheads="1"/>
          </p:cNvSpPr>
          <p:nvPr>
            <p:ph type="dt" sz="half" idx="10"/>
          </p:nvPr>
        </p:nvSpPr>
        <p:spPr>
          <a:xfrm>
            <a:off x="912813" y="6251575"/>
            <a:ext cx="1905000" cy="457200"/>
          </a:xfrm>
        </p:spPr>
        <p:txBody>
          <a:bodyPr/>
          <a:lstStyle>
            <a:lvl1pPr>
              <a:defRPr/>
            </a:lvl1pPr>
          </a:lstStyle>
          <a:p>
            <a:pPr>
              <a:defRPr/>
            </a:pPr>
            <a:fld id="{5BC5A4B5-26F4-4CC4-A8C9-7256B7BDEED5}" type="datetime4">
              <a:rPr lang="en-US" altLang="en-US" smtClean="0"/>
              <a:t>May 21, 2024</a:t>
            </a:fld>
            <a:endParaRPr lang="en-US" altLang="en-US"/>
          </a:p>
        </p:txBody>
      </p:sp>
      <p:sp>
        <p:nvSpPr>
          <p:cNvPr id="15" name="Footer Placeholder 14">
            <a:extLst>
              <a:ext uri="{FF2B5EF4-FFF2-40B4-BE49-F238E27FC236}">
                <a16:creationId xmlns:a16="http://schemas.microsoft.com/office/drawing/2014/main" id="{2790513F-446A-47CC-8086-B585B729A85A}"/>
              </a:ext>
            </a:extLst>
          </p:cNvPr>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en-US"/>
          </a:p>
        </p:txBody>
      </p:sp>
      <p:sp>
        <p:nvSpPr>
          <p:cNvPr id="16" name="Slide Number Placeholder 15">
            <a:extLst>
              <a:ext uri="{FF2B5EF4-FFF2-40B4-BE49-F238E27FC236}">
                <a16:creationId xmlns:a16="http://schemas.microsoft.com/office/drawing/2014/main" id="{44DC9E00-0C42-4E33-9791-DB74392E7DDC}"/>
              </a:ext>
            </a:extLst>
          </p:cNvPr>
          <p:cNvSpPr>
            <a:spLocks noGrp="1" noChangeArrowheads="1"/>
          </p:cNvSpPr>
          <p:nvPr>
            <p:ph type="sldNum" sz="quarter" idx="12"/>
          </p:nvPr>
        </p:nvSpPr>
        <p:spPr>
          <a:xfrm>
            <a:off x="6781800" y="6248400"/>
            <a:ext cx="1905000" cy="457200"/>
          </a:xfrm>
        </p:spPr>
        <p:txBody>
          <a:bodyPr/>
          <a:lstStyle>
            <a:lvl1pPr>
              <a:defRPr/>
            </a:lvl1pPr>
          </a:lstStyle>
          <a:p>
            <a:pPr>
              <a:defRPr/>
            </a:pPr>
            <a:fld id="{FCA2A49A-F948-456B-8433-624613035A24}" type="slidenum">
              <a:rPr lang="en-US" altLang="en-US"/>
              <a:pPr>
                <a:defRPr/>
              </a:pPr>
              <a:t>‹#›</a:t>
            </a:fld>
            <a:endParaRPr lang="en-US" altLang="en-US"/>
          </a:p>
        </p:txBody>
      </p:sp>
    </p:spTree>
    <p:extLst>
      <p:ext uri="{BB962C8B-B14F-4D97-AF65-F5344CB8AC3E}">
        <p14:creationId xmlns:p14="http://schemas.microsoft.com/office/powerpoint/2010/main" val="4081891055"/>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CF9C34EE-72F3-48EA-B932-2A64C2038FE7}"/>
              </a:ext>
            </a:extLst>
          </p:cNvPr>
          <p:cNvSpPr>
            <a:spLocks noGrp="1" noChangeArrowheads="1"/>
          </p:cNvSpPr>
          <p:nvPr>
            <p:ph type="dt" sz="half" idx="10"/>
          </p:nvPr>
        </p:nvSpPr>
        <p:spPr>
          <a:ln/>
        </p:spPr>
        <p:txBody>
          <a:bodyPr/>
          <a:lstStyle>
            <a:lvl1pPr>
              <a:defRPr/>
            </a:lvl1pPr>
          </a:lstStyle>
          <a:p>
            <a:pPr>
              <a:defRPr/>
            </a:pPr>
            <a:fld id="{9827BBBE-186A-4024-8E62-590462448208}" type="datetime4">
              <a:rPr lang="en-US" altLang="en-US" smtClean="0"/>
              <a:t>May 21, 2024</a:t>
            </a:fld>
            <a:endParaRPr lang="en-US" altLang="en-US"/>
          </a:p>
        </p:txBody>
      </p:sp>
      <p:sp>
        <p:nvSpPr>
          <p:cNvPr id="5" name="Rectangle 10">
            <a:extLst>
              <a:ext uri="{FF2B5EF4-FFF2-40B4-BE49-F238E27FC236}">
                <a16:creationId xmlns:a16="http://schemas.microsoft.com/office/drawing/2014/main" id="{C590B3F9-588F-420A-B941-CFF2AA2EA9F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B8035C69-28AB-4877-8601-E8807E4BE94F}"/>
              </a:ext>
            </a:extLst>
          </p:cNvPr>
          <p:cNvSpPr>
            <a:spLocks noGrp="1" noChangeArrowheads="1"/>
          </p:cNvSpPr>
          <p:nvPr>
            <p:ph type="sldNum" sz="quarter" idx="12"/>
          </p:nvPr>
        </p:nvSpPr>
        <p:spPr>
          <a:ln/>
        </p:spPr>
        <p:txBody>
          <a:bodyPr/>
          <a:lstStyle>
            <a:lvl1pPr>
              <a:defRPr/>
            </a:lvl1pPr>
          </a:lstStyle>
          <a:p>
            <a:pPr>
              <a:defRPr/>
            </a:pPr>
            <a:fld id="{50DA9C81-8C0B-420A-8765-3A9516626B09}" type="slidenum">
              <a:rPr lang="en-US" altLang="en-US"/>
              <a:pPr>
                <a:defRPr/>
              </a:pPr>
              <a:t>‹#›</a:t>
            </a:fld>
            <a:endParaRPr lang="en-US" altLang="en-US"/>
          </a:p>
        </p:txBody>
      </p:sp>
    </p:spTree>
    <p:extLst>
      <p:ext uri="{BB962C8B-B14F-4D97-AF65-F5344CB8AC3E}">
        <p14:creationId xmlns:p14="http://schemas.microsoft.com/office/powerpoint/2010/main" val="3406192934"/>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9">
            <a:extLst>
              <a:ext uri="{FF2B5EF4-FFF2-40B4-BE49-F238E27FC236}">
                <a16:creationId xmlns:a16="http://schemas.microsoft.com/office/drawing/2014/main" id="{C4234A2A-5D0C-44C8-887E-D10DDFC7AA53}"/>
              </a:ext>
            </a:extLst>
          </p:cNvPr>
          <p:cNvSpPr>
            <a:spLocks noGrp="1" noChangeArrowheads="1"/>
          </p:cNvSpPr>
          <p:nvPr>
            <p:ph type="dt" sz="half" idx="10"/>
          </p:nvPr>
        </p:nvSpPr>
        <p:spPr>
          <a:ln/>
        </p:spPr>
        <p:txBody>
          <a:bodyPr/>
          <a:lstStyle>
            <a:lvl1pPr>
              <a:defRPr/>
            </a:lvl1pPr>
          </a:lstStyle>
          <a:p>
            <a:pPr>
              <a:defRPr/>
            </a:pPr>
            <a:fld id="{68994EEA-CDE1-4CF0-B97E-F046BC99017A}" type="datetime4">
              <a:rPr lang="en-US" altLang="en-US" smtClean="0"/>
              <a:t>May 21, 2024</a:t>
            </a:fld>
            <a:endParaRPr lang="en-US" altLang="en-US"/>
          </a:p>
        </p:txBody>
      </p:sp>
      <p:sp>
        <p:nvSpPr>
          <p:cNvPr id="5" name="Rectangle 10">
            <a:extLst>
              <a:ext uri="{FF2B5EF4-FFF2-40B4-BE49-F238E27FC236}">
                <a16:creationId xmlns:a16="http://schemas.microsoft.com/office/drawing/2014/main" id="{04E8673F-D3A8-4270-A880-5464CB01F96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EB1F1F1B-8663-4447-B9F0-E50D78F34EFB}"/>
              </a:ext>
            </a:extLst>
          </p:cNvPr>
          <p:cNvSpPr>
            <a:spLocks noGrp="1" noChangeArrowheads="1"/>
          </p:cNvSpPr>
          <p:nvPr>
            <p:ph type="sldNum" sz="quarter" idx="12"/>
          </p:nvPr>
        </p:nvSpPr>
        <p:spPr>
          <a:ln/>
        </p:spPr>
        <p:txBody>
          <a:bodyPr/>
          <a:lstStyle>
            <a:lvl1pPr>
              <a:defRPr/>
            </a:lvl1pPr>
          </a:lstStyle>
          <a:p>
            <a:pPr>
              <a:defRPr/>
            </a:pPr>
            <a:fld id="{99E7F0A4-9658-43EF-876F-1B09C1E0A41F}" type="slidenum">
              <a:rPr lang="en-US" altLang="en-US"/>
              <a:pPr>
                <a:defRPr/>
              </a:pPr>
              <a:t>‹#›</a:t>
            </a:fld>
            <a:endParaRPr lang="en-US" altLang="en-US"/>
          </a:p>
        </p:txBody>
      </p:sp>
    </p:spTree>
    <p:extLst>
      <p:ext uri="{BB962C8B-B14F-4D97-AF65-F5344CB8AC3E}">
        <p14:creationId xmlns:p14="http://schemas.microsoft.com/office/powerpoint/2010/main" val="2982120886"/>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BEDEDA5F-0A5D-4CA4-A1C5-E0BBCA7D32B1}"/>
              </a:ext>
            </a:extLst>
          </p:cNvPr>
          <p:cNvSpPr>
            <a:spLocks noGrp="1" noChangeArrowheads="1"/>
          </p:cNvSpPr>
          <p:nvPr>
            <p:ph type="dt" sz="half" idx="10"/>
          </p:nvPr>
        </p:nvSpPr>
        <p:spPr>
          <a:ln/>
        </p:spPr>
        <p:txBody>
          <a:bodyPr/>
          <a:lstStyle>
            <a:lvl1pPr>
              <a:defRPr/>
            </a:lvl1pPr>
          </a:lstStyle>
          <a:p>
            <a:pPr>
              <a:defRPr/>
            </a:pPr>
            <a:fld id="{AE36E2F7-403A-4BD1-97B2-954E718C0676}" type="datetime4">
              <a:rPr lang="en-US" altLang="en-US" smtClean="0"/>
              <a:t>May 21, 2024</a:t>
            </a:fld>
            <a:endParaRPr lang="en-US" altLang="en-US"/>
          </a:p>
        </p:txBody>
      </p:sp>
      <p:sp>
        <p:nvSpPr>
          <p:cNvPr id="6" name="Rectangle 10">
            <a:extLst>
              <a:ext uri="{FF2B5EF4-FFF2-40B4-BE49-F238E27FC236}">
                <a16:creationId xmlns:a16="http://schemas.microsoft.com/office/drawing/2014/main" id="{4C2AD675-B79B-4C82-8BB7-A5BB8E849A2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FA6E5F42-4825-4052-A411-7C9668ACCC14}"/>
              </a:ext>
            </a:extLst>
          </p:cNvPr>
          <p:cNvSpPr>
            <a:spLocks noGrp="1" noChangeArrowheads="1"/>
          </p:cNvSpPr>
          <p:nvPr>
            <p:ph type="sldNum" sz="quarter" idx="12"/>
          </p:nvPr>
        </p:nvSpPr>
        <p:spPr>
          <a:ln/>
        </p:spPr>
        <p:txBody>
          <a:bodyPr/>
          <a:lstStyle>
            <a:lvl1pPr>
              <a:defRPr/>
            </a:lvl1pPr>
          </a:lstStyle>
          <a:p>
            <a:pPr>
              <a:defRPr/>
            </a:pPr>
            <a:fld id="{2A030BC2-7CF3-4AF3-91D9-2A59AC404433}" type="slidenum">
              <a:rPr lang="en-US" altLang="en-US"/>
              <a:pPr>
                <a:defRPr/>
              </a:pPr>
              <a:t>‹#›</a:t>
            </a:fld>
            <a:endParaRPr lang="en-US" altLang="en-US"/>
          </a:p>
        </p:txBody>
      </p:sp>
    </p:spTree>
    <p:extLst>
      <p:ext uri="{BB962C8B-B14F-4D97-AF65-F5344CB8AC3E}">
        <p14:creationId xmlns:p14="http://schemas.microsoft.com/office/powerpoint/2010/main" val="76287330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B4B9A3CC-A69C-4380-B243-FF56F5877D4A}"/>
              </a:ext>
            </a:extLst>
          </p:cNvPr>
          <p:cNvSpPr>
            <a:spLocks noGrp="1" noChangeArrowheads="1"/>
          </p:cNvSpPr>
          <p:nvPr>
            <p:ph type="dt" sz="half" idx="10"/>
          </p:nvPr>
        </p:nvSpPr>
        <p:spPr>
          <a:ln/>
        </p:spPr>
        <p:txBody>
          <a:bodyPr/>
          <a:lstStyle>
            <a:lvl1pPr>
              <a:defRPr/>
            </a:lvl1pPr>
          </a:lstStyle>
          <a:p>
            <a:pPr>
              <a:defRPr/>
            </a:pPr>
            <a:fld id="{53C47519-7D6C-4277-A527-EC8BF8B7D20D}" type="datetime4">
              <a:rPr lang="en-US" altLang="en-US" smtClean="0"/>
              <a:t>May 21, 2024</a:t>
            </a:fld>
            <a:endParaRPr lang="en-US" altLang="en-US"/>
          </a:p>
        </p:txBody>
      </p:sp>
      <p:sp>
        <p:nvSpPr>
          <p:cNvPr id="8" name="Rectangle 10">
            <a:extLst>
              <a:ext uri="{FF2B5EF4-FFF2-40B4-BE49-F238E27FC236}">
                <a16:creationId xmlns:a16="http://schemas.microsoft.com/office/drawing/2014/main" id="{4BB100D0-7C52-4FE4-BB69-6A02DD95835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1">
            <a:extLst>
              <a:ext uri="{FF2B5EF4-FFF2-40B4-BE49-F238E27FC236}">
                <a16:creationId xmlns:a16="http://schemas.microsoft.com/office/drawing/2014/main" id="{8BE3667C-9E53-4554-BDEC-26A785705C60}"/>
              </a:ext>
            </a:extLst>
          </p:cNvPr>
          <p:cNvSpPr>
            <a:spLocks noGrp="1" noChangeArrowheads="1"/>
          </p:cNvSpPr>
          <p:nvPr>
            <p:ph type="sldNum" sz="quarter" idx="12"/>
          </p:nvPr>
        </p:nvSpPr>
        <p:spPr>
          <a:ln/>
        </p:spPr>
        <p:txBody>
          <a:bodyPr/>
          <a:lstStyle>
            <a:lvl1pPr>
              <a:defRPr/>
            </a:lvl1pPr>
          </a:lstStyle>
          <a:p>
            <a:pPr>
              <a:defRPr/>
            </a:pPr>
            <a:fld id="{4E8385E0-B45E-4570-A3AA-0856022418D9}" type="slidenum">
              <a:rPr lang="en-US" altLang="en-US"/>
              <a:pPr>
                <a:defRPr/>
              </a:pPr>
              <a:t>‹#›</a:t>
            </a:fld>
            <a:endParaRPr lang="en-US" altLang="en-US"/>
          </a:p>
        </p:txBody>
      </p:sp>
    </p:spTree>
    <p:extLst>
      <p:ext uri="{BB962C8B-B14F-4D97-AF65-F5344CB8AC3E}">
        <p14:creationId xmlns:p14="http://schemas.microsoft.com/office/powerpoint/2010/main" val="3859124618"/>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75C9C638-878C-4E40-8D06-96E4C1B412DE}"/>
              </a:ext>
            </a:extLst>
          </p:cNvPr>
          <p:cNvSpPr>
            <a:spLocks noGrp="1" noChangeArrowheads="1"/>
          </p:cNvSpPr>
          <p:nvPr>
            <p:ph type="dt" sz="half" idx="10"/>
          </p:nvPr>
        </p:nvSpPr>
        <p:spPr>
          <a:ln/>
        </p:spPr>
        <p:txBody>
          <a:bodyPr/>
          <a:lstStyle>
            <a:lvl1pPr>
              <a:defRPr/>
            </a:lvl1pPr>
          </a:lstStyle>
          <a:p>
            <a:pPr>
              <a:defRPr/>
            </a:pPr>
            <a:fld id="{5DCB4BA1-EF4A-46E7-A043-BEC20C08A882}" type="datetime4">
              <a:rPr lang="en-US" altLang="en-US" smtClean="0"/>
              <a:t>May 21, 2024</a:t>
            </a:fld>
            <a:endParaRPr lang="en-US" altLang="en-US"/>
          </a:p>
        </p:txBody>
      </p:sp>
      <p:sp>
        <p:nvSpPr>
          <p:cNvPr id="4" name="Rectangle 10">
            <a:extLst>
              <a:ext uri="{FF2B5EF4-FFF2-40B4-BE49-F238E27FC236}">
                <a16:creationId xmlns:a16="http://schemas.microsoft.com/office/drawing/2014/main" id="{3310315F-DE20-461D-BB40-598604683D4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1">
            <a:extLst>
              <a:ext uri="{FF2B5EF4-FFF2-40B4-BE49-F238E27FC236}">
                <a16:creationId xmlns:a16="http://schemas.microsoft.com/office/drawing/2014/main" id="{45B671E4-A185-4AAA-BFEE-B5DA72854E32}"/>
              </a:ext>
            </a:extLst>
          </p:cNvPr>
          <p:cNvSpPr>
            <a:spLocks noGrp="1" noChangeArrowheads="1"/>
          </p:cNvSpPr>
          <p:nvPr>
            <p:ph type="sldNum" sz="quarter" idx="12"/>
          </p:nvPr>
        </p:nvSpPr>
        <p:spPr>
          <a:ln/>
        </p:spPr>
        <p:txBody>
          <a:bodyPr/>
          <a:lstStyle>
            <a:lvl1pPr>
              <a:defRPr/>
            </a:lvl1pPr>
          </a:lstStyle>
          <a:p>
            <a:pPr>
              <a:defRPr/>
            </a:pPr>
            <a:fld id="{A92DC3B9-A196-4109-8661-49D33AF61530}" type="slidenum">
              <a:rPr lang="en-US" altLang="en-US"/>
              <a:pPr>
                <a:defRPr/>
              </a:pPr>
              <a:t>‹#›</a:t>
            </a:fld>
            <a:endParaRPr lang="en-US" altLang="en-US"/>
          </a:p>
        </p:txBody>
      </p:sp>
    </p:spTree>
    <p:extLst>
      <p:ext uri="{BB962C8B-B14F-4D97-AF65-F5344CB8AC3E}">
        <p14:creationId xmlns:p14="http://schemas.microsoft.com/office/powerpoint/2010/main" val="45112132"/>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5C476D0D-B5BB-40B1-97F5-041B0BB00038}"/>
              </a:ext>
            </a:extLst>
          </p:cNvPr>
          <p:cNvSpPr>
            <a:spLocks noGrp="1" noChangeArrowheads="1"/>
          </p:cNvSpPr>
          <p:nvPr>
            <p:ph type="dt" sz="half" idx="10"/>
          </p:nvPr>
        </p:nvSpPr>
        <p:spPr>
          <a:ln/>
        </p:spPr>
        <p:txBody>
          <a:bodyPr/>
          <a:lstStyle>
            <a:lvl1pPr>
              <a:defRPr/>
            </a:lvl1pPr>
          </a:lstStyle>
          <a:p>
            <a:pPr>
              <a:defRPr/>
            </a:pPr>
            <a:fld id="{331896EC-27A3-4DEC-9EAE-1715D1EE9CB2}" type="datetime4">
              <a:rPr lang="en-US" altLang="en-US" smtClean="0"/>
              <a:t>May 21, 2024</a:t>
            </a:fld>
            <a:endParaRPr lang="en-US" altLang="en-US"/>
          </a:p>
        </p:txBody>
      </p:sp>
      <p:sp>
        <p:nvSpPr>
          <p:cNvPr id="3" name="Rectangle 10">
            <a:extLst>
              <a:ext uri="{FF2B5EF4-FFF2-40B4-BE49-F238E27FC236}">
                <a16:creationId xmlns:a16="http://schemas.microsoft.com/office/drawing/2014/main" id="{584D7CD9-03DE-48D5-8B6F-A09B7D332F8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1">
            <a:extLst>
              <a:ext uri="{FF2B5EF4-FFF2-40B4-BE49-F238E27FC236}">
                <a16:creationId xmlns:a16="http://schemas.microsoft.com/office/drawing/2014/main" id="{4B50E0DF-BFAF-460E-AA43-87A734A1C027}"/>
              </a:ext>
            </a:extLst>
          </p:cNvPr>
          <p:cNvSpPr>
            <a:spLocks noGrp="1" noChangeArrowheads="1"/>
          </p:cNvSpPr>
          <p:nvPr>
            <p:ph type="sldNum" sz="quarter" idx="12"/>
          </p:nvPr>
        </p:nvSpPr>
        <p:spPr>
          <a:ln/>
        </p:spPr>
        <p:txBody>
          <a:bodyPr/>
          <a:lstStyle>
            <a:lvl1pPr>
              <a:defRPr/>
            </a:lvl1pPr>
          </a:lstStyle>
          <a:p>
            <a:pPr>
              <a:defRPr/>
            </a:pPr>
            <a:fld id="{EB21815A-02CE-4946-BC74-B18050342953}" type="slidenum">
              <a:rPr lang="en-US" altLang="en-US"/>
              <a:pPr>
                <a:defRPr/>
              </a:pPr>
              <a:t>‹#›</a:t>
            </a:fld>
            <a:endParaRPr lang="en-US" altLang="en-US"/>
          </a:p>
        </p:txBody>
      </p:sp>
    </p:spTree>
    <p:extLst>
      <p:ext uri="{BB962C8B-B14F-4D97-AF65-F5344CB8AC3E}">
        <p14:creationId xmlns:p14="http://schemas.microsoft.com/office/powerpoint/2010/main" val="404583648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9765C9AE-0CF0-4AA4-A848-0E2835A2EE33}"/>
              </a:ext>
            </a:extLst>
          </p:cNvPr>
          <p:cNvSpPr>
            <a:spLocks noGrp="1" noChangeArrowheads="1"/>
          </p:cNvSpPr>
          <p:nvPr>
            <p:ph type="dt" sz="half" idx="10"/>
          </p:nvPr>
        </p:nvSpPr>
        <p:spPr>
          <a:ln/>
        </p:spPr>
        <p:txBody>
          <a:bodyPr/>
          <a:lstStyle>
            <a:lvl1pPr>
              <a:defRPr/>
            </a:lvl1pPr>
          </a:lstStyle>
          <a:p>
            <a:pPr>
              <a:defRPr/>
            </a:pPr>
            <a:fld id="{6F01F57A-160C-4DBD-8129-F74AC5E4C8FF}" type="datetime4">
              <a:rPr lang="en-US" altLang="en-US" smtClean="0"/>
              <a:t>May 21, 2024</a:t>
            </a:fld>
            <a:endParaRPr lang="en-US" altLang="en-US"/>
          </a:p>
        </p:txBody>
      </p:sp>
      <p:sp>
        <p:nvSpPr>
          <p:cNvPr id="6" name="Rectangle 10">
            <a:extLst>
              <a:ext uri="{FF2B5EF4-FFF2-40B4-BE49-F238E27FC236}">
                <a16:creationId xmlns:a16="http://schemas.microsoft.com/office/drawing/2014/main" id="{FC78EA8E-2184-4C93-A632-2F9F0776E0C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1C0FE5F5-94B2-4263-8EC5-9430AB9C03D8}"/>
              </a:ext>
            </a:extLst>
          </p:cNvPr>
          <p:cNvSpPr>
            <a:spLocks noGrp="1" noChangeArrowheads="1"/>
          </p:cNvSpPr>
          <p:nvPr>
            <p:ph type="sldNum" sz="quarter" idx="12"/>
          </p:nvPr>
        </p:nvSpPr>
        <p:spPr>
          <a:ln/>
        </p:spPr>
        <p:txBody>
          <a:bodyPr/>
          <a:lstStyle>
            <a:lvl1pPr>
              <a:defRPr/>
            </a:lvl1pPr>
          </a:lstStyle>
          <a:p>
            <a:pPr>
              <a:defRPr/>
            </a:pPr>
            <a:fld id="{0DE921B3-5AA3-40B2-BD1E-81A7FD4E636B}" type="slidenum">
              <a:rPr lang="en-US" altLang="en-US"/>
              <a:pPr>
                <a:defRPr/>
              </a:pPr>
              <a:t>‹#›</a:t>
            </a:fld>
            <a:endParaRPr lang="en-US" altLang="en-US"/>
          </a:p>
        </p:txBody>
      </p:sp>
    </p:spTree>
    <p:extLst>
      <p:ext uri="{BB962C8B-B14F-4D97-AF65-F5344CB8AC3E}">
        <p14:creationId xmlns:p14="http://schemas.microsoft.com/office/powerpoint/2010/main" val="4154247001"/>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0E467AB0-774D-43D9-8198-193CB588BACB}"/>
              </a:ext>
            </a:extLst>
          </p:cNvPr>
          <p:cNvSpPr>
            <a:spLocks noGrp="1" noChangeArrowheads="1"/>
          </p:cNvSpPr>
          <p:nvPr>
            <p:ph type="dt" sz="half" idx="10"/>
          </p:nvPr>
        </p:nvSpPr>
        <p:spPr>
          <a:ln/>
        </p:spPr>
        <p:txBody>
          <a:bodyPr/>
          <a:lstStyle>
            <a:lvl1pPr>
              <a:defRPr/>
            </a:lvl1pPr>
          </a:lstStyle>
          <a:p>
            <a:pPr>
              <a:defRPr/>
            </a:pPr>
            <a:fld id="{AAB558D7-F0E0-4297-ADF6-FEC8ACB68C6B}" type="datetime4">
              <a:rPr lang="en-US" altLang="en-US" smtClean="0"/>
              <a:t>May 21, 2024</a:t>
            </a:fld>
            <a:endParaRPr lang="en-US" altLang="en-US"/>
          </a:p>
        </p:txBody>
      </p:sp>
      <p:sp>
        <p:nvSpPr>
          <p:cNvPr id="6" name="Rectangle 10">
            <a:extLst>
              <a:ext uri="{FF2B5EF4-FFF2-40B4-BE49-F238E27FC236}">
                <a16:creationId xmlns:a16="http://schemas.microsoft.com/office/drawing/2014/main" id="{7B808355-42A5-4D0E-8518-E0F4FD43197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3BAF7EF2-E2DF-47AB-891C-D84081527129}"/>
              </a:ext>
            </a:extLst>
          </p:cNvPr>
          <p:cNvSpPr>
            <a:spLocks noGrp="1" noChangeArrowheads="1"/>
          </p:cNvSpPr>
          <p:nvPr>
            <p:ph type="sldNum" sz="quarter" idx="12"/>
          </p:nvPr>
        </p:nvSpPr>
        <p:spPr>
          <a:ln/>
        </p:spPr>
        <p:txBody>
          <a:bodyPr/>
          <a:lstStyle>
            <a:lvl1pPr>
              <a:defRPr/>
            </a:lvl1pPr>
          </a:lstStyle>
          <a:p>
            <a:pPr>
              <a:defRPr/>
            </a:pPr>
            <a:fld id="{CCB248BD-9539-4CAF-93DC-A2CA13CA5E98}" type="slidenum">
              <a:rPr lang="en-US" altLang="en-US"/>
              <a:pPr>
                <a:defRPr/>
              </a:pPr>
              <a:t>‹#›</a:t>
            </a:fld>
            <a:endParaRPr lang="en-US" altLang="en-US"/>
          </a:p>
        </p:txBody>
      </p:sp>
    </p:spTree>
    <p:extLst>
      <p:ext uri="{BB962C8B-B14F-4D97-AF65-F5344CB8AC3E}">
        <p14:creationId xmlns:p14="http://schemas.microsoft.com/office/powerpoint/2010/main" val="1270631338"/>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4DFEB8B6-9CBD-44BF-A7E4-D3D886E91852}"/>
              </a:ext>
            </a:extLst>
          </p:cNvPr>
          <p:cNvSpPr>
            <a:spLocks noGrp="1" noChangeArrowheads="1"/>
          </p:cNvSpPr>
          <p:nvPr>
            <p:ph type="dt" sz="half" idx="10"/>
          </p:nvPr>
        </p:nvSpPr>
        <p:spPr>
          <a:ln/>
        </p:spPr>
        <p:txBody>
          <a:bodyPr/>
          <a:lstStyle>
            <a:lvl1pPr>
              <a:defRPr/>
            </a:lvl1pPr>
          </a:lstStyle>
          <a:p>
            <a:pPr>
              <a:defRPr/>
            </a:pPr>
            <a:fld id="{2EE4C2D4-AED4-49A9-9EFA-2DD204261EE7}" type="datetime4">
              <a:rPr lang="en-US" altLang="en-US" smtClean="0"/>
              <a:t>May 21, 2024</a:t>
            </a:fld>
            <a:endParaRPr lang="en-US" altLang="en-US"/>
          </a:p>
        </p:txBody>
      </p:sp>
      <p:sp>
        <p:nvSpPr>
          <p:cNvPr id="5" name="Rectangle 10">
            <a:extLst>
              <a:ext uri="{FF2B5EF4-FFF2-40B4-BE49-F238E27FC236}">
                <a16:creationId xmlns:a16="http://schemas.microsoft.com/office/drawing/2014/main" id="{E0908BF4-CB10-49D2-9638-F9AF6998E68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D8A2F6A0-8795-460A-8A6C-6A0D79743EA3}"/>
              </a:ext>
            </a:extLst>
          </p:cNvPr>
          <p:cNvSpPr>
            <a:spLocks noGrp="1" noChangeArrowheads="1"/>
          </p:cNvSpPr>
          <p:nvPr>
            <p:ph type="sldNum" sz="quarter" idx="12"/>
          </p:nvPr>
        </p:nvSpPr>
        <p:spPr>
          <a:ln/>
        </p:spPr>
        <p:txBody>
          <a:bodyPr/>
          <a:lstStyle>
            <a:lvl1pPr>
              <a:defRPr/>
            </a:lvl1pPr>
          </a:lstStyle>
          <a:p>
            <a:pPr>
              <a:defRPr/>
            </a:pPr>
            <a:fld id="{DE73F2B1-D81C-4169-96DE-C2961E383EAB}" type="slidenum">
              <a:rPr lang="en-US" altLang="en-US"/>
              <a:pPr>
                <a:defRPr/>
              </a:pPr>
              <a:t>‹#›</a:t>
            </a:fld>
            <a:endParaRPr lang="en-US" altLang="en-US"/>
          </a:p>
        </p:txBody>
      </p:sp>
    </p:spTree>
    <p:extLst>
      <p:ext uri="{BB962C8B-B14F-4D97-AF65-F5344CB8AC3E}">
        <p14:creationId xmlns:p14="http://schemas.microsoft.com/office/powerpoint/2010/main" val="3553602119"/>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193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905500"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1DBC7B38-5070-4237-8553-69481B5B89E3}"/>
              </a:ext>
            </a:extLst>
          </p:cNvPr>
          <p:cNvSpPr>
            <a:spLocks noGrp="1" noChangeArrowheads="1"/>
          </p:cNvSpPr>
          <p:nvPr>
            <p:ph type="dt" sz="half" idx="10"/>
          </p:nvPr>
        </p:nvSpPr>
        <p:spPr>
          <a:ln/>
        </p:spPr>
        <p:txBody>
          <a:bodyPr/>
          <a:lstStyle>
            <a:lvl1pPr>
              <a:defRPr/>
            </a:lvl1pPr>
          </a:lstStyle>
          <a:p>
            <a:pPr>
              <a:defRPr/>
            </a:pPr>
            <a:fld id="{845C5BC7-25FB-48F9-9ECD-E148693D6F39}" type="datetime4">
              <a:rPr lang="en-US" altLang="en-US" smtClean="0"/>
              <a:t>May 21, 2024</a:t>
            </a:fld>
            <a:endParaRPr lang="en-US" altLang="en-US"/>
          </a:p>
        </p:txBody>
      </p:sp>
      <p:sp>
        <p:nvSpPr>
          <p:cNvPr id="5" name="Rectangle 10">
            <a:extLst>
              <a:ext uri="{FF2B5EF4-FFF2-40B4-BE49-F238E27FC236}">
                <a16:creationId xmlns:a16="http://schemas.microsoft.com/office/drawing/2014/main" id="{48EF8B06-6A73-463B-8148-0D54FBA1B4F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4E710C1B-376F-4EEA-81E0-1E3990D393E9}"/>
              </a:ext>
            </a:extLst>
          </p:cNvPr>
          <p:cNvSpPr>
            <a:spLocks noGrp="1" noChangeArrowheads="1"/>
          </p:cNvSpPr>
          <p:nvPr>
            <p:ph type="sldNum" sz="quarter" idx="12"/>
          </p:nvPr>
        </p:nvSpPr>
        <p:spPr>
          <a:ln/>
        </p:spPr>
        <p:txBody>
          <a:bodyPr/>
          <a:lstStyle>
            <a:lvl1pPr>
              <a:defRPr/>
            </a:lvl1pPr>
          </a:lstStyle>
          <a:p>
            <a:pPr>
              <a:defRPr/>
            </a:pPr>
            <a:fld id="{CE560F63-EACA-4932-AF9B-D14368E73A48}" type="slidenum">
              <a:rPr lang="en-US" altLang="en-US"/>
              <a:pPr>
                <a:defRPr/>
              </a:pPr>
              <a:t>‹#›</a:t>
            </a:fld>
            <a:endParaRPr lang="en-US" altLang="en-US"/>
          </a:p>
        </p:txBody>
      </p:sp>
    </p:spTree>
    <p:extLst>
      <p:ext uri="{BB962C8B-B14F-4D97-AF65-F5344CB8AC3E}">
        <p14:creationId xmlns:p14="http://schemas.microsoft.com/office/powerpoint/2010/main" val="3187015778"/>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6549AE-72E3-47BE-AD73-E71A3EA949A1}"/>
              </a:ext>
            </a:extLst>
          </p:cNvPr>
          <p:cNvSpPr/>
          <p:nvPr/>
        </p:nvSpPr>
        <p:spPr>
          <a:xfrm>
            <a:off x="282575" y="228600"/>
            <a:ext cx="4235450" cy="4187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Rectangle 4">
            <a:extLst>
              <a:ext uri="{FF2B5EF4-FFF2-40B4-BE49-F238E27FC236}">
                <a16:creationId xmlns:a16="http://schemas.microsoft.com/office/drawing/2014/main" id="{39EC22C5-F716-4404-9C88-99D11E2E0C45}"/>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8F9F2FC3-1FDA-44A6-9B5F-C8C03570B5AB}"/>
              </a:ext>
            </a:extLst>
          </p:cNvPr>
          <p:cNvSpPr/>
          <p:nvPr/>
        </p:nvSpPr>
        <p:spPr>
          <a:xfrm>
            <a:off x="4624388" y="2378075"/>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3A8AF5D0-F3E1-4ABD-8A1F-F331D59F0408}"/>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8" name="Rectangle 7">
            <a:extLst>
              <a:ext uri="{FF2B5EF4-FFF2-40B4-BE49-F238E27FC236}">
                <a16:creationId xmlns:a16="http://schemas.microsoft.com/office/drawing/2014/main" id="{60510EAD-8477-4A4C-8F7B-CAE19A6CB78E}"/>
              </a:ext>
            </a:extLst>
          </p:cNvPr>
          <p:cNvSpPr/>
          <p:nvPr/>
        </p:nvSpPr>
        <p:spPr>
          <a:xfrm>
            <a:off x="4624388" y="228600"/>
            <a:ext cx="2057400" cy="2038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9" name="Rectangle 8">
            <a:extLst>
              <a:ext uri="{FF2B5EF4-FFF2-40B4-BE49-F238E27FC236}">
                <a16:creationId xmlns:a16="http://schemas.microsoft.com/office/drawing/2014/main" id="{6E6F5103-6E1E-41E2-A621-C0B09AD9ACB2}"/>
              </a:ext>
            </a:extLst>
          </p:cNvPr>
          <p:cNvSpPr/>
          <p:nvPr/>
        </p:nvSpPr>
        <p:spPr>
          <a:xfrm>
            <a:off x="6802438" y="2378075"/>
            <a:ext cx="2057400" cy="2038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0" name="Date Placeholder 3">
            <a:extLst>
              <a:ext uri="{FF2B5EF4-FFF2-40B4-BE49-F238E27FC236}">
                <a16:creationId xmlns:a16="http://schemas.microsoft.com/office/drawing/2014/main" id="{206B4422-FDBB-451A-80A3-E1AF08DE1A22}"/>
              </a:ext>
            </a:extLst>
          </p:cNvPr>
          <p:cNvSpPr>
            <a:spLocks noGrp="1"/>
          </p:cNvSpPr>
          <p:nvPr>
            <p:ph type="dt" sz="half" idx="10"/>
          </p:nvPr>
        </p:nvSpPr>
        <p:spPr>
          <a:xfrm>
            <a:off x="4800600" y="6426200"/>
            <a:ext cx="1231900" cy="365125"/>
          </a:xfrm>
        </p:spPr>
        <p:txBody>
          <a:bodyPr/>
          <a:lstStyle>
            <a:lvl1pPr algn="l">
              <a:defRPr/>
            </a:lvl1pPr>
          </a:lstStyle>
          <a:p>
            <a:pPr>
              <a:defRPr/>
            </a:pPr>
            <a:fld id="{51752509-2F43-4E42-9C46-F67640C7B1B0}" type="datetime4">
              <a:rPr lang="en-US" altLang="en-US" smtClean="0"/>
              <a:t>May 21, 2024</a:t>
            </a:fld>
            <a:endParaRPr lang="en-US" altLang="en-US"/>
          </a:p>
        </p:txBody>
      </p:sp>
      <p:sp>
        <p:nvSpPr>
          <p:cNvPr id="11" name="Footer Placeholder 4">
            <a:extLst>
              <a:ext uri="{FF2B5EF4-FFF2-40B4-BE49-F238E27FC236}">
                <a16:creationId xmlns:a16="http://schemas.microsoft.com/office/drawing/2014/main" id="{F2442541-6637-473A-8646-7A5B17DAAB20}"/>
              </a:ext>
            </a:extLst>
          </p:cNvPr>
          <p:cNvSpPr>
            <a:spLocks noGrp="1"/>
          </p:cNvSpPr>
          <p:nvPr>
            <p:ph type="ftr" sz="quarter" idx="11"/>
          </p:nvPr>
        </p:nvSpPr>
        <p:spPr>
          <a:xfrm>
            <a:off x="6311900" y="6426200"/>
            <a:ext cx="2616200" cy="365125"/>
          </a:xfrm>
        </p:spPr>
        <p:txBody>
          <a:bodyPr/>
          <a:lstStyle>
            <a:lvl1pPr algn="r">
              <a:defRPr/>
            </a:lvl1pPr>
          </a:lstStyle>
          <a:p>
            <a:pPr>
              <a:defRPr/>
            </a:pPr>
            <a:endParaRPr lang="en-US" altLang="en-US"/>
          </a:p>
        </p:txBody>
      </p:sp>
    </p:spTree>
    <p:extLst>
      <p:ext uri="{BB962C8B-B14F-4D97-AF65-F5344CB8AC3E}">
        <p14:creationId xmlns:p14="http://schemas.microsoft.com/office/powerpoint/2010/main" val="3095534497"/>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A05DE3-C201-4B11-9666-0C6166F80377}"/>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84101D24-BFA7-4899-9B74-B8A3EFA117AF}"/>
              </a:ext>
            </a:extLst>
          </p:cNvPr>
          <p:cNvSpPr>
            <a:spLocks noGrp="1"/>
          </p:cNvSpPr>
          <p:nvPr>
            <p:ph type="dt" sz="half" idx="10"/>
          </p:nvPr>
        </p:nvSpPr>
        <p:spPr/>
        <p:txBody>
          <a:bodyPr/>
          <a:lstStyle>
            <a:lvl1pPr>
              <a:defRPr/>
            </a:lvl1pPr>
          </a:lstStyle>
          <a:p>
            <a:pPr>
              <a:defRPr/>
            </a:pPr>
            <a:fld id="{13F99C14-10D9-4321-B3FF-0E9B3870EC11}" type="datetime4">
              <a:rPr lang="en-US" altLang="en-US" smtClean="0"/>
              <a:t>May 21, 2024</a:t>
            </a:fld>
            <a:endParaRPr lang="en-US" altLang="en-US"/>
          </a:p>
        </p:txBody>
      </p:sp>
      <p:sp>
        <p:nvSpPr>
          <p:cNvPr id="6" name="Footer Placeholder 4">
            <a:extLst>
              <a:ext uri="{FF2B5EF4-FFF2-40B4-BE49-F238E27FC236}">
                <a16:creationId xmlns:a16="http://schemas.microsoft.com/office/drawing/2014/main" id="{6E967D6C-DA6F-4253-9972-3ACF725B5CB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A360E86-5EA3-4476-88D3-5048B6BF470E}"/>
              </a:ext>
            </a:extLst>
          </p:cNvPr>
          <p:cNvSpPr>
            <a:spLocks noGrp="1"/>
          </p:cNvSpPr>
          <p:nvPr>
            <p:ph type="sldNum" sz="quarter" idx="12"/>
          </p:nvPr>
        </p:nvSpPr>
        <p:spPr/>
        <p:txBody>
          <a:bodyPr/>
          <a:lstStyle>
            <a:lvl1pPr>
              <a:defRPr/>
            </a:lvl1pPr>
          </a:lstStyle>
          <a:p>
            <a:pPr>
              <a:defRPr/>
            </a:pPr>
            <a:fld id="{5997FF75-9E45-4F6E-9E89-BE68C2AA7735}" type="slidenum">
              <a:rPr lang="en-US" altLang="en-US"/>
              <a:pPr>
                <a:defRPr/>
              </a:pPr>
              <a:t>‹#›</a:t>
            </a:fld>
            <a:endParaRPr lang="en-US" altLang="en-US"/>
          </a:p>
        </p:txBody>
      </p:sp>
    </p:spTree>
    <p:extLst>
      <p:ext uri="{BB962C8B-B14F-4D97-AF65-F5344CB8AC3E}">
        <p14:creationId xmlns:p14="http://schemas.microsoft.com/office/powerpoint/2010/main" val="3026629825"/>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and Content, Al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9CC2ECC-E059-4618-997A-65107B4AD2CF}"/>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C96F8D73-B495-4145-B486-D69B73FDAB72}"/>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a:xfrm>
            <a:off x="498474" y="134471"/>
            <a:ext cx="7556313" cy="995082"/>
          </a:xfrm>
        </p:spPr>
        <p:txBody>
          <a:bodyPr anchor="b"/>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Text Placeholder 3"/>
          <p:cNvSpPr>
            <a:spLocks noGrp="1"/>
          </p:cNvSpPr>
          <p:nvPr>
            <p:ph type="body" sz="half" idx="2"/>
          </p:nvPr>
        </p:nvSpPr>
        <p:spPr>
          <a:xfrm>
            <a:off x="498518" y="1129553"/>
            <a:ext cx="7558960" cy="774700"/>
          </a:xfrm>
        </p:spPr>
        <p:txBody>
          <a:bodyPr rtlCol="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3">
            <a:extLst>
              <a:ext uri="{FF2B5EF4-FFF2-40B4-BE49-F238E27FC236}">
                <a16:creationId xmlns:a16="http://schemas.microsoft.com/office/drawing/2014/main" id="{65019766-081A-47D0-BAEA-0C15F0721F57}"/>
              </a:ext>
            </a:extLst>
          </p:cNvPr>
          <p:cNvSpPr>
            <a:spLocks noGrp="1"/>
          </p:cNvSpPr>
          <p:nvPr>
            <p:ph type="dt" sz="half" idx="10"/>
          </p:nvPr>
        </p:nvSpPr>
        <p:spPr/>
        <p:txBody>
          <a:bodyPr/>
          <a:lstStyle>
            <a:lvl1pPr>
              <a:defRPr/>
            </a:lvl1pPr>
          </a:lstStyle>
          <a:p>
            <a:pPr>
              <a:defRPr/>
            </a:pPr>
            <a:fld id="{42F4B6AC-63EB-4180-A36B-8AD10E9CDD5C}" type="datetime4">
              <a:rPr lang="en-US" altLang="en-US" smtClean="0"/>
              <a:t>May 21, 2024</a:t>
            </a:fld>
            <a:endParaRPr lang="en-US" altLang="en-US"/>
          </a:p>
        </p:txBody>
      </p:sp>
      <p:sp>
        <p:nvSpPr>
          <p:cNvPr id="8" name="Footer Placeholder 4">
            <a:extLst>
              <a:ext uri="{FF2B5EF4-FFF2-40B4-BE49-F238E27FC236}">
                <a16:creationId xmlns:a16="http://schemas.microsoft.com/office/drawing/2014/main" id="{7423F56D-9BA3-4A25-B9BA-424A70868E6D}"/>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5488EADA-FED8-4753-AAF3-AC9BBB764650}"/>
              </a:ext>
            </a:extLst>
          </p:cNvPr>
          <p:cNvSpPr>
            <a:spLocks noGrp="1"/>
          </p:cNvSpPr>
          <p:nvPr>
            <p:ph type="sldNum" sz="quarter" idx="12"/>
          </p:nvPr>
        </p:nvSpPr>
        <p:spPr/>
        <p:txBody>
          <a:bodyPr/>
          <a:lstStyle>
            <a:lvl1pPr>
              <a:defRPr/>
            </a:lvl1pPr>
          </a:lstStyle>
          <a:p>
            <a:pPr>
              <a:defRPr/>
            </a:pPr>
            <a:fld id="{F9DC72B3-6AE1-4353-8D4C-88EC00346497}" type="slidenum">
              <a:rPr lang="en-US" altLang="en-US"/>
              <a:pPr>
                <a:defRPr/>
              </a:pPr>
              <a:t>‹#›</a:t>
            </a:fld>
            <a:endParaRPr lang="en-US" altLang="en-US"/>
          </a:p>
        </p:txBody>
      </p:sp>
    </p:spTree>
    <p:extLst>
      <p:ext uri="{BB962C8B-B14F-4D97-AF65-F5344CB8AC3E}">
        <p14:creationId xmlns:p14="http://schemas.microsoft.com/office/powerpoint/2010/main" val="1871659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with 2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5716B2-1D51-4842-A52B-1B7BE135F4E1}"/>
              </a:ext>
            </a:extLst>
          </p:cNvPr>
          <p:cNvSpPr/>
          <p:nvPr/>
        </p:nvSpPr>
        <p:spPr>
          <a:xfrm>
            <a:off x="282575" y="228600"/>
            <a:ext cx="4235450" cy="4187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Rectangle 7">
            <a:extLst>
              <a:ext uri="{FF2B5EF4-FFF2-40B4-BE49-F238E27FC236}">
                <a16:creationId xmlns:a16="http://schemas.microsoft.com/office/drawing/2014/main" id="{B6F670D2-C111-4D1B-B50D-F3432ABD194E}"/>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9" name="Rectangle 8">
            <a:extLst>
              <a:ext uri="{FF2B5EF4-FFF2-40B4-BE49-F238E27FC236}">
                <a16:creationId xmlns:a16="http://schemas.microsoft.com/office/drawing/2014/main" id="{E1D2165C-0B75-4EB3-A9E4-0F14A4B84006}"/>
              </a:ext>
            </a:extLst>
          </p:cNvPr>
          <p:cNvSpPr/>
          <p:nvPr/>
        </p:nvSpPr>
        <p:spPr>
          <a:xfrm>
            <a:off x="4624388" y="2378075"/>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10" name="TextBox 9">
            <a:extLst>
              <a:ext uri="{FF2B5EF4-FFF2-40B4-BE49-F238E27FC236}">
                <a16:creationId xmlns:a16="http://schemas.microsoft.com/office/drawing/2014/main" id="{BE03CB60-55F5-44EE-92D5-52256DA7E5F3}"/>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3" name="Picture Placeholder 12"/>
          <p:cNvSpPr>
            <a:spLocks noGrp="1"/>
          </p:cNvSpPr>
          <p:nvPr>
            <p:ph type="pic" sz="quarter" idx="12"/>
          </p:nvPr>
        </p:nvSpPr>
        <p:spPr>
          <a:xfrm>
            <a:off x="4624388"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4" name="Picture Placeholder 12"/>
          <p:cNvSpPr>
            <a:spLocks noGrp="1"/>
          </p:cNvSpPr>
          <p:nvPr>
            <p:ph type="pic" sz="quarter" idx="13"/>
          </p:nvPr>
        </p:nvSpPr>
        <p:spPr>
          <a:xfrm>
            <a:off x="6802438" y="2377440"/>
            <a:ext cx="2057400" cy="2039112"/>
          </a:xfrm>
        </p:spPr>
        <p:txBody>
          <a:bodyPr rtlCol="0">
            <a:normAutofit/>
          </a:bodyPr>
          <a:lstStyle>
            <a:lvl1pPr>
              <a:buNone/>
              <a:defRPr/>
            </a:lvl1pPr>
          </a:lstStyle>
          <a:p>
            <a:pPr lvl="0"/>
            <a:r>
              <a:rPr lang="en-US" noProof="0"/>
              <a:t>Click icon to add picture</a:t>
            </a:r>
            <a:endParaRPr noProof="0" dirty="0"/>
          </a:p>
        </p:txBody>
      </p:sp>
      <p:sp>
        <p:nvSpPr>
          <p:cNvPr id="16" name="Text Placeholder 3"/>
          <p:cNvSpPr>
            <a:spLocks noGrp="1"/>
          </p:cNvSpPr>
          <p:nvPr>
            <p:ph type="body" sz="half" idx="2"/>
          </p:nvPr>
        </p:nvSpPr>
        <p:spPr>
          <a:xfrm>
            <a:off x="857250" y="1779494"/>
            <a:ext cx="3086100" cy="3089666"/>
          </a:xfrm>
        </p:spPr>
        <p:txBody>
          <a:bodyPr lIns="45720" rIns="45720">
            <a:noAutofit/>
          </a:bodyPr>
          <a:lstStyle>
            <a:lvl1pPr marL="0" indent="0" algn="ctr">
              <a:buNone/>
              <a:defRPr sz="4600">
                <a:solidFill>
                  <a:srgbClr val="FF0000"/>
                </a:solidFill>
              </a:defRPr>
            </a:lvl1pPr>
            <a:lvl2pPr>
              <a:defRPr sz="1200"/>
            </a:lvl2pPr>
            <a:lvl3pPr>
              <a:defRPr sz="1000"/>
            </a:lvl3pPr>
            <a:lvl4pPr>
              <a:defRPr sz="900"/>
            </a:lvl4pPr>
            <a:lvl5pPr>
              <a:defRPr sz="900"/>
            </a:lvl5pPr>
          </a:lstStyle>
          <a:p>
            <a:pPr lvl="0"/>
            <a:r>
              <a:rPr lang="en-US"/>
              <a:t>Edit Master text styles</a:t>
            </a:r>
          </a:p>
        </p:txBody>
      </p:sp>
      <p:sp>
        <p:nvSpPr>
          <p:cNvPr id="11" name="Date Placeholder 3">
            <a:extLst>
              <a:ext uri="{FF2B5EF4-FFF2-40B4-BE49-F238E27FC236}">
                <a16:creationId xmlns:a16="http://schemas.microsoft.com/office/drawing/2014/main" id="{2844C491-3D0C-48E4-BD99-E1F9E0A64DC8}"/>
              </a:ext>
            </a:extLst>
          </p:cNvPr>
          <p:cNvSpPr>
            <a:spLocks noGrp="1"/>
          </p:cNvSpPr>
          <p:nvPr>
            <p:ph type="dt" sz="half" idx="14"/>
          </p:nvPr>
        </p:nvSpPr>
        <p:spPr>
          <a:xfrm>
            <a:off x="4800600" y="6426200"/>
            <a:ext cx="1231900" cy="365125"/>
          </a:xfrm>
        </p:spPr>
        <p:txBody>
          <a:bodyPr/>
          <a:lstStyle>
            <a:lvl1pPr algn="l">
              <a:defRPr/>
            </a:lvl1pPr>
          </a:lstStyle>
          <a:p>
            <a:pPr>
              <a:defRPr/>
            </a:pPr>
            <a:fld id="{5947DAE1-A49F-4D70-A911-88A3EB474968}" type="datetime4">
              <a:rPr lang="en-US" altLang="en-US" smtClean="0"/>
              <a:t>May 21, 2024</a:t>
            </a:fld>
            <a:endParaRPr lang="en-US" altLang="en-US"/>
          </a:p>
        </p:txBody>
      </p:sp>
      <p:sp>
        <p:nvSpPr>
          <p:cNvPr id="12" name="Footer Placeholder 4">
            <a:extLst>
              <a:ext uri="{FF2B5EF4-FFF2-40B4-BE49-F238E27FC236}">
                <a16:creationId xmlns:a16="http://schemas.microsoft.com/office/drawing/2014/main" id="{C7A89449-B2CD-4D8E-96E7-C3D05CA65A71}"/>
              </a:ext>
            </a:extLst>
          </p:cNvPr>
          <p:cNvSpPr>
            <a:spLocks noGrp="1"/>
          </p:cNvSpPr>
          <p:nvPr>
            <p:ph type="ftr" sz="quarter" idx="15"/>
          </p:nvPr>
        </p:nvSpPr>
        <p:spPr>
          <a:xfrm>
            <a:off x="6311900" y="6426200"/>
            <a:ext cx="2616200" cy="365125"/>
          </a:xfrm>
        </p:spPr>
        <p:txBody>
          <a:bodyPr/>
          <a:lstStyle>
            <a:lvl1pPr algn="r">
              <a:defRPr/>
            </a:lvl1pPr>
          </a:lstStyle>
          <a:p>
            <a:pPr>
              <a:defRPr/>
            </a:pPr>
            <a:endParaRPr lang="en-US" altLang="en-US"/>
          </a:p>
        </p:txBody>
      </p:sp>
    </p:spTree>
    <p:extLst>
      <p:ext uri="{BB962C8B-B14F-4D97-AF65-F5344CB8AC3E}">
        <p14:creationId xmlns:p14="http://schemas.microsoft.com/office/powerpoint/2010/main" val="1900141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911DE96-FAFC-4CF6-98C3-243C9D9B03D7}"/>
              </a:ext>
            </a:extLst>
          </p:cNvPr>
          <p:cNvSpPr/>
          <p:nvPr/>
        </p:nvSpPr>
        <p:spPr>
          <a:xfrm>
            <a:off x="658813" y="211138"/>
            <a:ext cx="8201025" cy="6345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661903" y="3133725"/>
            <a:ext cx="7313240" cy="1362075"/>
          </a:xfrm>
        </p:spPr>
        <p:txBody>
          <a:bodyPr anchor="b">
            <a:normAutofit/>
          </a:bodyPr>
          <a:lstStyle>
            <a:lvl1pPr algn="l">
              <a:defRPr sz="3200" b="0" cap="none" baseline="0">
                <a:solidFill>
                  <a:srgbClr val="FF0000"/>
                </a:solidFill>
              </a:defRPr>
            </a:lvl1pPr>
          </a:lstStyle>
          <a:p>
            <a:r>
              <a:rPr lang="en-US"/>
              <a:t>Click to edit Master title style</a:t>
            </a:r>
            <a:endParaRPr dirty="0"/>
          </a:p>
        </p:txBody>
      </p:sp>
      <p:sp>
        <p:nvSpPr>
          <p:cNvPr id="3" name="Text Placeholder 2"/>
          <p:cNvSpPr>
            <a:spLocks noGrp="1"/>
          </p:cNvSpPr>
          <p:nvPr>
            <p:ph type="body" idx="1"/>
          </p:nvPr>
        </p:nvSpPr>
        <p:spPr>
          <a:xfrm>
            <a:off x="658906" y="4725144"/>
            <a:ext cx="7265894" cy="1270843"/>
          </a:xfrm>
        </p:spPr>
        <p:txBody>
          <a:bodyPr>
            <a:normAutofit/>
          </a:bodyPr>
          <a:lstStyle>
            <a:lvl1pPr marL="0" indent="0">
              <a:spcBef>
                <a:spcPts val="300"/>
              </a:spcBef>
              <a:buNone/>
              <a:defRPr sz="1400" cap="none" baseline="0">
                <a:solidFill>
                  <a:srgbClr val="0070C0"/>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a:extLst>
              <a:ext uri="{FF2B5EF4-FFF2-40B4-BE49-F238E27FC236}">
                <a16:creationId xmlns:a16="http://schemas.microsoft.com/office/drawing/2014/main" id="{CE00B8D7-84F4-46D1-83F3-DB8DA019BD9F}"/>
              </a:ext>
            </a:extLst>
          </p:cNvPr>
          <p:cNvSpPr>
            <a:spLocks noGrp="1"/>
          </p:cNvSpPr>
          <p:nvPr>
            <p:ph type="dt" sz="half" idx="10"/>
          </p:nvPr>
        </p:nvSpPr>
        <p:spPr>
          <a:xfrm>
            <a:off x="658813" y="6248400"/>
            <a:ext cx="1474787" cy="365125"/>
          </a:xfrm>
        </p:spPr>
        <p:txBody>
          <a:bodyPr/>
          <a:lstStyle>
            <a:lvl1pPr algn="l">
              <a:defRPr>
                <a:solidFill>
                  <a:schemeClr val="bg1"/>
                </a:solidFill>
              </a:defRPr>
            </a:lvl1pPr>
          </a:lstStyle>
          <a:p>
            <a:pPr>
              <a:defRPr/>
            </a:pPr>
            <a:fld id="{BCD013CE-67C9-4988-A823-7D0EB71D023D}" type="datetime4">
              <a:rPr lang="en-US" altLang="en-US" smtClean="0"/>
              <a:t>May 21, 2024</a:t>
            </a:fld>
            <a:endParaRPr lang="en-US" altLang="en-US"/>
          </a:p>
        </p:txBody>
      </p:sp>
      <p:sp>
        <p:nvSpPr>
          <p:cNvPr id="6" name="Footer Placeholder 4">
            <a:extLst>
              <a:ext uri="{FF2B5EF4-FFF2-40B4-BE49-F238E27FC236}">
                <a16:creationId xmlns:a16="http://schemas.microsoft.com/office/drawing/2014/main" id="{F5407CD7-AE9E-410F-8F94-A4A372B8F1AC}"/>
              </a:ext>
            </a:extLst>
          </p:cNvPr>
          <p:cNvSpPr>
            <a:spLocks noGrp="1"/>
          </p:cNvSpPr>
          <p:nvPr>
            <p:ph type="ftr" sz="quarter" idx="11"/>
          </p:nvPr>
        </p:nvSpPr>
        <p:spPr>
          <a:xfrm>
            <a:off x="2286000" y="6248400"/>
            <a:ext cx="5638800" cy="365125"/>
          </a:xfrm>
        </p:spPr>
        <p:txBody>
          <a:bodyPr/>
          <a:lstStyle>
            <a:lvl1pPr>
              <a:defRPr>
                <a:solidFill>
                  <a:schemeClr val="bg1"/>
                </a:solidFill>
              </a:defRPr>
            </a:lvl1pPr>
          </a:lstStyle>
          <a:p>
            <a:pPr>
              <a:defRPr/>
            </a:pPr>
            <a:endParaRPr lang="en-US" altLang="en-US"/>
          </a:p>
        </p:txBody>
      </p:sp>
      <p:sp>
        <p:nvSpPr>
          <p:cNvPr id="7" name="Slide Number Placeholder 5">
            <a:extLst>
              <a:ext uri="{FF2B5EF4-FFF2-40B4-BE49-F238E27FC236}">
                <a16:creationId xmlns:a16="http://schemas.microsoft.com/office/drawing/2014/main" id="{9606D7A1-CF24-46FC-A3CA-970975891FAB}"/>
              </a:ext>
            </a:extLst>
          </p:cNvPr>
          <p:cNvSpPr>
            <a:spLocks noGrp="1"/>
          </p:cNvSpPr>
          <p:nvPr>
            <p:ph type="sldNum" sz="quarter" idx="12"/>
          </p:nvPr>
        </p:nvSpPr>
        <p:spPr>
          <a:xfrm>
            <a:off x="8305800" y="6248400"/>
            <a:ext cx="554038" cy="365125"/>
          </a:xfrm>
        </p:spPr>
        <p:txBody>
          <a:bodyPr/>
          <a:lstStyle>
            <a:lvl1pPr>
              <a:defRPr/>
            </a:lvl1pPr>
          </a:lstStyle>
          <a:p>
            <a:pPr>
              <a:defRPr/>
            </a:pPr>
            <a:fld id="{04D8FD4F-45E7-4072-8800-E1C10689F0F2}" type="slidenum">
              <a:rPr lang="en-US" altLang="en-US"/>
              <a:pPr>
                <a:defRPr/>
              </a:pPr>
              <a:t>‹#›</a:t>
            </a:fld>
            <a:endParaRPr lang="en-US" altLang="en-US"/>
          </a:p>
        </p:txBody>
      </p:sp>
    </p:spTree>
    <p:extLst>
      <p:ext uri="{BB962C8B-B14F-4D97-AF65-F5344CB8AC3E}">
        <p14:creationId xmlns:p14="http://schemas.microsoft.com/office/powerpoint/2010/main" val="1771318624"/>
      </p:ext>
    </p:extLst>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9E9D7C-56A6-4B82-9A3D-FD28902E34D6}"/>
              </a:ext>
            </a:extLst>
          </p:cNvPr>
          <p:cNvSpPr/>
          <p:nvPr/>
        </p:nvSpPr>
        <p:spPr>
          <a:xfrm>
            <a:off x="8210550" y="282575"/>
            <a:ext cx="64135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99B451A8-D956-4804-BB56-30E8F32ADC46}"/>
              </a:ext>
            </a:extLst>
          </p:cNvPr>
          <p:cNvSpPr/>
          <p:nvPr/>
        </p:nvSpPr>
        <p:spPr>
          <a:xfrm>
            <a:off x="8067675" y="282575"/>
            <a:ext cx="92075"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21727635-677E-4A10-B4D7-6A52FF43DEC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sz="half" idx="1"/>
          </p:nvPr>
        </p:nvSpPr>
        <p:spPr>
          <a:xfrm>
            <a:off x="498518" y="1985963"/>
            <a:ext cx="3657600" cy="4140200"/>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399878" y="1985963"/>
            <a:ext cx="3657600" cy="4140200"/>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Date Placeholder 4">
            <a:extLst>
              <a:ext uri="{FF2B5EF4-FFF2-40B4-BE49-F238E27FC236}">
                <a16:creationId xmlns:a16="http://schemas.microsoft.com/office/drawing/2014/main" id="{425FEDAF-E190-476B-8D80-2FDBE98012B4}"/>
              </a:ext>
            </a:extLst>
          </p:cNvPr>
          <p:cNvSpPr>
            <a:spLocks noGrp="1"/>
          </p:cNvSpPr>
          <p:nvPr>
            <p:ph type="dt" sz="half" idx="10"/>
          </p:nvPr>
        </p:nvSpPr>
        <p:spPr/>
        <p:txBody>
          <a:bodyPr/>
          <a:lstStyle>
            <a:lvl1pPr>
              <a:defRPr/>
            </a:lvl1pPr>
          </a:lstStyle>
          <a:p>
            <a:pPr>
              <a:defRPr/>
            </a:pPr>
            <a:fld id="{8BBC6A0A-016D-4814-87E7-5BE84E79FE1C}" type="datetime4">
              <a:rPr lang="en-US" altLang="en-US" smtClean="0"/>
              <a:t>May 21, 2024</a:t>
            </a:fld>
            <a:endParaRPr lang="en-US" altLang="en-US"/>
          </a:p>
        </p:txBody>
      </p:sp>
      <p:sp>
        <p:nvSpPr>
          <p:cNvPr id="9" name="Footer Placeholder 5">
            <a:extLst>
              <a:ext uri="{FF2B5EF4-FFF2-40B4-BE49-F238E27FC236}">
                <a16:creationId xmlns:a16="http://schemas.microsoft.com/office/drawing/2014/main" id="{40575C56-64B6-4D3B-B150-E0F913949005}"/>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9651D746-2E4D-4F42-8E33-B5C7C189907E}"/>
              </a:ext>
            </a:extLst>
          </p:cNvPr>
          <p:cNvSpPr>
            <a:spLocks noGrp="1"/>
          </p:cNvSpPr>
          <p:nvPr>
            <p:ph type="sldNum" sz="quarter" idx="12"/>
          </p:nvPr>
        </p:nvSpPr>
        <p:spPr/>
        <p:txBody>
          <a:bodyPr/>
          <a:lstStyle>
            <a:lvl1pPr>
              <a:defRPr/>
            </a:lvl1pPr>
          </a:lstStyle>
          <a:p>
            <a:pPr>
              <a:defRPr/>
            </a:pPr>
            <a:fld id="{32C62F03-27E2-4C96-967C-2B7425AF4137}" type="slidenum">
              <a:rPr lang="en-US" altLang="en-US"/>
              <a:pPr>
                <a:defRPr/>
              </a:pPr>
              <a:t>‹#›</a:t>
            </a:fld>
            <a:endParaRPr lang="en-US" altLang="en-US"/>
          </a:p>
        </p:txBody>
      </p:sp>
    </p:spTree>
    <p:extLst>
      <p:ext uri="{BB962C8B-B14F-4D97-AF65-F5344CB8AC3E}">
        <p14:creationId xmlns:p14="http://schemas.microsoft.com/office/powerpoint/2010/main" val="2109593391"/>
      </p:ext>
    </p:extLst>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7B07C5-F853-4FE7-ADE4-312152A861F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DDC0CEFD-742B-4BDB-AB85-DD99C8FFB61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9" name="Date Placeholder 6">
            <a:extLst>
              <a:ext uri="{FF2B5EF4-FFF2-40B4-BE49-F238E27FC236}">
                <a16:creationId xmlns:a16="http://schemas.microsoft.com/office/drawing/2014/main" id="{71386DFB-7C38-465D-B19A-F9BC200863BD}"/>
              </a:ext>
            </a:extLst>
          </p:cNvPr>
          <p:cNvSpPr>
            <a:spLocks noGrp="1"/>
          </p:cNvSpPr>
          <p:nvPr>
            <p:ph type="dt" sz="half" idx="10"/>
          </p:nvPr>
        </p:nvSpPr>
        <p:spPr/>
        <p:txBody>
          <a:bodyPr/>
          <a:lstStyle>
            <a:lvl1pPr>
              <a:defRPr/>
            </a:lvl1pPr>
          </a:lstStyle>
          <a:p>
            <a:pPr>
              <a:defRPr/>
            </a:pPr>
            <a:fld id="{A6840219-0E5D-43E8-BC46-7B446F82A6CC}" type="datetime4">
              <a:rPr lang="en-US" altLang="en-US" smtClean="0"/>
              <a:t>May 21, 2024</a:t>
            </a:fld>
            <a:endParaRPr lang="en-US" altLang="en-US"/>
          </a:p>
        </p:txBody>
      </p:sp>
      <p:sp>
        <p:nvSpPr>
          <p:cNvPr id="10" name="Footer Placeholder 7">
            <a:extLst>
              <a:ext uri="{FF2B5EF4-FFF2-40B4-BE49-F238E27FC236}">
                <a16:creationId xmlns:a16="http://schemas.microsoft.com/office/drawing/2014/main" id="{AFB72559-48AF-4D8B-BCDA-85DFE5A30C08}"/>
              </a:ext>
            </a:extLst>
          </p:cNvPr>
          <p:cNvSpPr>
            <a:spLocks noGrp="1"/>
          </p:cNvSpPr>
          <p:nvPr>
            <p:ph type="ftr" sz="quarter" idx="11"/>
          </p:nvPr>
        </p:nvSpPr>
        <p:spPr/>
        <p:txBody>
          <a:bodyPr/>
          <a:lstStyle>
            <a:lvl1pPr>
              <a:defRPr/>
            </a:lvl1pPr>
          </a:lstStyle>
          <a:p>
            <a:pPr>
              <a:defRPr/>
            </a:pPr>
            <a:endParaRPr lang="en-US" altLang="en-US"/>
          </a:p>
        </p:txBody>
      </p:sp>
      <p:sp>
        <p:nvSpPr>
          <p:cNvPr id="11" name="Slide Number Placeholder 8">
            <a:extLst>
              <a:ext uri="{FF2B5EF4-FFF2-40B4-BE49-F238E27FC236}">
                <a16:creationId xmlns:a16="http://schemas.microsoft.com/office/drawing/2014/main" id="{C46A864C-2A70-42AC-91B7-3B12616E7B00}"/>
              </a:ext>
            </a:extLst>
          </p:cNvPr>
          <p:cNvSpPr>
            <a:spLocks noGrp="1"/>
          </p:cNvSpPr>
          <p:nvPr>
            <p:ph type="sldNum" sz="quarter" idx="12"/>
          </p:nvPr>
        </p:nvSpPr>
        <p:spPr/>
        <p:txBody>
          <a:bodyPr/>
          <a:lstStyle>
            <a:lvl1pPr>
              <a:defRPr/>
            </a:lvl1pPr>
          </a:lstStyle>
          <a:p>
            <a:pPr>
              <a:defRPr/>
            </a:pPr>
            <a:fld id="{5CC1C16B-91CF-4A52-B7DA-A9E2A0689885}" type="slidenum">
              <a:rPr lang="en-US" altLang="en-US"/>
              <a:pPr>
                <a:defRPr/>
              </a:pPr>
              <a:t>‹#›</a:t>
            </a:fld>
            <a:endParaRPr lang="en-US" altLang="en-US"/>
          </a:p>
        </p:txBody>
      </p:sp>
    </p:spTree>
    <p:extLst>
      <p:ext uri="{BB962C8B-B14F-4D97-AF65-F5344CB8AC3E}">
        <p14:creationId xmlns:p14="http://schemas.microsoft.com/office/powerpoint/2010/main" val="2024414672"/>
      </p:ext>
    </p:extLst>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 Content, Top and Bottom">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040DC1-CC49-4062-B731-108D0938F7B1}"/>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6" name="Rectangle 5">
            <a:extLst>
              <a:ext uri="{FF2B5EF4-FFF2-40B4-BE49-F238E27FC236}">
                <a16:creationId xmlns:a16="http://schemas.microsoft.com/office/drawing/2014/main" id="{F76B2E1C-83DC-48FB-87B4-6C04ED0E78E1}"/>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a:extLst>
              <a:ext uri="{FF2B5EF4-FFF2-40B4-BE49-F238E27FC236}">
                <a16:creationId xmlns:a16="http://schemas.microsoft.com/office/drawing/2014/main" id="{40692EE1-AA7B-43BD-AC16-CED9312B3818}"/>
              </a:ext>
            </a:extLst>
          </p:cNvPr>
          <p:cNvSpPr>
            <a:spLocks noGrp="1"/>
          </p:cNvSpPr>
          <p:nvPr>
            <p:ph type="dt" sz="half" idx="15"/>
          </p:nvPr>
        </p:nvSpPr>
        <p:spPr/>
        <p:txBody>
          <a:bodyPr/>
          <a:lstStyle>
            <a:lvl1pPr>
              <a:defRPr/>
            </a:lvl1pPr>
          </a:lstStyle>
          <a:p>
            <a:pPr>
              <a:defRPr/>
            </a:pPr>
            <a:fld id="{367BF1C9-1025-4FC5-95F3-643E4B2392A1}" type="datetime4">
              <a:rPr lang="en-US" altLang="en-US" smtClean="0"/>
              <a:t>May 21, 2024</a:t>
            </a:fld>
            <a:endParaRPr lang="en-US" altLang="en-US"/>
          </a:p>
        </p:txBody>
      </p:sp>
      <p:sp>
        <p:nvSpPr>
          <p:cNvPr id="8" name="Footer Placeholder 5">
            <a:extLst>
              <a:ext uri="{FF2B5EF4-FFF2-40B4-BE49-F238E27FC236}">
                <a16:creationId xmlns:a16="http://schemas.microsoft.com/office/drawing/2014/main" id="{AEB1AA61-3E07-4BA7-BD71-ED9C67738005}"/>
              </a:ext>
            </a:extLst>
          </p:cNvPr>
          <p:cNvSpPr>
            <a:spLocks noGrp="1"/>
          </p:cNvSpPr>
          <p:nvPr>
            <p:ph type="ftr" sz="quarter" idx="16"/>
          </p:nvPr>
        </p:nvSpPr>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A485EDA6-A543-44FE-A126-0BC3B380D774}"/>
              </a:ext>
            </a:extLst>
          </p:cNvPr>
          <p:cNvSpPr>
            <a:spLocks noGrp="1"/>
          </p:cNvSpPr>
          <p:nvPr>
            <p:ph type="sldNum" sz="quarter" idx="17"/>
          </p:nvPr>
        </p:nvSpPr>
        <p:spPr/>
        <p:txBody>
          <a:bodyPr/>
          <a:lstStyle>
            <a:lvl1pPr>
              <a:defRPr/>
            </a:lvl1pPr>
          </a:lstStyle>
          <a:p>
            <a:pPr>
              <a:defRPr/>
            </a:pPr>
            <a:fld id="{B55F4DCD-43D8-4193-A279-26DED609CF35}" type="slidenum">
              <a:rPr lang="en-US" altLang="en-US"/>
              <a:pPr>
                <a:defRPr/>
              </a:pPr>
              <a:t>‹#›</a:t>
            </a:fld>
            <a:endParaRPr lang="en-US" altLang="en-US"/>
          </a:p>
        </p:txBody>
      </p:sp>
    </p:spTree>
    <p:extLst>
      <p:ext uri="{BB962C8B-B14F-4D97-AF65-F5344CB8AC3E}">
        <p14:creationId xmlns:p14="http://schemas.microsoft.com/office/powerpoint/2010/main" val="41192431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36A625E-3694-4DB5-98E8-2D8D318A7935}"/>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FA87372B-B1EB-4EEE-BA49-610CBBE37C2A}"/>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a:extLst>
              <a:ext uri="{FF2B5EF4-FFF2-40B4-BE49-F238E27FC236}">
                <a16:creationId xmlns:a16="http://schemas.microsoft.com/office/drawing/2014/main" id="{A442E16E-8AE9-49E1-B987-A2C09660BFBA}"/>
              </a:ext>
            </a:extLst>
          </p:cNvPr>
          <p:cNvSpPr>
            <a:spLocks noGrp="1"/>
          </p:cNvSpPr>
          <p:nvPr>
            <p:ph type="dt" sz="half" idx="17"/>
          </p:nvPr>
        </p:nvSpPr>
        <p:spPr/>
        <p:txBody>
          <a:bodyPr/>
          <a:lstStyle>
            <a:lvl1pPr>
              <a:defRPr/>
            </a:lvl1pPr>
          </a:lstStyle>
          <a:p>
            <a:pPr>
              <a:defRPr/>
            </a:pPr>
            <a:fld id="{89BDB295-AA0E-4913-8F70-E7AE12812FB4}" type="datetime4">
              <a:rPr lang="en-US" altLang="en-US" smtClean="0"/>
              <a:t>May 21, 2024</a:t>
            </a:fld>
            <a:endParaRPr lang="en-US" altLang="en-US"/>
          </a:p>
        </p:txBody>
      </p:sp>
      <p:sp>
        <p:nvSpPr>
          <p:cNvPr id="9" name="Footer Placeholder 5">
            <a:extLst>
              <a:ext uri="{FF2B5EF4-FFF2-40B4-BE49-F238E27FC236}">
                <a16:creationId xmlns:a16="http://schemas.microsoft.com/office/drawing/2014/main" id="{EFF88378-3EBD-4A53-AAEB-BA3788A9F54D}"/>
              </a:ext>
            </a:extLst>
          </p:cNvPr>
          <p:cNvSpPr>
            <a:spLocks noGrp="1"/>
          </p:cNvSpPr>
          <p:nvPr>
            <p:ph type="ftr" sz="quarter" idx="18"/>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0A6F8EB9-B8BD-478C-B0C5-CEB182208DD8}"/>
              </a:ext>
            </a:extLst>
          </p:cNvPr>
          <p:cNvSpPr>
            <a:spLocks noGrp="1"/>
          </p:cNvSpPr>
          <p:nvPr>
            <p:ph type="sldNum" sz="quarter" idx="19"/>
          </p:nvPr>
        </p:nvSpPr>
        <p:spPr/>
        <p:txBody>
          <a:bodyPr/>
          <a:lstStyle>
            <a:lvl1pPr>
              <a:defRPr/>
            </a:lvl1pPr>
          </a:lstStyle>
          <a:p>
            <a:pPr>
              <a:defRPr/>
            </a:pPr>
            <a:fld id="{F1E81321-7CA3-455E-B242-7CD20CFE3562}" type="slidenum">
              <a:rPr lang="en-US" altLang="en-US"/>
              <a:pPr>
                <a:defRPr/>
              </a:pPr>
              <a:t>‹#›</a:t>
            </a:fld>
            <a:endParaRPr lang="en-US" altLang="en-US"/>
          </a:p>
        </p:txBody>
      </p:sp>
    </p:spTree>
    <p:extLst>
      <p:ext uri="{BB962C8B-B14F-4D97-AF65-F5344CB8AC3E}">
        <p14:creationId xmlns:p14="http://schemas.microsoft.com/office/powerpoint/2010/main" val="25331642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4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347075-7758-4CEC-9F96-6FCEEB07872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7352A13F-FE25-4561-A63F-562F49A24EC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Date Placeholder 4">
            <a:extLst>
              <a:ext uri="{FF2B5EF4-FFF2-40B4-BE49-F238E27FC236}">
                <a16:creationId xmlns:a16="http://schemas.microsoft.com/office/drawing/2014/main" id="{8CA10872-C456-40D3-AEDF-ECC579776C64}"/>
              </a:ext>
            </a:extLst>
          </p:cNvPr>
          <p:cNvSpPr>
            <a:spLocks noGrp="1"/>
          </p:cNvSpPr>
          <p:nvPr>
            <p:ph type="dt" sz="half" idx="19"/>
          </p:nvPr>
        </p:nvSpPr>
        <p:spPr/>
        <p:txBody>
          <a:bodyPr/>
          <a:lstStyle>
            <a:lvl1pPr>
              <a:defRPr/>
            </a:lvl1pPr>
          </a:lstStyle>
          <a:p>
            <a:pPr>
              <a:defRPr/>
            </a:pPr>
            <a:fld id="{1D6746FD-7CE6-4784-B555-E150A698D221}" type="datetime4">
              <a:rPr lang="en-US" altLang="en-US" smtClean="0"/>
              <a:t>May 21, 2024</a:t>
            </a:fld>
            <a:endParaRPr lang="en-US" altLang="en-US"/>
          </a:p>
        </p:txBody>
      </p:sp>
      <p:sp>
        <p:nvSpPr>
          <p:cNvPr id="10" name="Footer Placeholder 5">
            <a:extLst>
              <a:ext uri="{FF2B5EF4-FFF2-40B4-BE49-F238E27FC236}">
                <a16:creationId xmlns:a16="http://schemas.microsoft.com/office/drawing/2014/main" id="{FB6C643F-279E-4508-88CB-5D027FFA15FC}"/>
              </a:ext>
            </a:extLst>
          </p:cNvPr>
          <p:cNvSpPr>
            <a:spLocks noGrp="1"/>
          </p:cNvSpPr>
          <p:nvPr>
            <p:ph type="ftr" sz="quarter" idx="20"/>
          </p:nvPr>
        </p:nvSpPr>
        <p:spPr/>
        <p:txBody>
          <a:bodyPr/>
          <a:lstStyle>
            <a:lvl1pPr>
              <a:defRPr/>
            </a:lvl1pPr>
          </a:lstStyle>
          <a:p>
            <a:pPr>
              <a:defRPr/>
            </a:pPr>
            <a:endParaRPr lang="en-US" altLang="en-US"/>
          </a:p>
        </p:txBody>
      </p:sp>
      <p:sp>
        <p:nvSpPr>
          <p:cNvPr id="11" name="Slide Number Placeholder 6">
            <a:extLst>
              <a:ext uri="{FF2B5EF4-FFF2-40B4-BE49-F238E27FC236}">
                <a16:creationId xmlns:a16="http://schemas.microsoft.com/office/drawing/2014/main" id="{C7FE2F1D-C54D-49CF-AA62-F961BBB73A03}"/>
              </a:ext>
            </a:extLst>
          </p:cNvPr>
          <p:cNvSpPr>
            <a:spLocks noGrp="1"/>
          </p:cNvSpPr>
          <p:nvPr>
            <p:ph type="sldNum" sz="quarter" idx="21"/>
          </p:nvPr>
        </p:nvSpPr>
        <p:spPr/>
        <p:txBody>
          <a:bodyPr/>
          <a:lstStyle>
            <a:lvl1pPr>
              <a:defRPr/>
            </a:lvl1pPr>
          </a:lstStyle>
          <a:p>
            <a:pPr>
              <a:defRPr/>
            </a:pPr>
            <a:fld id="{BD5F9E64-AC8D-4934-A522-F84ADA989424}" type="slidenum">
              <a:rPr lang="en-US" altLang="en-US"/>
              <a:pPr>
                <a:defRPr/>
              </a:pPr>
              <a:t>‹#›</a:t>
            </a:fld>
            <a:endParaRPr lang="en-US" altLang="en-US"/>
          </a:p>
        </p:txBody>
      </p:sp>
    </p:spTree>
    <p:extLst>
      <p:ext uri="{BB962C8B-B14F-4D97-AF65-F5344CB8AC3E}">
        <p14:creationId xmlns:p14="http://schemas.microsoft.com/office/powerpoint/2010/main" val="38765955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3EEB36-E5FF-4FAC-BCEC-EEE3993A225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4" name="TextBox 3">
            <a:extLst>
              <a:ext uri="{FF2B5EF4-FFF2-40B4-BE49-F238E27FC236}">
                <a16:creationId xmlns:a16="http://schemas.microsoft.com/office/drawing/2014/main" id="{45A7B1F7-B66E-4360-933D-20F9FE30A2EA}"/>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2">
            <a:extLst>
              <a:ext uri="{FF2B5EF4-FFF2-40B4-BE49-F238E27FC236}">
                <a16:creationId xmlns:a16="http://schemas.microsoft.com/office/drawing/2014/main" id="{A60D05BF-08A0-4D82-87B7-25B380F494B0}"/>
              </a:ext>
            </a:extLst>
          </p:cNvPr>
          <p:cNvSpPr>
            <a:spLocks noGrp="1"/>
          </p:cNvSpPr>
          <p:nvPr>
            <p:ph type="dt" sz="half" idx="10"/>
          </p:nvPr>
        </p:nvSpPr>
        <p:spPr/>
        <p:txBody>
          <a:bodyPr/>
          <a:lstStyle>
            <a:lvl1pPr>
              <a:defRPr/>
            </a:lvl1pPr>
          </a:lstStyle>
          <a:p>
            <a:pPr>
              <a:defRPr/>
            </a:pPr>
            <a:fld id="{3A100575-81D0-4836-BDA5-88ECA2DF1A30}" type="datetime4">
              <a:rPr lang="en-US" altLang="en-US" smtClean="0"/>
              <a:t>May 21, 2024</a:t>
            </a:fld>
            <a:endParaRPr lang="en-US" altLang="en-US"/>
          </a:p>
        </p:txBody>
      </p:sp>
      <p:sp>
        <p:nvSpPr>
          <p:cNvPr id="6" name="Footer Placeholder 3">
            <a:extLst>
              <a:ext uri="{FF2B5EF4-FFF2-40B4-BE49-F238E27FC236}">
                <a16:creationId xmlns:a16="http://schemas.microsoft.com/office/drawing/2014/main" id="{70CBB09B-E9D1-4963-9352-60DD2D041409}"/>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4">
            <a:extLst>
              <a:ext uri="{FF2B5EF4-FFF2-40B4-BE49-F238E27FC236}">
                <a16:creationId xmlns:a16="http://schemas.microsoft.com/office/drawing/2014/main" id="{AAAE83DB-9197-4A51-B3DF-1B22AAB29DD7}"/>
              </a:ext>
            </a:extLst>
          </p:cNvPr>
          <p:cNvSpPr>
            <a:spLocks noGrp="1"/>
          </p:cNvSpPr>
          <p:nvPr>
            <p:ph type="sldNum" sz="quarter" idx="12"/>
          </p:nvPr>
        </p:nvSpPr>
        <p:spPr/>
        <p:txBody>
          <a:bodyPr/>
          <a:lstStyle>
            <a:lvl1pPr>
              <a:defRPr/>
            </a:lvl1pPr>
          </a:lstStyle>
          <a:p>
            <a:pPr>
              <a:defRPr/>
            </a:pPr>
            <a:fld id="{F02FF4ED-2B23-4CC6-834A-FCFA22AF88CD}" type="slidenum">
              <a:rPr lang="en-US" altLang="en-US"/>
              <a:pPr>
                <a:defRPr/>
              </a:pPr>
              <a:t>‹#›</a:t>
            </a:fld>
            <a:endParaRPr lang="en-US" altLang="en-US"/>
          </a:p>
        </p:txBody>
      </p:sp>
    </p:spTree>
    <p:extLst>
      <p:ext uri="{BB962C8B-B14F-4D97-AF65-F5344CB8AC3E}">
        <p14:creationId xmlns:p14="http://schemas.microsoft.com/office/powerpoint/2010/main" val="4037457812"/>
      </p:ext>
    </p:extLst>
  </p:cSld>
  <p:clrMapOvr>
    <a:masterClrMapping/>
  </p:clrMapOvr>
  <p:transition>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297824-E7C6-4F94-94AE-2F0773C2EC4D}"/>
              </a:ext>
            </a:extLst>
          </p:cNvPr>
          <p:cNvSpPr/>
          <p:nvPr/>
        </p:nvSpPr>
        <p:spPr>
          <a:xfrm>
            <a:off x="8166100" y="282575"/>
            <a:ext cx="685800" cy="301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3" name="Date Placeholder 1">
            <a:extLst>
              <a:ext uri="{FF2B5EF4-FFF2-40B4-BE49-F238E27FC236}">
                <a16:creationId xmlns:a16="http://schemas.microsoft.com/office/drawing/2014/main" id="{BF1A20FE-9E92-4C73-9A74-8F0A2A08F047}"/>
              </a:ext>
            </a:extLst>
          </p:cNvPr>
          <p:cNvSpPr>
            <a:spLocks noGrp="1"/>
          </p:cNvSpPr>
          <p:nvPr>
            <p:ph type="dt" sz="half" idx="10"/>
          </p:nvPr>
        </p:nvSpPr>
        <p:spPr/>
        <p:txBody>
          <a:bodyPr/>
          <a:lstStyle>
            <a:lvl1pPr>
              <a:defRPr/>
            </a:lvl1pPr>
          </a:lstStyle>
          <a:p>
            <a:pPr>
              <a:defRPr/>
            </a:pPr>
            <a:fld id="{8FC35119-4326-4B12-8C41-028122D81B5B}" type="datetime4">
              <a:rPr lang="en-US" altLang="en-US" smtClean="0"/>
              <a:t>May 21, 2024</a:t>
            </a:fld>
            <a:endParaRPr lang="en-US" altLang="en-US"/>
          </a:p>
        </p:txBody>
      </p:sp>
      <p:sp>
        <p:nvSpPr>
          <p:cNvPr id="4" name="Footer Placeholder 2">
            <a:extLst>
              <a:ext uri="{FF2B5EF4-FFF2-40B4-BE49-F238E27FC236}">
                <a16:creationId xmlns:a16="http://schemas.microsoft.com/office/drawing/2014/main" id="{BC591D13-7F35-46DA-90AE-1E6C0A5693DA}"/>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3">
            <a:extLst>
              <a:ext uri="{FF2B5EF4-FFF2-40B4-BE49-F238E27FC236}">
                <a16:creationId xmlns:a16="http://schemas.microsoft.com/office/drawing/2014/main" id="{AF78DFFF-F6E0-474D-BCE0-10BBC4065D09}"/>
              </a:ext>
            </a:extLst>
          </p:cNvPr>
          <p:cNvSpPr>
            <a:spLocks noGrp="1"/>
          </p:cNvSpPr>
          <p:nvPr>
            <p:ph type="sldNum" sz="quarter" idx="12"/>
          </p:nvPr>
        </p:nvSpPr>
        <p:spPr/>
        <p:txBody>
          <a:bodyPr/>
          <a:lstStyle>
            <a:lvl1pPr>
              <a:defRPr/>
            </a:lvl1pPr>
          </a:lstStyle>
          <a:p>
            <a:pPr>
              <a:defRPr/>
            </a:pPr>
            <a:fld id="{CC516D0E-CD58-4E49-9F6D-689564ED6CA6}" type="slidenum">
              <a:rPr lang="en-US" altLang="en-US"/>
              <a:pPr>
                <a:defRPr/>
              </a:pPr>
              <a:t>‹#›</a:t>
            </a:fld>
            <a:endParaRPr lang="en-US" altLang="en-US"/>
          </a:p>
        </p:txBody>
      </p:sp>
    </p:spTree>
    <p:extLst>
      <p:ext uri="{BB962C8B-B14F-4D97-AF65-F5344CB8AC3E}">
        <p14:creationId xmlns:p14="http://schemas.microsoft.com/office/powerpoint/2010/main" val="2728158440"/>
      </p:ext>
    </p:extLst>
  </p:cSld>
  <p:clrMapOvr>
    <a:masterClrMapping/>
  </p:clrMapOvr>
  <p:transition>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1A3E6C-E078-4B52-8583-2B5D165EB6EC}"/>
              </a:ext>
            </a:extLst>
          </p:cNvPr>
          <p:cNvSpPr/>
          <p:nvPr/>
        </p:nvSpPr>
        <p:spPr>
          <a:xfrm>
            <a:off x="282575" y="228600"/>
            <a:ext cx="3451225"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DA61FBA7-0B22-48B0-89DE-EE8F5CC10736}"/>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a:xfrm>
            <a:off x="4168775" y="273050"/>
            <a:ext cx="4597399" cy="5853113"/>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C8CDD739-01DD-46AE-92AD-B19AA301B917}"/>
              </a:ext>
            </a:extLst>
          </p:cNvPr>
          <p:cNvSpPr>
            <a:spLocks noGrp="1"/>
          </p:cNvSpPr>
          <p:nvPr>
            <p:ph type="dt" sz="half" idx="10"/>
          </p:nvPr>
        </p:nvSpPr>
        <p:spPr>
          <a:xfrm>
            <a:off x="7391400" y="6423025"/>
            <a:ext cx="1536700" cy="365125"/>
          </a:xfrm>
        </p:spPr>
        <p:txBody>
          <a:bodyPr/>
          <a:lstStyle>
            <a:lvl1pPr>
              <a:defRPr/>
            </a:lvl1pPr>
          </a:lstStyle>
          <a:p>
            <a:pPr>
              <a:defRPr/>
            </a:pPr>
            <a:fld id="{82402E1E-AC80-476C-BD21-E5D946B2FBAA}" type="datetime4">
              <a:rPr lang="en-US" altLang="en-US" smtClean="0"/>
              <a:t>May 21, 2024</a:t>
            </a:fld>
            <a:endParaRPr lang="en-US" altLang="en-US"/>
          </a:p>
        </p:txBody>
      </p:sp>
      <p:sp>
        <p:nvSpPr>
          <p:cNvPr id="8" name="Footer Placeholder 5">
            <a:extLst>
              <a:ext uri="{FF2B5EF4-FFF2-40B4-BE49-F238E27FC236}">
                <a16:creationId xmlns:a16="http://schemas.microsoft.com/office/drawing/2014/main" id="{2559E1EB-BD5D-43C2-93DB-7E5B72874347}"/>
              </a:ext>
            </a:extLst>
          </p:cNvPr>
          <p:cNvSpPr>
            <a:spLocks noGrp="1"/>
          </p:cNvSpPr>
          <p:nvPr>
            <p:ph type="ftr" sz="quarter" idx="11"/>
          </p:nvPr>
        </p:nvSpPr>
        <p:spPr>
          <a:xfrm>
            <a:off x="3859213" y="6423025"/>
            <a:ext cx="3316287" cy="365125"/>
          </a:xfrm>
        </p:spPr>
        <p:txBody>
          <a:bodyPr/>
          <a:lstStyle>
            <a:lvl1pPr>
              <a:defRPr/>
            </a:lvl1pPr>
          </a:lstStyle>
          <a:p>
            <a:pPr>
              <a:defRPr/>
            </a:pPr>
            <a:endParaRPr lang="en-US" altLang="en-US"/>
          </a:p>
        </p:txBody>
      </p:sp>
    </p:spTree>
    <p:extLst>
      <p:ext uri="{BB962C8B-B14F-4D97-AF65-F5344CB8AC3E}">
        <p14:creationId xmlns:p14="http://schemas.microsoft.com/office/powerpoint/2010/main" val="3306687756"/>
      </p:ext>
    </p:extLst>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3DB472-439E-4BDE-918A-FD6BA213D95A}"/>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B9BC5FB0-3DC3-4E99-B205-5BF43F431326}"/>
              </a:ext>
            </a:extLst>
          </p:cNvPr>
          <p:cNvSpPr txBox="1">
            <a:spLocks noChangeArrowheads="1"/>
          </p:cNvSpPr>
          <p:nvPr/>
        </p:nvSpPr>
        <p:spPr bwMode="auto">
          <a:xfrm>
            <a:off x="3989388" y="3370263"/>
            <a:ext cx="2206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3" name="Picture Placeholder 2"/>
          <p:cNvSpPr>
            <a:spLocks noGrp="1"/>
          </p:cNvSpPr>
          <p:nvPr>
            <p:ph type="pic" idx="1"/>
          </p:nvPr>
        </p:nvSpPr>
        <p:spPr>
          <a:xfrm>
            <a:off x="277906" y="228600"/>
            <a:ext cx="3460658" cy="634523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AF046526-C347-4BD5-B33A-3B7626D4B85F}"/>
              </a:ext>
            </a:extLst>
          </p:cNvPr>
          <p:cNvSpPr>
            <a:spLocks noGrp="1"/>
          </p:cNvSpPr>
          <p:nvPr>
            <p:ph type="dt" sz="half" idx="10"/>
          </p:nvPr>
        </p:nvSpPr>
        <p:spPr>
          <a:xfrm>
            <a:off x="7391400" y="6423025"/>
            <a:ext cx="1536700" cy="365125"/>
          </a:xfrm>
        </p:spPr>
        <p:txBody>
          <a:bodyPr/>
          <a:lstStyle>
            <a:lvl1pPr>
              <a:defRPr/>
            </a:lvl1pPr>
          </a:lstStyle>
          <a:p>
            <a:pPr>
              <a:defRPr/>
            </a:pPr>
            <a:fld id="{00F7BFBB-6B8B-4E2E-8F5B-F5D4B0E631F4}" type="datetime4">
              <a:rPr lang="en-US" altLang="en-US" smtClean="0"/>
              <a:t>May 21, 2024</a:t>
            </a:fld>
            <a:endParaRPr lang="en-US" altLang="en-US"/>
          </a:p>
        </p:txBody>
      </p:sp>
      <p:sp>
        <p:nvSpPr>
          <p:cNvPr id="8" name="Footer Placeholder 5">
            <a:extLst>
              <a:ext uri="{FF2B5EF4-FFF2-40B4-BE49-F238E27FC236}">
                <a16:creationId xmlns:a16="http://schemas.microsoft.com/office/drawing/2014/main" id="{CA9B5365-00CB-4803-A243-CFE63D1EF124}"/>
              </a:ext>
            </a:extLst>
          </p:cNvPr>
          <p:cNvSpPr>
            <a:spLocks noGrp="1"/>
          </p:cNvSpPr>
          <p:nvPr>
            <p:ph type="ftr" sz="quarter" idx="11"/>
          </p:nvPr>
        </p:nvSpPr>
        <p:spPr>
          <a:xfrm>
            <a:off x="4191000" y="6423025"/>
            <a:ext cx="3005138" cy="365125"/>
          </a:xfrm>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E08FA02A-7C84-41D3-B339-E1CEC85DED7A}"/>
              </a:ext>
            </a:extLst>
          </p:cNvPr>
          <p:cNvSpPr>
            <a:spLocks noGrp="1"/>
          </p:cNvSpPr>
          <p:nvPr>
            <p:ph type="sldNum" sz="quarter" idx="12"/>
          </p:nvPr>
        </p:nvSpPr>
        <p:spPr/>
        <p:txBody>
          <a:bodyPr/>
          <a:lstStyle>
            <a:lvl1pPr>
              <a:defRPr/>
            </a:lvl1pPr>
          </a:lstStyle>
          <a:p>
            <a:pPr>
              <a:defRPr/>
            </a:pPr>
            <a:fld id="{F4C4F20B-DFB7-47E0-99A5-E35BEB509EFA}" type="slidenum">
              <a:rPr lang="en-US" altLang="en-US"/>
              <a:pPr>
                <a:defRPr/>
              </a:pPr>
              <a:t>‹#›</a:t>
            </a:fld>
            <a:endParaRPr lang="en-US" altLang="en-US"/>
          </a:p>
        </p:txBody>
      </p:sp>
    </p:spTree>
    <p:extLst>
      <p:ext uri="{BB962C8B-B14F-4D97-AF65-F5344CB8AC3E}">
        <p14:creationId xmlns:p14="http://schemas.microsoft.com/office/powerpoint/2010/main" val="2255815162"/>
      </p:ext>
    </p:extLst>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above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B01909A-2195-4FAB-8839-F9F6FE648B8D}"/>
              </a:ext>
            </a:extLst>
          </p:cNvPr>
          <p:cNvSpPr/>
          <p:nvPr/>
        </p:nvSpPr>
        <p:spPr>
          <a:xfrm>
            <a:off x="6802438" y="228600"/>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F059CE46-129E-4ECD-8EC1-7FBFCCF3D09D}"/>
              </a:ext>
            </a:extLst>
          </p:cNvPr>
          <p:cNvSpPr/>
          <p:nvPr/>
        </p:nvSpPr>
        <p:spPr>
          <a:xfrm>
            <a:off x="6802438" y="2378075"/>
            <a:ext cx="2057400" cy="2038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C86D4F6F-D994-4A50-98C6-DE2D135B18C0}"/>
              </a:ext>
            </a:extLst>
          </p:cNvPr>
          <p:cNvSpPr txBox="1">
            <a:spLocks noChangeArrowheads="1"/>
          </p:cNvSpPr>
          <p:nvPr/>
        </p:nvSpPr>
        <p:spPr bwMode="auto">
          <a:xfrm>
            <a:off x="327025" y="4632325"/>
            <a:ext cx="220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4">
            <a:extLst>
              <a:ext uri="{FF2B5EF4-FFF2-40B4-BE49-F238E27FC236}">
                <a16:creationId xmlns:a16="http://schemas.microsoft.com/office/drawing/2014/main" id="{754C0E74-42E2-446C-94D7-A3B55F60E993}"/>
              </a:ext>
            </a:extLst>
          </p:cNvPr>
          <p:cNvSpPr>
            <a:spLocks noGrp="1"/>
          </p:cNvSpPr>
          <p:nvPr>
            <p:ph type="dt" sz="half" idx="10"/>
          </p:nvPr>
        </p:nvSpPr>
        <p:spPr/>
        <p:txBody>
          <a:bodyPr/>
          <a:lstStyle>
            <a:lvl1pPr>
              <a:defRPr/>
            </a:lvl1pPr>
          </a:lstStyle>
          <a:p>
            <a:pPr>
              <a:defRPr/>
            </a:pPr>
            <a:fld id="{7F45BE75-3A8E-4EEA-B612-B336FA73E380}" type="datetime4">
              <a:rPr lang="en-US" altLang="en-US" smtClean="0"/>
              <a:t>May 21, 2024</a:t>
            </a:fld>
            <a:endParaRPr lang="en-US" altLang="en-US"/>
          </a:p>
        </p:txBody>
      </p:sp>
      <p:sp>
        <p:nvSpPr>
          <p:cNvPr id="9" name="Footer Placeholder 5">
            <a:extLst>
              <a:ext uri="{FF2B5EF4-FFF2-40B4-BE49-F238E27FC236}">
                <a16:creationId xmlns:a16="http://schemas.microsoft.com/office/drawing/2014/main" id="{3B8F4D42-B8D9-4103-ABD1-B75FECA7620C}"/>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9FC1F58C-874F-4AD4-A32D-B6BA2E11340C}"/>
              </a:ext>
            </a:extLst>
          </p:cNvPr>
          <p:cNvSpPr>
            <a:spLocks noGrp="1"/>
          </p:cNvSpPr>
          <p:nvPr>
            <p:ph type="sldNum" sz="quarter" idx="12"/>
          </p:nvPr>
        </p:nvSpPr>
        <p:spPr/>
        <p:txBody>
          <a:bodyPr/>
          <a:lstStyle>
            <a:lvl1pPr>
              <a:defRPr/>
            </a:lvl1pPr>
          </a:lstStyle>
          <a:p>
            <a:pPr>
              <a:defRPr/>
            </a:pPr>
            <a:fld id="{3F4A88E9-55FA-4583-A2AF-654D4791C2C9}" type="slidenum">
              <a:rPr lang="en-US" altLang="en-US"/>
              <a:pPr>
                <a:defRPr/>
              </a:pPr>
              <a:t>‹#›</a:t>
            </a:fld>
            <a:endParaRPr lang="en-US" altLang="en-US"/>
          </a:p>
        </p:txBody>
      </p:sp>
    </p:spTree>
    <p:extLst>
      <p:ext uri="{BB962C8B-B14F-4D97-AF65-F5344CB8AC3E}">
        <p14:creationId xmlns:p14="http://schemas.microsoft.com/office/powerpoint/2010/main" val="34362461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2 Pictures with Cap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E4B8522-9E4F-489D-86CD-B4B7DAA29998}"/>
              </a:ext>
            </a:extLst>
          </p:cNvPr>
          <p:cNvSpPr/>
          <p:nvPr/>
        </p:nvSpPr>
        <p:spPr>
          <a:xfrm>
            <a:off x="282575" y="228600"/>
            <a:ext cx="6386513"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06D96BD4-27ED-4DD1-8791-F3D093AD227B}"/>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8" name="Rectangle 7">
            <a:extLst>
              <a:ext uri="{FF2B5EF4-FFF2-40B4-BE49-F238E27FC236}">
                <a16:creationId xmlns:a16="http://schemas.microsoft.com/office/drawing/2014/main" id="{8394B6BF-E2C1-4B6F-9ECA-93E1777E3521}"/>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Picture Placeholder 12"/>
          <p:cNvSpPr>
            <a:spLocks noGrp="1"/>
          </p:cNvSpPr>
          <p:nvPr>
            <p:ph type="pic" sz="quarter" idx="13"/>
          </p:nvPr>
        </p:nvSpPr>
        <p:spPr>
          <a:xfrm>
            <a:off x="6802438" y="2374940"/>
            <a:ext cx="2057400" cy="2039112"/>
          </a:xfrm>
        </p:spPr>
        <p:txBody>
          <a:bodyPr rtlCol="0">
            <a:normAutofit/>
          </a:bodyPr>
          <a:lstStyle>
            <a:lvl1pPr>
              <a:buNone/>
              <a:defRPr/>
            </a:lvl1pPr>
          </a:lstStyle>
          <a:p>
            <a:pPr lvl="0"/>
            <a:r>
              <a:rPr lang="en-US" noProof="0"/>
              <a:t>Click icon to add picture</a:t>
            </a:r>
            <a:endParaRPr noProof="0" dirty="0"/>
          </a:p>
        </p:txBody>
      </p:sp>
      <p:sp>
        <p:nvSpPr>
          <p:cNvPr id="13" name="Picture Placeholder 12"/>
          <p:cNvSpPr>
            <a:spLocks noGrp="1"/>
          </p:cNvSpPr>
          <p:nvPr>
            <p:ph type="pic" sz="quarter" idx="14"/>
          </p:nvPr>
        </p:nvSpPr>
        <p:spPr>
          <a:xfrm>
            <a:off x="6802438" y="4535424"/>
            <a:ext cx="2057400" cy="2039112"/>
          </a:xfrm>
        </p:spPr>
        <p:txBody>
          <a:bodyPr rtlCol="0">
            <a:normAutofit/>
          </a:bodyPr>
          <a:lstStyle>
            <a:lvl1pPr>
              <a:buNone/>
              <a:defRPr/>
            </a:lvl1pPr>
          </a:lstStyle>
          <a:p>
            <a:pPr lvl="0"/>
            <a:r>
              <a:rPr lang="en-US" noProof="0"/>
              <a:t>Click icon to add picture</a:t>
            </a:r>
            <a:endParaRPr noProof="0" dirty="0"/>
          </a:p>
        </p:txBody>
      </p:sp>
      <p:sp>
        <p:nvSpPr>
          <p:cNvPr id="9" name="Date Placeholder 4">
            <a:extLst>
              <a:ext uri="{FF2B5EF4-FFF2-40B4-BE49-F238E27FC236}">
                <a16:creationId xmlns:a16="http://schemas.microsoft.com/office/drawing/2014/main" id="{C761474E-2C03-4840-8A15-994BF879D3D2}"/>
              </a:ext>
            </a:extLst>
          </p:cNvPr>
          <p:cNvSpPr>
            <a:spLocks noGrp="1"/>
          </p:cNvSpPr>
          <p:nvPr>
            <p:ph type="dt" sz="half" idx="15"/>
          </p:nvPr>
        </p:nvSpPr>
        <p:spPr>
          <a:xfrm>
            <a:off x="5211763" y="6235700"/>
            <a:ext cx="1349375" cy="365125"/>
          </a:xfrm>
        </p:spPr>
        <p:txBody>
          <a:bodyPr/>
          <a:lstStyle>
            <a:lvl1pPr>
              <a:defRPr>
                <a:solidFill>
                  <a:schemeClr val="bg1"/>
                </a:solidFill>
              </a:defRPr>
            </a:lvl1pPr>
          </a:lstStyle>
          <a:p>
            <a:pPr>
              <a:defRPr/>
            </a:pPr>
            <a:fld id="{20232980-E453-4CBF-A307-45048147E9FA}" type="datetime4">
              <a:rPr lang="en-US" altLang="en-US" smtClean="0"/>
              <a:t>May 21, 2024</a:t>
            </a:fld>
            <a:endParaRPr lang="en-US" altLang="en-US"/>
          </a:p>
        </p:txBody>
      </p:sp>
      <p:sp>
        <p:nvSpPr>
          <p:cNvPr id="10" name="Footer Placeholder 5">
            <a:extLst>
              <a:ext uri="{FF2B5EF4-FFF2-40B4-BE49-F238E27FC236}">
                <a16:creationId xmlns:a16="http://schemas.microsoft.com/office/drawing/2014/main" id="{7C2799EC-B7A7-4AEB-AA05-ED8A41C7D4AE}"/>
              </a:ext>
            </a:extLst>
          </p:cNvPr>
          <p:cNvSpPr>
            <a:spLocks noGrp="1"/>
          </p:cNvSpPr>
          <p:nvPr>
            <p:ph type="ftr" sz="quarter" idx="16"/>
          </p:nvPr>
        </p:nvSpPr>
        <p:spPr>
          <a:xfrm>
            <a:off x="381000" y="6235700"/>
            <a:ext cx="4648200" cy="365125"/>
          </a:xfrm>
        </p:spPr>
        <p:txBody>
          <a:bodyPr/>
          <a:lstStyle>
            <a:lvl1pPr>
              <a:defRPr>
                <a:solidFill>
                  <a:schemeClr val="bg1"/>
                </a:solidFill>
              </a:defRPr>
            </a:lvl1pPr>
          </a:lstStyle>
          <a:p>
            <a:pPr>
              <a:defRPr/>
            </a:pPr>
            <a:endParaRPr lang="en-US" altLang="en-US"/>
          </a:p>
        </p:txBody>
      </p:sp>
      <p:sp>
        <p:nvSpPr>
          <p:cNvPr id="11" name="Slide Number Placeholder 6">
            <a:extLst>
              <a:ext uri="{FF2B5EF4-FFF2-40B4-BE49-F238E27FC236}">
                <a16:creationId xmlns:a16="http://schemas.microsoft.com/office/drawing/2014/main" id="{158E981D-B48B-4C8C-9DD0-1E81EA85DC5F}"/>
              </a:ext>
            </a:extLst>
          </p:cNvPr>
          <p:cNvSpPr>
            <a:spLocks noGrp="1"/>
          </p:cNvSpPr>
          <p:nvPr>
            <p:ph type="sldNum" sz="quarter" idx="17"/>
          </p:nvPr>
        </p:nvSpPr>
        <p:spPr/>
        <p:txBody>
          <a:bodyPr/>
          <a:lstStyle>
            <a:lvl1pPr>
              <a:defRPr/>
            </a:lvl1pPr>
          </a:lstStyle>
          <a:p>
            <a:pPr>
              <a:defRPr/>
            </a:pPr>
            <a:fld id="{C20F1E02-4764-4B68-9C6E-34342FE9361F}" type="slidenum">
              <a:rPr lang="en-US" altLang="en-US"/>
              <a:pPr>
                <a:defRPr/>
              </a:pPr>
              <a:t>‹#›</a:t>
            </a:fld>
            <a:endParaRPr lang="en-US" altLang="en-US"/>
          </a:p>
        </p:txBody>
      </p:sp>
    </p:spTree>
    <p:extLst>
      <p:ext uri="{BB962C8B-B14F-4D97-AF65-F5344CB8AC3E}">
        <p14:creationId xmlns:p14="http://schemas.microsoft.com/office/powerpoint/2010/main" val="18253008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3 Pictures with Cap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684C6A6-C390-4CE9-9551-280F5894D784}"/>
              </a:ext>
            </a:extLst>
          </p:cNvPr>
          <p:cNvSpPr/>
          <p:nvPr/>
        </p:nvSpPr>
        <p:spPr>
          <a:xfrm>
            <a:off x="282575" y="228600"/>
            <a:ext cx="4235450"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A51F7596-DDE6-4CD4-865C-FEF3B660E3C7}"/>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9" name="Rectangle 8">
            <a:extLst>
              <a:ext uri="{FF2B5EF4-FFF2-40B4-BE49-F238E27FC236}">
                <a16:creationId xmlns:a16="http://schemas.microsoft.com/office/drawing/2014/main" id="{8EC2F2B8-01CF-45D9-851B-C292454438D2}"/>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10" name="Rectangle 9">
            <a:extLst>
              <a:ext uri="{FF2B5EF4-FFF2-40B4-BE49-F238E27FC236}">
                <a16:creationId xmlns:a16="http://schemas.microsoft.com/office/drawing/2014/main" id="{187172EA-58AA-450E-8BAD-A116BCA1D3EA}"/>
              </a:ext>
            </a:extLst>
          </p:cNvPr>
          <p:cNvSpPr/>
          <p:nvPr/>
        </p:nvSpPr>
        <p:spPr>
          <a:xfrm>
            <a:off x="4624388" y="4535488"/>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Picture Placeholder 12"/>
          <p:cNvSpPr>
            <a:spLocks noGrp="1"/>
          </p:cNvSpPr>
          <p:nvPr>
            <p:ph type="pic" sz="quarter" idx="13"/>
          </p:nvPr>
        </p:nvSpPr>
        <p:spPr>
          <a:xfrm>
            <a:off x="4624388"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3" name="Picture Placeholder 12"/>
          <p:cNvSpPr>
            <a:spLocks noGrp="1"/>
          </p:cNvSpPr>
          <p:nvPr>
            <p:ph type="pic" sz="quarter" idx="14"/>
          </p:nvPr>
        </p:nvSpPr>
        <p:spPr>
          <a:xfrm>
            <a:off x="4624388" y="2381663"/>
            <a:ext cx="2057400" cy="2039112"/>
          </a:xfrm>
        </p:spPr>
        <p:txBody>
          <a:bodyPr rtlCol="0">
            <a:normAutofit/>
          </a:bodyPr>
          <a:lstStyle>
            <a:lvl1pPr>
              <a:buNone/>
              <a:defRPr/>
            </a:lvl1pPr>
          </a:lstStyle>
          <a:p>
            <a:pPr lvl="0"/>
            <a:r>
              <a:rPr lang="en-US" noProof="0"/>
              <a:t>Click icon to add picture</a:t>
            </a:r>
            <a:endParaRPr noProof="0" dirty="0"/>
          </a:p>
        </p:txBody>
      </p:sp>
      <p:sp>
        <p:nvSpPr>
          <p:cNvPr id="14" name="Picture Placeholder 12"/>
          <p:cNvSpPr>
            <a:spLocks noGrp="1"/>
          </p:cNvSpPr>
          <p:nvPr>
            <p:ph type="pic" sz="quarter" idx="15"/>
          </p:nvPr>
        </p:nvSpPr>
        <p:spPr>
          <a:xfrm>
            <a:off x="6803136" y="2381662"/>
            <a:ext cx="2057400" cy="4187952"/>
          </a:xfrm>
        </p:spPr>
        <p:txBody>
          <a:bodyPr rtlCol="0">
            <a:normAutofit/>
          </a:bodyPr>
          <a:lstStyle>
            <a:lvl1pPr>
              <a:buNone/>
              <a:defRPr/>
            </a:lvl1pPr>
          </a:lstStyle>
          <a:p>
            <a:pPr lvl="0"/>
            <a:r>
              <a:rPr lang="en-US" noProof="0"/>
              <a:t>Click icon to add picture</a:t>
            </a:r>
            <a:endParaRPr noProof="0" dirty="0"/>
          </a:p>
        </p:txBody>
      </p:sp>
      <p:sp>
        <p:nvSpPr>
          <p:cNvPr id="11" name="Date Placeholder 4">
            <a:extLst>
              <a:ext uri="{FF2B5EF4-FFF2-40B4-BE49-F238E27FC236}">
                <a16:creationId xmlns:a16="http://schemas.microsoft.com/office/drawing/2014/main" id="{73AC807D-AF86-4476-A47B-879D992AE4E9}"/>
              </a:ext>
            </a:extLst>
          </p:cNvPr>
          <p:cNvSpPr>
            <a:spLocks noGrp="1"/>
          </p:cNvSpPr>
          <p:nvPr>
            <p:ph type="dt" sz="half" idx="16"/>
          </p:nvPr>
        </p:nvSpPr>
        <p:spPr>
          <a:xfrm>
            <a:off x="3048000" y="6235700"/>
            <a:ext cx="1347788" cy="365125"/>
          </a:xfrm>
        </p:spPr>
        <p:txBody>
          <a:bodyPr/>
          <a:lstStyle>
            <a:lvl1pPr>
              <a:defRPr>
                <a:solidFill>
                  <a:schemeClr val="bg1"/>
                </a:solidFill>
              </a:defRPr>
            </a:lvl1pPr>
          </a:lstStyle>
          <a:p>
            <a:pPr>
              <a:defRPr/>
            </a:pPr>
            <a:fld id="{CB0466D8-1F5A-4252-9DF5-0AA1CCE412B1}" type="datetime4">
              <a:rPr lang="en-US" altLang="en-US" smtClean="0"/>
              <a:t>May 21, 2024</a:t>
            </a:fld>
            <a:endParaRPr lang="en-US" altLang="en-US"/>
          </a:p>
        </p:txBody>
      </p:sp>
      <p:sp>
        <p:nvSpPr>
          <p:cNvPr id="15" name="Footer Placeholder 5">
            <a:extLst>
              <a:ext uri="{FF2B5EF4-FFF2-40B4-BE49-F238E27FC236}">
                <a16:creationId xmlns:a16="http://schemas.microsoft.com/office/drawing/2014/main" id="{8E62327F-56AD-4A63-98B9-78485E66D17B}"/>
              </a:ext>
            </a:extLst>
          </p:cNvPr>
          <p:cNvSpPr>
            <a:spLocks noGrp="1"/>
          </p:cNvSpPr>
          <p:nvPr>
            <p:ph type="ftr" sz="quarter" idx="17"/>
          </p:nvPr>
        </p:nvSpPr>
        <p:spPr>
          <a:xfrm>
            <a:off x="381000" y="6235700"/>
            <a:ext cx="2590800" cy="365125"/>
          </a:xfrm>
        </p:spPr>
        <p:txBody>
          <a:bodyPr/>
          <a:lstStyle>
            <a:lvl1pPr>
              <a:defRPr>
                <a:solidFill>
                  <a:schemeClr val="bg1"/>
                </a:solidFill>
              </a:defRPr>
            </a:lvl1pPr>
          </a:lstStyle>
          <a:p>
            <a:pPr>
              <a:defRPr/>
            </a:pPr>
            <a:endParaRPr lang="en-US" altLang="en-US"/>
          </a:p>
        </p:txBody>
      </p:sp>
      <p:sp>
        <p:nvSpPr>
          <p:cNvPr id="16" name="Slide Number Placeholder 6">
            <a:extLst>
              <a:ext uri="{FF2B5EF4-FFF2-40B4-BE49-F238E27FC236}">
                <a16:creationId xmlns:a16="http://schemas.microsoft.com/office/drawing/2014/main" id="{1C12E0BA-FE9E-4BD0-AAEF-9BBAF7C75614}"/>
              </a:ext>
            </a:extLst>
          </p:cNvPr>
          <p:cNvSpPr>
            <a:spLocks noGrp="1"/>
          </p:cNvSpPr>
          <p:nvPr>
            <p:ph type="sldNum" sz="quarter" idx="18"/>
          </p:nvPr>
        </p:nvSpPr>
        <p:spPr/>
        <p:txBody>
          <a:bodyPr/>
          <a:lstStyle>
            <a:lvl1pPr>
              <a:defRPr/>
            </a:lvl1pPr>
          </a:lstStyle>
          <a:p>
            <a:pPr>
              <a:defRPr/>
            </a:pPr>
            <a:fld id="{12D2B7AC-0C10-4CF5-8B9B-68B5A78F7235}" type="slidenum">
              <a:rPr lang="en-US" altLang="en-US"/>
              <a:pPr>
                <a:defRPr/>
              </a:pPr>
              <a:t>‹#›</a:t>
            </a:fld>
            <a:endParaRPr lang="en-US" altLang="en-US"/>
          </a:p>
        </p:txBody>
      </p:sp>
    </p:spTree>
    <p:extLst>
      <p:ext uri="{BB962C8B-B14F-4D97-AF65-F5344CB8AC3E}">
        <p14:creationId xmlns:p14="http://schemas.microsoft.com/office/powerpoint/2010/main" val="39463554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3 Pictures with Caption, Al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D86DB31-10AD-4A0A-BCB6-1CE4F9A6C9F8}"/>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6972F84F-B455-44D5-B27F-7968C240A00F}"/>
              </a:ext>
            </a:extLst>
          </p:cNvPr>
          <p:cNvSpPr txBox="1">
            <a:spLocks noChangeArrowheads="1"/>
          </p:cNvSpPr>
          <p:nvPr/>
        </p:nvSpPr>
        <p:spPr bwMode="auto">
          <a:xfrm>
            <a:off x="4749800" y="3370263"/>
            <a:ext cx="220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Picture Placeholder 12"/>
          <p:cNvSpPr>
            <a:spLocks noGrp="1"/>
          </p:cNvSpPr>
          <p:nvPr>
            <p:ph type="pic" sz="quarter" idx="13"/>
          </p:nvPr>
        </p:nvSpPr>
        <p:spPr>
          <a:xfrm>
            <a:off x="277905"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5" name="Picture Placeholder 12"/>
          <p:cNvSpPr>
            <a:spLocks noGrp="1"/>
          </p:cNvSpPr>
          <p:nvPr>
            <p:ph type="pic" sz="quarter" idx="14"/>
          </p:nvPr>
        </p:nvSpPr>
        <p:spPr>
          <a:xfrm>
            <a:off x="2460625"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9" name="Date Placeholder 4">
            <a:extLst>
              <a:ext uri="{FF2B5EF4-FFF2-40B4-BE49-F238E27FC236}">
                <a16:creationId xmlns:a16="http://schemas.microsoft.com/office/drawing/2014/main" id="{649B7326-D2C8-4CBD-A35A-2CB75A4F9E72}"/>
              </a:ext>
            </a:extLst>
          </p:cNvPr>
          <p:cNvSpPr>
            <a:spLocks noGrp="1"/>
          </p:cNvSpPr>
          <p:nvPr>
            <p:ph type="dt" sz="half" idx="15"/>
          </p:nvPr>
        </p:nvSpPr>
        <p:spPr>
          <a:xfrm>
            <a:off x="7391400" y="6423025"/>
            <a:ext cx="1536700" cy="365125"/>
          </a:xfrm>
        </p:spPr>
        <p:txBody>
          <a:bodyPr/>
          <a:lstStyle>
            <a:lvl1pPr>
              <a:defRPr/>
            </a:lvl1pPr>
          </a:lstStyle>
          <a:p>
            <a:pPr>
              <a:defRPr/>
            </a:pPr>
            <a:fld id="{67109545-74AE-4DF0-B5B8-5DCE9283F8AC}" type="datetime4">
              <a:rPr lang="en-US" altLang="en-US" smtClean="0"/>
              <a:t>May 21, 2024</a:t>
            </a:fld>
            <a:endParaRPr lang="en-US" altLang="en-US"/>
          </a:p>
        </p:txBody>
      </p:sp>
      <p:sp>
        <p:nvSpPr>
          <p:cNvPr id="10" name="Footer Placeholder 5">
            <a:extLst>
              <a:ext uri="{FF2B5EF4-FFF2-40B4-BE49-F238E27FC236}">
                <a16:creationId xmlns:a16="http://schemas.microsoft.com/office/drawing/2014/main" id="{46041EA7-B68A-41F3-8113-D9D32DAD8AB8}"/>
              </a:ext>
            </a:extLst>
          </p:cNvPr>
          <p:cNvSpPr>
            <a:spLocks noGrp="1"/>
          </p:cNvSpPr>
          <p:nvPr>
            <p:ph type="ftr" sz="quarter" idx="16"/>
          </p:nvPr>
        </p:nvSpPr>
        <p:spPr>
          <a:xfrm>
            <a:off x="4191000" y="6423025"/>
            <a:ext cx="3005138" cy="365125"/>
          </a:xfrm>
        </p:spPr>
        <p:txBody>
          <a:bodyPr/>
          <a:lstStyle>
            <a:lvl1pPr>
              <a:defRPr/>
            </a:lvl1pPr>
          </a:lstStyle>
          <a:p>
            <a:pPr>
              <a:defRPr/>
            </a:pPr>
            <a:endParaRPr lang="en-US" altLang="en-US"/>
          </a:p>
        </p:txBody>
      </p:sp>
      <p:sp>
        <p:nvSpPr>
          <p:cNvPr id="11" name="Slide Number Placeholder 6">
            <a:extLst>
              <a:ext uri="{FF2B5EF4-FFF2-40B4-BE49-F238E27FC236}">
                <a16:creationId xmlns:a16="http://schemas.microsoft.com/office/drawing/2014/main" id="{443674E4-A79F-449B-9438-925C258E3D68}"/>
              </a:ext>
            </a:extLst>
          </p:cNvPr>
          <p:cNvSpPr>
            <a:spLocks noGrp="1"/>
          </p:cNvSpPr>
          <p:nvPr>
            <p:ph type="sldNum" sz="quarter" idx="17"/>
          </p:nvPr>
        </p:nvSpPr>
        <p:spPr/>
        <p:txBody>
          <a:bodyPr/>
          <a:lstStyle>
            <a:lvl1pPr>
              <a:defRPr/>
            </a:lvl1pPr>
          </a:lstStyle>
          <a:p>
            <a:pPr>
              <a:defRPr/>
            </a:pPr>
            <a:fld id="{27EE316B-296A-4301-835E-E41E4EB19B5F}" type="slidenum">
              <a:rPr lang="en-US" altLang="en-US"/>
              <a:pPr>
                <a:defRPr/>
              </a:pPr>
              <a:t>‹#›</a:t>
            </a:fld>
            <a:endParaRPr lang="en-US" altLang="en-US"/>
          </a:p>
        </p:txBody>
      </p:sp>
    </p:spTree>
    <p:extLst>
      <p:ext uri="{BB962C8B-B14F-4D97-AF65-F5344CB8AC3E}">
        <p14:creationId xmlns:p14="http://schemas.microsoft.com/office/powerpoint/2010/main" val="34441319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and Vertical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0C5B91-761D-4C3E-96C5-955410F3898F}"/>
              </a:ext>
            </a:extLst>
          </p:cNvPr>
          <p:cNvSpPr/>
          <p:nvPr/>
        </p:nvSpPr>
        <p:spPr>
          <a:xfrm>
            <a:off x="8166100" y="282575"/>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TextBox 4">
            <a:extLst>
              <a:ext uri="{FF2B5EF4-FFF2-40B4-BE49-F238E27FC236}">
                <a16:creationId xmlns:a16="http://schemas.microsoft.com/office/drawing/2014/main" id="{E9964D89-1EB4-4144-A2AB-CB37176A383C}"/>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53BC3FE9-9D89-4235-BD90-E3028C929DE0}"/>
              </a:ext>
            </a:extLst>
          </p:cNvPr>
          <p:cNvSpPr>
            <a:spLocks noGrp="1"/>
          </p:cNvSpPr>
          <p:nvPr>
            <p:ph type="dt" sz="half" idx="10"/>
          </p:nvPr>
        </p:nvSpPr>
        <p:spPr/>
        <p:txBody>
          <a:bodyPr/>
          <a:lstStyle>
            <a:lvl1pPr>
              <a:defRPr/>
            </a:lvl1pPr>
          </a:lstStyle>
          <a:p>
            <a:pPr>
              <a:defRPr/>
            </a:pPr>
            <a:fld id="{88E9DF7E-06F9-4CC6-95F8-38F71CEE8EE2}" type="datetime4">
              <a:rPr lang="en-US" altLang="en-US" smtClean="0"/>
              <a:t>May 21, 2024</a:t>
            </a:fld>
            <a:endParaRPr lang="en-US" altLang="en-US"/>
          </a:p>
        </p:txBody>
      </p:sp>
      <p:sp>
        <p:nvSpPr>
          <p:cNvPr id="7" name="Footer Placeholder 4">
            <a:extLst>
              <a:ext uri="{FF2B5EF4-FFF2-40B4-BE49-F238E27FC236}">
                <a16:creationId xmlns:a16="http://schemas.microsoft.com/office/drawing/2014/main" id="{54F36AFF-A8BF-4BD2-8967-40B05B6D814C}"/>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27A965FE-F10B-4D14-AFE7-31ABFE149A4E}"/>
              </a:ext>
            </a:extLst>
          </p:cNvPr>
          <p:cNvSpPr>
            <a:spLocks noGrp="1"/>
          </p:cNvSpPr>
          <p:nvPr>
            <p:ph type="sldNum" sz="quarter" idx="12"/>
          </p:nvPr>
        </p:nvSpPr>
        <p:spPr/>
        <p:txBody>
          <a:bodyPr/>
          <a:lstStyle>
            <a:lvl1pPr>
              <a:defRPr/>
            </a:lvl1pPr>
          </a:lstStyle>
          <a:p>
            <a:pPr>
              <a:defRPr/>
            </a:pPr>
            <a:fld id="{A2147E2A-C44F-4045-82D2-7C371F82CF1D}" type="slidenum">
              <a:rPr lang="en-US" altLang="en-US"/>
              <a:pPr>
                <a:defRPr/>
              </a:pPr>
              <a:t>‹#›</a:t>
            </a:fld>
            <a:endParaRPr lang="en-US" altLang="en-US"/>
          </a:p>
        </p:txBody>
      </p:sp>
    </p:spTree>
    <p:extLst>
      <p:ext uri="{BB962C8B-B14F-4D97-AF65-F5344CB8AC3E}">
        <p14:creationId xmlns:p14="http://schemas.microsoft.com/office/powerpoint/2010/main" val="360669910"/>
      </p:ext>
    </p:extLst>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741545-59F1-4190-84C9-7BFBFE292ACE}"/>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TextBox 4">
            <a:extLst>
              <a:ext uri="{FF2B5EF4-FFF2-40B4-BE49-F238E27FC236}">
                <a16:creationId xmlns:a16="http://schemas.microsoft.com/office/drawing/2014/main" id="{0B1A20B8-21F5-4760-BFC9-EC6F73243DA8}"/>
              </a:ext>
            </a:extLst>
          </p:cNvPr>
          <p:cNvSpPr txBox="1">
            <a:spLocks noChangeArrowheads="1"/>
          </p:cNvSpPr>
          <p:nvPr/>
        </p:nvSpPr>
        <p:spPr bwMode="auto">
          <a:xfrm rot="16200000">
            <a:off x="8593932" y="561181"/>
            <a:ext cx="2603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Vertical Title 1"/>
          <p:cNvSpPr>
            <a:spLocks noGrp="1"/>
          </p:cNvSpPr>
          <p:nvPr>
            <p:ph type="title" orient="vert"/>
          </p:nvPr>
        </p:nvSpPr>
        <p:spPr>
          <a:xfrm>
            <a:off x="7995772" y="954742"/>
            <a:ext cx="681318" cy="517142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73E6979F-8696-4C70-A779-45E2CFAAF7A3}"/>
              </a:ext>
            </a:extLst>
          </p:cNvPr>
          <p:cNvSpPr>
            <a:spLocks noGrp="1"/>
          </p:cNvSpPr>
          <p:nvPr>
            <p:ph type="dt" sz="half" idx="10"/>
          </p:nvPr>
        </p:nvSpPr>
        <p:spPr/>
        <p:txBody>
          <a:bodyPr/>
          <a:lstStyle>
            <a:lvl1pPr>
              <a:defRPr/>
            </a:lvl1pPr>
          </a:lstStyle>
          <a:p>
            <a:pPr>
              <a:defRPr/>
            </a:pPr>
            <a:fld id="{FA47287B-CD4B-4276-9C9C-6FD4F40A5F28}" type="datetime4">
              <a:rPr lang="en-US" altLang="en-US" smtClean="0"/>
              <a:t>May 21, 2024</a:t>
            </a:fld>
            <a:endParaRPr lang="en-US" altLang="en-US"/>
          </a:p>
        </p:txBody>
      </p:sp>
      <p:sp>
        <p:nvSpPr>
          <p:cNvPr id="7" name="Footer Placeholder 4">
            <a:extLst>
              <a:ext uri="{FF2B5EF4-FFF2-40B4-BE49-F238E27FC236}">
                <a16:creationId xmlns:a16="http://schemas.microsoft.com/office/drawing/2014/main" id="{B259E8A7-94BA-4CE3-9968-0F52201B546D}"/>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EBBE8256-DE8F-4CFA-B85D-AA30DC9107E8}"/>
              </a:ext>
            </a:extLst>
          </p:cNvPr>
          <p:cNvSpPr>
            <a:spLocks noGrp="1"/>
          </p:cNvSpPr>
          <p:nvPr>
            <p:ph type="sldNum" sz="quarter" idx="12"/>
          </p:nvPr>
        </p:nvSpPr>
        <p:spPr/>
        <p:txBody>
          <a:bodyPr/>
          <a:lstStyle>
            <a:lvl1pPr>
              <a:defRPr/>
            </a:lvl1pPr>
          </a:lstStyle>
          <a:p>
            <a:pPr>
              <a:defRPr/>
            </a:pPr>
            <a:fld id="{2C23BFD9-2626-4110-A809-223BFB94F502}" type="slidenum">
              <a:rPr lang="en-US" altLang="en-US"/>
              <a:pPr>
                <a:defRPr/>
              </a:pPr>
              <a:t>‹#›</a:t>
            </a:fld>
            <a:endParaRPr lang="en-US" altLang="en-US"/>
          </a:p>
        </p:txBody>
      </p:sp>
    </p:spTree>
    <p:extLst>
      <p:ext uri="{BB962C8B-B14F-4D97-AF65-F5344CB8AC3E}">
        <p14:creationId xmlns:p14="http://schemas.microsoft.com/office/powerpoint/2010/main" val="1156629683"/>
      </p:ext>
    </p:extLst>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lvl1pPr>
              <a:buClr>
                <a:srgbClr val="0000FF"/>
              </a:buClr>
              <a:buFont typeface="Wingdings 2" pitchFamily="18" charset="2"/>
              <a:buChar char="©"/>
              <a:defRPr/>
            </a:lvl1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dirty="0"/>
          </a:p>
        </p:txBody>
      </p:sp>
    </p:spTree>
    <p:extLst>
      <p:ext uri="{BB962C8B-B14F-4D97-AF65-F5344CB8AC3E}">
        <p14:creationId xmlns:p14="http://schemas.microsoft.com/office/powerpoint/2010/main" val="162887041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Only">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25107767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xAndObj">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855785" y="350839"/>
            <a:ext cx="7904285" cy="414337"/>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295391"/>
            <a:ext cx="4044462" cy="5177127"/>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2338" y="1295391"/>
            <a:ext cx="4044462" cy="5186091"/>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0964659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4565F6AB-F257-43C5-9F92-3178E8C87FF1}"/>
              </a:ext>
            </a:extLst>
          </p:cNvPr>
          <p:cNvGrpSpPr>
            <a:grpSpLocks/>
          </p:cNvGrpSpPr>
          <p:nvPr/>
        </p:nvGrpSpPr>
        <p:grpSpPr bwMode="auto">
          <a:xfrm>
            <a:off x="0" y="0"/>
            <a:ext cx="8763000" cy="5943600"/>
            <a:chOff x="0" y="0"/>
            <a:chExt cx="5520" cy="3744"/>
          </a:xfrm>
        </p:grpSpPr>
        <p:sp>
          <p:nvSpPr>
            <p:cNvPr id="5" name="Rectangle 3">
              <a:extLst>
                <a:ext uri="{FF2B5EF4-FFF2-40B4-BE49-F238E27FC236}">
                  <a16:creationId xmlns:a16="http://schemas.microsoft.com/office/drawing/2014/main" id="{5461597E-A600-4D4E-BDA1-48906D219E7D}"/>
                </a:ext>
              </a:extLst>
            </p:cNvPr>
            <p:cNvSpPr>
              <a:spLocks noChangeArrowheads="1"/>
            </p:cNvSpPr>
            <p:nvPr/>
          </p:nvSpPr>
          <p:spPr bwMode="auto">
            <a:xfrm>
              <a:off x="0" y="0"/>
              <a:ext cx="110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grpSp>
          <p:nvGrpSpPr>
            <p:cNvPr id="6" name="Group 4">
              <a:extLst>
                <a:ext uri="{FF2B5EF4-FFF2-40B4-BE49-F238E27FC236}">
                  <a16:creationId xmlns:a16="http://schemas.microsoft.com/office/drawing/2014/main" id="{BE7A2416-A614-4AFA-9BE6-BB733C41BC18}"/>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a16="http://schemas.microsoft.com/office/drawing/2014/main" id="{2167F23D-50D2-4306-815F-A9CB09376D41}"/>
                  </a:ext>
                </a:extLst>
              </p:cNvPr>
              <p:cNvSpPr>
                <a:spLocks noChangeArrowheads="1"/>
              </p:cNvSpPr>
              <p:nvPr/>
            </p:nvSpPr>
            <p:spPr bwMode="ltGray">
              <a:xfrm>
                <a:off x="624" y="2208"/>
                <a:ext cx="4896" cy="1536"/>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11" name="Rectangle 6">
                <a:extLst>
                  <a:ext uri="{FF2B5EF4-FFF2-40B4-BE49-F238E27FC236}">
                    <a16:creationId xmlns:a16="http://schemas.microsoft.com/office/drawing/2014/main" id="{806C7BCE-5DEF-451A-80C5-F05516FDAD53}"/>
                  </a:ext>
                </a:extLst>
              </p:cNvPr>
              <p:cNvSpPr>
                <a:spLocks noChangeArrowheads="1"/>
              </p:cNvSpPr>
              <p:nvPr/>
            </p:nvSpPr>
            <p:spPr bwMode="white">
              <a:xfrm>
                <a:off x="654" y="2352"/>
                <a:ext cx="4818" cy="13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12" name="Line 7">
                <a:extLst>
                  <a:ext uri="{FF2B5EF4-FFF2-40B4-BE49-F238E27FC236}">
                    <a16:creationId xmlns:a16="http://schemas.microsoft.com/office/drawing/2014/main" id="{07D70038-99BC-4D49-A2C7-74E645E453FC}"/>
                  </a:ext>
                </a:extLst>
              </p:cNvPr>
              <p:cNvSpPr>
                <a:spLocks noChangeShapeType="1"/>
              </p:cNvSpPr>
              <p:nvPr/>
            </p:nvSpPr>
            <p:spPr bwMode="auto">
              <a:xfrm>
                <a:off x="0" y="3072"/>
                <a:ext cx="624" cy="0"/>
              </a:xfrm>
              <a:prstGeom prst="line">
                <a:avLst/>
              </a:prstGeom>
              <a:noFill/>
              <a:ln w="508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8">
              <a:extLst>
                <a:ext uri="{FF2B5EF4-FFF2-40B4-BE49-F238E27FC236}">
                  <a16:creationId xmlns:a16="http://schemas.microsoft.com/office/drawing/2014/main" id="{ABF959D0-7825-47E4-A314-F34628B43592}"/>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a16="http://schemas.microsoft.com/office/drawing/2014/main" id="{38B2235D-8976-4386-BA15-2981E58EA6B7}"/>
                  </a:ext>
                </a:extLst>
              </p:cNvPr>
              <p:cNvSpPr>
                <a:spLocks noChangeArrowheads="1"/>
              </p:cNvSpPr>
              <p:nvPr/>
            </p:nvSpPr>
            <p:spPr bwMode="auto">
              <a:xfrm>
                <a:off x="3952" y="336"/>
                <a:ext cx="1536" cy="1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9" name="Line 10">
                <a:extLst>
                  <a:ext uri="{FF2B5EF4-FFF2-40B4-BE49-F238E27FC236}">
                    <a16:creationId xmlns:a16="http://schemas.microsoft.com/office/drawing/2014/main" id="{374D0BE0-54E0-4632-8C0D-50053BF57039}"/>
                  </a:ext>
                </a:extLst>
              </p:cNvPr>
              <p:cNvSpPr>
                <a:spLocks noChangeShapeType="1"/>
              </p:cNvSpPr>
              <p:nvPr/>
            </p:nvSpPr>
            <p:spPr bwMode="auto">
              <a:xfrm>
                <a:off x="400" y="432"/>
                <a:ext cx="5088"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13" name="Picture 16" descr="emu_300x300_72dpi_black">
            <a:extLst>
              <a:ext uri="{FF2B5EF4-FFF2-40B4-BE49-F238E27FC236}">
                <a16:creationId xmlns:a16="http://schemas.microsoft.com/office/drawing/2014/main" id="{AE54B05D-5B91-4766-A56B-045E3B61C08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8313" y="115888"/>
            <a:ext cx="5746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027" name="Rectangle 11"/>
          <p:cNvSpPr>
            <a:spLocks noGrp="1" noChangeArrowheads="1"/>
          </p:cNvSpPr>
          <p:nvPr>
            <p:ph type="ctrTitle"/>
          </p:nvPr>
        </p:nvSpPr>
        <p:spPr>
          <a:xfrm>
            <a:off x="2057400" y="1143000"/>
            <a:ext cx="6629400" cy="2209800"/>
          </a:xfrm>
        </p:spPr>
        <p:txBody>
          <a:bodyPr/>
          <a:lstStyle>
            <a:lvl1pPr>
              <a:defRPr sz="4800"/>
            </a:lvl1pPr>
          </a:lstStyle>
          <a:p>
            <a:pPr lvl="0"/>
            <a:r>
              <a:rPr lang="en-US" altLang="en-US" noProof="0"/>
              <a:t>Click to edit Master title style</a:t>
            </a:r>
          </a:p>
        </p:txBody>
      </p:sp>
      <p:sp>
        <p:nvSpPr>
          <p:cNvPr id="59802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3">
            <a:extLst>
              <a:ext uri="{FF2B5EF4-FFF2-40B4-BE49-F238E27FC236}">
                <a16:creationId xmlns:a16="http://schemas.microsoft.com/office/drawing/2014/main" id="{7E26C5BD-31A8-4E43-9AD6-DBF4FABBC527}"/>
              </a:ext>
            </a:extLst>
          </p:cNvPr>
          <p:cNvSpPr>
            <a:spLocks noGrp="1" noChangeArrowheads="1"/>
          </p:cNvSpPr>
          <p:nvPr>
            <p:ph type="dt" sz="half" idx="10"/>
          </p:nvPr>
        </p:nvSpPr>
        <p:spPr>
          <a:xfrm>
            <a:off x="912813" y="6251575"/>
            <a:ext cx="1905000" cy="457200"/>
          </a:xfrm>
        </p:spPr>
        <p:txBody>
          <a:bodyPr/>
          <a:lstStyle>
            <a:lvl1pPr>
              <a:defRPr/>
            </a:lvl1pPr>
          </a:lstStyle>
          <a:p>
            <a:pPr>
              <a:defRPr/>
            </a:pPr>
            <a:fld id="{3C4FD5DF-EC03-401D-9ACD-A2AF6F06E3BC}" type="datetime4">
              <a:rPr lang="en-US" altLang="en-US" smtClean="0"/>
              <a:t>May 21, 2024</a:t>
            </a:fld>
            <a:endParaRPr lang="en-US" altLang="en-US"/>
          </a:p>
        </p:txBody>
      </p:sp>
      <p:sp>
        <p:nvSpPr>
          <p:cNvPr id="15" name="Footer Placeholder 14">
            <a:extLst>
              <a:ext uri="{FF2B5EF4-FFF2-40B4-BE49-F238E27FC236}">
                <a16:creationId xmlns:a16="http://schemas.microsoft.com/office/drawing/2014/main" id="{CB14246A-DC61-4613-8409-02EE00F42464}"/>
              </a:ext>
            </a:extLst>
          </p:cNvPr>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en-US"/>
          </a:p>
        </p:txBody>
      </p:sp>
      <p:sp>
        <p:nvSpPr>
          <p:cNvPr id="16" name="Slide Number Placeholder 15">
            <a:extLst>
              <a:ext uri="{FF2B5EF4-FFF2-40B4-BE49-F238E27FC236}">
                <a16:creationId xmlns:a16="http://schemas.microsoft.com/office/drawing/2014/main" id="{00E0F886-083D-4C20-A68F-BFE0B0E2C4F4}"/>
              </a:ext>
            </a:extLst>
          </p:cNvPr>
          <p:cNvSpPr>
            <a:spLocks noGrp="1" noChangeArrowheads="1"/>
          </p:cNvSpPr>
          <p:nvPr>
            <p:ph type="sldNum" sz="quarter" idx="12"/>
          </p:nvPr>
        </p:nvSpPr>
        <p:spPr>
          <a:xfrm>
            <a:off x="6781800" y="6248400"/>
            <a:ext cx="1905000" cy="457200"/>
          </a:xfrm>
        </p:spPr>
        <p:txBody>
          <a:bodyPr/>
          <a:lstStyle>
            <a:lvl1pPr>
              <a:defRPr/>
            </a:lvl1pPr>
          </a:lstStyle>
          <a:p>
            <a:pPr>
              <a:defRPr/>
            </a:pPr>
            <a:fld id="{A6AAC328-75BB-4382-8A37-3CD1D41CF670}" type="slidenum">
              <a:rPr lang="en-US" altLang="en-US"/>
              <a:pPr>
                <a:defRPr/>
              </a:pPr>
              <a:t>‹#›</a:t>
            </a:fld>
            <a:endParaRPr lang="en-US" altLang="en-US"/>
          </a:p>
        </p:txBody>
      </p:sp>
    </p:spTree>
    <p:extLst>
      <p:ext uri="{BB962C8B-B14F-4D97-AF65-F5344CB8AC3E}">
        <p14:creationId xmlns:p14="http://schemas.microsoft.com/office/powerpoint/2010/main" val="2848707562"/>
      </p:ext>
    </p:extLst>
  </p:cSld>
  <p:clrMapOvr>
    <a:masterClrMapping/>
  </p:clrMapOvr>
  <p:transition>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59022411-5871-4A8B-BF62-16D06CDB1F13}"/>
              </a:ext>
            </a:extLst>
          </p:cNvPr>
          <p:cNvSpPr>
            <a:spLocks noGrp="1" noChangeArrowheads="1"/>
          </p:cNvSpPr>
          <p:nvPr>
            <p:ph type="dt" sz="half" idx="10"/>
          </p:nvPr>
        </p:nvSpPr>
        <p:spPr>
          <a:ln/>
        </p:spPr>
        <p:txBody>
          <a:bodyPr/>
          <a:lstStyle>
            <a:lvl1pPr>
              <a:defRPr/>
            </a:lvl1pPr>
          </a:lstStyle>
          <a:p>
            <a:pPr>
              <a:defRPr/>
            </a:pPr>
            <a:fld id="{122AB582-E114-47B7-B681-B18692AB844D}" type="datetime4">
              <a:rPr lang="en-US" altLang="en-US" smtClean="0"/>
              <a:t>May 21, 2024</a:t>
            </a:fld>
            <a:endParaRPr lang="en-US" altLang="en-US"/>
          </a:p>
        </p:txBody>
      </p:sp>
      <p:sp>
        <p:nvSpPr>
          <p:cNvPr id="5" name="Rectangle 10">
            <a:extLst>
              <a:ext uri="{FF2B5EF4-FFF2-40B4-BE49-F238E27FC236}">
                <a16:creationId xmlns:a16="http://schemas.microsoft.com/office/drawing/2014/main" id="{441B8DFF-6DF5-46D3-A516-7BA032C46DA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A2AEC60A-824B-41AC-85EB-DC88D545D36D}"/>
              </a:ext>
            </a:extLst>
          </p:cNvPr>
          <p:cNvSpPr>
            <a:spLocks noGrp="1" noChangeArrowheads="1"/>
          </p:cNvSpPr>
          <p:nvPr>
            <p:ph type="sldNum" sz="quarter" idx="12"/>
          </p:nvPr>
        </p:nvSpPr>
        <p:spPr>
          <a:ln/>
        </p:spPr>
        <p:txBody>
          <a:bodyPr/>
          <a:lstStyle>
            <a:lvl1pPr>
              <a:defRPr/>
            </a:lvl1pPr>
          </a:lstStyle>
          <a:p>
            <a:pPr>
              <a:defRPr/>
            </a:pPr>
            <a:fld id="{1088DDF2-FC33-4380-935C-3471BEC9E082}" type="slidenum">
              <a:rPr lang="en-US" altLang="en-US"/>
              <a:pPr>
                <a:defRPr/>
              </a:pPr>
              <a:t>‹#›</a:t>
            </a:fld>
            <a:endParaRPr lang="en-US" altLang="en-US"/>
          </a:p>
        </p:txBody>
      </p:sp>
    </p:spTree>
    <p:extLst>
      <p:ext uri="{BB962C8B-B14F-4D97-AF65-F5344CB8AC3E}">
        <p14:creationId xmlns:p14="http://schemas.microsoft.com/office/powerpoint/2010/main" val="3319195031"/>
      </p:ext>
    </p:extLst>
  </p:cSld>
  <p:clrMapOvr>
    <a:masterClrMapping/>
  </p:clrMapOvr>
  <p:transition>
    <p:rand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9">
            <a:extLst>
              <a:ext uri="{FF2B5EF4-FFF2-40B4-BE49-F238E27FC236}">
                <a16:creationId xmlns:a16="http://schemas.microsoft.com/office/drawing/2014/main" id="{7B035493-5AF5-46BE-BEF9-203FD3FE6A22}"/>
              </a:ext>
            </a:extLst>
          </p:cNvPr>
          <p:cNvSpPr>
            <a:spLocks noGrp="1" noChangeArrowheads="1"/>
          </p:cNvSpPr>
          <p:nvPr>
            <p:ph type="dt" sz="half" idx="10"/>
          </p:nvPr>
        </p:nvSpPr>
        <p:spPr>
          <a:ln/>
        </p:spPr>
        <p:txBody>
          <a:bodyPr/>
          <a:lstStyle>
            <a:lvl1pPr>
              <a:defRPr/>
            </a:lvl1pPr>
          </a:lstStyle>
          <a:p>
            <a:pPr>
              <a:defRPr/>
            </a:pPr>
            <a:fld id="{33550446-8384-4E5D-9E53-C0FE3347BEA3}" type="datetime4">
              <a:rPr lang="en-US" altLang="en-US" smtClean="0"/>
              <a:t>May 21, 2024</a:t>
            </a:fld>
            <a:endParaRPr lang="en-US" altLang="en-US"/>
          </a:p>
        </p:txBody>
      </p:sp>
      <p:sp>
        <p:nvSpPr>
          <p:cNvPr id="5" name="Rectangle 10">
            <a:extLst>
              <a:ext uri="{FF2B5EF4-FFF2-40B4-BE49-F238E27FC236}">
                <a16:creationId xmlns:a16="http://schemas.microsoft.com/office/drawing/2014/main" id="{710EE305-D666-4913-88A0-5660678F99B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5B9CFB8C-E6F2-46C8-A7EA-FD706FB07648}"/>
              </a:ext>
            </a:extLst>
          </p:cNvPr>
          <p:cNvSpPr>
            <a:spLocks noGrp="1" noChangeArrowheads="1"/>
          </p:cNvSpPr>
          <p:nvPr>
            <p:ph type="sldNum" sz="quarter" idx="12"/>
          </p:nvPr>
        </p:nvSpPr>
        <p:spPr>
          <a:ln/>
        </p:spPr>
        <p:txBody>
          <a:bodyPr/>
          <a:lstStyle>
            <a:lvl1pPr>
              <a:defRPr/>
            </a:lvl1pPr>
          </a:lstStyle>
          <a:p>
            <a:pPr>
              <a:defRPr/>
            </a:pPr>
            <a:fld id="{B48F7BAD-3287-45BF-8F90-D810A06E9440}" type="slidenum">
              <a:rPr lang="en-US" altLang="en-US"/>
              <a:pPr>
                <a:defRPr/>
              </a:pPr>
              <a:t>‹#›</a:t>
            </a:fld>
            <a:endParaRPr lang="en-US" altLang="en-US"/>
          </a:p>
        </p:txBody>
      </p:sp>
    </p:spTree>
    <p:extLst>
      <p:ext uri="{BB962C8B-B14F-4D97-AF65-F5344CB8AC3E}">
        <p14:creationId xmlns:p14="http://schemas.microsoft.com/office/powerpoint/2010/main" val="4033263618"/>
      </p:ext>
    </p:extLst>
  </p:cSld>
  <p:clrMapOvr>
    <a:masterClrMapping/>
  </p:clrMapOvr>
  <p:transition>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D6ECF3A4-B6C5-4DB6-BA3F-7E44275615E8}"/>
              </a:ext>
            </a:extLst>
          </p:cNvPr>
          <p:cNvSpPr>
            <a:spLocks noGrp="1" noChangeArrowheads="1"/>
          </p:cNvSpPr>
          <p:nvPr>
            <p:ph type="dt" sz="half" idx="10"/>
          </p:nvPr>
        </p:nvSpPr>
        <p:spPr>
          <a:ln/>
        </p:spPr>
        <p:txBody>
          <a:bodyPr/>
          <a:lstStyle>
            <a:lvl1pPr>
              <a:defRPr/>
            </a:lvl1pPr>
          </a:lstStyle>
          <a:p>
            <a:pPr>
              <a:defRPr/>
            </a:pPr>
            <a:fld id="{46CDCFCB-3033-4FCB-913E-7EE270872FF4}" type="datetime4">
              <a:rPr lang="en-US" altLang="en-US" smtClean="0"/>
              <a:t>May 21, 2024</a:t>
            </a:fld>
            <a:endParaRPr lang="en-US" altLang="en-US"/>
          </a:p>
        </p:txBody>
      </p:sp>
      <p:sp>
        <p:nvSpPr>
          <p:cNvPr id="6" name="Rectangle 10">
            <a:extLst>
              <a:ext uri="{FF2B5EF4-FFF2-40B4-BE49-F238E27FC236}">
                <a16:creationId xmlns:a16="http://schemas.microsoft.com/office/drawing/2014/main" id="{AF25DC84-6083-42F1-B827-3A29C87C6E5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CAE6B2B5-B1E8-4B37-8538-6B82AD9E6E0D}"/>
              </a:ext>
            </a:extLst>
          </p:cNvPr>
          <p:cNvSpPr>
            <a:spLocks noGrp="1" noChangeArrowheads="1"/>
          </p:cNvSpPr>
          <p:nvPr>
            <p:ph type="sldNum" sz="quarter" idx="12"/>
          </p:nvPr>
        </p:nvSpPr>
        <p:spPr>
          <a:ln/>
        </p:spPr>
        <p:txBody>
          <a:bodyPr/>
          <a:lstStyle>
            <a:lvl1pPr>
              <a:defRPr/>
            </a:lvl1pPr>
          </a:lstStyle>
          <a:p>
            <a:pPr>
              <a:defRPr/>
            </a:pPr>
            <a:fld id="{62E6C9AD-C5AE-4C93-918B-7A1ABBBF78D4}" type="slidenum">
              <a:rPr lang="en-US" altLang="en-US"/>
              <a:pPr>
                <a:defRPr/>
              </a:pPr>
              <a:t>‹#›</a:t>
            </a:fld>
            <a:endParaRPr lang="en-US" altLang="en-US"/>
          </a:p>
        </p:txBody>
      </p:sp>
    </p:spTree>
    <p:extLst>
      <p:ext uri="{BB962C8B-B14F-4D97-AF65-F5344CB8AC3E}">
        <p14:creationId xmlns:p14="http://schemas.microsoft.com/office/powerpoint/2010/main" val="685781226"/>
      </p:ext>
    </p:extLst>
  </p:cSld>
  <p:clrMapOvr>
    <a:masterClrMapping/>
  </p:clrMapOvr>
  <p:transition>
    <p:rand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C115879A-1E70-4F37-936B-A8779C6C6A70}"/>
              </a:ext>
            </a:extLst>
          </p:cNvPr>
          <p:cNvSpPr>
            <a:spLocks noGrp="1" noChangeArrowheads="1"/>
          </p:cNvSpPr>
          <p:nvPr>
            <p:ph type="dt" sz="half" idx="10"/>
          </p:nvPr>
        </p:nvSpPr>
        <p:spPr>
          <a:ln/>
        </p:spPr>
        <p:txBody>
          <a:bodyPr/>
          <a:lstStyle>
            <a:lvl1pPr>
              <a:defRPr/>
            </a:lvl1pPr>
          </a:lstStyle>
          <a:p>
            <a:pPr>
              <a:defRPr/>
            </a:pPr>
            <a:fld id="{3A373AB7-8885-4C1B-9450-465366F23A00}" type="datetime4">
              <a:rPr lang="en-US" altLang="en-US" smtClean="0"/>
              <a:t>May 21, 2024</a:t>
            </a:fld>
            <a:endParaRPr lang="en-US" altLang="en-US"/>
          </a:p>
        </p:txBody>
      </p:sp>
      <p:sp>
        <p:nvSpPr>
          <p:cNvPr id="8" name="Rectangle 10">
            <a:extLst>
              <a:ext uri="{FF2B5EF4-FFF2-40B4-BE49-F238E27FC236}">
                <a16:creationId xmlns:a16="http://schemas.microsoft.com/office/drawing/2014/main" id="{2B314D12-FA41-41D4-B569-36BD9638E8C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1">
            <a:extLst>
              <a:ext uri="{FF2B5EF4-FFF2-40B4-BE49-F238E27FC236}">
                <a16:creationId xmlns:a16="http://schemas.microsoft.com/office/drawing/2014/main" id="{7EF6AE72-0373-4CED-816B-7A256019388A}"/>
              </a:ext>
            </a:extLst>
          </p:cNvPr>
          <p:cNvSpPr>
            <a:spLocks noGrp="1" noChangeArrowheads="1"/>
          </p:cNvSpPr>
          <p:nvPr>
            <p:ph type="sldNum" sz="quarter" idx="12"/>
          </p:nvPr>
        </p:nvSpPr>
        <p:spPr>
          <a:ln/>
        </p:spPr>
        <p:txBody>
          <a:bodyPr/>
          <a:lstStyle>
            <a:lvl1pPr>
              <a:defRPr/>
            </a:lvl1pPr>
          </a:lstStyle>
          <a:p>
            <a:pPr>
              <a:defRPr/>
            </a:pPr>
            <a:fld id="{3543F5B8-3E60-4752-838F-F6941F5ADCDC}" type="slidenum">
              <a:rPr lang="en-US" altLang="en-US"/>
              <a:pPr>
                <a:defRPr/>
              </a:pPr>
              <a:t>‹#›</a:t>
            </a:fld>
            <a:endParaRPr lang="en-US" altLang="en-US"/>
          </a:p>
        </p:txBody>
      </p:sp>
    </p:spTree>
    <p:extLst>
      <p:ext uri="{BB962C8B-B14F-4D97-AF65-F5344CB8AC3E}">
        <p14:creationId xmlns:p14="http://schemas.microsoft.com/office/powerpoint/2010/main" val="2757641661"/>
      </p:ext>
    </p:extLst>
  </p:cSld>
  <p:clrMapOvr>
    <a:masterClrMapping/>
  </p:clrMapOvr>
  <p:transition>
    <p:rand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10FC0B23-A863-4F89-9403-B289767D242C}"/>
              </a:ext>
            </a:extLst>
          </p:cNvPr>
          <p:cNvSpPr>
            <a:spLocks noGrp="1" noChangeArrowheads="1"/>
          </p:cNvSpPr>
          <p:nvPr>
            <p:ph type="dt" sz="half" idx="10"/>
          </p:nvPr>
        </p:nvSpPr>
        <p:spPr>
          <a:ln/>
        </p:spPr>
        <p:txBody>
          <a:bodyPr/>
          <a:lstStyle>
            <a:lvl1pPr>
              <a:defRPr/>
            </a:lvl1pPr>
          </a:lstStyle>
          <a:p>
            <a:pPr>
              <a:defRPr/>
            </a:pPr>
            <a:fld id="{838B0145-915D-492E-B0E5-E5465E6A681C}" type="datetime4">
              <a:rPr lang="en-US" altLang="en-US" smtClean="0"/>
              <a:t>May 21, 2024</a:t>
            </a:fld>
            <a:endParaRPr lang="en-US" altLang="en-US"/>
          </a:p>
        </p:txBody>
      </p:sp>
      <p:sp>
        <p:nvSpPr>
          <p:cNvPr id="4" name="Rectangle 10">
            <a:extLst>
              <a:ext uri="{FF2B5EF4-FFF2-40B4-BE49-F238E27FC236}">
                <a16:creationId xmlns:a16="http://schemas.microsoft.com/office/drawing/2014/main" id="{BF7E0FBC-DE69-42EB-BF69-7A02DF48480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1">
            <a:extLst>
              <a:ext uri="{FF2B5EF4-FFF2-40B4-BE49-F238E27FC236}">
                <a16:creationId xmlns:a16="http://schemas.microsoft.com/office/drawing/2014/main" id="{61CF5B6C-C76C-4DB9-81DC-DCC8AA85374D}"/>
              </a:ext>
            </a:extLst>
          </p:cNvPr>
          <p:cNvSpPr>
            <a:spLocks noGrp="1" noChangeArrowheads="1"/>
          </p:cNvSpPr>
          <p:nvPr>
            <p:ph type="sldNum" sz="quarter" idx="12"/>
          </p:nvPr>
        </p:nvSpPr>
        <p:spPr>
          <a:ln/>
        </p:spPr>
        <p:txBody>
          <a:bodyPr/>
          <a:lstStyle>
            <a:lvl1pPr>
              <a:defRPr/>
            </a:lvl1pPr>
          </a:lstStyle>
          <a:p>
            <a:pPr>
              <a:defRPr/>
            </a:pPr>
            <a:fld id="{9152B9A4-2E15-4AD1-8346-48E15ACC8828}" type="slidenum">
              <a:rPr lang="en-US" altLang="en-US"/>
              <a:pPr>
                <a:defRPr/>
              </a:pPr>
              <a:t>‹#›</a:t>
            </a:fld>
            <a:endParaRPr lang="en-US" altLang="en-US"/>
          </a:p>
        </p:txBody>
      </p:sp>
    </p:spTree>
    <p:extLst>
      <p:ext uri="{BB962C8B-B14F-4D97-AF65-F5344CB8AC3E}">
        <p14:creationId xmlns:p14="http://schemas.microsoft.com/office/powerpoint/2010/main" val="2082149873"/>
      </p:ext>
    </p:extLst>
  </p:cSld>
  <p:clrMapOvr>
    <a:masterClrMapping/>
  </p:clrMapOvr>
  <p:transition>
    <p:rand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2D9E26E7-2562-4F67-94F6-68E16756B5F7}"/>
              </a:ext>
            </a:extLst>
          </p:cNvPr>
          <p:cNvSpPr>
            <a:spLocks noGrp="1" noChangeArrowheads="1"/>
          </p:cNvSpPr>
          <p:nvPr>
            <p:ph type="dt" sz="half" idx="10"/>
          </p:nvPr>
        </p:nvSpPr>
        <p:spPr>
          <a:ln/>
        </p:spPr>
        <p:txBody>
          <a:bodyPr/>
          <a:lstStyle>
            <a:lvl1pPr>
              <a:defRPr/>
            </a:lvl1pPr>
          </a:lstStyle>
          <a:p>
            <a:pPr>
              <a:defRPr/>
            </a:pPr>
            <a:fld id="{F012CE62-0E92-46D2-9ABF-07EBB40E7203}" type="datetime4">
              <a:rPr lang="en-US" altLang="en-US" smtClean="0"/>
              <a:t>May 21, 2024</a:t>
            </a:fld>
            <a:endParaRPr lang="en-US" altLang="en-US"/>
          </a:p>
        </p:txBody>
      </p:sp>
      <p:sp>
        <p:nvSpPr>
          <p:cNvPr id="3" name="Rectangle 10">
            <a:extLst>
              <a:ext uri="{FF2B5EF4-FFF2-40B4-BE49-F238E27FC236}">
                <a16:creationId xmlns:a16="http://schemas.microsoft.com/office/drawing/2014/main" id="{B3F9B8C8-EF31-450B-8DFB-EF9AD89E1A1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1">
            <a:extLst>
              <a:ext uri="{FF2B5EF4-FFF2-40B4-BE49-F238E27FC236}">
                <a16:creationId xmlns:a16="http://schemas.microsoft.com/office/drawing/2014/main" id="{56F2B89E-96AB-4169-95F3-325D4A7F8A83}"/>
              </a:ext>
            </a:extLst>
          </p:cNvPr>
          <p:cNvSpPr>
            <a:spLocks noGrp="1" noChangeArrowheads="1"/>
          </p:cNvSpPr>
          <p:nvPr>
            <p:ph type="sldNum" sz="quarter" idx="12"/>
          </p:nvPr>
        </p:nvSpPr>
        <p:spPr>
          <a:ln/>
        </p:spPr>
        <p:txBody>
          <a:bodyPr/>
          <a:lstStyle>
            <a:lvl1pPr>
              <a:defRPr/>
            </a:lvl1pPr>
          </a:lstStyle>
          <a:p>
            <a:pPr>
              <a:defRPr/>
            </a:pPr>
            <a:fld id="{2258FD48-D5F9-4E92-926A-6983804FD3FE}" type="slidenum">
              <a:rPr lang="en-US" altLang="en-US"/>
              <a:pPr>
                <a:defRPr/>
              </a:pPr>
              <a:t>‹#›</a:t>
            </a:fld>
            <a:endParaRPr lang="en-US" altLang="en-US"/>
          </a:p>
        </p:txBody>
      </p:sp>
    </p:spTree>
    <p:extLst>
      <p:ext uri="{BB962C8B-B14F-4D97-AF65-F5344CB8AC3E}">
        <p14:creationId xmlns:p14="http://schemas.microsoft.com/office/powerpoint/2010/main" val="3613735793"/>
      </p:ext>
    </p:extLst>
  </p:cSld>
  <p:clrMapOvr>
    <a:masterClrMapping/>
  </p:clrMapOvr>
  <p:transition>
    <p:rand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18F9EF36-EC40-482B-94FA-5578E2B0DD40}"/>
              </a:ext>
            </a:extLst>
          </p:cNvPr>
          <p:cNvSpPr>
            <a:spLocks noGrp="1" noChangeArrowheads="1"/>
          </p:cNvSpPr>
          <p:nvPr>
            <p:ph type="dt" sz="half" idx="10"/>
          </p:nvPr>
        </p:nvSpPr>
        <p:spPr>
          <a:ln/>
        </p:spPr>
        <p:txBody>
          <a:bodyPr/>
          <a:lstStyle>
            <a:lvl1pPr>
              <a:defRPr/>
            </a:lvl1pPr>
          </a:lstStyle>
          <a:p>
            <a:pPr>
              <a:defRPr/>
            </a:pPr>
            <a:fld id="{639D1EB5-5918-4FA3-B40B-72E7B048AE64}" type="datetime4">
              <a:rPr lang="en-US" altLang="en-US" smtClean="0"/>
              <a:t>May 21, 2024</a:t>
            </a:fld>
            <a:endParaRPr lang="en-US" altLang="en-US"/>
          </a:p>
        </p:txBody>
      </p:sp>
      <p:sp>
        <p:nvSpPr>
          <p:cNvPr id="6" name="Rectangle 10">
            <a:extLst>
              <a:ext uri="{FF2B5EF4-FFF2-40B4-BE49-F238E27FC236}">
                <a16:creationId xmlns:a16="http://schemas.microsoft.com/office/drawing/2014/main" id="{9F9B30E7-289F-4B7F-9370-33C75208701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F307C202-ED24-441A-B933-E3B1A14EDED0}"/>
              </a:ext>
            </a:extLst>
          </p:cNvPr>
          <p:cNvSpPr>
            <a:spLocks noGrp="1" noChangeArrowheads="1"/>
          </p:cNvSpPr>
          <p:nvPr>
            <p:ph type="sldNum" sz="quarter" idx="12"/>
          </p:nvPr>
        </p:nvSpPr>
        <p:spPr>
          <a:ln/>
        </p:spPr>
        <p:txBody>
          <a:bodyPr/>
          <a:lstStyle>
            <a:lvl1pPr>
              <a:defRPr/>
            </a:lvl1pPr>
          </a:lstStyle>
          <a:p>
            <a:pPr>
              <a:defRPr/>
            </a:pPr>
            <a:fld id="{1F27FE13-3A08-46F4-9540-C0AC9F1369C4}" type="slidenum">
              <a:rPr lang="en-US" altLang="en-US"/>
              <a:pPr>
                <a:defRPr/>
              </a:pPr>
              <a:t>‹#›</a:t>
            </a:fld>
            <a:endParaRPr lang="en-US" altLang="en-US"/>
          </a:p>
        </p:txBody>
      </p:sp>
    </p:spTree>
    <p:extLst>
      <p:ext uri="{BB962C8B-B14F-4D97-AF65-F5344CB8AC3E}">
        <p14:creationId xmlns:p14="http://schemas.microsoft.com/office/powerpoint/2010/main" val="3331546764"/>
      </p:ext>
    </p:extLst>
  </p:cSld>
  <p:clrMapOvr>
    <a:masterClrMapping/>
  </p:clrMapOvr>
  <p:transition>
    <p:rand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C676408B-40A3-4A62-A26A-DD972758D001}"/>
              </a:ext>
            </a:extLst>
          </p:cNvPr>
          <p:cNvSpPr>
            <a:spLocks noGrp="1" noChangeArrowheads="1"/>
          </p:cNvSpPr>
          <p:nvPr>
            <p:ph type="dt" sz="half" idx="10"/>
          </p:nvPr>
        </p:nvSpPr>
        <p:spPr>
          <a:ln/>
        </p:spPr>
        <p:txBody>
          <a:bodyPr/>
          <a:lstStyle>
            <a:lvl1pPr>
              <a:defRPr/>
            </a:lvl1pPr>
          </a:lstStyle>
          <a:p>
            <a:pPr>
              <a:defRPr/>
            </a:pPr>
            <a:fld id="{5A79ED6A-635C-48B5-8C93-4AE64B9B7041}" type="datetime4">
              <a:rPr lang="en-US" altLang="en-US" smtClean="0"/>
              <a:t>May 21, 2024</a:t>
            </a:fld>
            <a:endParaRPr lang="en-US" altLang="en-US"/>
          </a:p>
        </p:txBody>
      </p:sp>
      <p:sp>
        <p:nvSpPr>
          <p:cNvPr id="6" name="Rectangle 10">
            <a:extLst>
              <a:ext uri="{FF2B5EF4-FFF2-40B4-BE49-F238E27FC236}">
                <a16:creationId xmlns:a16="http://schemas.microsoft.com/office/drawing/2014/main" id="{FBF0B2E1-F337-4682-A39A-6018BF9E2DA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5C24516E-1776-41F6-9130-468BF3AD817B}"/>
              </a:ext>
            </a:extLst>
          </p:cNvPr>
          <p:cNvSpPr>
            <a:spLocks noGrp="1" noChangeArrowheads="1"/>
          </p:cNvSpPr>
          <p:nvPr>
            <p:ph type="sldNum" sz="quarter" idx="12"/>
          </p:nvPr>
        </p:nvSpPr>
        <p:spPr>
          <a:ln/>
        </p:spPr>
        <p:txBody>
          <a:bodyPr/>
          <a:lstStyle>
            <a:lvl1pPr>
              <a:defRPr/>
            </a:lvl1pPr>
          </a:lstStyle>
          <a:p>
            <a:pPr>
              <a:defRPr/>
            </a:pPr>
            <a:fld id="{EEF591CC-DEA9-4D87-A3E3-77F1E385199A}" type="slidenum">
              <a:rPr lang="en-US" altLang="en-US"/>
              <a:pPr>
                <a:defRPr/>
              </a:pPr>
              <a:t>‹#›</a:t>
            </a:fld>
            <a:endParaRPr lang="en-US" altLang="en-US"/>
          </a:p>
        </p:txBody>
      </p:sp>
    </p:spTree>
    <p:extLst>
      <p:ext uri="{BB962C8B-B14F-4D97-AF65-F5344CB8AC3E}">
        <p14:creationId xmlns:p14="http://schemas.microsoft.com/office/powerpoint/2010/main" val="3676862155"/>
      </p:ext>
    </p:extLst>
  </p:cSld>
  <p:clrMapOvr>
    <a:masterClrMapping/>
  </p:clrMapOvr>
  <p:transition>
    <p:rand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9637224F-8EBD-4964-9859-9AD92408085B}"/>
              </a:ext>
            </a:extLst>
          </p:cNvPr>
          <p:cNvSpPr>
            <a:spLocks noGrp="1" noChangeArrowheads="1"/>
          </p:cNvSpPr>
          <p:nvPr>
            <p:ph type="dt" sz="half" idx="10"/>
          </p:nvPr>
        </p:nvSpPr>
        <p:spPr>
          <a:ln/>
        </p:spPr>
        <p:txBody>
          <a:bodyPr/>
          <a:lstStyle>
            <a:lvl1pPr>
              <a:defRPr/>
            </a:lvl1pPr>
          </a:lstStyle>
          <a:p>
            <a:pPr>
              <a:defRPr/>
            </a:pPr>
            <a:fld id="{D1E2ECF6-6271-4600-B0AC-45B57EB194C0}" type="datetime4">
              <a:rPr lang="en-US" altLang="en-US" smtClean="0"/>
              <a:t>May 21, 2024</a:t>
            </a:fld>
            <a:endParaRPr lang="en-US" altLang="en-US"/>
          </a:p>
        </p:txBody>
      </p:sp>
      <p:sp>
        <p:nvSpPr>
          <p:cNvPr id="5" name="Rectangle 10">
            <a:extLst>
              <a:ext uri="{FF2B5EF4-FFF2-40B4-BE49-F238E27FC236}">
                <a16:creationId xmlns:a16="http://schemas.microsoft.com/office/drawing/2014/main" id="{1CF75AFC-60FB-4AE7-B265-A72286D2040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736355B5-28A0-464A-B113-C5BFC82E67E1}"/>
              </a:ext>
            </a:extLst>
          </p:cNvPr>
          <p:cNvSpPr>
            <a:spLocks noGrp="1" noChangeArrowheads="1"/>
          </p:cNvSpPr>
          <p:nvPr>
            <p:ph type="sldNum" sz="quarter" idx="12"/>
          </p:nvPr>
        </p:nvSpPr>
        <p:spPr>
          <a:ln/>
        </p:spPr>
        <p:txBody>
          <a:bodyPr/>
          <a:lstStyle>
            <a:lvl1pPr>
              <a:defRPr/>
            </a:lvl1pPr>
          </a:lstStyle>
          <a:p>
            <a:pPr>
              <a:defRPr/>
            </a:pPr>
            <a:fld id="{06144093-CF23-4573-8EB6-2CFA10DA383F}" type="slidenum">
              <a:rPr lang="en-US" altLang="en-US"/>
              <a:pPr>
                <a:defRPr/>
              </a:pPr>
              <a:t>‹#›</a:t>
            </a:fld>
            <a:endParaRPr lang="en-US" altLang="en-US"/>
          </a:p>
        </p:txBody>
      </p:sp>
    </p:spTree>
    <p:extLst>
      <p:ext uri="{BB962C8B-B14F-4D97-AF65-F5344CB8AC3E}">
        <p14:creationId xmlns:p14="http://schemas.microsoft.com/office/powerpoint/2010/main" val="3333762286"/>
      </p:ext>
    </p:extLst>
  </p:cSld>
  <p:clrMapOvr>
    <a:masterClrMapping/>
  </p:clrMapOvr>
  <p:transition>
    <p:rand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193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905500"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40EB2D34-9CF9-4FA1-9891-8646038C9EC9}"/>
              </a:ext>
            </a:extLst>
          </p:cNvPr>
          <p:cNvSpPr>
            <a:spLocks noGrp="1" noChangeArrowheads="1"/>
          </p:cNvSpPr>
          <p:nvPr>
            <p:ph type="dt" sz="half" idx="10"/>
          </p:nvPr>
        </p:nvSpPr>
        <p:spPr>
          <a:ln/>
        </p:spPr>
        <p:txBody>
          <a:bodyPr/>
          <a:lstStyle>
            <a:lvl1pPr>
              <a:defRPr/>
            </a:lvl1pPr>
          </a:lstStyle>
          <a:p>
            <a:pPr>
              <a:defRPr/>
            </a:pPr>
            <a:fld id="{AAC094E6-E21F-4642-B330-77EFB0D90D37}" type="datetime4">
              <a:rPr lang="en-US" altLang="en-US" smtClean="0"/>
              <a:t>May 21, 2024</a:t>
            </a:fld>
            <a:endParaRPr lang="en-US" altLang="en-US"/>
          </a:p>
        </p:txBody>
      </p:sp>
      <p:sp>
        <p:nvSpPr>
          <p:cNvPr id="5" name="Rectangle 10">
            <a:extLst>
              <a:ext uri="{FF2B5EF4-FFF2-40B4-BE49-F238E27FC236}">
                <a16:creationId xmlns:a16="http://schemas.microsoft.com/office/drawing/2014/main" id="{4CD0DCE1-E22C-49A5-B6E7-047480437FA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FBA64E89-7327-4792-A101-5C3C61458511}"/>
              </a:ext>
            </a:extLst>
          </p:cNvPr>
          <p:cNvSpPr>
            <a:spLocks noGrp="1" noChangeArrowheads="1"/>
          </p:cNvSpPr>
          <p:nvPr>
            <p:ph type="sldNum" sz="quarter" idx="12"/>
          </p:nvPr>
        </p:nvSpPr>
        <p:spPr>
          <a:ln/>
        </p:spPr>
        <p:txBody>
          <a:bodyPr/>
          <a:lstStyle>
            <a:lvl1pPr>
              <a:defRPr/>
            </a:lvl1pPr>
          </a:lstStyle>
          <a:p>
            <a:pPr>
              <a:defRPr/>
            </a:pPr>
            <a:fld id="{36D07167-06C4-4146-896E-E23FE8A9CC31}" type="slidenum">
              <a:rPr lang="en-US" altLang="en-US"/>
              <a:pPr>
                <a:defRPr/>
              </a:pPr>
              <a:t>‹#›</a:t>
            </a:fld>
            <a:endParaRPr lang="en-US" altLang="en-US"/>
          </a:p>
        </p:txBody>
      </p:sp>
    </p:spTree>
    <p:extLst>
      <p:ext uri="{BB962C8B-B14F-4D97-AF65-F5344CB8AC3E}">
        <p14:creationId xmlns:p14="http://schemas.microsoft.com/office/powerpoint/2010/main" val="551357650"/>
      </p:ext>
    </p:extLst>
  </p:cSld>
  <p:clrMapOvr>
    <a:masterClrMapping/>
  </p:clrMapOvr>
  <p:transition>
    <p:random/>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712788"/>
          </a:xfrm>
        </p:spPr>
        <p:txBody>
          <a:bodyPr/>
          <a:lstStyle/>
          <a:p>
            <a:r>
              <a:rPr lang="en-US"/>
              <a:t>Click to edit Master title style</a:t>
            </a:r>
          </a:p>
        </p:txBody>
      </p:sp>
      <p:sp>
        <p:nvSpPr>
          <p:cNvPr id="3" name="Text Placeholder 2"/>
          <p:cNvSpPr>
            <a:spLocks noGrp="1"/>
          </p:cNvSpPr>
          <p:nvPr>
            <p:ph type="body"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D143BBFF-AB83-4762-B240-D640FB446D7A}"/>
              </a:ext>
            </a:extLst>
          </p:cNvPr>
          <p:cNvSpPr>
            <a:spLocks noGrp="1" noChangeArrowheads="1"/>
          </p:cNvSpPr>
          <p:nvPr>
            <p:ph type="dt" sz="half" idx="10"/>
          </p:nvPr>
        </p:nvSpPr>
        <p:spPr>
          <a:ln/>
        </p:spPr>
        <p:txBody>
          <a:bodyPr/>
          <a:lstStyle>
            <a:lvl1pPr>
              <a:defRPr/>
            </a:lvl1pPr>
          </a:lstStyle>
          <a:p>
            <a:pPr>
              <a:defRPr/>
            </a:pPr>
            <a:fld id="{9A772627-FA51-460C-BC09-B1AC454D784C}" type="datetime4">
              <a:rPr lang="en-US" altLang="en-US" smtClean="0"/>
              <a:t>May 21, 2024</a:t>
            </a:fld>
            <a:endParaRPr lang="en-US" altLang="en-US"/>
          </a:p>
        </p:txBody>
      </p:sp>
      <p:sp>
        <p:nvSpPr>
          <p:cNvPr id="6" name="Rectangle 10">
            <a:extLst>
              <a:ext uri="{FF2B5EF4-FFF2-40B4-BE49-F238E27FC236}">
                <a16:creationId xmlns:a16="http://schemas.microsoft.com/office/drawing/2014/main" id="{FB6232EA-ABCC-4D5B-817E-5CA339081A4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DB6E29C0-AE86-4B3F-9332-6155F923022F}"/>
              </a:ext>
            </a:extLst>
          </p:cNvPr>
          <p:cNvSpPr>
            <a:spLocks noGrp="1" noChangeArrowheads="1"/>
          </p:cNvSpPr>
          <p:nvPr>
            <p:ph type="sldNum" sz="quarter" idx="12"/>
          </p:nvPr>
        </p:nvSpPr>
        <p:spPr>
          <a:ln/>
        </p:spPr>
        <p:txBody>
          <a:bodyPr/>
          <a:lstStyle>
            <a:lvl1pPr>
              <a:defRPr/>
            </a:lvl1pPr>
          </a:lstStyle>
          <a:p>
            <a:pPr>
              <a:defRPr/>
            </a:pPr>
            <a:fld id="{172AABB2-C4AC-49F0-979A-772357E84031}" type="slidenum">
              <a:rPr lang="en-US" altLang="en-US"/>
              <a:pPr>
                <a:defRPr/>
              </a:pPr>
              <a:t>‹#›</a:t>
            </a:fld>
            <a:endParaRPr lang="en-US" altLang="en-US"/>
          </a:p>
        </p:txBody>
      </p:sp>
    </p:spTree>
    <p:extLst>
      <p:ext uri="{BB962C8B-B14F-4D97-AF65-F5344CB8AC3E}">
        <p14:creationId xmlns:p14="http://schemas.microsoft.com/office/powerpoint/2010/main" val="2592524691"/>
      </p:ext>
    </p:extLst>
  </p:cSld>
  <p:clrMapOvr>
    <a:masterClrMapping/>
  </p:clrMapOvr>
  <p:transition>
    <p:random/>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en-US" altLang="zh-TW"/>
              <a:t>Click to edit Master title style</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Tree>
    <p:extLst>
      <p:ext uri="{BB962C8B-B14F-4D97-AF65-F5344CB8AC3E}">
        <p14:creationId xmlns:p14="http://schemas.microsoft.com/office/powerpoint/2010/main" val="6069076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lvl1pPr>
              <a:buClr>
                <a:srgbClr val="0000FF"/>
              </a:buClr>
              <a:buFont typeface="Wingdings 2" pitchFamily="18" charset="2"/>
              <a:buChar char="©"/>
              <a:defRPr/>
            </a:lvl1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dirty="0"/>
          </a:p>
        </p:txBody>
      </p:sp>
    </p:spTree>
    <p:extLst>
      <p:ext uri="{BB962C8B-B14F-4D97-AF65-F5344CB8AC3E}">
        <p14:creationId xmlns:p14="http://schemas.microsoft.com/office/powerpoint/2010/main" val="2874208808"/>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Edit Master text styles</a:t>
            </a:r>
          </a:p>
        </p:txBody>
      </p:sp>
    </p:spTree>
    <p:extLst>
      <p:ext uri="{BB962C8B-B14F-4D97-AF65-F5344CB8AC3E}">
        <p14:creationId xmlns:p14="http://schemas.microsoft.com/office/powerpoint/2010/main" val="8888866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307975" y="1295400"/>
            <a:ext cx="4208463" cy="520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68838" y="1295400"/>
            <a:ext cx="4210050" cy="520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4296822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33013036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350637024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47630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29821165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13246156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377618566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34175" y="228600"/>
            <a:ext cx="2144713" cy="6269038"/>
          </a:xfr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298450" y="228600"/>
            <a:ext cx="6283325" cy="62690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6799607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855785" y="350839"/>
            <a:ext cx="7904285" cy="414337"/>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295391"/>
            <a:ext cx="4044462" cy="5177127"/>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2338" y="1295391"/>
            <a:ext cx="4044462" cy="5186091"/>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9904463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a:prstGeom prst="rect">
            <a:avLst/>
          </a:prstGeom>
        </p:spPr>
        <p:txBody>
          <a:bodyPr/>
          <a:lstStyle/>
          <a:p>
            <a:r>
              <a:rPr lang="en-US" altLang="zh-TW"/>
              <a:t>Click to edit Master title style</a:t>
            </a:r>
            <a:endParaRPr lang="zh-TW" altLang="en-US"/>
          </a:p>
        </p:txBody>
      </p:sp>
      <p:sp>
        <p:nvSpPr>
          <p:cNvPr id="3" name="副標題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Tree>
    <p:extLst>
      <p:ext uri="{BB962C8B-B14F-4D97-AF65-F5344CB8AC3E}">
        <p14:creationId xmlns:p14="http://schemas.microsoft.com/office/powerpoint/2010/main" val="8977601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內容版面配置區 2"/>
          <p:cNvSpPr>
            <a:spLocks noGrp="1"/>
          </p:cNvSpPr>
          <p:nvPr>
            <p:ph idx="1"/>
          </p:nvPr>
        </p:nvSpPr>
        <p:spPr>
          <a:xfrm>
            <a:off x="457200" y="1600200"/>
            <a:ext cx="8229600" cy="4525963"/>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4187772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Edit Master text styles</a:t>
            </a:r>
          </a:p>
        </p:txBody>
      </p:sp>
    </p:spTree>
    <p:extLst>
      <p:ext uri="{BB962C8B-B14F-4D97-AF65-F5344CB8AC3E}">
        <p14:creationId xmlns:p14="http://schemas.microsoft.com/office/powerpoint/2010/main" val="15884304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30062504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內容版面配置區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內容版面配置區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5097435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78905673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93031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78678978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64278796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1600200"/>
            <a:ext cx="8229600" cy="4525963"/>
          </a:xfrm>
          <a:prstGeom prst="rect">
            <a:avLst/>
          </a:prstGeo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8616679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274638"/>
            <a:ext cx="6019800" cy="5851525"/>
          </a:xfrm>
          <a:prstGeom prst="rect">
            <a:avLst/>
          </a:prstGeo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8499147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51752509-2F43-4E42-9C46-F67640C7B1B0}" type="datetime4">
              <a:rPr lang="en-US" altLang="en-US" smtClean="0"/>
              <a:t>May 21,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96434663"/>
      </p:ext>
    </p:extLst>
  </p:cSld>
  <p:clrMapOvr>
    <a:masterClrMapping/>
  </p:clrMapOvr>
  <p:transition>
    <p:random/>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May 21,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312415276"/>
      </p:ext>
    </p:extLst>
  </p:cSld>
  <p:clrMapOvr>
    <a:masterClrMapping/>
  </p:clrMapOvr>
  <p:hf hdr="0" ftr="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BCD013CE-67C9-4988-A823-7D0EB71D023D}" type="datetime4">
              <a:rPr lang="en-US" altLang="en-US" smtClean="0"/>
              <a:t>May 21,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04D8FD4F-45E7-4072-8800-E1C10689F0F2}" type="slidenum">
              <a:rPr lang="en-US" altLang="en-US" smtClean="0"/>
              <a:pPr>
                <a:defRPr/>
              </a:pPr>
              <a:t>‹#›</a:t>
            </a:fld>
            <a:endParaRPr lang="en-US" altLang="en-US"/>
          </a:p>
        </p:txBody>
      </p:sp>
    </p:spTree>
    <p:extLst>
      <p:ext uri="{BB962C8B-B14F-4D97-AF65-F5344CB8AC3E}">
        <p14:creationId xmlns:p14="http://schemas.microsoft.com/office/powerpoint/2010/main" val="3270420518"/>
      </p:ext>
    </p:extLst>
  </p:cSld>
  <p:clrMapOvr>
    <a:masterClrMapping/>
  </p:clrMapOvr>
  <p:transition>
    <p:random/>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May 21,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4262612416"/>
      </p:ext>
    </p:extLst>
  </p:cSld>
  <p:clrMapOvr>
    <a:masterClrMapping/>
  </p:clrMapOvr>
  <p:hf hdr="0" ftr="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FF5480F7-A01B-4497-9686-67728E872290}" type="datetime4">
              <a:rPr lang="en-US" altLang="en-US" smtClean="0"/>
              <a:t>May 21, 2024</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328461537"/>
      </p:ext>
    </p:extLst>
  </p:cSld>
  <p:clrMapOvr>
    <a:masterClrMapping/>
  </p:clrMapOvr>
  <p:hf hdr="0" ftr="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3A100575-81D0-4836-BDA5-88ECA2DF1A30}" type="datetime4">
              <a:rPr lang="en-US" altLang="en-US" smtClean="0"/>
              <a:t>May 21,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F02FF4ED-2B23-4CC6-834A-FCFA22AF88CD}" type="slidenum">
              <a:rPr lang="en-US" altLang="en-US" smtClean="0"/>
              <a:pPr>
                <a:defRPr/>
              </a:pPr>
              <a:t>‹#›</a:t>
            </a:fld>
            <a:endParaRPr lang="en-US" altLang="en-US"/>
          </a:p>
        </p:txBody>
      </p:sp>
    </p:spTree>
    <p:extLst>
      <p:ext uri="{BB962C8B-B14F-4D97-AF65-F5344CB8AC3E}">
        <p14:creationId xmlns:p14="http://schemas.microsoft.com/office/powerpoint/2010/main" val="811284896"/>
      </p:ext>
    </p:extLst>
  </p:cSld>
  <p:clrMapOvr>
    <a:masterClrMapping/>
  </p:clrMapOvr>
  <p:transition>
    <p:random/>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pPr>
              <a:defRPr/>
            </a:pPr>
            <a:fld id="{8FC35119-4326-4B12-8C41-028122D81B5B}" type="datetime4">
              <a:rPr lang="en-US" altLang="en-US" smtClean="0"/>
              <a:t>May 21, 2024</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CC516D0E-CD58-4E49-9F6D-689564ED6CA6}" type="slidenum">
              <a:rPr lang="en-US" altLang="en-US" smtClean="0"/>
              <a:pPr>
                <a:defRPr/>
              </a:pPr>
              <a:t>‹#›</a:t>
            </a:fld>
            <a:endParaRPr lang="en-US" altLang="en-US"/>
          </a:p>
        </p:txBody>
      </p:sp>
    </p:spTree>
    <p:extLst>
      <p:ext uri="{BB962C8B-B14F-4D97-AF65-F5344CB8AC3E}">
        <p14:creationId xmlns:p14="http://schemas.microsoft.com/office/powerpoint/2010/main" val="3515717474"/>
      </p:ext>
    </p:extLst>
  </p:cSld>
  <p:clrMapOvr>
    <a:masterClrMapping/>
  </p:clrMapOvr>
  <p:transition>
    <p:random/>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May 21,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802453608"/>
      </p:ext>
    </p:extLst>
  </p:cSld>
  <p:clrMapOvr>
    <a:masterClrMapping/>
  </p:clrMapOvr>
  <p:hf hdr="0" ftr="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0F7BFBB-6B8B-4E2E-8F5B-F5D4B0E631F4}" type="datetime4">
              <a:rPr lang="en-US" altLang="en-US" smtClean="0"/>
              <a:t>May 21,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F4C4F20B-DFB7-47E0-99A5-E35BEB509EFA}" type="slidenum">
              <a:rPr lang="en-US" altLang="en-US" smtClean="0"/>
              <a:pPr>
                <a:defRPr/>
              </a:pPr>
              <a:t>‹#›</a:t>
            </a:fld>
            <a:endParaRPr lang="en-US" altLang="en-US"/>
          </a:p>
        </p:txBody>
      </p:sp>
    </p:spTree>
    <p:extLst>
      <p:ext uri="{BB962C8B-B14F-4D97-AF65-F5344CB8AC3E}">
        <p14:creationId xmlns:p14="http://schemas.microsoft.com/office/powerpoint/2010/main" val="3324908911"/>
      </p:ext>
    </p:extLst>
  </p:cSld>
  <p:clrMapOvr>
    <a:masterClrMapping/>
  </p:clrMapOvr>
  <p:transition>
    <p:random/>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May 21,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560313768"/>
      </p:ext>
    </p:extLst>
  </p:cSld>
  <p:clrMapOvr>
    <a:masterClrMapping/>
  </p:clrMapOvr>
  <p:hf hdr="0" ftr="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May 21,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013122542"/>
      </p:ext>
    </p:extLst>
  </p:cSld>
  <p:clrMapOvr>
    <a:masterClrMapping/>
  </p:clrMapOvr>
  <p:hf hdr="0" ftr="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May 21,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69468459"/>
      </p:ext>
    </p:extLst>
  </p:cSld>
  <p:clrMapOvr>
    <a:masterClrMapping/>
  </p:clrMapOvr>
  <p:hf hdr="0" ftr="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May 21,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64668473"/>
      </p:ext>
    </p:extLst>
  </p:cSld>
  <p:clrMapOvr>
    <a:masterClrMapping/>
  </p:clrMapOvr>
  <p:hf hdr="0" ftr="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FF5480F7-A01B-4497-9686-67728E872290}" type="datetime4">
              <a:rPr lang="en-US" altLang="en-US" smtClean="0"/>
              <a:t>May 21,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405699333"/>
      </p:ext>
    </p:extLst>
  </p:cSld>
  <p:clrMapOvr>
    <a:masterClrMapping/>
  </p:clrMapOvr>
  <p:hf hdr="0" ftr="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FF5480F7-A01B-4497-9686-67728E872290}" type="datetime4">
              <a:rPr lang="en-US" altLang="en-US" smtClean="0"/>
              <a:t>May 21,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943294387"/>
      </p:ext>
    </p:extLst>
  </p:cSld>
  <p:clrMapOvr>
    <a:masterClrMapping/>
  </p:clrMapOvr>
  <p:hf hdr="0" ftr="0"/>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May 21,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1159160439"/>
      </p:ext>
    </p:extLst>
  </p:cSld>
  <p:clrMapOvr>
    <a:masterClrMapping/>
  </p:clrMapOvr>
  <p:hf hdr="0" ftr="0"/>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May 21,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988074580"/>
      </p:ext>
    </p:extLst>
  </p:cSld>
  <p:clrMapOvr>
    <a:masterClrMapping/>
  </p:clrMapOvr>
  <p:hf hdr="0" ftr="0"/>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84101D24-BFA7-4899-9B74-B8A3EFA117AF}"/>
              </a:ext>
            </a:extLst>
          </p:cNvPr>
          <p:cNvSpPr>
            <a:spLocks noGrp="1"/>
          </p:cNvSpPr>
          <p:nvPr>
            <p:ph type="dt" sz="half" idx="10"/>
          </p:nvPr>
        </p:nvSpPr>
        <p:spPr/>
        <p:txBody>
          <a:bodyPr/>
          <a:lstStyle>
            <a:lvl1pPr>
              <a:defRPr/>
            </a:lvl1pPr>
          </a:lstStyle>
          <a:p>
            <a:pPr>
              <a:defRPr/>
            </a:pPr>
            <a:fld id="{13F99C14-10D9-4321-B3FF-0E9B3870EC11}" type="datetime4">
              <a:rPr lang="en-US" altLang="en-US" smtClean="0"/>
              <a:t>May 21, 2024</a:t>
            </a:fld>
            <a:endParaRPr lang="en-US" altLang="en-US"/>
          </a:p>
        </p:txBody>
      </p:sp>
      <p:sp>
        <p:nvSpPr>
          <p:cNvPr id="6" name="Footer Placeholder 4">
            <a:extLst>
              <a:ext uri="{FF2B5EF4-FFF2-40B4-BE49-F238E27FC236}">
                <a16:creationId xmlns:a16="http://schemas.microsoft.com/office/drawing/2014/main" id="{6E967D6C-DA6F-4253-9972-3ACF725B5CB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A360E86-5EA3-4476-88D3-5048B6BF470E}"/>
              </a:ext>
            </a:extLst>
          </p:cNvPr>
          <p:cNvSpPr>
            <a:spLocks noGrp="1"/>
          </p:cNvSpPr>
          <p:nvPr>
            <p:ph type="sldNum" sz="quarter" idx="12"/>
          </p:nvPr>
        </p:nvSpPr>
        <p:spPr/>
        <p:txBody>
          <a:bodyPr/>
          <a:lstStyle>
            <a:lvl1pPr>
              <a:defRPr/>
            </a:lvl1pPr>
          </a:lstStyle>
          <a:p>
            <a:pPr>
              <a:defRPr/>
            </a:pPr>
            <a:fld id="{5997FF75-9E45-4F6E-9E89-BE68C2AA7735}" type="slidenum">
              <a:rPr lang="en-US" altLang="en-US"/>
              <a:pPr>
                <a:defRPr/>
              </a:pPr>
              <a:t>‹#›</a:t>
            </a:fld>
            <a:endParaRPr lang="en-US" altLang="en-US"/>
          </a:p>
        </p:txBody>
      </p:sp>
    </p:spTree>
    <p:extLst>
      <p:ext uri="{BB962C8B-B14F-4D97-AF65-F5344CB8AC3E}">
        <p14:creationId xmlns:p14="http://schemas.microsoft.com/office/powerpoint/2010/main" val="2326636553"/>
      </p:ext>
    </p:extLst>
  </p:cSld>
  <p:clrMapOvr>
    <a:masterClrMapping/>
  </p:clrMapOvr>
  <p:transition>
    <p:random/>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AF56D15D-C40D-500B-660D-6F99051BA7CF}"/>
              </a:ext>
            </a:extLst>
          </p:cNvPr>
          <p:cNvSpPr>
            <a:spLocks noGrp="1"/>
          </p:cNvSpPr>
          <p:nvPr>
            <p:ph type="dt" sz="half" idx="10"/>
          </p:nvPr>
        </p:nvSpPr>
        <p:spPr/>
        <p:txBody>
          <a:bodyPr/>
          <a:lstStyle>
            <a:lvl1pPr>
              <a:defRPr/>
            </a:lvl1pPr>
          </a:lstStyle>
          <a:p>
            <a:pPr>
              <a:defRPr/>
            </a:pPr>
            <a:fld id="{CDC82599-9AA4-4433-800A-5C353A00E677}" type="datetime1">
              <a:rPr lang="en-US"/>
              <a:pPr>
                <a:defRPr/>
              </a:pPr>
              <a:t>5/21/2024</a:t>
            </a:fld>
            <a:endParaRPr lang="en-US"/>
          </a:p>
        </p:txBody>
      </p:sp>
      <p:sp>
        <p:nvSpPr>
          <p:cNvPr id="5" name="Footer Placeholder 4">
            <a:extLst>
              <a:ext uri="{FF2B5EF4-FFF2-40B4-BE49-F238E27FC236}">
                <a16:creationId xmlns:a16="http://schemas.microsoft.com/office/drawing/2014/main" id="{64DFC4B5-D0BF-655A-B550-99E387FF81C3}"/>
              </a:ext>
            </a:extLst>
          </p:cNvPr>
          <p:cNvSpPr>
            <a:spLocks noGrp="1"/>
          </p:cNvSpPr>
          <p:nvPr>
            <p:ph type="ftr" sz="quarter" idx="11"/>
          </p:nvPr>
        </p:nvSpPr>
        <p:spPr/>
        <p:txBody>
          <a:bodyPr/>
          <a:lstStyle>
            <a:lvl1pPr>
              <a:defRPr/>
            </a:lvl1pPr>
          </a:lstStyle>
          <a:p>
            <a:pPr>
              <a:defRPr/>
            </a:pPr>
            <a:r>
              <a:rPr lang="en-US"/>
              <a:t>Chapter 6 Architectural design</a:t>
            </a:r>
          </a:p>
        </p:txBody>
      </p:sp>
      <p:sp>
        <p:nvSpPr>
          <p:cNvPr id="6" name="Slide Number Placeholder 5">
            <a:extLst>
              <a:ext uri="{FF2B5EF4-FFF2-40B4-BE49-F238E27FC236}">
                <a16:creationId xmlns:a16="http://schemas.microsoft.com/office/drawing/2014/main" id="{58B3E567-3478-0CE1-9021-499216511B9E}"/>
              </a:ext>
            </a:extLst>
          </p:cNvPr>
          <p:cNvSpPr>
            <a:spLocks noGrp="1"/>
          </p:cNvSpPr>
          <p:nvPr>
            <p:ph type="sldNum" sz="quarter" idx="12"/>
          </p:nvPr>
        </p:nvSpPr>
        <p:spPr/>
        <p:txBody>
          <a:bodyPr/>
          <a:lstStyle>
            <a:lvl1pPr>
              <a:defRPr/>
            </a:lvl1pPr>
          </a:lstStyle>
          <a:p>
            <a:fld id="{05CE03DD-CF24-405B-8B26-078E923A6A87}" type="slidenum">
              <a:rPr lang="en-US" altLang="en-US"/>
              <a:pPr/>
              <a:t>‹#›</a:t>
            </a:fld>
            <a:endParaRPr lang="en-US" altLang="en-US"/>
          </a:p>
        </p:txBody>
      </p:sp>
    </p:spTree>
    <p:extLst>
      <p:ext uri="{BB962C8B-B14F-4D97-AF65-F5344CB8AC3E}">
        <p14:creationId xmlns:p14="http://schemas.microsoft.com/office/powerpoint/2010/main" val="3617475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image" Target="../media/image2.jpeg"/><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5.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3" Type="http://schemas.openxmlformats.org/officeDocument/2006/relationships/slideLayout" Target="../slideLayouts/slideLayout72.xml"/><Relationship Id="rId21" Type="http://schemas.openxmlformats.org/officeDocument/2006/relationships/image" Target="../media/image3.png"/><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theme" Target="../theme/theme6.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2D181DFD-BC57-4863-A2C5-280A8F4F16A2}"/>
              </a:ext>
            </a:extLst>
          </p:cNvPr>
          <p:cNvGrpSpPr>
            <a:grpSpLocks/>
          </p:cNvGrpSpPr>
          <p:nvPr/>
        </p:nvGrpSpPr>
        <p:grpSpPr bwMode="auto">
          <a:xfrm>
            <a:off x="0" y="-533400"/>
            <a:ext cx="8686800" cy="4876800"/>
            <a:chOff x="0" y="0"/>
            <a:chExt cx="5472" cy="3072"/>
          </a:xfrm>
        </p:grpSpPr>
        <p:sp>
          <p:nvSpPr>
            <p:cNvPr id="1034" name="Rectangle 3">
              <a:extLst>
                <a:ext uri="{FF2B5EF4-FFF2-40B4-BE49-F238E27FC236}">
                  <a16:creationId xmlns:a16="http://schemas.microsoft.com/office/drawing/2014/main" id="{BF71C004-2F2F-430F-8993-B50AEC603988}"/>
                </a:ext>
              </a:extLst>
            </p:cNvPr>
            <p:cNvSpPr>
              <a:spLocks noChangeArrowheads="1"/>
            </p:cNvSpPr>
            <p:nvPr/>
          </p:nvSpPr>
          <p:spPr bwMode="auto">
            <a:xfrm>
              <a:off x="0" y="0"/>
              <a:ext cx="38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grpSp>
          <p:nvGrpSpPr>
            <p:cNvPr id="1035" name="Group 4">
              <a:extLst>
                <a:ext uri="{FF2B5EF4-FFF2-40B4-BE49-F238E27FC236}">
                  <a16:creationId xmlns:a16="http://schemas.microsoft.com/office/drawing/2014/main" id="{B6AAE28B-53B4-48E7-84A8-BC76053D5A43}"/>
                </a:ext>
              </a:extLst>
            </p:cNvPr>
            <p:cNvGrpSpPr>
              <a:grpSpLocks/>
            </p:cNvGrpSpPr>
            <p:nvPr/>
          </p:nvGrpSpPr>
          <p:grpSpPr bwMode="auto">
            <a:xfrm>
              <a:off x="240" y="893"/>
              <a:ext cx="5232" cy="115"/>
              <a:chOff x="240" y="893"/>
              <a:chExt cx="5232" cy="115"/>
            </a:xfrm>
          </p:grpSpPr>
          <p:sp>
            <p:nvSpPr>
              <p:cNvPr id="1036" name="Rectangle 5">
                <a:extLst>
                  <a:ext uri="{FF2B5EF4-FFF2-40B4-BE49-F238E27FC236}">
                    <a16:creationId xmlns:a16="http://schemas.microsoft.com/office/drawing/2014/main" id="{16EC6BDB-67D2-49CB-B621-6A9F90B52EDE}"/>
                  </a:ext>
                </a:extLst>
              </p:cNvPr>
              <p:cNvSpPr>
                <a:spLocks noChangeArrowheads="1"/>
              </p:cNvSpPr>
              <p:nvPr/>
            </p:nvSpPr>
            <p:spPr bwMode="auto">
              <a:xfrm>
                <a:off x="4320" y="893"/>
                <a:ext cx="1152"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037" name="Line 6">
                <a:extLst>
                  <a:ext uri="{FF2B5EF4-FFF2-40B4-BE49-F238E27FC236}">
                    <a16:creationId xmlns:a16="http://schemas.microsoft.com/office/drawing/2014/main" id="{20B00981-0E93-4437-AA5E-979FECE0C2DF}"/>
                  </a:ext>
                </a:extLst>
              </p:cNvPr>
              <p:cNvSpPr>
                <a:spLocks noChangeShapeType="1"/>
              </p:cNvSpPr>
              <p:nvPr/>
            </p:nvSpPr>
            <p:spPr bwMode="auto">
              <a:xfrm>
                <a:off x="240" y="941"/>
                <a:ext cx="5232"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1027" name="Rectangle 7">
            <a:extLst>
              <a:ext uri="{FF2B5EF4-FFF2-40B4-BE49-F238E27FC236}">
                <a16:creationId xmlns:a16="http://schemas.microsoft.com/office/drawing/2014/main" id="{A5B2AC77-C724-465B-8ECA-F11B462FD8E4}"/>
              </a:ext>
            </a:extLst>
          </p:cNvPr>
          <p:cNvSpPr>
            <a:spLocks noGrp="1" noChangeArrowheads="1"/>
          </p:cNvSpPr>
          <p:nvPr>
            <p:ph type="title"/>
          </p:nvPr>
        </p:nvSpPr>
        <p:spPr bwMode="auto">
          <a:xfrm>
            <a:off x="914400" y="152400"/>
            <a:ext cx="77724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8">
            <a:extLst>
              <a:ext uri="{FF2B5EF4-FFF2-40B4-BE49-F238E27FC236}">
                <a16:creationId xmlns:a16="http://schemas.microsoft.com/office/drawing/2014/main" id="{1A85A4E8-2581-4EFB-96DA-0FB1DC0BE6C1}"/>
              </a:ext>
            </a:extLst>
          </p:cNvPr>
          <p:cNvSpPr>
            <a:spLocks noGrp="1" noChangeArrowheads="1"/>
          </p:cNvSpPr>
          <p:nvPr>
            <p:ph type="body" idx="1"/>
          </p:nvPr>
        </p:nvSpPr>
        <p:spPr bwMode="auto">
          <a:xfrm>
            <a:off x="685800" y="1066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th-TH" altLang="en-US"/>
              <a:t>Click to edit Master text styles</a:t>
            </a:r>
          </a:p>
          <a:p>
            <a:pPr lvl="1"/>
            <a:r>
              <a:rPr lang="th-TH" altLang="en-US"/>
              <a:t>Second level</a:t>
            </a:r>
          </a:p>
          <a:p>
            <a:pPr lvl="2"/>
            <a:r>
              <a:rPr lang="th-TH" altLang="en-US"/>
              <a:t>Third level</a:t>
            </a:r>
          </a:p>
          <a:p>
            <a:pPr lvl="3"/>
            <a:r>
              <a:rPr lang="th-TH" altLang="en-US"/>
              <a:t>Fourth level</a:t>
            </a:r>
          </a:p>
          <a:p>
            <a:pPr lvl="4"/>
            <a:r>
              <a:rPr lang="th-TH" altLang="en-US"/>
              <a:t>Fifth level</a:t>
            </a:r>
          </a:p>
        </p:txBody>
      </p:sp>
      <p:sp>
        <p:nvSpPr>
          <p:cNvPr id="597001" name="Rectangle 9">
            <a:extLst>
              <a:ext uri="{FF2B5EF4-FFF2-40B4-BE49-F238E27FC236}">
                <a16:creationId xmlns:a16="http://schemas.microsoft.com/office/drawing/2014/main" id="{825087B3-0E08-440F-8225-BA98A0986496}"/>
              </a:ext>
            </a:extLst>
          </p:cNvPr>
          <p:cNvSpPr>
            <a:spLocks noGrp="1" noChangeArrowheads="1"/>
          </p:cNvSpPr>
          <p:nvPr>
            <p:ph type="dt" sz="half" idx="2"/>
          </p:nvPr>
        </p:nvSpPr>
        <p:spPr bwMode="auto">
          <a:xfrm>
            <a:off x="914400" y="6477000"/>
            <a:ext cx="19812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Angsana New" panose="02020603050405020304" pitchFamily="18" charset="-34"/>
              </a:defRPr>
            </a:lvl1pPr>
          </a:lstStyle>
          <a:p>
            <a:pPr>
              <a:defRPr/>
            </a:pPr>
            <a:fld id="{F4AFC189-73F8-4706-AA45-7D354ED2B7AB}" type="datetime4">
              <a:rPr lang="en-US" altLang="en-US" smtClean="0"/>
              <a:t>May 21, 2024</a:t>
            </a:fld>
            <a:endParaRPr lang="en-US" altLang="en-US"/>
          </a:p>
        </p:txBody>
      </p:sp>
      <p:sp>
        <p:nvSpPr>
          <p:cNvPr id="597002" name="Rectangle 10">
            <a:extLst>
              <a:ext uri="{FF2B5EF4-FFF2-40B4-BE49-F238E27FC236}">
                <a16:creationId xmlns:a16="http://schemas.microsoft.com/office/drawing/2014/main" id="{6022FB8E-9248-4E3A-BAC8-2DF3A9267744}"/>
              </a:ext>
            </a:extLst>
          </p:cNvPr>
          <p:cNvSpPr>
            <a:spLocks noGrp="1" noChangeArrowheads="1"/>
          </p:cNvSpPr>
          <p:nvPr>
            <p:ph type="ftr" sz="quarter" idx="3"/>
          </p:nvPr>
        </p:nvSpPr>
        <p:spPr bwMode="auto">
          <a:xfrm>
            <a:off x="3352800" y="6400800"/>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Angsana New" panose="02020603050405020304" pitchFamily="18" charset="-34"/>
              </a:defRPr>
            </a:lvl1pPr>
          </a:lstStyle>
          <a:p>
            <a:pPr>
              <a:defRPr/>
            </a:pPr>
            <a:endParaRPr lang="en-US" altLang="en-US"/>
          </a:p>
        </p:txBody>
      </p:sp>
      <p:sp>
        <p:nvSpPr>
          <p:cNvPr id="597003" name="Rectangle 11">
            <a:extLst>
              <a:ext uri="{FF2B5EF4-FFF2-40B4-BE49-F238E27FC236}">
                <a16:creationId xmlns:a16="http://schemas.microsoft.com/office/drawing/2014/main" id="{D08CEDE5-2BB4-49D3-9653-10900DD5AAE0}"/>
              </a:ext>
            </a:extLst>
          </p:cNvPr>
          <p:cNvSpPr>
            <a:spLocks noGrp="1" noChangeArrowheads="1"/>
          </p:cNvSpPr>
          <p:nvPr>
            <p:ph type="sldNum" sz="quarter" idx="4"/>
          </p:nvPr>
        </p:nvSpPr>
        <p:spPr bwMode="auto">
          <a:xfrm>
            <a:off x="6781800" y="6553200"/>
            <a:ext cx="19050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Angsana New" panose="02020603050405020304" pitchFamily="18" charset="-34"/>
              </a:defRPr>
            </a:lvl1pPr>
          </a:lstStyle>
          <a:p>
            <a:pPr>
              <a:defRPr/>
            </a:pPr>
            <a:fld id="{413338A4-F343-45A5-B376-B2CFBC9F9823}" type="slidenum">
              <a:rPr lang="en-US" altLang="en-US"/>
              <a:pPr>
                <a:defRPr/>
              </a:pPr>
              <a:t>‹#›</a:t>
            </a:fld>
            <a:endParaRPr lang="en-US" altLang="en-US"/>
          </a:p>
        </p:txBody>
      </p:sp>
      <p:sp>
        <p:nvSpPr>
          <p:cNvPr id="1032" name="Line 12">
            <a:extLst>
              <a:ext uri="{FF2B5EF4-FFF2-40B4-BE49-F238E27FC236}">
                <a16:creationId xmlns:a16="http://schemas.microsoft.com/office/drawing/2014/main" id="{6A55137F-7DD6-44BD-B655-C7A32D18C50F}"/>
              </a:ext>
            </a:extLst>
          </p:cNvPr>
          <p:cNvSpPr>
            <a:spLocks noChangeShapeType="1"/>
          </p:cNvSpPr>
          <p:nvPr/>
        </p:nvSpPr>
        <p:spPr bwMode="auto">
          <a:xfrm>
            <a:off x="0" y="4876800"/>
            <a:ext cx="609600"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33" name="Picture 13" descr="emu_300x300_72dpi_black">
            <a:extLst>
              <a:ext uri="{FF2B5EF4-FFF2-40B4-BE49-F238E27FC236}">
                <a16:creationId xmlns:a16="http://schemas.microsoft.com/office/drawing/2014/main" id="{17F0A75E-850F-483C-AFB7-C3D42533C6A4}"/>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79388" y="188913"/>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44" r:id="rId1"/>
    <p:sldLayoutId id="2147484023" r:id="rId2"/>
    <p:sldLayoutId id="2147484024" r:id="rId3"/>
    <p:sldLayoutId id="2147484025" r:id="rId4"/>
    <p:sldLayoutId id="2147484026" r:id="rId5"/>
    <p:sldLayoutId id="2147484027" r:id="rId6"/>
    <p:sldLayoutId id="2147484028" r:id="rId7"/>
    <p:sldLayoutId id="2147484029" r:id="rId8"/>
    <p:sldLayoutId id="2147484030" r:id="rId9"/>
    <p:sldLayoutId id="2147484031" r:id="rId10"/>
    <p:sldLayoutId id="2147484032" r:id="rId11"/>
  </p:sldLayoutIdLst>
  <p:transition>
    <p:random/>
  </p:transition>
  <p:hf hdr="0" ftr="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2pPr>
      <a:lvl3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3pPr>
      <a:lvl4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4pPr>
      <a:lvl5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5pPr>
      <a:lvl6pPr marL="4572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6pPr>
      <a:lvl7pPr marL="9144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7pPr>
      <a:lvl8pPr marL="13716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8pPr>
      <a:lvl9pPr marL="18288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q"/>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q"/>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E8F770FA-76C9-4E2B-A434-235AF9FBD745}"/>
              </a:ext>
            </a:extLst>
          </p:cNvPr>
          <p:cNvSpPr>
            <a:spLocks noGrp="1" noChangeArrowheads="1"/>
          </p:cNvSpPr>
          <p:nvPr>
            <p:ph type="title"/>
          </p:nvPr>
        </p:nvSpPr>
        <p:spPr bwMode="auto">
          <a:xfrm>
            <a:off x="498475" y="484188"/>
            <a:ext cx="75565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CE77B8DE-5E28-4D68-A1DB-974D6B665223}"/>
              </a:ext>
            </a:extLst>
          </p:cNvPr>
          <p:cNvSpPr>
            <a:spLocks noGrp="1" noChangeArrowheads="1"/>
          </p:cNvSpPr>
          <p:nvPr>
            <p:ph type="body" idx="1"/>
          </p:nvPr>
        </p:nvSpPr>
        <p:spPr bwMode="auto">
          <a:xfrm>
            <a:off x="498475" y="1981200"/>
            <a:ext cx="7556500" cy="414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1B6C67B-79A9-4A0E-BE77-8B0E56CC46B5}"/>
              </a:ext>
            </a:extLst>
          </p:cNvPr>
          <p:cNvSpPr>
            <a:spLocks noGrp="1"/>
          </p:cNvSpPr>
          <p:nvPr>
            <p:ph type="dt" sz="half" idx="2"/>
          </p:nvPr>
        </p:nvSpPr>
        <p:spPr>
          <a:xfrm>
            <a:off x="6794500" y="6423025"/>
            <a:ext cx="2133600" cy="365125"/>
          </a:xfrm>
          <a:prstGeom prst="rect">
            <a:avLst/>
          </a:prstGeom>
        </p:spPr>
        <p:txBody>
          <a:bodyPr vert="horz" lIns="91440" tIns="45720" rIns="91440" bIns="45720" rtlCol="0" anchor="ctr"/>
          <a:lstStyle>
            <a:lvl1pPr algn="r" eaLnBrk="1" hangingPunct="1">
              <a:defRPr sz="1100">
                <a:solidFill>
                  <a:schemeClr val="tx1">
                    <a:lumMod val="65000"/>
                    <a:lumOff val="35000"/>
                  </a:schemeClr>
                </a:solidFill>
                <a:ea typeface="Angsana New" panose="020B0502040204020203" pitchFamily="18" charset="-34"/>
                <a:cs typeface="Arial" panose="020B0604020202020204" pitchFamily="34" charset="0"/>
              </a:defRPr>
            </a:lvl1pPr>
          </a:lstStyle>
          <a:p>
            <a:pPr>
              <a:defRPr/>
            </a:pPr>
            <a:fld id="{FF5480F7-A01B-4497-9686-67728E872290}" type="datetime4">
              <a:rPr lang="en-US" altLang="en-US" smtClean="0"/>
              <a:t>May 21, 2024</a:t>
            </a:fld>
            <a:endParaRPr lang="en-US" altLang="en-US"/>
          </a:p>
        </p:txBody>
      </p:sp>
      <p:sp>
        <p:nvSpPr>
          <p:cNvPr id="5" name="Footer Placeholder 4">
            <a:extLst>
              <a:ext uri="{FF2B5EF4-FFF2-40B4-BE49-F238E27FC236}">
                <a16:creationId xmlns:a16="http://schemas.microsoft.com/office/drawing/2014/main" id="{EDF927D7-EF1F-49CE-B729-8E64D95D89F1}"/>
              </a:ext>
            </a:extLst>
          </p:cNvPr>
          <p:cNvSpPr>
            <a:spLocks noGrp="1"/>
          </p:cNvSpPr>
          <p:nvPr>
            <p:ph type="ftr" sz="quarter" idx="3"/>
          </p:nvPr>
        </p:nvSpPr>
        <p:spPr>
          <a:xfrm>
            <a:off x="201613" y="6423025"/>
            <a:ext cx="6122987" cy="365125"/>
          </a:xfrm>
          <a:prstGeom prst="rect">
            <a:avLst/>
          </a:prstGeom>
        </p:spPr>
        <p:txBody>
          <a:bodyPr vert="horz" lIns="91440" tIns="45720" rIns="91440" bIns="45720" rtlCol="0" anchor="ctr"/>
          <a:lstStyle>
            <a:lvl1pPr algn="l" eaLnBrk="1" hangingPunct="1">
              <a:defRPr sz="1100">
                <a:solidFill>
                  <a:schemeClr val="tx1">
                    <a:lumMod val="65000"/>
                    <a:lumOff val="35000"/>
                  </a:schemeClr>
                </a:solidFill>
                <a:ea typeface="Angsana New" panose="020B0502040204020203" pitchFamily="18" charset="-34"/>
                <a:cs typeface="Arial" panose="020B0604020202020204"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3E81E21C-41C3-4EAB-89CE-E6FB352AEE37}"/>
              </a:ext>
            </a:extLst>
          </p:cNvPr>
          <p:cNvSpPr>
            <a:spLocks noGrp="1"/>
          </p:cNvSpPr>
          <p:nvPr>
            <p:ph type="sldNum" sz="quarter" idx="4"/>
          </p:nvPr>
        </p:nvSpPr>
        <p:spPr>
          <a:xfrm>
            <a:off x="8305800" y="242888"/>
            <a:ext cx="554038" cy="365125"/>
          </a:xfrm>
          <a:prstGeom prst="rect">
            <a:avLst/>
          </a:prstGeom>
        </p:spPr>
        <p:txBody>
          <a:bodyPr vert="horz" lIns="91440" tIns="45720" rIns="91440" bIns="45720" rtlCol="0" anchor="ctr"/>
          <a:lstStyle>
            <a:lvl1pPr algn="r" eaLnBrk="1" hangingPunct="1">
              <a:defRPr sz="1400">
                <a:solidFill>
                  <a:schemeClr val="bg1"/>
                </a:solidFill>
                <a:ea typeface="Angsana New" panose="020B0502040204020203" pitchFamily="18" charset="-34"/>
                <a:cs typeface="Arial" panose="020B0604020202020204" pitchFamily="34" charset="0"/>
              </a:defRPr>
            </a:lvl1pPr>
          </a:lstStyle>
          <a:p>
            <a:pPr>
              <a:defRPr/>
            </a:pPr>
            <a:fld id="{EAC1E9C5-179F-49B5-A20B-74BA07190DB8}" type="slidenum">
              <a:rPr lang="en-US" altLang="en-US"/>
              <a:pPr>
                <a:defRPr/>
              </a:pPr>
              <a:t>‹#›</a:t>
            </a:fld>
            <a:endParaRPr lang="en-US" altLang="en-US"/>
          </a:p>
        </p:txBody>
      </p:sp>
      <p:grpSp>
        <p:nvGrpSpPr>
          <p:cNvPr id="2055" name="Group 8">
            <a:extLst>
              <a:ext uri="{FF2B5EF4-FFF2-40B4-BE49-F238E27FC236}">
                <a16:creationId xmlns:a16="http://schemas.microsoft.com/office/drawing/2014/main" id="{8A8273E5-CDF0-44E1-AEF2-4B755C331FD1}"/>
              </a:ext>
            </a:extLst>
          </p:cNvPr>
          <p:cNvGrpSpPr>
            <a:grpSpLocks/>
          </p:cNvGrpSpPr>
          <p:nvPr/>
        </p:nvGrpSpPr>
        <p:grpSpPr bwMode="auto">
          <a:xfrm>
            <a:off x="-9525" y="1049338"/>
            <a:ext cx="9151938" cy="82550"/>
            <a:chOff x="1" y="591"/>
            <a:chExt cx="5759" cy="52"/>
          </a:xfrm>
        </p:grpSpPr>
        <p:sp>
          <p:nvSpPr>
            <p:cNvPr id="2058" name="Line 9">
              <a:extLst>
                <a:ext uri="{FF2B5EF4-FFF2-40B4-BE49-F238E27FC236}">
                  <a16:creationId xmlns:a16="http://schemas.microsoft.com/office/drawing/2014/main" id="{AB178821-03A3-419C-81A7-AB420E98AE13}"/>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9" name="Line 10">
              <a:extLst>
                <a:ext uri="{FF2B5EF4-FFF2-40B4-BE49-F238E27FC236}">
                  <a16:creationId xmlns:a16="http://schemas.microsoft.com/office/drawing/2014/main" id="{108B472A-C3BF-481A-9F84-D86E33569768}"/>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60" name="Line 11">
              <a:extLst>
                <a:ext uri="{FF2B5EF4-FFF2-40B4-BE49-F238E27FC236}">
                  <a16:creationId xmlns:a16="http://schemas.microsoft.com/office/drawing/2014/main" id="{6167F5F1-1A8D-4199-B338-C75A3E342958}"/>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1" name="文字方塊 8">
            <a:extLst>
              <a:ext uri="{FF2B5EF4-FFF2-40B4-BE49-F238E27FC236}">
                <a16:creationId xmlns:a16="http://schemas.microsoft.com/office/drawing/2014/main" id="{39D8D7C8-DB0C-4C03-B575-1A4A8B41ECA6}"/>
              </a:ext>
            </a:extLst>
          </p:cNvPr>
          <p:cNvSpPr txBox="1"/>
          <p:nvPr/>
        </p:nvSpPr>
        <p:spPr>
          <a:xfrm>
            <a:off x="6810375" y="6540500"/>
            <a:ext cx="2298700" cy="304800"/>
          </a:xfrm>
          <a:prstGeom prst="rect">
            <a:avLst/>
          </a:prstGeom>
          <a:noFill/>
        </p:spPr>
        <p:txBody>
          <a:bodyP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r" eaLnBrk="1" hangingPunct="1">
              <a:defRPr/>
            </a:pPr>
            <a:r>
              <a:rPr lang="tr-TR" altLang="zh-TW" u="none">
                <a:solidFill>
                  <a:srgbClr val="7F7F7F"/>
                </a:solidFill>
                <a:cs typeface="Arial" panose="020B0604020202020204" pitchFamily="34" charset="0"/>
              </a:rPr>
              <a:t>Digital Logic Design</a:t>
            </a:r>
            <a:r>
              <a:rPr lang="en-US" altLang="zh-TW" u="none">
                <a:solidFill>
                  <a:srgbClr val="7F7F7F"/>
                </a:solidFill>
                <a:cs typeface="Arial" panose="020B0604020202020204" pitchFamily="34" charset="0"/>
              </a:rPr>
              <a:t> </a:t>
            </a:r>
            <a:r>
              <a:rPr lang="en-US" altLang="zh-TW" i="0" u="none">
                <a:solidFill>
                  <a:srgbClr val="7F7F7F"/>
                </a:solidFill>
                <a:cs typeface="Arial" panose="020B0604020202020204" pitchFamily="34" charset="0"/>
              </a:rPr>
              <a:t>Ch1</a:t>
            </a:r>
            <a:r>
              <a:rPr lang="en-US" altLang="zh-TW" u="none">
                <a:solidFill>
                  <a:srgbClr val="7F7F7F"/>
                </a:solidFill>
                <a:cs typeface="Arial" panose="020B0604020202020204" pitchFamily="34" charset="0"/>
              </a:rPr>
              <a:t>-</a:t>
            </a:r>
            <a:fld id="{6DC67BA1-6048-4382-BF1F-2028CE77E041}" type="slidenum">
              <a:rPr lang="zh-TW" altLang="en-US" i="0" u="none" smtClean="0">
                <a:solidFill>
                  <a:srgbClr val="7F7F7F"/>
                </a:solidFill>
                <a:cs typeface="Arial" panose="020B0604020202020204" pitchFamily="34" charset="0"/>
              </a:rPr>
              <a:pPr algn="r" eaLnBrk="1" hangingPunct="1">
                <a:defRPr/>
              </a:pPr>
              <a:t>‹#›</a:t>
            </a:fld>
            <a:endParaRPr lang="en-US" altLang="zh-TW" i="0" u="none">
              <a:solidFill>
                <a:srgbClr val="7F7F7F"/>
              </a:solidFill>
              <a:cs typeface="Arial" panose="020B0604020202020204" pitchFamily="34" charset="0"/>
            </a:endParaRPr>
          </a:p>
        </p:txBody>
      </p:sp>
      <p:pic>
        <p:nvPicPr>
          <p:cNvPr id="2057" name="Picture 9" descr="logoyil30">
            <a:extLst>
              <a:ext uri="{FF2B5EF4-FFF2-40B4-BE49-F238E27FC236}">
                <a16:creationId xmlns:a16="http://schemas.microsoft.com/office/drawing/2014/main" id="{36409056-45D7-4BFF-9064-AA13E57B38C7}"/>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95275" y="161925"/>
            <a:ext cx="7366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 id="2147484062" r:id="rId18"/>
    <p:sldLayoutId id="2147484063" r:id="rId19"/>
    <p:sldLayoutId id="2147484064" r:id="rId20"/>
    <p:sldLayoutId id="2147484065" r:id="rId21"/>
    <p:sldLayoutId id="2147484066" r:id="rId22"/>
    <p:sldLayoutId id="2147484067" r:id="rId23"/>
  </p:sldLayoutIdLst>
  <p:transition>
    <p:random/>
  </p:transition>
  <p:hf hdr="0" ftr="0"/>
  <p:txStyles>
    <p:titleStyle>
      <a:lvl1pPr algn="l" rtl="0" eaLnBrk="0" fontAlgn="base" hangingPunct="0">
        <a:spcBef>
          <a:spcPct val="0"/>
        </a:spcBef>
        <a:spcAft>
          <a:spcPct val="0"/>
        </a:spcAft>
        <a:defRPr sz="3600" kern="1200">
          <a:solidFill>
            <a:srgbClr val="FF0000"/>
          </a:solidFill>
          <a:latin typeface="+mj-lt"/>
          <a:ea typeface="+mj-ea"/>
          <a:cs typeface="+mj-cs"/>
        </a:defRPr>
      </a:lvl1pPr>
      <a:lvl2pPr algn="l" rtl="0" eaLnBrk="0" fontAlgn="base" hangingPunct="0">
        <a:spcBef>
          <a:spcPct val="0"/>
        </a:spcBef>
        <a:spcAft>
          <a:spcPct val="0"/>
        </a:spcAft>
        <a:defRPr sz="3600">
          <a:solidFill>
            <a:srgbClr val="FF0000"/>
          </a:solidFill>
          <a:latin typeface="Rockwell" panose="02060603020205020403" pitchFamily="18" charset="0"/>
        </a:defRPr>
      </a:lvl2pPr>
      <a:lvl3pPr algn="l" rtl="0" eaLnBrk="0" fontAlgn="base" hangingPunct="0">
        <a:spcBef>
          <a:spcPct val="0"/>
        </a:spcBef>
        <a:spcAft>
          <a:spcPct val="0"/>
        </a:spcAft>
        <a:defRPr sz="3600">
          <a:solidFill>
            <a:srgbClr val="FF0000"/>
          </a:solidFill>
          <a:latin typeface="Rockwell" panose="02060603020205020403" pitchFamily="18" charset="0"/>
        </a:defRPr>
      </a:lvl3pPr>
      <a:lvl4pPr algn="l" rtl="0" eaLnBrk="0" fontAlgn="base" hangingPunct="0">
        <a:spcBef>
          <a:spcPct val="0"/>
        </a:spcBef>
        <a:spcAft>
          <a:spcPct val="0"/>
        </a:spcAft>
        <a:defRPr sz="3600">
          <a:solidFill>
            <a:srgbClr val="FF0000"/>
          </a:solidFill>
          <a:latin typeface="Rockwell" panose="02060603020205020403" pitchFamily="18" charset="0"/>
        </a:defRPr>
      </a:lvl4pPr>
      <a:lvl5pPr algn="l" rtl="0" eaLnBrk="0" fontAlgn="base" hangingPunct="0">
        <a:spcBef>
          <a:spcPct val="0"/>
        </a:spcBef>
        <a:spcAft>
          <a:spcPct val="0"/>
        </a:spcAft>
        <a:defRPr sz="3600">
          <a:solidFill>
            <a:srgbClr val="FF0000"/>
          </a:solidFill>
          <a:latin typeface="Rockwell" panose="02060603020205020403" pitchFamily="18" charset="0"/>
        </a:defRPr>
      </a:lvl5pPr>
      <a:lvl6pPr marL="457200" algn="l" rtl="0" eaLnBrk="1" fontAlgn="base" hangingPunct="1">
        <a:spcBef>
          <a:spcPct val="0"/>
        </a:spcBef>
        <a:spcAft>
          <a:spcPct val="0"/>
        </a:spcAft>
        <a:defRPr sz="3600">
          <a:solidFill>
            <a:srgbClr val="FF0000"/>
          </a:solidFill>
          <a:latin typeface="Rockwell" panose="02060603020205020403" pitchFamily="18" charset="0"/>
        </a:defRPr>
      </a:lvl6pPr>
      <a:lvl7pPr marL="914400" algn="l" rtl="0" eaLnBrk="1" fontAlgn="base" hangingPunct="1">
        <a:spcBef>
          <a:spcPct val="0"/>
        </a:spcBef>
        <a:spcAft>
          <a:spcPct val="0"/>
        </a:spcAft>
        <a:defRPr sz="3600">
          <a:solidFill>
            <a:srgbClr val="FF0000"/>
          </a:solidFill>
          <a:latin typeface="Rockwell" panose="02060603020205020403" pitchFamily="18" charset="0"/>
        </a:defRPr>
      </a:lvl7pPr>
      <a:lvl8pPr marL="1371600" algn="l" rtl="0" eaLnBrk="1" fontAlgn="base" hangingPunct="1">
        <a:spcBef>
          <a:spcPct val="0"/>
        </a:spcBef>
        <a:spcAft>
          <a:spcPct val="0"/>
        </a:spcAft>
        <a:defRPr sz="3600">
          <a:solidFill>
            <a:srgbClr val="FF0000"/>
          </a:solidFill>
          <a:latin typeface="Rockwell" panose="02060603020205020403" pitchFamily="18" charset="0"/>
        </a:defRPr>
      </a:lvl8pPr>
      <a:lvl9pPr marL="1828800" algn="l" rtl="0" eaLnBrk="1" fontAlgn="base" hangingPunct="1">
        <a:spcBef>
          <a:spcPct val="0"/>
        </a:spcBef>
        <a:spcAft>
          <a:spcPct val="0"/>
        </a:spcAft>
        <a:defRPr sz="3600">
          <a:solidFill>
            <a:srgbClr val="FF0000"/>
          </a:solidFill>
          <a:latin typeface="Rockwell" panose="02060603020205020403" pitchFamily="18" charset="0"/>
        </a:defRPr>
      </a:lvl9pPr>
    </p:titleStyle>
    <p:bodyStyle>
      <a:lvl1pPr marL="228600" indent="-228600" algn="l" rtl="0" eaLnBrk="0" fontAlgn="base" hangingPunct="0">
        <a:spcBef>
          <a:spcPts val="2000"/>
        </a:spcBef>
        <a:spcAft>
          <a:spcPct val="0"/>
        </a:spcAft>
        <a:buClr>
          <a:schemeClr val="accent1"/>
        </a:buClr>
        <a:buSzPct val="75000"/>
        <a:buFont typeface="Wingdings" panose="05000000000000000000" pitchFamily="2" charset="2"/>
        <a:buChar char="n"/>
        <a:defRPr sz="2000" kern="1200">
          <a:solidFill>
            <a:srgbClr val="0070C0"/>
          </a:solidFill>
          <a:latin typeface="+mn-lt"/>
          <a:ea typeface="+mn-ea"/>
          <a:cs typeface="+mn-cs"/>
        </a:defRPr>
      </a:lvl1pPr>
      <a:lvl2pPr marL="457200" indent="-228600" algn="l" rtl="0" eaLnBrk="0" fontAlgn="base" hangingPunct="0">
        <a:spcBef>
          <a:spcPts val="600"/>
        </a:spcBef>
        <a:spcAft>
          <a:spcPct val="0"/>
        </a:spcAft>
        <a:buClr>
          <a:srgbClr val="B870B8"/>
        </a:buClr>
        <a:buSzPct val="75000"/>
        <a:buFont typeface="Wingdings" panose="05000000000000000000" pitchFamily="2" charset="2"/>
        <a:buChar char="n"/>
        <a:defRPr kern="1200">
          <a:solidFill>
            <a:srgbClr val="595959"/>
          </a:solidFill>
          <a:latin typeface="+mn-lt"/>
          <a:ea typeface="+mn-ea"/>
          <a:cs typeface="+mn-cs"/>
        </a:defRPr>
      </a:lvl2pPr>
      <a:lvl3pPr marL="685800" indent="-228600" algn="l" rtl="0" eaLnBrk="0" fontAlgn="base" hangingPunct="0">
        <a:spcBef>
          <a:spcPts val="600"/>
        </a:spcBef>
        <a:spcAft>
          <a:spcPct val="0"/>
        </a:spcAft>
        <a:buClr>
          <a:schemeClr val="accent1"/>
        </a:buClr>
        <a:buSzPct val="75000"/>
        <a:buFont typeface="Wingdings" panose="05000000000000000000" pitchFamily="2" charset="2"/>
        <a:buChar char="n"/>
        <a:defRPr kern="1200">
          <a:solidFill>
            <a:srgbClr val="595959"/>
          </a:solidFill>
          <a:latin typeface="+mn-lt"/>
          <a:ea typeface="+mn-ea"/>
          <a:cs typeface="+mn-cs"/>
        </a:defRPr>
      </a:lvl3pPr>
      <a:lvl4pPr marL="914400" indent="-228600" algn="l" rtl="0" eaLnBrk="0" fontAlgn="base" hangingPunct="0">
        <a:spcBef>
          <a:spcPts val="600"/>
        </a:spcBef>
        <a:spcAft>
          <a:spcPct val="0"/>
        </a:spcAft>
        <a:buClr>
          <a:srgbClr val="B870B8"/>
        </a:buClr>
        <a:buSzPct val="75000"/>
        <a:buFont typeface="Wingdings" panose="05000000000000000000" pitchFamily="2" charset="2"/>
        <a:buChar char="n"/>
        <a:defRPr kern="1200">
          <a:solidFill>
            <a:srgbClr val="595959"/>
          </a:solidFill>
          <a:latin typeface="+mn-lt"/>
          <a:ea typeface="+mn-ea"/>
          <a:cs typeface="+mn-cs"/>
        </a:defRPr>
      </a:lvl4pPr>
      <a:lvl5pPr marL="1143000" indent="-228600" algn="l" rtl="0" eaLnBrk="0" fontAlgn="base" hangingPunct="0">
        <a:spcBef>
          <a:spcPts val="600"/>
        </a:spcBef>
        <a:spcAft>
          <a:spcPct val="0"/>
        </a:spcAft>
        <a:buClr>
          <a:schemeClr val="accent1"/>
        </a:buClr>
        <a:buSzPct val="75000"/>
        <a:buFont typeface="Wingdings" panose="05000000000000000000" pitchFamily="2" charset="2"/>
        <a:buChar char="n"/>
        <a:defRPr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74" name="Group 2">
            <a:extLst>
              <a:ext uri="{FF2B5EF4-FFF2-40B4-BE49-F238E27FC236}">
                <a16:creationId xmlns:a16="http://schemas.microsoft.com/office/drawing/2014/main" id="{7AAB99D4-CE45-4100-952D-B840FB3F90B0}"/>
              </a:ext>
            </a:extLst>
          </p:cNvPr>
          <p:cNvGrpSpPr>
            <a:grpSpLocks/>
          </p:cNvGrpSpPr>
          <p:nvPr/>
        </p:nvGrpSpPr>
        <p:grpSpPr bwMode="auto">
          <a:xfrm>
            <a:off x="0" y="-533400"/>
            <a:ext cx="8686800" cy="4876800"/>
            <a:chOff x="0" y="0"/>
            <a:chExt cx="5472" cy="3072"/>
          </a:xfrm>
        </p:grpSpPr>
        <p:sp>
          <p:nvSpPr>
            <p:cNvPr id="1034" name="Rectangle 3">
              <a:extLst>
                <a:ext uri="{FF2B5EF4-FFF2-40B4-BE49-F238E27FC236}">
                  <a16:creationId xmlns:a16="http://schemas.microsoft.com/office/drawing/2014/main" id="{0186C659-E864-4B73-8C1B-F4F18F5FAF02}"/>
                </a:ext>
              </a:extLst>
            </p:cNvPr>
            <p:cNvSpPr>
              <a:spLocks noChangeArrowheads="1"/>
            </p:cNvSpPr>
            <p:nvPr/>
          </p:nvSpPr>
          <p:spPr bwMode="auto">
            <a:xfrm>
              <a:off x="0" y="0"/>
              <a:ext cx="38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grpSp>
          <p:nvGrpSpPr>
            <p:cNvPr id="3083" name="Group 4">
              <a:extLst>
                <a:ext uri="{FF2B5EF4-FFF2-40B4-BE49-F238E27FC236}">
                  <a16:creationId xmlns:a16="http://schemas.microsoft.com/office/drawing/2014/main" id="{1DC3B701-1038-4DC9-9693-A8B29A9666F1}"/>
                </a:ext>
              </a:extLst>
            </p:cNvPr>
            <p:cNvGrpSpPr>
              <a:grpSpLocks/>
            </p:cNvGrpSpPr>
            <p:nvPr/>
          </p:nvGrpSpPr>
          <p:grpSpPr bwMode="auto">
            <a:xfrm>
              <a:off x="240" y="893"/>
              <a:ext cx="5232" cy="115"/>
              <a:chOff x="240" y="893"/>
              <a:chExt cx="5232" cy="115"/>
            </a:xfrm>
          </p:grpSpPr>
          <p:sp>
            <p:nvSpPr>
              <p:cNvPr id="1036" name="Rectangle 5">
                <a:extLst>
                  <a:ext uri="{FF2B5EF4-FFF2-40B4-BE49-F238E27FC236}">
                    <a16:creationId xmlns:a16="http://schemas.microsoft.com/office/drawing/2014/main" id="{8E3F94E1-0712-4F68-8BBB-823136F7A48F}"/>
                  </a:ext>
                </a:extLst>
              </p:cNvPr>
              <p:cNvSpPr>
                <a:spLocks noChangeArrowheads="1"/>
              </p:cNvSpPr>
              <p:nvPr/>
            </p:nvSpPr>
            <p:spPr bwMode="auto">
              <a:xfrm>
                <a:off x="4320" y="893"/>
                <a:ext cx="1152"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3085" name="Line 6">
                <a:extLst>
                  <a:ext uri="{FF2B5EF4-FFF2-40B4-BE49-F238E27FC236}">
                    <a16:creationId xmlns:a16="http://schemas.microsoft.com/office/drawing/2014/main" id="{F5EFC0ED-3A13-4B81-A43A-A26DFE2A9C80}"/>
                  </a:ext>
                </a:extLst>
              </p:cNvPr>
              <p:cNvSpPr>
                <a:spLocks noChangeShapeType="1"/>
              </p:cNvSpPr>
              <p:nvPr/>
            </p:nvSpPr>
            <p:spPr bwMode="auto">
              <a:xfrm>
                <a:off x="240" y="941"/>
                <a:ext cx="5232"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3075" name="Rectangle 7">
            <a:extLst>
              <a:ext uri="{FF2B5EF4-FFF2-40B4-BE49-F238E27FC236}">
                <a16:creationId xmlns:a16="http://schemas.microsoft.com/office/drawing/2014/main" id="{6AEA2902-9058-4F51-B673-2C3E7247DC01}"/>
              </a:ext>
            </a:extLst>
          </p:cNvPr>
          <p:cNvSpPr>
            <a:spLocks noGrp="1" noChangeArrowheads="1"/>
          </p:cNvSpPr>
          <p:nvPr>
            <p:ph type="title"/>
          </p:nvPr>
        </p:nvSpPr>
        <p:spPr bwMode="auto">
          <a:xfrm>
            <a:off x="914400" y="152400"/>
            <a:ext cx="77724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6" name="Rectangle 8">
            <a:extLst>
              <a:ext uri="{FF2B5EF4-FFF2-40B4-BE49-F238E27FC236}">
                <a16:creationId xmlns:a16="http://schemas.microsoft.com/office/drawing/2014/main" id="{7E93C493-FECF-435B-AADE-B4DFC21B7063}"/>
              </a:ext>
            </a:extLst>
          </p:cNvPr>
          <p:cNvSpPr>
            <a:spLocks noGrp="1" noChangeArrowheads="1"/>
          </p:cNvSpPr>
          <p:nvPr>
            <p:ph type="body" idx="1"/>
          </p:nvPr>
        </p:nvSpPr>
        <p:spPr bwMode="auto">
          <a:xfrm>
            <a:off x="685800" y="1066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th-TH" altLang="en-US"/>
          </a:p>
        </p:txBody>
      </p:sp>
      <p:sp>
        <p:nvSpPr>
          <p:cNvPr id="597001" name="Rectangle 9">
            <a:extLst>
              <a:ext uri="{FF2B5EF4-FFF2-40B4-BE49-F238E27FC236}">
                <a16:creationId xmlns:a16="http://schemas.microsoft.com/office/drawing/2014/main" id="{2B34976F-6F10-4886-8207-7F2A62AFA80C}"/>
              </a:ext>
            </a:extLst>
          </p:cNvPr>
          <p:cNvSpPr>
            <a:spLocks noGrp="1" noChangeArrowheads="1"/>
          </p:cNvSpPr>
          <p:nvPr>
            <p:ph type="dt" sz="half" idx="2"/>
          </p:nvPr>
        </p:nvSpPr>
        <p:spPr bwMode="auto">
          <a:xfrm>
            <a:off x="914400" y="6477000"/>
            <a:ext cx="19812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Angsana New" panose="020B0502040204020203" pitchFamily="18" charset="-34"/>
                <a:cs typeface="Arial" panose="020B0604020202020204" pitchFamily="34" charset="0"/>
              </a:defRPr>
            </a:lvl1pPr>
          </a:lstStyle>
          <a:p>
            <a:pPr>
              <a:defRPr/>
            </a:pPr>
            <a:fld id="{B8B25350-D5B1-4B42-963C-680501185571}" type="datetime4">
              <a:rPr lang="en-US" altLang="en-US" smtClean="0"/>
              <a:t>May 21, 2024</a:t>
            </a:fld>
            <a:endParaRPr lang="en-US" altLang="en-US"/>
          </a:p>
        </p:txBody>
      </p:sp>
      <p:sp>
        <p:nvSpPr>
          <p:cNvPr id="597002" name="Rectangle 10">
            <a:extLst>
              <a:ext uri="{FF2B5EF4-FFF2-40B4-BE49-F238E27FC236}">
                <a16:creationId xmlns:a16="http://schemas.microsoft.com/office/drawing/2014/main" id="{1132E334-1383-4EAB-9C9A-5F3FD3A46352}"/>
              </a:ext>
            </a:extLst>
          </p:cNvPr>
          <p:cNvSpPr>
            <a:spLocks noGrp="1" noChangeArrowheads="1"/>
          </p:cNvSpPr>
          <p:nvPr>
            <p:ph type="ftr" sz="quarter" idx="3"/>
          </p:nvPr>
        </p:nvSpPr>
        <p:spPr bwMode="auto">
          <a:xfrm>
            <a:off x="3352800" y="6400800"/>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Angsana New" panose="020B0502040204020203" pitchFamily="18" charset="-34"/>
                <a:cs typeface="Arial" panose="020B0604020202020204" pitchFamily="34" charset="0"/>
              </a:defRPr>
            </a:lvl1pPr>
          </a:lstStyle>
          <a:p>
            <a:pPr>
              <a:defRPr/>
            </a:pPr>
            <a:endParaRPr lang="en-US" altLang="en-US"/>
          </a:p>
        </p:txBody>
      </p:sp>
      <p:sp>
        <p:nvSpPr>
          <p:cNvPr id="597003" name="Rectangle 11">
            <a:extLst>
              <a:ext uri="{FF2B5EF4-FFF2-40B4-BE49-F238E27FC236}">
                <a16:creationId xmlns:a16="http://schemas.microsoft.com/office/drawing/2014/main" id="{40925F71-ADD2-49DD-86AF-348C756384E7}"/>
              </a:ext>
            </a:extLst>
          </p:cNvPr>
          <p:cNvSpPr>
            <a:spLocks noGrp="1" noChangeArrowheads="1"/>
          </p:cNvSpPr>
          <p:nvPr>
            <p:ph type="sldNum" sz="quarter" idx="4"/>
          </p:nvPr>
        </p:nvSpPr>
        <p:spPr bwMode="auto">
          <a:xfrm>
            <a:off x="6781800" y="6553200"/>
            <a:ext cx="19050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Angsana New" panose="020B0502040204020203" pitchFamily="18" charset="-34"/>
                <a:cs typeface="Arial" panose="020B0604020202020204" pitchFamily="34" charset="0"/>
              </a:defRPr>
            </a:lvl1pPr>
          </a:lstStyle>
          <a:p>
            <a:pPr>
              <a:defRPr/>
            </a:pPr>
            <a:fld id="{E8115678-9089-447D-842A-6F2C91E58983}" type="slidenum">
              <a:rPr lang="en-US" altLang="en-US"/>
              <a:pPr>
                <a:defRPr/>
              </a:pPr>
              <a:t>‹#›</a:t>
            </a:fld>
            <a:endParaRPr lang="en-US" altLang="en-US"/>
          </a:p>
        </p:txBody>
      </p:sp>
      <p:sp>
        <p:nvSpPr>
          <p:cNvPr id="3080" name="Line 12">
            <a:extLst>
              <a:ext uri="{FF2B5EF4-FFF2-40B4-BE49-F238E27FC236}">
                <a16:creationId xmlns:a16="http://schemas.microsoft.com/office/drawing/2014/main" id="{4B1389F9-476E-4E83-9AF8-F7E761E0E687}"/>
              </a:ext>
            </a:extLst>
          </p:cNvPr>
          <p:cNvSpPr>
            <a:spLocks noChangeShapeType="1"/>
          </p:cNvSpPr>
          <p:nvPr/>
        </p:nvSpPr>
        <p:spPr bwMode="auto">
          <a:xfrm>
            <a:off x="0" y="4876800"/>
            <a:ext cx="609600"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081" name="Picture 13" descr="emu_300x300_72dpi_black">
            <a:extLst>
              <a:ext uri="{FF2B5EF4-FFF2-40B4-BE49-F238E27FC236}">
                <a16:creationId xmlns:a16="http://schemas.microsoft.com/office/drawing/2014/main" id="{6FFF7B09-08DB-496A-AB73-4C7C597D3FC2}"/>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79388" y="188913"/>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68" r:id="rId1"/>
    <p:sldLayoutId id="2147484033" r:id="rId2"/>
    <p:sldLayoutId id="2147484034" r:id="rId3"/>
    <p:sldLayoutId id="2147484035" r:id="rId4"/>
    <p:sldLayoutId id="2147484036" r:id="rId5"/>
    <p:sldLayoutId id="2147484037" r:id="rId6"/>
    <p:sldLayoutId id="2147484038" r:id="rId7"/>
    <p:sldLayoutId id="2147484039" r:id="rId8"/>
    <p:sldLayoutId id="2147484040" r:id="rId9"/>
    <p:sldLayoutId id="2147484041" r:id="rId10"/>
    <p:sldLayoutId id="2147484042" r:id="rId11"/>
    <p:sldLayoutId id="2147484043" r:id="rId12"/>
  </p:sldLayoutIdLst>
  <p:transition>
    <p:random/>
  </p:transition>
  <p:hf hdr="0" ftr="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2pPr>
      <a:lvl3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3pPr>
      <a:lvl4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4pPr>
      <a:lvl5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5pPr>
      <a:lvl6pPr marL="4572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6pPr>
      <a:lvl7pPr marL="9144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7pPr>
      <a:lvl8pPr marL="13716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8pPr>
      <a:lvl9pPr marL="18288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q"/>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q"/>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5">
            <a:extLst>
              <a:ext uri="{FF2B5EF4-FFF2-40B4-BE49-F238E27FC236}">
                <a16:creationId xmlns:a16="http://schemas.microsoft.com/office/drawing/2014/main" id="{43B9EDA4-1352-4769-B93C-9CC448C4110B}"/>
              </a:ext>
            </a:extLst>
          </p:cNvPr>
          <p:cNvSpPr>
            <a:spLocks noGrp="1" noChangeArrowheads="1"/>
          </p:cNvSpPr>
          <p:nvPr>
            <p:ph type="body" idx="1"/>
          </p:nvPr>
        </p:nvSpPr>
        <p:spPr bwMode="auto">
          <a:xfrm>
            <a:off x="307975" y="1295400"/>
            <a:ext cx="8570913" cy="520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099" name="Rectangle 7">
            <a:extLst>
              <a:ext uri="{FF2B5EF4-FFF2-40B4-BE49-F238E27FC236}">
                <a16:creationId xmlns:a16="http://schemas.microsoft.com/office/drawing/2014/main" id="{86D4C91F-1F85-4112-9534-FAEBE9089E81}"/>
              </a:ext>
            </a:extLst>
          </p:cNvPr>
          <p:cNvSpPr>
            <a:spLocks noGrp="1" noChangeArrowheads="1"/>
          </p:cNvSpPr>
          <p:nvPr>
            <p:ph type="title"/>
          </p:nvPr>
        </p:nvSpPr>
        <p:spPr bwMode="auto">
          <a:xfrm>
            <a:off x="298450" y="228600"/>
            <a:ext cx="85756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TW"/>
              <a:t>Click to edit Master title style</a:t>
            </a:r>
          </a:p>
        </p:txBody>
      </p:sp>
      <p:grpSp>
        <p:nvGrpSpPr>
          <p:cNvPr id="4100" name="Group 8">
            <a:extLst>
              <a:ext uri="{FF2B5EF4-FFF2-40B4-BE49-F238E27FC236}">
                <a16:creationId xmlns:a16="http://schemas.microsoft.com/office/drawing/2014/main" id="{945E2843-C615-4537-8B6C-4C03279B19F0}"/>
              </a:ext>
            </a:extLst>
          </p:cNvPr>
          <p:cNvGrpSpPr>
            <a:grpSpLocks/>
          </p:cNvGrpSpPr>
          <p:nvPr/>
        </p:nvGrpSpPr>
        <p:grpSpPr bwMode="auto">
          <a:xfrm>
            <a:off x="-9525" y="1049338"/>
            <a:ext cx="9151938" cy="82550"/>
            <a:chOff x="1" y="591"/>
            <a:chExt cx="5759" cy="52"/>
          </a:xfrm>
        </p:grpSpPr>
        <p:sp>
          <p:nvSpPr>
            <p:cNvPr id="4103" name="Line 9">
              <a:extLst>
                <a:ext uri="{FF2B5EF4-FFF2-40B4-BE49-F238E27FC236}">
                  <a16:creationId xmlns:a16="http://schemas.microsoft.com/office/drawing/2014/main" id="{D3FD8793-9705-4B49-BB50-C5CE1789EEAF}"/>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4" name="Line 10">
              <a:extLst>
                <a:ext uri="{FF2B5EF4-FFF2-40B4-BE49-F238E27FC236}">
                  <a16:creationId xmlns:a16="http://schemas.microsoft.com/office/drawing/2014/main" id="{B99A43B9-5B41-4094-8A75-EC64B6D0DD1D}"/>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5" name="Line 11">
              <a:extLst>
                <a:ext uri="{FF2B5EF4-FFF2-40B4-BE49-F238E27FC236}">
                  <a16:creationId xmlns:a16="http://schemas.microsoft.com/office/drawing/2014/main" id="{04B48040-2F6D-4CEA-A659-7B33B726C626}"/>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9" name="文字方塊 8">
            <a:extLst>
              <a:ext uri="{FF2B5EF4-FFF2-40B4-BE49-F238E27FC236}">
                <a16:creationId xmlns:a16="http://schemas.microsoft.com/office/drawing/2014/main" id="{750454F3-716F-4394-BF1B-5F6E621989C5}"/>
              </a:ext>
            </a:extLst>
          </p:cNvPr>
          <p:cNvSpPr txBox="1"/>
          <p:nvPr/>
        </p:nvSpPr>
        <p:spPr>
          <a:xfrm>
            <a:off x="6810375" y="6540500"/>
            <a:ext cx="2298700" cy="304800"/>
          </a:xfrm>
          <a:prstGeom prst="rect">
            <a:avLst/>
          </a:prstGeom>
          <a:noFill/>
        </p:spPr>
        <p:txBody>
          <a:bodyP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r" eaLnBrk="1" hangingPunct="1">
              <a:defRPr/>
            </a:pPr>
            <a:r>
              <a:rPr lang="tr-TR" altLang="zh-TW" u="none">
                <a:solidFill>
                  <a:srgbClr val="7F7F7F"/>
                </a:solidFill>
                <a:cs typeface="Arial" panose="020B0604020202020204" pitchFamily="34" charset="0"/>
              </a:rPr>
              <a:t>Digital Logic Design</a:t>
            </a:r>
            <a:r>
              <a:rPr lang="en-US" altLang="zh-TW" u="none">
                <a:solidFill>
                  <a:srgbClr val="7F7F7F"/>
                </a:solidFill>
                <a:cs typeface="Arial" panose="020B0604020202020204" pitchFamily="34" charset="0"/>
              </a:rPr>
              <a:t> </a:t>
            </a:r>
            <a:r>
              <a:rPr lang="en-US" altLang="zh-TW" i="0" u="none">
                <a:solidFill>
                  <a:srgbClr val="7F7F7F"/>
                </a:solidFill>
                <a:cs typeface="Arial" panose="020B0604020202020204" pitchFamily="34" charset="0"/>
              </a:rPr>
              <a:t>Ch1</a:t>
            </a:r>
            <a:r>
              <a:rPr lang="en-US" altLang="zh-TW" u="none">
                <a:solidFill>
                  <a:srgbClr val="7F7F7F"/>
                </a:solidFill>
                <a:cs typeface="Arial" panose="020B0604020202020204" pitchFamily="34" charset="0"/>
              </a:rPr>
              <a:t>-</a:t>
            </a:r>
            <a:fld id="{73AB4636-F3A7-4DEA-AF14-F79885A739CA}" type="slidenum">
              <a:rPr lang="zh-TW" altLang="en-US" i="0" u="none" smtClean="0">
                <a:solidFill>
                  <a:srgbClr val="7F7F7F"/>
                </a:solidFill>
                <a:cs typeface="Arial" panose="020B0604020202020204" pitchFamily="34" charset="0"/>
              </a:rPr>
              <a:pPr algn="r" eaLnBrk="1" hangingPunct="1">
                <a:defRPr/>
              </a:pPr>
              <a:t>‹#›</a:t>
            </a:fld>
            <a:endParaRPr lang="en-US" altLang="zh-TW" i="0" u="none">
              <a:solidFill>
                <a:srgbClr val="7F7F7F"/>
              </a:solidFill>
              <a:cs typeface="Arial" panose="020B0604020202020204" pitchFamily="34" charset="0"/>
            </a:endParaRPr>
          </a:p>
        </p:txBody>
      </p:sp>
      <p:pic>
        <p:nvPicPr>
          <p:cNvPr id="4102" name="Picture 9" descr="logoyil30">
            <a:extLst>
              <a:ext uri="{FF2B5EF4-FFF2-40B4-BE49-F238E27FC236}">
                <a16:creationId xmlns:a16="http://schemas.microsoft.com/office/drawing/2014/main" id="{E08EE95F-7194-462B-B895-417B50D0BD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275" y="161925"/>
            <a:ext cx="7366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Lst>
  <p:hf hdr="0" ftr="0"/>
  <p:txStyles>
    <p:titleStyle>
      <a:lvl1pPr algn="ctr" rtl="0" eaLnBrk="0" fontAlgn="base" hangingPunct="0">
        <a:spcBef>
          <a:spcPct val="0"/>
        </a:spcBef>
        <a:spcAft>
          <a:spcPct val="0"/>
        </a:spcAft>
        <a:defRPr kumimoji="1" sz="3600">
          <a:solidFill>
            <a:schemeClr val="tx1"/>
          </a:solidFill>
          <a:latin typeface="+mj-lt"/>
          <a:ea typeface="+mj-ea"/>
          <a:cs typeface="+mj-cs"/>
        </a:defRPr>
      </a:lvl1pPr>
      <a:lvl2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2pPr>
      <a:lvl3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3pPr>
      <a:lvl4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4pPr>
      <a:lvl5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5pPr>
      <a:lvl6pPr marL="4572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6pPr>
      <a:lvl7pPr marL="9144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7pPr>
      <a:lvl8pPr marL="13716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8pPr>
      <a:lvl9pPr marL="18288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9pPr>
    </p:titleStyle>
    <p:bodyStyle>
      <a:lvl1pPr marL="342900" indent="-342900" algn="l" rtl="0" eaLnBrk="0" fontAlgn="base" hangingPunct="0">
        <a:spcBef>
          <a:spcPct val="20000"/>
        </a:spcBef>
        <a:spcAft>
          <a:spcPct val="0"/>
        </a:spcAft>
        <a:buClr>
          <a:srgbClr val="0000FF"/>
        </a:buClr>
        <a:buSzPct val="90000"/>
        <a:buFont typeface="Wingdings 2" panose="05020102010507070707" pitchFamily="18" charset="2"/>
        <a:buChar char="©"/>
        <a:defRPr kumimoji="1" sz="24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Clr>
          <a:srgbClr val="FF9900"/>
        </a:buClr>
        <a:buSzPct val="70000"/>
        <a:buFont typeface="Wingdings" panose="05000000000000000000" pitchFamily="2" charset="2"/>
        <a:buChar char="u"/>
        <a:defRPr kumimoji="1" sz="20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Clr>
          <a:srgbClr val="1B1BFF"/>
        </a:buClr>
        <a:buSzPct val="80000"/>
        <a:buFont typeface="Times New Roman" panose="02020603050405020304" pitchFamily="18" charset="0"/>
        <a:buChar char="»"/>
        <a:defRPr kumimoji="1">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1"/>
        </a:buClr>
        <a:buFont typeface="Book Antiqua" panose="02040602050305030304" pitchFamily="18" charset="0"/>
        <a:buChar char="−"/>
        <a:defRPr kumimoji="1" sz="16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rgbClr val="4D4D4D"/>
        </a:buClr>
        <a:buSzPct val="50000"/>
        <a:buFont typeface="Wingdings" panose="05000000000000000000" pitchFamily="2" charset="2"/>
        <a:buChar char="l"/>
        <a:defRPr kumimoji="1" sz="140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6pPr>
      <a:lvl7pPr marL="29718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7pPr>
      <a:lvl8pPr marL="34290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8pPr>
      <a:lvl9pPr marL="38862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5122" name="Group 7">
            <a:extLst>
              <a:ext uri="{FF2B5EF4-FFF2-40B4-BE49-F238E27FC236}">
                <a16:creationId xmlns:a16="http://schemas.microsoft.com/office/drawing/2014/main" id="{2F364496-8BA2-4CFA-81DC-C649C6B43699}"/>
              </a:ext>
            </a:extLst>
          </p:cNvPr>
          <p:cNvGrpSpPr>
            <a:grpSpLocks/>
          </p:cNvGrpSpPr>
          <p:nvPr/>
        </p:nvGrpSpPr>
        <p:grpSpPr bwMode="auto">
          <a:xfrm>
            <a:off x="215900" y="215900"/>
            <a:ext cx="8478838" cy="6173788"/>
            <a:chOff x="0" y="0"/>
            <a:chExt cx="5341" cy="3889"/>
          </a:xfrm>
        </p:grpSpPr>
        <p:sp>
          <p:nvSpPr>
            <p:cNvPr id="5132" name="Freeform 8">
              <a:extLst>
                <a:ext uri="{FF2B5EF4-FFF2-40B4-BE49-F238E27FC236}">
                  <a16:creationId xmlns:a16="http://schemas.microsoft.com/office/drawing/2014/main" id="{69CEB01E-FAFC-4111-A0A1-FBD146EBFF21}"/>
                </a:ext>
              </a:extLst>
            </p:cNvPr>
            <p:cNvSpPr>
              <a:spLocks/>
            </p:cNvSpPr>
            <p:nvPr/>
          </p:nvSpPr>
          <p:spPr bwMode="ltGray">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3" name="Freeform 9">
              <a:extLst>
                <a:ext uri="{FF2B5EF4-FFF2-40B4-BE49-F238E27FC236}">
                  <a16:creationId xmlns:a16="http://schemas.microsoft.com/office/drawing/2014/main" id="{F12DED50-716D-42AC-85D7-0BA10197B30D}"/>
                </a:ext>
              </a:extLst>
            </p:cNvPr>
            <p:cNvSpPr>
              <a:spLocks/>
            </p:cNvSpPr>
            <p:nvPr/>
          </p:nvSpPr>
          <p:spPr bwMode="ltGray">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94" h="3223">
                  <a:moveTo>
                    <a:pt x="370" y="0"/>
                  </a:moveTo>
                  <a:lnTo>
                    <a:pt x="3393" y="3036"/>
                  </a:lnTo>
                  <a:lnTo>
                    <a:pt x="3208" y="3222"/>
                  </a:lnTo>
                  <a:lnTo>
                    <a:pt x="0" y="0"/>
                  </a:lnTo>
                  <a:lnTo>
                    <a:pt x="37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4" name="Freeform 10">
              <a:extLst>
                <a:ext uri="{FF2B5EF4-FFF2-40B4-BE49-F238E27FC236}">
                  <a16:creationId xmlns:a16="http://schemas.microsoft.com/office/drawing/2014/main" id="{42DCC366-E15E-4083-A380-A19EDD07FD10}"/>
                </a:ext>
              </a:extLst>
            </p:cNvPr>
            <p:cNvSpPr>
              <a:spLocks/>
            </p:cNvSpPr>
            <p:nvPr/>
          </p:nvSpPr>
          <p:spPr bwMode="ltGray">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9" h="2556">
                  <a:moveTo>
                    <a:pt x="630" y="0"/>
                  </a:moveTo>
                  <a:lnTo>
                    <a:pt x="2858" y="2238"/>
                  </a:lnTo>
                  <a:lnTo>
                    <a:pt x="2543" y="2555"/>
                  </a:lnTo>
                  <a:lnTo>
                    <a:pt x="0" y="0"/>
                  </a:lnTo>
                  <a:lnTo>
                    <a:pt x="63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5" name="Freeform 11">
              <a:extLst>
                <a:ext uri="{FF2B5EF4-FFF2-40B4-BE49-F238E27FC236}">
                  <a16:creationId xmlns:a16="http://schemas.microsoft.com/office/drawing/2014/main" id="{7B681700-EF2E-4ACA-B1AE-B41365E839CD}"/>
                </a:ext>
              </a:extLst>
            </p:cNvPr>
            <p:cNvSpPr>
              <a:spLocks/>
            </p:cNvSpPr>
            <p:nvPr/>
          </p:nvSpPr>
          <p:spPr bwMode="ltGray">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 h="2121">
                  <a:moveTo>
                    <a:pt x="0" y="0"/>
                  </a:moveTo>
                  <a:lnTo>
                    <a:pt x="2111" y="2120"/>
                  </a:lnTo>
                  <a:lnTo>
                    <a:pt x="2285" y="1945"/>
                  </a:lnTo>
                  <a:lnTo>
                    <a:pt x="348" y="0"/>
                  </a:lnTo>
                  <a:lnTo>
                    <a:pt x="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grpSp>
      <p:sp>
        <p:nvSpPr>
          <p:cNvPr id="2051" name="Rectangle 12">
            <a:extLst>
              <a:ext uri="{FF2B5EF4-FFF2-40B4-BE49-F238E27FC236}">
                <a16:creationId xmlns:a16="http://schemas.microsoft.com/office/drawing/2014/main" id="{AB39E30C-1B09-4DD8-A4F3-A732237D7893}"/>
              </a:ext>
            </a:extLst>
          </p:cNvPr>
          <p:cNvSpPr>
            <a:spLocks noChangeArrowheads="1"/>
          </p:cNvSpPr>
          <p:nvPr/>
        </p:nvSpPr>
        <p:spPr bwMode="auto">
          <a:xfrm>
            <a:off x="687388" y="223202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ctr" eaLnBrk="1" hangingPunct="1">
              <a:defRPr/>
            </a:pPr>
            <a:r>
              <a:rPr kumimoji="1" lang="en-US" altLang="zh-TW" sz="4400" i="0" u="none">
                <a:solidFill>
                  <a:schemeClr val="tx2"/>
                </a:solidFill>
                <a:latin typeface="Book Antiqua" panose="02040602050305030304" pitchFamily="18" charset="0"/>
                <a:cs typeface="Arial" panose="020B0604020202020204" pitchFamily="34" charset="0"/>
              </a:rPr>
              <a:t>Click to edit Master title style</a:t>
            </a:r>
          </a:p>
        </p:txBody>
      </p:sp>
      <p:sp>
        <p:nvSpPr>
          <p:cNvPr id="2052" name="Rectangle 13">
            <a:extLst>
              <a:ext uri="{FF2B5EF4-FFF2-40B4-BE49-F238E27FC236}">
                <a16:creationId xmlns:a16="http://schemas.microsoft.com/office/drawing/2014/main" id="{2EC65288-94EA-49EC-940D-4636FC3D4237}"/>
              </a:ext>
            </a:extLst>
          </p:cNvPr>
          <p:cNvSpPr>
            <a:spLocks noChangeArrowheads="1"/>
          </p:cNvSpPr>
          <p:nvPr/>
        </p:nvSpPr>
        <p:spPr bwMode="auto">
          <a:xfrm>
            <a:off x="1301750" y="4195763"/>
            <a:ext cx="6400800" cy="17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ctr" eaLnBrk="1" hangingPunct="1">
              <a:spcBef>
                <a:spcPct val="20000"/>
              </a:spcBef>
              <a:defRPr/>
            </a:pPr>
            <a:r>
              <a:rPr kumimoji="1" lang="en-US" altLang="zh-TW" sz="3200" i="0" u="none">
                <a:solidFill>
                  <a:schemeClr val="tx1"/>
                </a:solidFill>
                <a:latin typeface="Book Antiqua" panose="02040602050305030304" pitchFamily="18" charset="0"/>
                <a:cs typeface="Arial" panose="020B0604020202020204" pitchFamily="34" charset="0"/>
              </a:rPr>
              <a:t>Click to edit Master subtitle style</a:t>
            </a:r>
          </a:p>
        </p:txBody>
      </p:sp>
      <p:grpSp>
        <p:nvGrpSpPr>
          <p:cNvPr id="5125" name="Group 20">
            <a:extLst>
              <a:ext uri="{FF2B5EF4-FFF2-40B4-BE49-F238E27FC236}">
                <a16:creationId xmlns:a16="http://schemas.microsoft.com/office/drawing/2014/main" id="{DE25CAB1-5459-4AC4-9292-A4F2B076FD1A}"/>
              </a:ext>
            </a:extLst>
          </p:cNvPr>
          <p:cNvGrpSpPr>
            <a:grpSpLocks/>
          </p:cNvGrpSpPr>
          <p:nvPr/>
        </p:nvGrpSpPr>
        <p:grpSpPr bwMode="auto">
          <a:xfrm>
            <a:off x="-9525" y="1492250"/>
            <a:ext cx="9159875" cy="82550"/>
            <a:chOff x="1" y="591"/>
            <a:chExt cx="5759" cy="52"/>
          </a:xfrm>
        </p:grpSpPr>
        <p:sp>
          <p:nvSpPr>
            <p:cNvPr id="5129" name="Line 21">
              <a:extLst>
                <a:ext uri="{FF2B5EF4-FFF2-40B4-BE49-F238E27FC236}">
                  <a16:creationId xmlns:a16="http://schemas.microsoft.com/office/drawing/2014/main" id="{AD9D9EAD-CD10-4146-A507-FB2E754984BB}"/>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0" name="Line 22">
              <a:extLst>
                <a:ext uri="{FF2B5EF4-FFF2-40B4-BE49-F238E27FC236}">
                  <a16:creationId xmlns:a16="http://schemas.microsoft.com/office/drawing/2014/main" id="{3340C10B-FE44-4DD2-B40B-A9AE41E92855}"/>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1" name="Line 23">
              <a:extLst>
                <a:ext uri="{FF2B5EF4-FFF2-40B4-BE49-F238E27FC236}">
                  <a16:creationId xmlns:a16="http://schemas.microsoft.com/office/drawing/2014/main" id="{5477D55D-F052-4997-8915-34A510871B6B}"/>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09592" name="Rectangle 24">
            <a:extLst>
              <a:ext uri="{FF2B5EF4-FFF2-40B4-BE49-F238E27FC236}">
                <a16:creationId xmlns:a16="http://schemas.microsoft.com/office/drawing/2014/main" id="{257AD62A-E494-4BC9-818F-32F6CF47EAD0}"/>
              </a:ext>
            </a:extLst>
          </p:cNvPr>
          <p:cNvSpPr>
            <a:spLocks noChangeArrowheads="1"/>
          </p:cNvSpPr>
          <p:nvPr/>
        </p:nvSpPr>
        <p:spPr bwMode="auto">
          <a:xfrm>
            <a:off x="8867775" y="6570663"/>
            <a:ext cx="206375" cy="212725"/>
          </a:xfrm>
          <a:prstGeom prst="rect">
            <a:avLst/>
          </a:prstGeom>
          <a:noFill/>
          <a:ln w="9525">
            <a:noFill/>
            <a:miter lim="800000"/>
            <a:headEnd/>
            <a:tailEnd/>
          </a:ln>
          <a:effectLst/>
        </p:spPr>
        <p:txBody>
          <a:bodyPr wrap="none" lIns="0" tIns="0" rIns="0" bIns="0" anchor="ct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defRPr/>
            </a:pPr>
            <a:fld id="{EA536E08-9229-4670-925E-1ACDE33A6276}" type="slidenum">
              <a:rPr lang="zh-TW" altLang="en-US" u="none" smtClean="0">
                <a:solidFill>
                  <a:schemeClr val="tx1"/>
                </a:solidFill>
                <a:cs typeface="Arial" panose="020B0604020202020204" pitchFamily="34" charset="0"/>
              </a:rPr>
              <a:pPr>
                <a:defRPr/>
              </a:pPr>
              <a:t>‹#›</a:t>
            </a:fld>
            <a:endParaRPr lang="en-US" altLang="zh-TW" u="none">
              <a:solidFill>
                <a:schemeClr val="tx1"/>
              </a:solidFill>
              <a:cs typeface="Arial" panose="020B0604020202020204" pitchFamily="34" charset="0"/>
            </a:endParaRPr>
          </a:p>
        </p:txBody>
      </p:sp>
      <p:sp>
        <p:nvSpPr>
          <p:cNvPr id="2055" name="Rectangle 25">
            <a:extLst>
              <a:ext uri="{FF2B5EF4-FFF2-40B4-BE49-F238E27FC236}">
                <a16:creationId xmlns:a16="http://schemas.microsoft.com/office/drawing/2014/main" id="{9E58B46F-82F7-48DB-BCA2-600B391EBA27}"/>
              </a:ext>
            </a:extLst>
          </p:cNvPr>
          <p:cNvSpPr>
            <a:spLocks noChangeArrowheads="1"/>
          </p:cNvSpPr>
          <p:nvPr/>
        </p:nvSpPr>
        <p:spPr bwMode="auto">
          <a:xfrm>
            <a:off x="106363" y="6572250"/>
            <a:ext cx="6318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fld id="{A2FD34A0-FF4C-463F-AA64-EED38D207E34}" type="datetime1">
              <a:rPr lang="en-US" altLang="zh-TW" u="none" smtClean="0">
                <a:solidFill>
                  <a:schemeClr val="tx1"/>
                </a:solidFill>
                <a:cs typeface="Arial" panose="020B0604020202020204" pitchFamily="34" charset="0"/>
              </a:rPr>
              <a:pPr eaLnBrk="1" hangingPunct="1">
                <a:defRPr/>
              </a:pPr>
              <a:t>5/21/2024</a:t>
            </a:fld>
            <a:endParaRPr lang="en-US" altLang="zh-TW" u="none">
              <a:solidFill>
                <a:schemeClr val="tx1"/>
              </a:solidFill>
              <a:cs typeface="Arial" panose="020B0604020202020204" pitchFamily="34" charset="0"/>
            </a:endParaRPr>
          </a:p>
        </p:txBody>
      </p:sp>
      <p:pic>
        <p:nvPicPr>
          <p:cNvPr id="5128" name="Picture 15" descr="logoyil30">
            <a:extLst>
              <a:ext uri="{FF2B5EF4-FFF2-40B4-BE49-F238E27FC236}">
                <a16:creationId xmlns:a16="http://schemas.microsoft.com/office/drawing/2014/main" id="{773BA3A9-91F0-4499-8350-B7088499C86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0650" y="214313"/>
            <a:ext cx="11430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hf hdr="0" ftr="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2pPr>
      <a:lvl3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3pPr>
      <a:lvl4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4pPr>
      <a:lvl5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5pPr>
      <a:lvl6pPr marL="4572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6pPr>
      <a:lvl7pPr marL="9144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7pPr>
      <a:lvl8pPr marL="13716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8pPr>
      <a:lvl9pPr marL="18288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1">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pPr>
              <a:defRPr/>
            </a:pPr>
            <a:fld id="{F4AFC189-73F8-4706-AA45-7D354ED2B7AB}" type="datetime4">
              <a:rPr lang="en-US" altLang="en-US" smtClean="0"/>
              <a:t>May 21, 2024</a:t>
            </a:fld>
            <a:endParaRPr lang="en-US" alt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pPr>
              <a:defRPr/>
            </a:pPr>
            <a:endParaRPr lang="en-US" alt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pPr>
              <a:defRPr/>
            </a:pPr>
            <a:fld id="{413338A4-F343-45A5-B376-B2CFBC9F9823}" type="slidenum">
              <a:rPr lang="en-US" altLang="en-US" smtClean="0"/>
              <a:pPr>
                <a:defRPr/>
              </a:pPr>
              <a:t>‹#›</a:t>
            </a:fld>
            <a:endParaRPr lang="en-US" altLang="en-US"/>
          </a:p>
        </p:txBody>
      </p:sp>
    </p:spTree>
    <p:extLst>
      <p:ext uri="{BB962C8B-B14F-4D97-AF65-F5344CB8AC3E}">
        <p14:creationId xmlns:p14="http://schemas.microsoft.com/office/powerpoint/2010/main" val="1682507621"/>
      </p:ext>
    </p:extLst>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 id="2147484104" r:id="rId12"/>
    <p:sldLayoutId id="2147484105" r:id="rId13"/>
    <p:sldLayoutId id="2147484106" r:id="rId14"/>
    <p:sldLayoutId id="2147484107" r:id="rId15"/>
    <p:sldLayoutId id="2147484108" r:id="rId16"/>
    <p:sldLayoutId id="2147484109" r:id="rId17"/>
    <p:sldLayoutId id="2147484110" r:id="rId18"/>
    <p:sldLayoutId id="2147484111" r:id="rId19"/>
  </p:sldLayoutIdLst>
  <p:transition>
    <p:random/>
  </p:transition>
  <p:hf hdr="0" ftr="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7.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8.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8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88.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Layout" Target="../slideLayouts/slideLayout8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jpeg"/><Relationship Id="rId1" Type="http://schemas.openxmlformats.org/officeDocument/2006/relationships/slideLayout" Target="../slideLayouts/slideLayout8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8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8.xml"/><Relationship Id="rId5" Type="http://schemas.openxmlformats.org/officeDocument/2006/relationships/image" Target="../media/image17.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jpeg"/><Relationship Id="rId1" Type="http://schemas.openxmlformats.org/officeDocument/2006/relationships/slideLayout" Target="../slideLayouts/slideLayout8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9.jpeg"/><Relationship Id="rId1" Type="http://schemas.openxmlformats.org/officeDocument/2006/relationships/slideLayout" Target="../slideLayouts/slideLayout8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88.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hyperlink" Target="https://en.wikipedia.org/wiki/Gnutella2" TargetMode="External"/><Relationship Id="rId2" Type="http://schemas.openxmlformats.org/officeDocument/2006/relationships/hyperlink" Target="https://en.wikipedia.org/wiki/Gnutella" TargetMode="External"/><Relationship Id="rId1" Type="http://schemas.openxmlformats.org/officeDocument/2006/relationships/slideLayout" Target="../slideLayouts/slideLayout88.xml"/><Relationship Id="rId6" Type="http://schemas.openxmlformats.org/officeDocument/2006/relationships/hyperlink" Target="https://en.wikipedia.org/wiki/Spotify" TargetMode="External"/><Relationship Id="rId5" Type="http://schemas.openxmlformats.org/officeDocument/2006/relationships/hyperlink" Target="https://en.wikipedia.org/wiki/Peer_Distributed_Transfer_Protocol" TargetMode="External"/><Relationship Id="rId4" Type="http://schemas.openxmlformats.org/officeDocument/2006/relationships/hyperlink" Target="https://en.wikipedia.org/wiki/P2PTV"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88.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88.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7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9">
            <a:extLst>
              <a:ext uri="{FF2B5EF4-FFF2-40B4-BE49-F238E27FC236}">
                <a16:creationId xmlns:a16="http://schemas.microsoft.com/office/drawing/2014/main" id="{BFE811EB-6359-4C0C-BB1F-9DFD3BB1A495}"/>
              </a:ext>
            </a:extLst>
          </p:cNvPr>
          <p:cNvSpPr>
            <a:spLocks noGrp="1" noChangeArrowheads="1"/>
          </p:cNvSpPr>
          <p:nvPr>
            <p:ph type="title"/>
          </p:nvPr>
        </p:nvSpPr>
        <p:spPr>
          <a:xfrm>
            <a:off x="498475" y="1844675"/>
            <a:ext cx="7556500" cy="1719263"/>
          </a:xfrm>
        </p:spPr>
        <p:txBody>
          <a:bodyPr/>
          <a:lstStyle/>
          <a:p>
            <a:pPr algn="ctr" eaLnBrk="1" hangingPunct="1"/>
            <a:r>
              <a:rPr lang="en-US" altLang="en-US" b="1" dirty="0">
                <a:latin typeface="Georgia" panose="02040502050405020303" pitchFamily="18" charset="0"/>
              </a:rPr>
              <a:t>Software Design and </a:t>
            </a:r>
            <a:r>
              <a:rPr lang="en-US" altLang="en-US" b="1" dirty="0" err="1">
                <a:latin typeface="Georgia" panose="02040502050405020303" pitchFamily="18" charset="0"/>
              </a:rPr>
              <a:t>Arcitecture</a:t>
            </a:r>
            <a:r>
              <a:rPr lang="en-US" altLang="en-US" b="1" dirty="0">
                <a:latin typeface="Georgia" panose="02040502050405020303" pitchFamily="18" charset="0"/>
              </a:rPr>
              <a:t>(SDA)</a:t>
            </a:r>
            <a:br>
              <a:rPr lang="en-US" altLang="en-US" b="1" dirty="0">
                <a:latin typeface="Georgia" panose="02040502050405020303" pitchFamily="18" charset="0"/>
              </a:rPr>
            </a:br>
            <a:r>
              <a:rPr lang="en-US" altLang="en-US" sz="3200" dirty="0">
                <a:latin typeface="Georgia" panose="02040502050405020303" pitchFamily="18" charset="0"/>
              </a:rPr>
              <a:t>Lecture 11</a:t>
            </a:r>
            <a:endParaRPr lang="en-US" altLang="en-US" dirty="0"/>
          </a:p>
        </p:txBody>
      </p:sp>
      <p:sp>
        <p:nvSpPr>
          <p:cNvPr id="45059" name="Content Placeholder 10">
            <a:extLst>
              <a:ext uri="{FF2B5EF4-FFF2-40B4-BE49-F238E27FC236}">
                <a16:creationId xmlns:a16="http://schemas.microsoft.com/office/drawing/2014/main" id="{EBB3B385-0FFF-4B23-9F2A-6D64D633E1A6}"/>
              </a:ext>
            </a:extLst>
          </p:cNvPr>
          <p:cNvSpPr>
            <a:spLocks noGrp="1" noChangeArrowheads="1"/>
          </p:cNvSpPr>
          <p:nvPr>
            <p:ph idx="1"/>
          </p:nvPr>
        </p:nvSpPr>
        <p:spPr>
          <a:xfrm>
            <a:off x="498475" y="4076700"/>
            <a:ext cx="7556500" cy="2049463"/>
          </a:xfrm>
        </p:spPr>
        <p:txBody>
          <a:bodyPr/>
          <a:lstStyle/>
          <a:p>
            <a:pPr marL="0" indent="0" eaLnBrk="1" hangingPunct="1">
              <a:lnSpc>
                <a:spcPct val="90000"/>
              </a:lnSpc>
              <a:spcBef>
                <a:spcPts val="1000"/>
              </a:spcBef>
              <a:buClrTx/>
              <a:buSzTx/>
              <a:buFont typeface="Wingdings" panose="05000000000000000000" pitchFamily="2" charset="2"/>
              <a:buNone/>
            </a:pPr>
            <a:r>
              <a:rPr lang="en-US" altLang="en-US" sz="2400" dirty="0" err="1">
                <a:solidFill>
                  <a:srgbClr val="2E75B6"/>
                </a:solidFill>
                <a:latin typeface="Georgia" panose="02040502050405020303" pitchFamily="18" charset="0"/>
              </a:rPr>
              <a:t>Engr.Ramsha</a:t>
            </a:r>
            <a:r>
              <a:rPr lang="en-US" altLang="en-US" sz="2400" dirty="0">
                <a:solidFill>
                  <a:srgbClr val="2E75B6"/>
                </a:solidFill>
                <a:latin typeface="Georgia" panose="02040502050405020303" pitchFamily="18" charset="0"/>
              </a:rPr>
              <a:t> </a:t>
            </a:r>
            <a:r>
              <a:rPr lang="en-US" altLang="en-US" sz="2400" dirty="0" err="1">
                <a:solidFill>
                  <a:srgbClr val="2E75B6"/>
                </a:solidFill>
                <a:latin typeface="Georgia" panose="02040502050405020303" pitchFamily="18" charset="0"/>
              </a:rPr>
              <a:t>Mashood</a:t>
            </a:r>
            <a:endParaRPr lang="en-US" altLang="en-US" sz="2400" dirty="0">
              <a:solidFill>
                <a:srgbClr val="2E75B6"/>
              </a:solidFill>
              <a:latin typeface="Georgia" panose="02040502050405020303" pitchFamily="18" charset="0"/>
            </a:endParaRPr>
          </a:p>
          <a:p>
            <a:pPr marL="0" indent="0" eaLnBrk="1" hangingPunct="1">
              <a:lnSpc>
                <a:spcPct val="90000"/>
              </a:lnSpc>
              <a:spcBef>
                <a:spcPts val="1000"/>
              </a:spcBef>
              <a:buClrTx/>
              <a:buSzTx/>
              <a:buFont typeface="Wingdings" panose="05000000000000000000" pitchFamily="2" charset="2"/>
              <a:buNone/>
            </a:pPr>
            <a:r>
              <a:rPr lang="en-US" altLang="en-US" sz="1800" dirty="0">
                <a:solidFill>
                  <a:srgbClr val="2E75B6"/>
                </a:solidFill>
                <a:latin typeface="Georgia" panose="02040502050405020303" pitchFamily="18" charset="0"/>
              </a:rPr>
              <a:t>Senior Lecturer</a:t>
            </a:r>
          </a:p>
          <a:p>
            <a:pPr marL="0" indent="0" eaLnBrk="1" hangingPunct="1">
              <a:lnSpc>
                <a:spcPct val="90000"/>
              </a:lnSpc>
              <a:spcBef>
                <a:spcPts val="1000"/>
              </a:spcBef>
              <a:buClrTx/>
              <a:buSzTx/>
              <a:buFont typeface="Wingdings" panose="05000000000000000000" pitchFamily="2" charset="2"/>
              <a:buNone/>
            </a:pPr>
            <a:r>
              <a:rPr lang="en-US" altLang="en-US" sz="1800" dirty="0">
                <a:solidFill>
                  <a:srgbClr val="2E75B6"/>
                </a:solidFill>
                <a:latin typeface="Georgia" panose="02040502050405020303" pitchFamily="18" charset="0"/>
              </a:rPr>
              <a:t>Department of Software Engineering </a:t>
            </a:r>
          </a:p>
          <a:p>
            <a:pPr marL="0" indent="0" eaLnBrk="1" hangingPunct="1">
              <a:lnSpc>
                <a:spcPct val="90000"/>
              </a:lnSpc>
              <a:spcBef>
                <a:spcPts val="1000"/>
              </a:spcBef>
              <a:buClrTx/>
              <a:buSzTx/>
              <a:buFont typeface="Wingdings" panose="05000000000000000000" pitchFamily="2" charset="2"/>
              <a:buNone/>
            </a:pPr>
            <a:r>
              <a:rPr lang="en-US" altLang="en-US" sz="1800" dirty="0" err="1">
                <a:solidFill>
                  <a:srgbClr val="2E75B6"/>
                </a:solidFill>
                <a:latin typeface="Georgia" panose="02040502050405020303" pitchFamily="18" charset="0"/>
              </a:rPr>
              <a:t>Bahria</a:t>
            </a:r>
            <a:r>
              <a:rPr lang="en-US" altLang="en-US" sz="1800" dirty="0">
                <a:solidFill>
                  <a:srgbClr val="2E75B6"/>
                </a:solidFill>
                <a:latin typeface="Georgia" panose="02040502050405020303" pitchFamily="18" charset="0"/>
              </a:rPr>
              <a:t> University Karachi Campus</a:t>
            </a:r>
          </a:p>
        </p:txBody>
      </p:sp>
      <p:sp>
        <p:nvSpPr>
          <p:cNvPr id="4" name="Date Placeholder 3">
            <a:extLst>
              <a:ext uri="{FF2B5EF4-FFF2-40B4-BE49-F238E27FC236}">
                <a16:creationId xmlns:a16="http://schemas.microsoft.com/office/drawing/2014/main" id="{8609610F-C2C6-D01D-ACEC-C9F5EDDC7484}"/>
              </a:ext>
            </a:extLst>
          </p:cNvPr>
          <p:cNvSpPr>
            <a:spLocks noGrp="1"/>
          </p:cNvSpPr>
          <p:nvPr>
            <p:ph type="dt" sz="half" idx="10"/>
          </p:nvPr>
        </p:nvSpPr>
        <p:spPr/>
        <p:txBody>
          <a:bodyPr/>
          <a:lstStyle/>
          <a:p>
            <a:pPr>
              <a:defRPr/>
            </a:pPr>
            <a:fld id="{983F4EA4-54BB-403D-BA7A-E373D5B7151D}" type="datetime4">
              <a:rPr lang="en-US" altLang="en-US" smtClean="0"/>
              <a:t>May 21, 2024</a:t>
            </a:fld>
            <a:endParaRPr lang="en-US" altLang="en-US"/>
          </a:p>
        </p:txBody>
      </p:sp>
      <p:sp>
        <p:nvSpPr>
          <p:cNvPr id="5" name="Slide Number Placeholder 4">
            <a:extLst>
              <a:ext uri="{FF2B5EF4-FFF2-40B4-BE49-F238E27FC236}">
                <a16:creationId xmlns:a16="http://schemas.microsoft.com/office/drawing/2014/main" id="{62C4F6A9-306A-16D2-9547-434BD53B9AA2}"/>
              </a:ext>
            </a:extLst>
          </p:cNvPr>
          <p:cNvSpPr>
            <a:spLocks noGrp="1"/>
          </p:cNvSpPr>
          <p:nvPr>
            <p:ph type="sldNum" sz="quarter" idx="12"/>
          </p:nvPr>
        </p:nvSpPr>
        <p:spPr/>
        <p:txBody>
          <a:bodyPr/>
          <a:lstStyle/>
          <a:p>
            <a:pPr>
              <a:defRPr/>
            </a:pPr>
            <a:fld id="{5997FF75-9E45-4F6E-9E89-BE68C2AA7735}" type="slidenum">
              <a:rPr lang="en-US" altLang="en-US" smtClean="0"/>
              <a:pPr>
                <a:defRPr/>
              </a:pPr>
              <a:t>1</a:t>
            </a:fld>
            <a:endParaRPr lang="en-US" altLang="en-US"/>
          </a:p>
        </p:txBody>
      </p:sp>
      <p:pic>
        <p:nvPicPr>
          <p:cNvPr id="45060" name="Picture 11">
            <a:extLst>
              <a:ext uri="{FF2B5EF4-FFF2-40B4-BE49-F238E27FC236}">
                <a16:creationId xmlns:a16="http://schemas.microsoft.com/office/drawing/2014/main" id="{32C4D0F8-0285-41AA-876F-63D65A599A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0975" y="0"/>
            <a:ext cx="40957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47125"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7126" name="Picture 47125">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47127" name="Rectangle 47126">
            <a:extLst>
              <a:ext uri="{FF2B5EF4-FFF2-40B4-BE49-F238E27FC236}">
                <a16:creationId xmlns:a16="http://schemas.microsoft.com/office/drawing/2014/main" id="{48EC41B9-2D25-48A6-BC40-DA8F79F3E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110" name="Graphic 47109" descr="Computer">
            <a:extLst>
              <a:ext uri="{FF2B5EF4-FFF2-40B4-BE49-F238E27FC236}">
                <a16:creationId xmlns:a16="http://schemas.microsoft.com/office/drawing/2014/main" id="{14C300E6-B83D-2777-C7EC-FD6CADA8E2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46714" y="957486"/>
            <a:ext cx="3285330" cy="3285330"/>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47128" name="Picture 47127">
            <a:extLst>
              <a:ext uri="{FF2B5EF4-FFF2-40B4-BE49-F238E27FC236}">
                <a16:creationId xmlns:a16="http://schemas.microsoft.com/office/drawing/2014/main" id="{F8F21547-A433-450A-B2A3-930DCFAB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r="71324"/>
          <a:stretch/>
        </p:blipFill>
        <p:spPr>
          <a:xfrm>
            <a:off x="0" y="0"/>
            <a:ext cx="2622176" cy="6858000"/>
          </a:xfrm>
          <a:prstGeom prst="rect">
            <a:avLst/>
          </a:prstGeom>
        </p:spPr>
      </p:pic>
      <p:sp>
        <p:nvSpPr>
          <p:cNvPr id="47106" name="Title 9">
            <a:extLst>
              <a:ext uri="{FF2B5EF4-FFF2-40B4-BE49-F238E27FC236}">
                <a16:creationId xmlns:a16="http://schemas.microsoft.com/office/drawing/2014/main" id="{74FDEA82-9E3C-4D29-B2F9-0297DB5B62E7}"/>
              </a:ext>
            </a:extLst>
          </p:cNvPr>
          <p:cNvSpPr>
            <a:spLocks noGrp="1" noChangeArrowheads="1"/>
          </p:cNvSpPr>
          <p:nvPr>
            <p:ph type="title"/>
          </p:nvPr>
        </p:nvSpPr>
        <p:spPr>
          <a:xfrm>
            <a:off x="476408" y="4562855"/>
            <a:ext cx="8187274" cy="1137554"/>
          </a:xfrm>
        </p:spPr>
        <p:txBody>
          <a:bodyPr vert="horz" lIns="91440" tIns="45720" rIns="91440" bIns="45720" rtlCol="0" anchor="b">
            <a:normAutofit/>
          </a:bodyPr>
          <a:lstStyle/>
          <a:p>
            <a:pPr marL="66675" marR="0">
              <a:spcBef>
                <a:spcPts val="890"/>
              </a:spcBef>
              <a:spcAft>
                <a:spcPts val="0"/>
              </a:spcAft>
            </a:pPr>
            <a:r>
              <a:rPr lang="en-US" sz="2800" dirty="0">
                <a:latin typeface="Times New Roman" panose="02020603050405020304" pitchFamily="18" charset="0"/>
              </a:rPr>
              <a:t>architectural design PATTERNS</a:t>
            </a:r>
          </a:p>
        </p:txBody>
      </p:sp>
      <p:sp>
        <p:nvSpPr>
          <p:cNvPr id="4" name="Date Placeholder 3">
            <a:extLst>
              <a:ext uri="{FF2B5EF4-FFF2-40B4-BE49-F238E27FC236}">
                <a16:creationId xmlns:a16="http://schemas.microsoft.com/office/drawing/2014/main" id="{56B671C2-DB81-4A30-5231-D5B4B93E075A}"/>
              </a:ext>
            </a:extLst>
          </p:cNvPr>
          <p:cNvSpPr>
            <a:spLocks noGrp="1"/>
          </p:cNvSpPr>
          <p:nvPr>
            <p:ph type="dt" sz="half" idx="10"/>
          </p:nvPr>
        </p:nvSpPr>
        <p:spPr>
          <a:xfrm>
            <a:off x="5759052" y="6354825"/>
            <a:ext cx="2057400" cy="365125"/>
          </a:xfrm>
        </p:spPr>
        <p:txBody>
          <a:bodyPr vert="horz" lIns="91440" tIns="45720" rIns="91440" bIns="45720" rtlCol="0" anchor="ctr">
            <a:normAutofit/>
          </a:bodyPr>
          <a:lstStyle/>
          <a:p>
            <a:pPr eaLnBrk="1" hangingPunct="1">
              <a:spcAft>
                <a:spcPts val="600"/>
              </a:spcAft>
              <a:defRPr/>
            </a:pPr>
            <a:fld id="{43FCFCAC-74A5-48D0-A658-FE49EE2C0C91}" type="datetime4">
              <a:rPr lang="en-US" altLang="en-US" smtClean="0">
                <a:latin typeface="+mn-lt"/>
                <a:ea typeface="+mn-ea"/>
              </a:rPr>
              <a:pPr eaLnBrk="1" hangingPunct="1">
                <a:spcAft>
                  <a:spcPts val="600"/>
                </a:spcAft>
                <a:defRPr/>
              </a:pPr>
              <a:t>May 21, 2024</a:t>
            </a:fld>
            <a:endParaRPr lang="en-US" altLang="en-US">
              <a:latin typeface="+mn-lt"/>
              <a:ea typeface="+mn-ea"/>
            </a:endParaRPr>
          </a:p>
        </p:txBody>
      </p:sp>
      <p:sp>
        <p:nvSpPr>
          <p:cNvPr id="5" name="Slide Number Placeholder 4">
            <a:extLst>
              <a:ext uri="{FF2B5EF4-FFF2-40B4-BE49-F238E27FC236}">
                <a16:creationId xmlns:a16="http://schemas.microsoft.com/office/drawing/2014/main" id="{2C5FDA99-E5FE-3603-7621-A81A4AFD1D13}"/>
              </a:ext>
            </a:extLst>
          </p:cNvPr>
          <p:cNvSpPr>
            <a:spLocks noGrp="1"/>
          </p:cNvSpPr>
          <p:nvPr>
            <p:ph type="sldNum" sz="quarter" idx="12"/>
          </p:nvPr>
        </p:nvSpPr>
        <p:spPr>
          <a:xfrm>
            <a:off x="7885508" y="6354825"/>
            <a:ext cx="573161" cy="365125"/>
          </a:xfrm>
        </p:spPr>
        <p:txBody>
          <a:bodyPr vert="horz" lIns="91440" tIns="45720" rIns="91440" bIns="45720" rtlCol="0" anchor="ctr">
            <a:normAutofit/>
          </a:bodyPr>
          <a:lstStyle/>
          <a:p>
            <a:pPr eaLnBrk="1" hangingPunct="1">
              <a:spcAft>
                <a:spcPts val="600"/>
              </a:spcAft>
              <a:defRPr/>
            </a:pPr>
            <a:fld id="{04D8FD4F-45E7-4072-8800-E1C10689F0F2}" type="slidenum">
              <a:rPr lang="en-US" altLang="en-US" smtClean="0">
                <a:latin typeface="+mn-lt"/>
                <a:ea typeface="+mn-ea"/>
              </a:rPr>
              <a:pPr eaLnBrk="1" hangingPunct="1">
                <a:spcAft>
                  <a:spcPts val="600"/>
                </a:spcAft>
                <a:defRPr/>
              </a:pPr>
              <a:t>2</a:t>
            </a:fld>
            <a:endParaRPr lang="en-US" altLang="en-US">
              <a:latin typeface="+mn-lt"/>
              <a:ea typeface="+mn-ea"/>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CF16760-1C48-2AB7-2B2B-0877494A17B1}"/>
              </a:ext>
            </a:extLst>
          </p:cNvPr>
          <p:cNvSpPr>
            <a:spLocks noGrp="1" noChangeArrowheads="1"/>
          </p:cNvSpPr>
          <p:nvPr>
            <p:ph type="title"/>
          </p:nvPr>
        </p:nvSpPr>
        <p:spPr/>
        <p:txBody>
          <a:bodyPr/>
          <a:lstStyle/>
          <a:p>
            <a:pPr eaLnBrk="1" hangingPunct="1"/>
            <a:r>
              <a:rPr lang="en-GB" altLang="en-US">
                <a:latin typeface="Arial" panose="020B0604020202020204" pitchFamily="34" charset="0"/>
                <a:ea typeface="ＭＳ Ｐゴシック" panose="020B0600070205080204" pitchFamily="34" charset="-128"/>
                <a:cs typeface="Arial" panose="020B0604020202020204" pitchFamily="34" charset="0"/>
              </a:rPr>
              <a:t>Software architecture Definition</a:t>
            </a:r>
          </a:p>
        </p:txBody>
      </p:sp>
      <p:sp>
        <p:nvSpPr>
          <p:cNvPr id="4099" name="Rectangle 3">
            <a:extLst>
              <a:ext uri="{FF2B5EF4-FFF2-40B4-BE49-F238E27FC236}">
                <a16:creationId xmlns:a16="http://schemas.microsoft.com/office/drawing/2014/main" id="{2279CB8F-719B-EE07-80B9-FD7F98583F2A}"/>
              </a:ext>
            </a:extLst>
          </p:cNvPr>
          <p:cNvSpPr>
            <a:spLocks noGrp="1" noChangeArrowheads="1"/>
          </p:cNvSpPr>
          <p:nvPr>
            <p:ph idx="1"/>
          </p:nvPr>
        </p:nvSpPr>
        <p:spPr bwMode="auto">
          <a:xfrm>
            <a:off x="457200" y="2057400"/>
            <a:ext cx="8229600"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 typeface="Wingdings" panose="05000000000000000000" pitchFamily="2" charset="2"/>
              <a:buChar char="²"/>
            </a:pPr>
            <a:r>
              <a:rPr lang="en-GB" altLang="en-US" dirty="0">
                <a:latin typeface="Arial" panose="020B0604020202020204" pitchFamily="34" charset="0"/>
                <a:ea typeface="ＭＳ Ｐゴシック" panose="020B0600070205080204" pitchFamily="34" charset="-128"/>
                <a:cs typeface="Arial" panose="020B0604020202020204" pitchFamily="34" charset="0"/>
              </a:rPr>
              <a:t>The design process </a:t>
            </a:r>
            <a:r>
              <a:rPr lang="en-GB" altLang="en-US" b="1" dirty="0">
                <a:latin typeface="Arial" panose="020B0604020202020204" pitchFamily="34" charset="0"/>
                <a:ea typeface="ＭＳ Ｐゴシック" panose="020B0600070205080204" pitchFamily="34" charset="-128"/>
                <a:cs typeface="Arial" panose="020B0604020202020204" pitchFamily="34" charset="0"/>
              </a:rPr>
              <a:t>for identifying the sub-systems </a:t>
            </a:r>
            <a:r>
              <a:rPr lang="en-GB" altLang="en-US" dirty="0">
                <a:latin typeface="Arial" panose="020B0604020202020204" pitchFamily="34" charset="0"/>
                <a:ea typeface="ＭＳ Ｐゴシック" panose="020B0600070205080204" pitchFamily="34" charset="-128"/>
                <a:cs typeface="Arial" panose="020B0604020202020204" pitchFamily="34" charset="0"/>
              </a:rPr>
              <a:t>making up a system and the </a:t>
            </a:r>
            <a:r>
              <a:rPr lang="en-GB" altLang="en-US" b="1" dirty="0">
                <a:latin typeface="Arial" panose="020B0604020202020204" pitchFamily="34" charset="0"/>
                <a:ea typeface="ＭＳ Ｐゴシック" panose="020B0600070205080204" pitchFamily="34" charset="-128"/>
                <a:cs typeface="Arial" panose="020B0604020202020204" pitchFamily="34" charset="0"/>
              </a:rPr>
              <a:t>framework</a:t>
            </a:r>
            <a:r>
              <a:rPr lang="en-GB" altLang="en-US" dirty="0">
                <a:latin typeface="Arial" panose="020B0604020202020204" pitchFamily="34" charset="0"/>
                <a:ea typeface="ＭＳ Ｐゴシック" panose="020B0600070205080204" pitchFamily="34" charset="-128"/>
                <a:cs typeface="Arial" panose="020B0604020202020204" pitchFamily="34" charset="0"/>
              </a:rPr>
              <a:t> for sub-system control and </a:t>
            </a:r>
            <a:r>
              <a:rPr lang="en-GB" altLang="en-US" b="1" dirty="0">
                <a:latin typeface="Arial" panose="020B0604020202020204" pitchFamily="34" charset="0"/>
                <a:ea typeface="ＭＳ Ｐゴシック" panose="020B0600070205080204" pitchFamily="34" charset="-128"/>
                <a:cs typeface="Arial" panose="020B0604020202020204" pitchFamily="34" charset="0"/>
              </a:rPr>
              <a:t>communication</a:t>
            </a:r>
            <a:r>
              <a:rPr lang="en-GB" altLang="en-US" dirty="0">
                <a:latin typeface="Arial" panose="020B0604020202020204" pitchFamily="34" charset="0"/>
                <a:ea typeface="ＭＳ Ｐゴシック" panose="020B0600070205080204" pitchFamily="34" charset="-128"/>
                <a:cs typeface="Arial" panose="020B0604020202020204" pitchFamily="34" charset="0"/>
              </a:rPr>
              <a:t> is </a:t>
            </a:r>
            <a:r>
              <a:rPr lang="en-GB" altLang="en-US" dirty="0">
                <a:solidFill>
                  <a:schemeClr val="accent1"/>
                </a:solidFill>
                <a:latin typeface="Arial" panose="020B0604020202020204" pitchFamily="34" charset="0"/>
                <a:ea typeface="ＭＳ Ｐゴシック" panose="020B0600070205080204" pitchFamily="34" charset="-128"/>
                <a:cs typeface="Arial" panose="020B0604020202020204" pitchFamily="34" charset="0"/>
              </a:rPr>
              <a:t>architectural design</a:t>
            </a:r>
            <a:r>
              <a:rPr lang="en-GB" altLang="en-US" i="1" dirty="0">
                <a:latin typeface="Arial" panose="020B0604020202020204" pitchFamily="34" charset="0"/>
                <a:ea typeface="ＭＳ Ｐゴシック" panose="020B0600070205080204" pitchFamily="34" charset="-128"/>
                <a:cs typeface="Arial" panose="020B0604020202020204" pitchFamily="34" charset="0"/>
              </a:rPr>
              <a:t>.</a:t>
            </a:r>
          </a:p>
          <a:p>
            <a:pPr eaLnBrk="1" hangingPunct="1">
              <a:buFont typeface="Wingdings" panose="05000000000000000000" pitchFamily="2" charset="2"/>
              <a:buChar char="²"/>
            </a:pPr>
            <a:r>
              <a:rPr lang="en-GB" altLang="en-US" dirty="0">
                <a:latin typeface="Arial" panose="020B0604020202020204" pitchFamily="34" charset="0"/>
                <a:ea typeface="ＭＳ Ｐゴシック" panose="020B0600070205080204" pitchFamily="34" charset="-128"/>
                <a:cs typeface="Arial" panose="020B0604020202020204" pitchFamily="34" charset="0"/>
              </a:rPr>
              <a:t>The output of this design process is a description of the</a:t>
            </a:r>
            <a:r>
              <a:rPr lang="en-GB" altLang="en-US" i="1" dirty="0">
                <a:latin typeface="Arial" panose="020B0604020202020204" pitchFamily="34" charset="0"/>
                <a:ea typeface="ＭＳ Ｐゴシック" panose="020B0600070205080204" pitchFamily="34" charset="-128"/>
                <a:cs typeface="Arial" panose="020B0604020202020204" pitchFamily="34" charset="0"/>
              </a:rPr>
              <a:t> </a:t>
            </a:r>
            <a:r>
              <a:rPr lang="en-GB" altLang="en-US" dirty="0">
                <a:solidFill>
                  <a:schemeClr val="accent1"/>
                </a:solidFill>
                <a:latin typeface="Arial" panose="020B0604020202020204" pitchFamily="34" charset="0"/>
                <a:ea typeface="ＭＳ Ｐゴシック" panose="020B0600070205080204" pitchFamily="34" charset="-128"/>
                <a:cs typeface="Arial" panose="020B0604020202020204" pitchFamily="34" charset="0"/>
              </a:rPr>
              <a:t>software architecture.</a:t>
            </a:r>
          </a:p>
          <a:p>
            <a:pPr eaLnBrk="1" hangingPunct="1">
              <a:buFont typeface="Wingdings" panose="05000000000000000000" pitchFamily="2" charset="2"/>
              <a:buChar char="²"/>
            </a:pPr>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4" name="Slide Number Placeholder 3">
            <a:extLst>
              <a:ext uri="{FF2B5EF4-FFF2-40B4-BE49-F238E27FC236}">
                <a16:creationId xmlns:a16="http://schemas.microsoft.com/office/drawing/2014/main" id="{B1123CAC-B12C-0120-2EB3-1D28CB4BC1A5}"/>
              </a:ext>
            </a:extLst>
          </p:cNvPr>
          <p:cNvSpPr>
            <a:spLocks noGrp="1"/>
          </p:cNvSpPr>
          <p:nvPr>
            <p:ph type="sldNum" sz="quarter" idx="12"/>
          </p:nvPr>
        </p:nvSpPr>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39A5B027-EA07-47C1-A38A-36E5486D6D1B}" type="slidenum">
              <a:rPr lang="en-US" altLang="en-US">
                <a:solidFill>
                  <a:srgbClr val="898989"/>
                </a:solidFill>
              </a:rPr>
              <a:pPr eaLnBrk="1" hangingPunct="1"/>
              <a:t>3</a:t>
            </a:fld>
            <a:endParaRPr lang="en-US" altLang="en-US">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0354D80F-140E-519D-0935-1C5552202F8A}"/>
              </a:ext>
            </a:extLst>
          </p:cNvPr>
          <p:cNvSpPr>
            <a:spLocks noGrp="1"/>
          </p:cNvSpPr>
          <p:nvPr>
            <p:ph type="title"/>
          </p:nvPr>
        </p:nvSpPr>
        <p:spPr/>
        <p:txBody>
          <a:bodyPr>
            <a:normAutofit fontScale="90000"/>
          </a:bodyPr>
          <a:lstStyle/>
          <a:p>
            <a:pPr eaLnBrk="1" hangingPunct="1"/>
            <a:r>
              <a:rPr lang="en-US" altLang="en-US">
                <a:latin typeface="Arial" panose="020B0604020202020204" pitchFamily="34" charset="0"/>
                <a:ea typeface="ＭＳ Ｐゴシック" panose="020B0600070205080204" pitchFamily="34" charset="-128"/>
                <a:cs typeface="Arial" panose="020B0604020202020204" pitchFamily="34" charset="0"/>
              </a:rPr>
              <a:t>The architecture of a packing robot control system – </a:t>
            </a:r>
            <a:r>
              <a:rPr lang="en-US" altLang="en-US">
                <a:solidFill>
                  <a:srgbClr val="FF0000"/>
                </a:solidFill>
                <a:latin typeface="Arial" panose="020B0604020202020204" pitchFamily="34" charset="0"/>
                <a:ea typeface="ＭＳ Ｐゴシック" panose="020B0600070205080204" pitchFamily="34" charset="-128"/>
                <a:cs typeface="Arial" panose="020B0604020202020204" pitchFamily="34" charset="0"/>
              </a:rPr>
              <a:t>Box and Line Diagram</a:t>
            </a:r>
          </a:p>
        </p:txBody>
      </p:sp>
      <p:pic>
        <p:nvPicPr>
          <p:cNvPr id="5123" name="Picture 2" descr="6">
            <a:extLst>
              <a:ext uri="{FF2B5EF4-FFF2-40B4-BE49-F238E27FC236}">
                <a16:creationId xmlns:a16="http://schemas.microsoft.com/office/drawing/2014/main" id="{4B2C7E23-F05E-22C9-5AF3-4A283FBFF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8765"/>
          <a:stretch>
            <a:fillRect/>
          </a:stretch>
        </p:blipFill>
        <p:spPr bwMode="auto">
          <a:xfrm>
            <a:off x="2525712" y="2057400"/>
            <a:ext cx="4092575" cy="3966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58949EB7-8B14-775F-CFB4-F18EC00C5B0F}"/>
              </a:ext>
            </a:extLst>
          </p:cNvPr>
          <p:cNvSpPr>
            <a:spLocks noGrp="1"/>
          </p:cNvSpPr>
          <p:nvPr>
            <p:ph type="sldNum" sz="quarter" idx="12"/>
          </p:nvPr>
        </p:nvSpPr>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28225304-4862-452A-803E-E5FB30244B97}" type="slidenum">
              <a:rPr lang="en-US" altLang="en-US">
                <a:solidFill>
                  <a:srgbClr val="898989"/>
                </a:solidFill>
              </a:rPr>
              <a:pPr eaLnBrk="1" hangingPunct="1"/>
              <a:t>4</a:t>
            </a:fld>
            <a:endParaRPr lang="en-US" altLang="en-US">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93274B0C-1CB3-4AA4-A183-20B7FE5DB1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2E640319-3BB6-49BF-BAF4-D63FEC73E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Date Placeholder 3">
            <a:extLst>
              <a:ext uri="{FF2B5EF4-FFF2-40B4-BE49-F238E27FC236}">
                <a16:creationId xmlns:a16="http://schemas.microsoft.com/office/drawing/2014/main" id="{DCECE932-2D62-73E6-7395-F0FBCFFEC0DC}"/>
              </a:ext>
            </a:extLst>
          </p:cNvPr>
          <p:cNvSpPr>
            <a:spLocks noGrp="1"/>
          </p:cNvSpPr>
          <p:nvPr>
            <p:ph type="dt" sz="half" idx="10"/>
          </p:nvPr>
        </p:nvSpPr>
        <p:spPr/>
        <p:txBody>
          <a:bodyPr/>
          <a:lstStyle/>
          <a:p>
            <a:pPr>
              <a:defRPr/>
            </a:pPr>
            <a:fld id="{CDC82599-9AA4-4433-800A-5C353A00E677}" type="datetime1">
              <a:rPr lang="en-US" smtClean="0"/>
              <a:pPr>
                <a:defRPr/>
              </a:pPr>
              <a:t>5/21/2024</a:t>
            </a:fld>
            <a:endParaRPr lang="en-US"/>
          </a:p>
        </p:txBody>
      </p:sp>
      <p:sp>
        <p:nvSpPr>
          <p:cNvPr id="5" name="Slide Number Placeholder 4">
            <a:extLst>
              <a:ext uri="{FF2B5EF4-FFF2-40B4-BE49-F238E27FC236}">
                <a16:creationId xmlns:a16="http://schemas.microsoft.com/office/drawing/2014/main" id="{5883D0AB-794B-71CB-93D2-7A49AE4BC299}"/>
              </a:ext>
            </a:extLst>
          </p:cNvPr>
          <p:cNvSpPr>
            <a:spLocks noGrp="1"/>
          </p:cNvSpPr>
          <p:nvPr>
            <p:ph type="sldNum" sz="quarter" idx="12"/>
          </p:nvPr>
        </p:nvSpPr>
        <p:spPr/>
        <p:txBody>
          <a:bodyPr/>
          <a:lstStyle/>
          <a:p>
            <a:fld id="{05CE03DD-CF24-405B-8B26-078E923A6A87}" type="slidenum">
              <a:rPr lang="en-US" altLang="en-US" smtClean="0"/>
              <a:pPr/>
              <a:t>5</a:t>
            </a:fld>
            <a:endParaRPr lang="en-US" altLang="en-US"/>
          </a:p>
        </p:txBody>
      </p:sp>
      <p:pic>
        <p:nvPicPr>
          <p:cNvPr id="10" name="Picture 9">
            <a:extLst>
              <a:ext uri="{FF2B5EF4-FFF2-40B4-BE49-F238E27FC236}">
                <a16:creationId xmlns:a16="http://schemas.microsoft.com/office/drawing/2014/main" id="{F3550AA1-FED6-B49C-4D4A-20D3C5A9B7A5}"/>
              </a:ext>
            </a:extLst>
          </p:cNvPr>
          <p:cNvPicPr>
            <a:picLocks noChangeAspect="1"/>
          </p:cNvPicPr>
          <p:nvPr/>
        </p:nvPicPr>
        <p:blipFill>
          <a:blip r:embed="rId4"/>
          <a:stretch>
            <a:fillRect/>
          </a:stretch>
        </p:blipFill>
        <p:spPr>
          <a:xfrm>
            <a:off x="1181100" y="762000"/>
            <a:ext cx="6781800" cy="4984038"/>
          </a:xfrm>
          <a:prstGeom prst="rect">
            <a:avLst/>
          </a:prstGeom>
        </p:spPr>
      </p:pic>
    </p:spTree>
    <p:extLst>
      <p:ext uri="{BB962C8B-B14F-4D97-AF65-F5344CB8AC3E}">
        <p14:creationId xmlns:p14="http://schemas.microsoft.com/office/powerpoint/2010/main" val="2777861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93274B0C-1CB3-4AA4-A183-20B7FE5DB1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2E640319-3BB6-49BF-BAF4-D63FEC73E1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6" name="Rectangle 15">
            <a:extLst>
              <a:ext uri="{FF2B5EF4-FFF2-40B4-BE49-F238E27FC236}">
                <a16:creationId xmlns:a16="http://schemas.microsoft.com/office/drawing/2014/main" id="{5BECDBB2-914C-44DE-B171-6F7946196F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a:extLst>
              <a:ext uri="{FF2B5EF4-FFF2-40B4-BE49-F238E27FC236}">
                <a16:creationId xmlns:a16="http://schemas.microsoft.com/office/drawing/2014/main" id="{1D5C6008-3DE6-42B7-AED2-68544F325B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57078E1-33A2-A6F0-F0C6-BCB466BE220F}"/>
              </a:ext>
            </a:extLst>
          </p:cNvPr>
          <p:cNvPicPr>
            <a:picLocks noChangeAspect="1"/>
          </p:cNvPicPr>
          <p:nvPr/>
        </p:nvPicPr>
        <p:blipFill rotWithShape="1">
          <a:blip r:embed="rId4"/>
          <a:srcRect r="71" b="-2"/>
          <a:stretch/>
        </p:blipFill>
        <p:spPr>
          <a:xfrm>
            <a:off x="-148185" y="10"/>
            <a:ext cx="9292185" cy="6857990"/>
          </a:xfrm>
          <a:prstGeom prst="rect">
            <a:avLst/>
          </a:prstGeom>
        </p:spPr>
      </p:pic>
      <p:pic>
        <p:nvPicPr>
          <p:cNvPr id="20" name="Picture 19">
            <a:extLst>
              <a:ext uri="{FF2B5EF4-FFF2-40B4-BE49-F238E27FC236}">
                <a16:creationId xmlns:a16="http://schemas.microsoft.com/office/drawing/2014/main" id="{5D09915C-7FC3-45EF-BDD0-6393ACE446E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48188" y="-2"/>
            <a:ext cx="9144000" cy="6858000"/>
          </a:xfrm>
          <a:prstGeom prst="rect">
            <a:avLst/>
          </a:prstGeom>
        </p:spPr>
      </p:pic>
    </p:spTree>
    <p:extLst>
      <p:ext uri="{BB962C8B-B14F-4D97-AF65-F5344CB8AC3E}">
        <p14:creationId xmlns:p14="http://schemas.microsoft.com/office/powerpoint/2010/main" val="1863884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6153" name="Rectangle 6152">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9" name="Picture 6148" descr="Rolled blueprint designs">
            <a:extLst>
              <a:ext uri="{FF2B5EF4-FFF2-40B4-BE49-F238E27FC236}">
                <a16:creationId xmlns:a16="http://schemas.microsoft.com/office/drawing/2014/main" id="{EEF98EF0-2C44-C4B3-AD69-5407921390D4}"/>
              </a:ext>
            </a:extLst>
          </p:cNvPr>
          <p:cNvPicPr>
            <a:picLocks noChangeAspect="1"/>
          </p:cNvPicPr>
          <p:nvPr/>
        </p:nvPicPr>
        <p:blipFill rotWithShape="1">
          <a:blip r:embed="rId2"/>
          <a:srcRect l="61336" r="10384" b="1"/>
          <a:stretch/>
        </p:blipFill>
        <p:spPr>
          <a:xfrm>
            <a:off x="20" y="10"/>
            <a:ext cx="3018550" cy="6857990"/>
          </a:xfrm>
          <a:prstGeom prst="rect">
            <a:avLst/>
          </a:prstGeom>
        </p:spPr>
      </p:pic>
      <p:sp>
        <p:nvSpPr>
          <p:cNvPr id="6155" name="Rectangle 6154">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57" name="Picture 6156">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146" name="Rectangle 2">
            <a:extLst>
              <a:ext uri="{FF2B5EF4-FFF2-40B4-BE49-F238E27FC236}">
                <a16:creationId xmlns:a16="http://schemas.microsoft.com/office/drawing/2014/main" id="{FF5D727F-D52B-5189-166B-F450ACD334DC}"/>
              </a:ext>
            </a:extLst>
          </p:cNvPr>
          <p:cNvSpPr>
            <a:spLocks noGrp="1" noChangeArrowheads="1"/>
          </p:cNvSpPr>
          <p:nvPr>
            <p:ph type="title"/>
          </p:nvPr>
        </p:nvSpPr>
        <p:spPr>
          <a:xfrm>
            <a:off x="3348787" y="618517"/>
            <a:ext cx="5004665" cy="1596177"/>
          </a:xfrm>
        </p:spPr>
        <p:txBody>
          <a:bodyPr>
            <a:normAutofit/>
          </a:bodyPr>
          <a:lstStyle/>
          <a:p>
            <a:pPr eaLnBrk="1" hangingPunct="1"/>
            <a:r>
              <a:rPr lang="en-US" altLang="en-US" sz="2500">
                <a:latin typeface="Arial" panose="020B0604020202020204" pitchFamily="34" charset="0"/>
                <a:ea typeface="ＭＳ Ｐゴシック" panose="020B0600070205080204" pitchFamily="34" charset="-128"/>
                <a:cs typeface="Arial" panose="020B0604020202020204" pitchFamily="34" charset="0"/>
              </a:rPr>
              <a:t>Architectural design decisions – common questions (though a creative process)</a:t>
            </a:r>
          </a:p>
        </p:txBody>
      </p:sp>
      <p:sp>
        <p:nvSpPr>
          <p:cNvPr id="6147" name="Rectangle 3">
            <a:extLst>
              <a:ext uri="{FF2B5EF4-FFF2-40B4-BE49-F238E27FC236}">
                <a16:creationId xmlns:a16="http://schemas.microsoft.com/office/drawing/2014/main" id="{E3A5D6F0-2CBC-DAAB-033D-044099C1A834}"/>
              </a:ext>
            </a:extLst>
          </p:cNvPr>
          <p:cNvSpPr>
            <a:spLocks noGrp="1" noChangeArrowheads="1"/>
          </p:cNvSpPr>
          <p:nvPr>
            <p:ph idx="1"/>
          </p:nvPr>
        </p:nvSpPr>
        <p:spPr bwMode="auto">
          <a:xfrm>
            <a:off x="3348786" y="2367092"/>
            <a:ext cx="5004665" cy="342410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anchorCtr="0" compatLnSpc="1">
            <a:prstTxWarp prst="textNoShape">
              <a:avLst/>
            </a:prstTxWarp>
            <a:normAutofit/>
          </a:bodyPr>
          <a:lstStyle/>
          <a:p>
            <a:pPr eaLnBrk="1" hangingPunct="1">
              <a:lnSpc>
                <a:spcPct val="110000"/>
              </a:lnSpc>
              <a:buFont typeface="Wingdings" panose="05000000000000000000" pitchFamily="2" charset="2"/>
              <a:buChar char="²"/>
            </a:pPr>
            <a:r>
              <a:rPr lang="en-US" altLang="en-US" sz="1200" dirty="0">
                <a:latin typeface="Arial" panose="020B0604020202020204" pitchFamily="34" charset="0"/>
                <a:ea typeface="ＭＳ Ｐゴシック" panose="020B0600070205080204" pitchFamily="34" charset="-128"/>
                <a:cs typeface="Arial" panose="020B0604020202020204" pitchFamily="34" charset="0"/>
              </a:rPr>
              <a:t>Is there a generic application architecture that can be used?</a:t>
            </a:r>
          </a:p>
          <a:p>
            <a:pPr eaLnBrk="1" hangingPunct="1">
              <a:lnSpc>
                <a:spcPct val="110000"/>
              </a:lnSpc>
              <a:buFont typeface="Wingdings" panose="05000000000000000000" pitchFamily="2" charset="2"/>
              <a:buChar char="²"/>
            </a:pPr>
            <a:r>
              <a:rPr lang="en-US" altLang="en-US" sz="1200" dirty="0">
                <a:latin typeface="Arial" panose="020B0604020202020204" pitchFamily="34" charset="0"/>
                <a:ea typeface="ＭＳ Ｐゴシック" panose="020B0600070205080204" pitchFamily="34" charset="-128"/>
                <a:cs typeface="Arial" panose="020B0604020202020204" pitchFamily="34" charset="0"/>
              </a:rPr>
              <a:t>How will the system be distributed?</a:t>
            </a:r>
          </a:p>
          <a:p>
            <a:pPr eaLnBrk="1" hangingPunct="1">
              <a:lnSpc>
                <a:spcPct val="110000"/>
              </a:lnSpc>
              <a:buFont typeface="Wingdings" panose="05000000000000000000" pitchFamily="2" charset="2"/>
              <a:buChar char="²"/>
            </a:pPr>
            <a:r>
              <a:rPr lang="en-US" altLang="en-US" sz="1200" dirty="0">
                <a:latin typeface="Arial" panose="020B0604020202020204" pitchFamily="34" charset="0"/>
                <a:ea typeface="ＭＳ Ｐゴシック" panose="020B0600070205080204" pitchFamily="34" charset="-128"/>
                <a:cs typeface="Arial" panose="020B0604020202020204" pitchFamily="34" charset="0"/>
              </a:rPr>
              <a:t>What architectural styles are appropriate?</a:t>
            </a:r>
          </a:p>
          <a:p>
            <a:pPr eaLnBrk="1" hangingPunct="1">
              <a:lnSpc>
                <a:spcPct val="110000"/>
              </a:lnSpc>
              <a:buFont typeface="Wingdings" panose="05000000000000000000" pitchFamily="2" charset="2"/>
              <a:buChar char="²"/>
            </a:pPr>
            <a:r>
              <a:rPr lang="en-US" altLang="en-US" sz="1200" dirty="0">
                <a:latin typeface="Arial" panose="020B0604020202020204" pitchFamily="34" charset="0"/>
                <a:ea typeface="ＭＳ Ｐゴシック" panose="020B0600070205080204" pitchFamily="34" charset="-128"/>
                <a:cs typeface="Arial" panose="020B0604020202020204" pitchFamily="34" charset="0"/>
              </a:rPr>
              <a:t>What approach will be used to structure the system?</a:t>
            </a:r>
          </a:p>
          <a:p>
            <a:pPr eaLnBrk="1" hangingPunct="1">
              <a:lnSpc>
                <a:spcPct val="110000"/>
              </a:lnSpc>
              <a:buFont typeface="Wingdings" panose="05000000000000000000" pitchFamily="2" charset="2"/>
              <a:buChar char="²"/>
            </a:pPr>
            <a:r>
              <a:rPr lang="en-US" altLang="en-US" sz="1200" dirty="0">
                <a:latin typeface="Arial" panose="020B0604020202020204" pitchFamily="34" charset="0"/>
                <a:ea typeface="ＭＳ Ｐゴシック" panose="020B0600070205080204" pitchFamily="34" charset="-128"/>
                <a:cs typeface="Arial" panose="020B0604020202020204" pitchFamily="34" charset="0"/>
              </a:rPr>
              <a:t>How will the system be decomposed into modules?</a:t>
            </a:r>
          </a:p>
          <a:p>
            <a:pPr eaLnBrk="1" hangingPunct="1">
              <a:lnSpc>
                <a:spcPct val="110000"/>
              </a:lnSpc>
              <a:buFont typeface="Wingdings" panose="05000000000000000000" pitchFamily="2" charset="2"/>
              <a:buChar char="²"/>
            </a:pPr>
            <a:r>
              <a:rPr lang="en-US" altLang="en-US" sz="1200" dirty="0">
                <a:latin typeface="Arial" panose="020B0604020202020204" pitchFamily="34" charset="0"/>
                <a:ea typeface="ＭＳ Ｐゴシック" panose="020B0600070205080204" pitchFamily="34" charset="-128"/>
                <a:cs typeface="Arial" panose="020B0604020202020204" pitchFamily="34" charset="0"/>
              </a:rPr>
              <a:t>What control strategy should be used?</a:t>
            </a:r>
          </a:p>
          <a:p>
            <a:pPr eaLnBrk="1" hangingPunct="1">
              <a:lnSpc>
                <a:spcPct val="110000"/>
              </a:lnSpc>
              <a:buFont typeface="Wingdings" panose="05000000000000000000" pitchFamily="2" charset="2"/>
              <a:buChar char="²"/>
            </a:pPr>
            <a:r>
              <a:rPr lang="en-US" altLang="en-US" sz="1200" dirty="0">
                <a:latin typeface="Arial" panose="020B0604020202020204" pitchFamily="34" charset="0"/>
                <a:ea typeface="ＭＳ Ｐゴシック" panose="020B0600070205080204" pitchFamily="34" charset="-128"/>
                <a:cs typeface="Arial" panose="020B0604020202020204" pitchFamily="34" charset="0"/>
              </a:rPr>
              <a:t>How will the architectural design be evaluated?</a:t>
            </a:r>
          </a:p>
          <a:p>
            <a:pPr eaLnBrk="1" hangingPunct="1">
              <a:lnSpc>
                <a:spcPct val="110000"/>
              </a:lnSpc>
              <a:buFont typeface="Wingdings" panose="05000000000000000000" pitchFamily="2" charset="2"/>
              <a:buChar char="²"/>
            </a:pPr>
            <a:r>
              <a:rPr lang="en-US" altLang="en-US" sz="1200" dirty="0">
                <a:latin typeface="Arial" panose="020B0604020202020204" pitchFamily="34" charset="0"/>
                <a:ea typeface="ＭＳ Ｐゴシック" panose="020B0600070205080204" pitchFamily="34" charset="-128"/>
                <a:cs typeface="Arial" panose="020B0604020202020204" pitchFamily="34" charset="0"/>
              </a:rPr>
              <a:t>How should the architecture be documented?</a:t>
            </a:r>
          </a:p>
        </p:txBody>
      </p:sp>
      <p:sp>
        <p:nvSpPr>
          <p:cNvPr id="4" name="Slide Number Placeholder 3">
            <a:extLst>
              <a:ext uri="{FF2B5EF4-FFF2-40B4-BE49-F238E27FC236}">
                <a16:creationId xmlns:a16="http://schemas.microsoft.com/office/drawing/2014/main" id="{67B003D6-9651-275D-07C3-C3DDB63B1BA3}"/>
              </a:ext>
            </a:extLst>
          </p:cNvPr>
          <p:cNvSpPr>
            <a:spLocks noGrp="1"/>
          </p:cNvSpPr>
          <p:nvPr>
            <p:ph type="sldNum" sz="quarter" idx="12"/>
          </p:nvPr>
        </p:nvSpPr>
        <p:spPr>
          <a:xfrm>
            <a:off x="7885508" y="5883275"/>
            <a:ext cx="573161" cy="365125"/>
          </a:xfrm>
        </p:spPr>
        <p:txBody>
          <a:bodyPr>
            <a:norm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Aft>
                <a:spcPts val="600"/>
              </a:spcAft>
            </a:pPr>
            <a:fld id="{50EDD213-641C-4956-AC14-6915E5CC0FE3}" type="slidenum">
              <a:rPr lang="en-US" altLang="en-US"/>
              <a:pPr eaLnBrk="1" hangingPunct="1">
                <a:spcAft>
                  <a:spcPts val="600"/>
                </a:spcAft>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225" name="Rectangle 9224">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21" name="Picture 9220">
            <a:extLst>
              <a:ext uri="{FF2B5EF4-FFF2-40B4-BE49-F238E27FC236}">
                <a16:creationId xmlns:a16="http://schemas.microsoft.com/office/drawing/2014/main" id="{257082A8-2DA3-70A6-F86A-80BF6A4869B8}"/>
              </a:ext>
            </a:extLst>
          </p:cNvPr>
          <p:cNvPicPr>
            <a:picLocks noChangeAspect="1"/>
          </p:cNvPicPr>
          <p:nvPr/>
        </p:nvPicPr>
        <p:blipFill rotWithShape="1">
          <a:blip r:embed="rId2"/>
          <a:srcRect l="49958" r="20661" b="-1"/>
          <a:stretch/>
        </p:blipFill>
        <p:spPr>
          <a:xfrm>
            <a:off x="20" y="10"/>
            <a:ext cx="3018550" cy="6857990"/>
          </a:xfrm>
          <a:prstGeom prst="rect">
            <a:avLst/>
          </a:prstGeom>
        </p:spPr>
      </p:pic>
      <p:sp>
        <p:nvSpPr>
          <p:cNvPr id="9227" name="Rectangle 9226">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29" name="Picture 9228">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194" name="Rectangle 2">
            <a:extLst>
              <a:ext uri="{FF2B5EF4-FFF2-40B4-BE49-F238E27FC236}">
                <a16:creationId xmlns:a16="http://schemas.microsoft.com/office/drawing/2014/main" id="{3B980459-C948-0AFF-2BFE-BF469125AFBD}"/>
              </a:ext>
            </a:extLst>
          </p:cNvPr>
          <p:cNvSpPr>
            <a:spLocks noGrp="1" noChangeArrowheads="1"/>
          </p:cNvSpPr>
          <p:nvPr>
            <p:ph type="title"/>
          </p:nvPr>
        </p:nvSpPr>
        <p:spPr>
          <a:xfrm>
            <a:off x="3348787" y="618517"/>
            <a:ext cx="5004665" cy="1596177"/>
          </a:xfrm>
        </p:spPr>
        <p:txBody>
          <a:bodyPr>
            <a:normAutofit/>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Architecture and system characteristics</a:t>
            </a:r>
          </a:p>
        </p:txBody>
      </p:sp>
      <p:sp>
        <p:nvSpPr>
          <p:cNvPr id="9219" name="Rectangle 3">
            <a:extLst>
              <a:ext uri="{FF2B5EF4-FFF2-40B4-BE49-F238E27FC236}">
                <a16:creationId xmlns:a16="http://schemas.microsoft.com/office/drawing/2014/main" id="{FFB8C721-29F8-AF78-0D84-2180A2668A46}"/>
              </a:ext>
            </a:extLst>
          </p:cNvPr>
          <p:cNvSpPr>
            <a:spLocks noGrp="1" noChangeArrowheads="1"/>
          </p:cNvSpPr>
          <p:nvPr>
            <p:ph idx="1"/>
          </p:nvPr>
        </p:nvSpPr>
        <p:spPr bwMode="auto">
          <a:xfrm>
            <a:off x="3348786" y="2367092"/>
            <a:ext cx="5004665" cy="342410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anchorCtr="0" compatLnSpc="1">
            <a:prstTxWarp prst="textNoShape">
              <a:avLst/>
            </a:prstTxWarp>
            <a:noAutofit/>
          </a:bodyPr>
          <a:lstStyle/>
          <a:p>
            <a:pPr eaLnBrk="1" hangingPunct="1">
              <a:lnSpc>
                <a:spcPct val="110000"/>
              </a:lnSpc>
              <a:buFont typeface="Wingdings" panose="05000000000000000000" pitchFamily="2" charset="2"/>
              <a:buChar char="²"/>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Performance</a:t>
            </a:r>
          </a:p>
          <a:p>
            <a:pPr lvl="1" eaLnBrk="1" hangingPunct="1">
              <a:lnSpc>
                <a:spcPct val="110000"/>
              </a:lnSpc>
              <a:buFont typeface="Wingdings" panose="05000000000000000000" pitchFamily="2" charset="2"/>
              <a:buChar char="§"/>
            </a:pPr>
            <a:r>
              <a:rPr lang="en-US" altLang="en-US" sz="1000" dirty="0" err="1">
                <a:latin typeface="Arial" panose="020B0604020202020204" pitchFamily="34" charset="0"/>
                <a:ea typeface="ＭＳ Ｐゴシック" panose="020B0600070205080204" pitchFamily="34" charset="-128"/>
                <a:cs typeface="Arial" panose="020B0604020202020204" pitchFamily="34" charset="0"/>
              </a:rPr>
              <a:t>Localise</a:t>
            </a:r>
            <a:r>
              <a:rPr lang="en-US" altLang="en-US" sz="1000" dirty="0">
                <a:latin typeface="Arial" panose="020B0604020202020204" pitchFamily="34" charset="0"/>
                <a:ea typeface="ＭＳ Ｐゴシック" panose="020B0600070205080204" pitchFamily="34" charset="-128"/>
                <a:cs typeface="Arial" panose="020B0604020202020204" pitchFamily="34" charset="0"/>
              </a:rPr>
              <a:t> critical operations and </a:t>
            </a:r>
            <a:r>
              <a:rPr lang="en-US" altLang="en-US" sz="1000" dirty="0" err="1">
                <a:latin typeface="Arial" panose="020B0604020202020204" pitchFamily="34" charset="0"/>
                <a:ea typeface="ＭＳ Ｐゴシック" panose="020B0600070205080204" pitchFamily="34" charset="-128"/>
                <a:cs typeface="Arial" panose="020B0604020202020204" pitchFamily="34" charset="0"/>
              </a:rPr>
              <a:t>minimise</a:t>
            </a:r>
            <a:r>
              <a:rPr lang="en-US" altLang="en-US" sz="1000" dirty="0">
                <a:latin typeface="Arial" panose="020B0604020202020204" pitchFamily="34" charset="0"/>
                <a:ea typeface="ＭＳ Ｐゴシック" panose="020B0600070205080204" pitchFamily="34" charset="-128"/>
                <a:cs typeface="Arial" panose="020B0604020202020204" pitchFamily="34" charset="0"/>
              </a:rPr>
              <a:t> communications. Use large rather than fine-grain components or replicate.</a:t>
            </a:r>
          </a:p>
          <a:p>
            <a:pPr eaLnBrk="1" hangingPunct="1">
              <a:lnSpc>
                <a:spcPct val="110000"/>
              </a:lnSpc>
              <a:buFont typeface="Wingdings" panose="05000000000000000000" pitchFamily="2" charset="2"/>
              <a:buChar char="²"/>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Security</a:t>
            </a:r>
          </a:p>
          <a:p>
            <a:pPr lvl="1" eaLnBrk="1" hangingPunct="1">
              <a:lnSpc>
                <a:spcPct val="110000"/>
              </a:lnSpc>
              <a:buFont typeface="Wingdings" panose="05000000000000000000" pitchFamily="2" charset="2"/>
              <a:buChar char="§"/>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Use a layered architecture with critical assets in the inner layers.</a:t>
            </a:r>
          </a:p>
          <a:p>
            <a:pPr eaLnBrk="1" hangingPunct="1">
              <a:lnSpc>
                <a:spcPct val="110000"/>
              </a:lnSpc>
              <a:buFont typeface="Wingdings" panose="05000000000000000000" pitchFamily="2" charset="2"/>
              <a:buChar char="²"/>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Safety</a:t>
            </a:r>
          </a:p>
          <a:p>
            <a:pPr lvl="1" eaLnBrk="1" hangingPunct="1">
              <a:lnSpc>
                <a:spcPct val="110000"/>
              </a:lnSpc>
              <a:buFont typeface="Wingdings" panose="05000000000000000000" pitchFamily="2" charset="2"/>
              <a:buChar char="§"/>
            </a:pPr>
            <a:r>
              <a:rPr lang="en-US" altLang="en-US" sz="1000" dirty="0" err="1">
                <a:latin typeface="Arial" panose="020B0604020202020204" pitchFamily="34" charset="0"/>
                <a:ea typeface="ＭＳ Ｐゴシック" panose="020B0600070205080204" pitchFamily="34" charset="-128"/>
                <a:cs typeface="Arial" panose="020B0604020202020204" pitchFamily="34" charset="0"/>
              </a:rPr>
              <a:t>Localise</a:t>
            </a:r>
            <a:r>
              <a:rPr lang="en-US" altLang="en-US" sz="1000" dirty="0">
                <a:latin typeface="Arial" panose="020B0604020202020204" pitchFamily="34" charset="0"/>
                <a:ea typeface="ＭＳ Ｐゴシック" panose="020B0600070205080204" pitchFamily="34" charset="-128"/>
                <a:cs typeface="Arial" panose="020B0604020202020204" pitchFamily="34" charset="0"/>
              </a:rPr>
              <a:t> safety-critical features in a small number of sub-systems.</a:t>
            </a:r>
          </a:p>
          <a:p>
            <a:pPr eaLnBrk="1" hangingPunct="1">
              <a:lnSpc>
                <a:spcPct val="110000"/>
              </a:lnSpc>
              <a:buFont typeface="Wingdings" panose="05000000000000000000" pitchFamily="2" charset="2"/>
              <a:buChar char="²"/>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Availability</a:t>
            </a:r>
          </a:p>
          <a:p>
            <a:pPr lvl="1" eaLnBrk="1" hangingPunct="1">
              <a:lnSpc>
                <a:spcPct val="110000"/>
              </a:lnSpc>
              <a:buFont typeface="Wingdings" panose="05000000000000000000" pitchFamily="2" charset="2"/>
              <a:buChar char="§"/>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Include redundant components and mechanisms for fault tolerance.</a:t>
            </a:r>
          </a:p>
          <a:p>
            <a:pPr eaLnBrk="1" hangingPunct="1">
              <a:lnSpc>
                <a:spcPct val="110000"/>
              </a:lnSpc>
              <a:buFont typeface="Wingdings" panose="05000000000000000000" pitchFamily="2" charset="2"/>
              <a:buChar char="²"/>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Maintainability</a:t>
            </a:r>
          </a:p>
          <a:p>
            <a:pPr lvl="1" eaLnBrk="1" hangingPunct="1">
              <a:lnSpc>
                <a:spcPct val="110000"/>
              </a:lnSpc>
              <a:buFont typeface="Wingdings" panose="05000000000000000000" pitchFamily="2" charset="2"/>
              <a:buChar char="§"/>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Use fine-grain, replaceable components.</a:t>
            </a:r>
          </a:p>
        </p:txBody>
      </p:sp>
      <p:sp>
        <p:nvSpPr>
          <p:cNvPr id="4" name="Slide Number Placeholder 3">
            <a:extLst>
              <a:ext uri="{FF2B5EF4-FFF2-40B4-BE49-F238E27FC236}">
                <a16:creationId xmlns:a16="http://schemas.microsoft.com/office/drawing/2014/main" id="{81A0755B-F377-4591-893A-AADC995E3F4C}"/>
              </a:ext>
            </a:extLst>
          </p:cNvPr>
          <p:cNvSpPr>
            <a:spLocks noGrp="1"/>
          </p:cNvSpPr>
          <p:nvPr>
            <p:ph type="sldNum" sz="quarter" idx="12"/>
          </p:nvPr>
        </p:nvSpPr>
        <p:spPr>
          <a:xfrm>
            <a:off x="7885508" y="5883275"/>
            <a:ext cx="573161" cy="365125"/>
          </a:xfrm>
        </p:spPr>
        <p:txBody>
          <a:bodyPr>
            <a:norm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Aft>
                <a:spcPts val="600"/>
              </a:spcAft>
            </a:pPr>
            <a:fld id="{99AFE814-6435-4B4F-A92E-2E47880B456B}" type="slidenum">
              <a:rPr lang="en-US" altLang="en-US"/>
              <a:pPr eaLnBrk="1" hangingPunct="1">
                <a:spcAft>
                  <a:spcPts val="600"/>
                </a:spcAft>
              </a:pPr>
              <a:t>8</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219">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219">
                                            <p:txEl>
                                              <p:pRg st="7" end="7"/>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21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D2A8FFA2-A64E-EECD-FB53-4D893BAC42E0}"/>
              </a:ext>
            </a:extLst>
          </p:cNvPr>
          <p:cNvSpPr>
            <a:spLocks noGrp="1"/>
          </p:cNvSpPr>
          <p:nvPr>
            <p:ph type="title"/>
          </p:nvPr>
        </p:nvSpPr>
        <p:spPr>
          <a:xfrm>
            <a:off x="685332" y="228600"/>
            <a:ext cx="7773338" cy="1596177"/>
          </a:xfrm>
        </p:spPr>
        <p:txBody>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4 + 1 view model of software architecture</a:t>
            </a:r>
          </a:p>
        </p:txBody>
      </p:sp>
      <p:sp>
        <p:nvSpPr>
          <p:cNvPr id="9219" name="Content Placeholder 2">
            <a:extLst>
              <a:ext uri="{FF2B5EF4-FFF2-40B4-BE49-F238E27FC236}">
                <a16:creationId xmlns:a16="http://schemas.microsoft.com/office/drawing/2014/main" id="{A6745DE7-BC0E-A2E4-8644-68346795992C}"/>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85000" lnSpcReduction="10000"/>
          </a:bodyPr>
          <a:lstStyle/>
          <a:p>
            <a:pPr eaLnBrk="1" hangingPunct="1">
              <a:buFont typeface="Wingdings" panose="05000000000000000000" pitchFamily="2" charset="2"/>
              <a:buChar char="²"/>
            </a:pPr>
            <a:r>
              <a:rPr lang="en-US" altLang="en-US" dirty="0">
                <a:latin typeface="Arial" panose="020B0604020202020204" pitchFamily="34" charset="0"/>
                <a:ea typeface="ＭＳ Ｐゴシック" panose="020B0600070205080204" pitchFamily="34" charset="-128"/>
                <a:cs typeface="Arial" panose="020B0604020202020204" pitchFamily="34" charset="0"/>
              </a:rPr>
              <a:t>A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logical view</a:t>
            </a:r>
            <a:r>
              <a:rPr lang="en-US" altLang="en-US" dirty="0">
                <a:latin typeface="Arial" panose="020B0604020202020204" pitchFamily="34" charset="0"/>
                <a:ea typeface="ＭＳ Ｐゴシック" panose="020B0600070205080204" pitchFamily="34" charset="-128"/>
                <a:cs typeface="Arial" panose="020B0604020202020204" pitchFamily="34" charset="0"/>
              </a:rPr>
              <a:t>, which shows the key abstractions in the system as objects or object classes. </a:t>
            </a:r>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buFont typeface="Wingdings" panose="05000000000000000000" pitchFamily="2" charset="2"/>
              <a:buChar char="²"/>
            </a:pPr>
            <a:r>
              <a:rPr lang="en-US" altLang="en-US" dirty="0">
                <a:latin typeface="Arial" panose="020B0604020202020204" pitchFamily="34" charset="0"/>
                <a:ea typeface="ＭＳ Ｐゴシック" panose="020B0600070205080204" pitchFamily="34" charset="-128"/>
                <a:cs typeface="Arial" panose="020B0604020202020204" pitchFamily="34" charset="0"/>
              </a:rPr>
              <a:t>A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process view</a:t>
            </a:r>
            <a:r>
              <a:rPr lang="en-US" altLang="en-US" dirty="0">
                <a:latin typeface="Arial" panose="020B0604020202020204" pitchFamily="34" charset="0"/>
                <a:ea typeface="ＭＳ Ｐゴシック" panose="020B0600070205080204" pitchFamily="34" charset="-128"/>
                <a:cs typeface="Arial" panose="020B0604020202020204" pitchFamily="34" charset="0"/>
              </a:rPr>
              <a:t>, which shows how, at run-time, the system is composed of interacting processes. </a:t>
            </a:r>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buFont typeface="Wingdings" panose="05000000000000000000" pitchFamily="2" charset="2"/>
              <a:buChar char="²"/>
            </a:pPr>
            <a:r>
              <a:rPr lang="en-US" altLang="en-US" dirty="0">
                <a:latin typeface="Arial" panose="020B0604020202020204" pitchFamily="34" charset="0"/>
                <a:ea typeface="ＭＳ Ｐゴシック" panose="020B0600070205080204" pitchFamily="34" charset="-128"/>
                <a:cs typeface="Arial" panose="020B0604020202020204" pitchFamily="34" charset="0"/>
              </a:rPr>
              <a:t>A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development view</a:t>
            </a:r>
            <a:r>
              <a:rPr lang="en-US" altLang="en-US" dirty="0">
                <a:latin typeface="Arial" panose="020B0604020202020204" pitchFamily="34" charset="0"/>
                <a:ea typeface="ＭＳ Ｐゴシック" panose="020B0600070205080204" pitchFamily="34" charset="-128"/>
                <a:cs typeface="Arial" panose="020B0604020202020204" pitchFamily="34" charset="0"/>
              </a:rPr>
              <a:t>, which shows how the software is decomposed for development.</a:t>
            </a:r>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buFont typeface="Wingdings" panose="05000000000000000000" pitchFamily="2" charset="2"/>
              <a:buChar char="²"/>
            </a:pPr>
            <a:r>
              <a:rPr lang="en-US" altLang="en-US" dirty="0">
                <a:latin typeface="Arial" panose="020B0604020202020204" pitchFamily="34" charset="0"/>
                <a:ea typeface="ＭＳ Ｐゴシック" panose="020B0600070205080204" pitchFamily="34" charset="-128"/>
                <a:cs typeface="Arial" panose="020B0604020202020204" pitchFamily="34" charset="0"/>
              </a:rPr>
              <a:t>A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physical view</a:t>
            </a:r>
            <a:r>
              <a:rPr lang="en-US" altLang="en-US" dirty="0">
                <a:latin typeface="Arial" panose="020B0604020202020204" pitchFamily="34" charset="0"/>
                <a:ea typeface="ＭＳ Ｐゴシック" panose="020B0600070205080204" pitchFamily="34" charset="-128"/>
                <a:cs typeface="Arial" panose="020B0604020202020204" pitchFamily="34" charset="0"/>
              </a:rPr>
              <a:t>, which shows the system hardware and how software components are distributed across the processors in the system.</a:t>
            </a:r>
          </a:p>
          <a:p>
            <a:pPr eaLnBrk="1" hangingPunct="1">
              <a:buFont typeface="Wingdings" panose="05000000000000000000" pitchFamily="2" charset="2"/>
              <a:buChar char="²"/>
            </a:pPr>
            <a:r>
              <a:rPr lang="en-US" altLang="en-US" dirty="0">
                <a:latin typeface="Arial" panose="020B0604020202020204" pitchFamily="34" charset="0"/>
                <a:ea typeface="ＭＳ Ｐゴシック" panose="020B0600070205080204" pitchFamily="34" charset="-128"/>
                <a:cs typeface="Arial" panose="020B0604020202020204" pitchFamily="34" charset="0"/>
              </a:rPr>
              <a:t>Related using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use cases or scenarios </a:t>
            </a:r>
            <a:r>
              <a:rPr lang="en-US" altLang="en-US" dirty="0">
                <a:latin typeface="Arial" panose="020B0604020202020204" pitchFamily="34" charset="0"/>
                <a:ea typeface="ＭＳ Ｐゴシック" panose="020B0600070205080204" pitchFamily="34" charset="-128"/>
                <a:cs typeface="Arial" panose="020B0604020202020204" pitchFamily="34" charset="0"/>
              </a:rPr>
              <a:t>(+1) </a:t>
            </a:r>
            <a:endParaRPr lang="en-GB"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buFont typeface="Wingdings" panose="05000000000000000000" pitchFamily="2" charset="2"/>
              <a:buChar char="²"/>
            </a:pP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4" name="Slide Number Placeholder 3">
            <a:extLst>
              <a:ext uri="{FF2B5EF4-FFF2-40B4-BE49-F238E27FC236}">
                <a16:creationId xmlns:a16="http://schemas.microsoft.com/office/drawing/2014/main" id="{2778EA99-4954-AECC-2B62-5DA1C1505F80}"/>
              </a:ext>
            </a:extLst>
          </p:cNvPr>
          <p:cNvSpPr>
            <a:spLocks noGrp="1"/>
          </p:cNvSpPr>
          <p:nvPr>
            <p:ph type="sldNum" sz="quarter" idx="12"/>
          </p:nvPr>
        </p:nvSpPr>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74515303-5454-4D48-A0F5-F35367163C93}" type="slidenum">
              <a:rPr lang="en-US" altLang="en-US">
                <a:solidFill>
                  <a:srgbClr val="898989"/>
                </a:solidFill>
              </a:rPr>
              <a:pPr eaLnBrk="1" hangingPunct="1"/>
              <a:t>9</a:t>
            </a:fld>
            <a:endParaRPr lang="en-US" altLang="en-US">
              <a:solidFill>
                <a:srgbClr val="898989"/>
              </a:solidFill>
            </a:endParaRPr>
          </a:p>
        </p:txBody>
      </p:sp>
      <p:sp>
        <p:nvSpPr>
          <p:cNvPr id="5" name="Footer Placeholder 4">
            <a:extLst>
              <a:ext uri="{FF2B5EF4-FFF2-40B4-BE49-F238E27FC236}">
                <a16:creationId xmlns:a16="http://schemas.microsoft.com/office/drawing/2014/main" id="{846DE9B8-3985-3C6A-5AB0-14CD1547BEF6}"/>
              </a:ext>
            </a:extLst>
          </p:cNvPr>
          <p:cNvSpPr>
            <a:spLocks noGrp="1"/>
          </p:cNvSpPr>
          <p:nvPr>
            <p:ph type="ftr" sz="quarter" idx="11"/>
          </p:nvPr>
        </p:nvSpPr>
        <p:spPr/>
        <p:txBody>
          <a:bodyPr/>
          <a:lstStyle/>
          <a:p>
            <a:pPr>
              <a:defRPr/>
            </a:pPr>
            <a:r>
              <a:rPr lang="en-US"/>
              <a:t>Chapter 6 Architectural design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B1981535-B5AA-4E0C-ACE5-925CC19B20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BF97D060-AA7E-4411-BA62-28BD1EBD55D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Date Placeholder 3">
            <a:extLst>
              <a:ext uri="{FF2B5EF4-FFF2-40B4-BE49-F238E27FC236}">
                <a16:creationId xmlns:a16="http://schemas.microsoft.com/office/drawing/2014/main" id="{64901241-9D2F-C4B9-90EA-C51BBD58238A}"/>
              </a:ext>
            </a:extLst>
          </p:cNvPr>
          <p:cNvSpPr>
            <a:spLocks noGrp="1"/>
          </p:cNvSpPr>
          <p:nvPr>
            <p:ph type="dt" sz="half" idx="10"/>
          </p:nvPr>
        </p:nvSpPr>
        <p:spPr>
          <a:xfrm>
            <a:off x="5610624" y="5883275"/>
            <a:ext cx="1816184" cy="365125"/>
          </a:xfrm>
        </p:spPr>
        <p:txBody>
          <a:bodyPr vert="horz" lIns="91440" tIns="45720" rIns="91440" bIns="45720" rtlCol="0" anchor="ctr">
            <a:normAutofit/>
          </a:bodyPr>
          <a:lstStyle/>
          <a:p>
            <a:pPr defTabSz="457200" eaLnBrk="1" hangingPunct="1">
              <a:spcAft>
                <a:spcPts val="600"/>
              </a:spcAft>
              <a:defRPr/>
            </a:pPr>
            <a:fld id="{CDC82599-9AA4-4433-800A-5C353A00E677}" type="datetime1">
              <a:rPr lang="en-US" smtClean="0">
                <a:latin typeface="+mn-lt"/>
                <a:ea typeface="+mn-ea"/>
              </a:rPr>
              <a:pPr defTabSz="457200" eaLnBrk="1" hangingPunct="1">
                <a:spcAft>
                  <a:spcPts val="600"/>
                </a:spcAft>
                <a:defRPr/>
              </a:pPr>
              <a:t>5/21/2024</a:t>
            </a:fld>
            <a:endParaRPr lang="en-US">
              <a:latin typeface="+mn-lt"/>
              <a:ea typeface="+mn-ea"/>
            </a:endParaRPr>
          </a:p>
        </p:txBody>
      </p:sp>
      <p:sp>
        <p:nvSpPr>
          <p:cNvPr id="5" name="Slide Number Placeholder 4">
            <a:extLst>
              <a:ext uri="{FF2B5EF4-FFF2-40B4-BE49-F238E27FC236}">
                <a16:creationId xmlns:a16="http://schemas.microsoft.com/office/drawing/2014/main" id="{1E6F21EB-7461-1412-51A0-C887914A6762}"/>
              </a:ext>
            </a:extLst>
          </p:cNvPr>
          <p:cNvSpPr>
            <a:spLocks noGrp="1"/>
          </p:cNvSpPr>
          <p:nvPr>
            <p:ph type="sldNum" sz="quarter" idx="12"/>
          </p:nvPr>
        </p:nvSpPr>
        <p:spPr>
          <a:xfrm>
            <a:off x="7575237" y="5883275"/>
            <a:ext cx="573161" cy="365125"/>
          </a:xfrm>
        </p:spPr>
        <p:txBody>
          <a:bodyPr vert="horz" lIns="91440" tIns="45720" rIns="91440" bIns="45720" rtlCol="0" anchor="ctr">
            <a:normAutofit/>
          </a:bodyPr>
          <a:lstStyle/>
          <a:p>
            <a:pPr defTabSz="457200" eaLnBrk="1" hangingPunct="1">
              <a:spcAft>
                <a:spcPts val="600"/>
              </a:spcAft>
            </a:pPr>
            <a:fld id="{05CE03DD-CF24-405B-8B26-078E923A6A87}" type="slidenum">
              <a:rPr lang="en-US" altLang="en-US" smtClean="0">
                <a:latin typeface="+mn-lt"/>
                <a:ea typeface="+mn-ea"/>
              </a:rPr>
              <a:pPr defTabSz="457200" eaLnBrk="1" hangingPunct="1">
                <a:spcAft>
                  <a:spcPts val="600"/>
                </a:spcAft>
              </a:pPr>
              <a:t>10</a:t>
            </a:fld>
            <a:endParaRPr lang="en-US" altLang="en-US">
              <a:latin typeface="+mn-lt"/>
              <a:ea typeface="+mn-ea"/>
            </a:endParaRPr>
          </a:p>
        </p:txBody>
      </p:sp>
      <p:pic>
        <p:nvPicPr>
          <p:cNvPr id="7" name="Picture 6">
            <a:extLst>
              <a:ext uri="{FF2B5EF4-FFF2-40B4-BE49-F238E27FC236}">
                <a16:creationId xmlns:a16="http://schemas.microsoft.com/office/drawing/2014/main" id="{23C46397-89B8-D891-E76E-6404DFDE2C7A}"/>
              </a:ext>
            </a:extLst>
          </p:cNvPr>
          <p:cNvPicPr>
            <a:picLocks noChangeAspect="1"/>
          </p:cNvPicPr>
          <p:nvPr/>
        </p:nvPicPr>
        <p:blipFill>
          <a:blip r:embed="rId4"/>
          <a:stretch>
            <a:fillRect/>
          </a:stretch>
        </p:blipFill>
        <p:spPr>
          <a:xfrm>
            <a:off x="952051" y="1308476"/>
            <a:ext cx="7196347" cy="3939999"/>
          </a:xfrm>
          <a:prstGeom prst="roundRect">
            <a:avLst>
              <a:gd name="adj" fmla="val 5301"/>
            </a:avLst>
          </a:prstGeom>
          <a:ln w="19050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891645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31" name="Picture 2">
            <a:extLst>
              <a:ext uri="{FF2B5EF4-FFF2-40B4-BE49-F238E27FC236}">
                <a16:creationId xmlns:a16="http://schemas.microsoft.com/office/drawing/2014/main" id="{B1981535-B5AA-4E0C-ACE5-925CC19B20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1032">
            <a:extLst>
              <a:ext uri="{FF2B5EF4-FFF2-40B4-BE49-F238E27FC236}">
                <a16:creationId xmlns:a16="http://schemas.microsoft.com/office/drawing/2014/main" id="{BF97D060-AA7E-4411-BA62-28BD1EBD55D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Date Placeholder 3">
            <a:extLst>
              <a:ext uri="{FF2B5EF4-FFF2-40B4-BE49-F238E27FC236}">
                <a16:creationId xmlns:a16="http://schemas.microsoft.com/office/drawing/2014/main" id="{62ACF48D-56DE-EF3F-67F8-809CC704DB31}"/>
              </a:ext>
            </a:extLst>
          </p:cNvPr>
          <p:cNvSpPr>
            <a:spLocks noGrp="1"/>
          </p:cNvSpPr>
          <p:nvPr>
            <p:ph type="dt" sz="half" idx="10"/>
          </p:nvPr>
        </p:nvSpPr>
        <p:spPr>
          <a:xfrm>
            <a:off x="5610624" y="5883275"/>
            <a:ext cx="1816184" cy="365125"/>
          </a:xfrm>
        </p:spPr>
        <p:txBody>
          <a:bodyPr vert="horz" lIns="91440" tIns="45720" rIns="91440" bIns="45720" rtlCol="0" anchor="ctr">
            <a:normAutofit/>
          </a:bodyPr>
          <a:lstStyle/>
          <a:p>
            <a:pPr defTabSz="457200" eaLnBrk="1" hangingPunct="1">
              <a:spcAft>
                <a:spcPts val="600"/>
              </a:spcAft>
              <a:defRPr/>
            </a:pPr>
            <a:fld id="{CDC82599-9AA4-4433-800A-5C353A00E677}" type="datetime1">
              <a:rPr lang="en-US" smtClean="0">
                <a:latin typeface="+mn-lt"/>
                <a:ea typeface="+mn-ea"/>
              </a:rPr>
              <a:pPr defTabSz="457200" eaLnBrk="1" hangingPunct="1">
                <a:spcAft>
                  <a:spcPts val="600"/>
                </a:spcAft>
                <a:defRPr/>
              </a:pPr>
              <a:t>5/21/2024</a:t>
            </a:fld>
            <a:endParaRPr lang="en-US">
              <a:latin typeface="+mn-lt"/>
              <a:ea typeface="+mn-ea"/>
            </a:endParaRPr>
          </a:p>
        </p:txBody>
      </p:sp>
      <p:sp>
        <p:nvSpPr>
          <p:cNvPr id="5" name="Slide Number Placeholder 4">
            <a:extLst>
              <a:ext uri="{FF2B5EF4-FFF2-40B4-BE49-F238E27FC236}">
                <a16:creationId xmlns:a16="http://schemas.microsoft.com/office/drawing/2014/main" id="{8A4C9197-875A-5560-F399-04A85AC998B5}"/>
              </a:ext>
            </a:extLst>
          </p:cNvPr>
          <p:cNvSpPr>
            <a:spLocks noGrp="1"/>
          </p:cNvSpPr>
          <p:nvPr>
            <p:ph type="sldNum" sz="quarter" idx="12"/>
          </p:nvPr>
        </p:nvSpPr>
        <p:spPr>
          <a:xfrm>
            <a:off x="7575237" y="5883275"/>
            <a:ext cx="573161" cy="365125"/>
          </a:xfrm>
        </p:spPr>
        <p:txBody>
          <a:bodyPr vert="horz" lIns="91440" tIns="45720" rIns="91440" bIns="45720" rtlCol="0" anchor="ctr">
            <a:normAutofit/>
          </a:bodyPr>
          <a:lstStyle/>
          <a:p>
            <a:pPr defTabSz="457200" eaLnBrk="1" hangingPunct="1">
              <a:spcAft>
                <a:spcPts val="600"/>
              </a:spcAft>
            </a:pPr>
            <a:fld id="{05CE03DD-CF24-405B-8B26-078E923A6A87}" type="slidenum">
              <a:rPr lang="en-US" altLang="en-US" smtClean="0">
                <a:latin typeface="+mn-lt"/>
                <a:ea typeface="+mn-ea"/>
              </a:rPr>
              <a:pPr defTabSz="457200" eaLnBrk="1" hangingPunct="1">
                <a:spcAft>
                  <a:spcPts val="600"/>
                </a:spcAft>
              </a:pPr>
              <a:t>11</a:t>
            </a:fld>
            <a:endParaRPr lang="en-US" altLang="en-US">
              <a:latin typeface="+mn-lt"/>
              <a:ea typeface="+mn-ea"/>
            </a:endParaRPr>
          </a:p>
        </p:txBody>
      </p:sp>
      <p:pic>
        <p:nvPicPr>
          <p:cNvPr id="8" name="Picture 7">
            <a:extLst>
              <a:ext uri="{FF2B5EF4-FFF2-40B4-BE49-F238E27FC236}">
                <a16:creationId xmlns:a16="http://schemas.microsoft.com/office/drawing/2014/main" id="{392C96B4-FE0E-52CE-C972-1515A894CEB1}"/>
              </a:ext>
            </a:extLst>
          </p:cNvPr>
          <p:cNvPicPr>
            <a:picLocks noChangeAspect="1"/>
          </p:cNvPicPr>
          <p:nvPr/>
        </p:nvPicPr>
        <p:blipFill>
          <a:blip r:embed="rId5"/>
          <a:stretch>
            <a:fillRect/>
          </a:stretch>
        </p:blipFill>
        <p:spPr>
          <a:xfrm>
            <a:off x="771525" y="1404937"/>
            <a:ext cx="7600950" cy="4048125"/>
          </a:xfrm>
          <a:prstGeom prst="rect">
            <a:avLst/>
          </a:prstGeom>
        </p:spPr>
      </p:pic>
    </p:spTree>
    <p:extLst>
      <p:ext uri="{BB962C8B-B14F-4D97-AF65-F5344CB8AC3E}">
        <p14:creationId xmlns:p14="http://schemas.microsoft.com/office/powerpoint/2010/main" val="2434257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0249" name="Rectangle 1024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5" name="Picture 10244">
            <a:extLst>
              <a:ext uri="{FF2B5EF4-FFF2-40B4-BE49-F238E27FC236}">
                <a16:creationId xmlns:a16="http://schemas.microsoft.com/office/drawing/2014/main" id="{E6D5D8A9-4F39-D955-44EA-3051B8F62AED}"/>
              </a:ext>
            </a:extLst>
          </p:cNvPr>
          <p:cNvPicPr>
            <a:picLocks noChangeAspect="1"/>
          </p:cNvPicPr>
          <p:nvPr/>
        </p:nvPicPr>
        <p:blipFill rotWithShape="1">
          <a:blip r:embed="rId2"/>
          <a:srcRect l="27008" r="43611" b="-1"/>
          <a:stretch/>
        </p:blipFill>
        <p:spPr>
          <a:xfrm>
            <a:off x="20" y="10"/>
            <a:ext cx="3018550" cy="6857990"/>
          </a:xfrm>
          <a:prstGeom prst="rect">
            <a:avLst/>
          </a:prstGeom>
        </p:spPr>
      </p:pic>
      <p:sp>
        <p:nvSpPr>
          <p:cNvPr id="10251" name="Rectangle 1025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53" name="Picture 1025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242" name="Title 1">
            <a:extLst>
              <a:ext uri="{FF2B5EF4-FFF2-40B4-BE49-F238E27FC236}">
                <a16:creationId xmlns:a16="http://schemas.microsoft.com/office/drawing/2014/main" id="{51CF9210-4897-2CF8-8573-D6FF4B893316}"/>
              </a:ext>
            </a:extLst>
          </p:cNvPr>
          <p:cNvSpPr>
            <a:spLocks noGrp="1"/>
          </p:cNvSpPr>
          <p:nvPr>
            <p:ph type="title"/>
          </p:nvPr>
        </p:nvSpPr>
        <p:spPr>
          <a:xfrm>
            <a:off x="3348787" y="618517"/>
            <a:ext cx="5004665" cy="1596177"/>
          </a:xfrm>
        </p:spPr>
        <p:txBody>
          <a:bodyPr>
            <a:normAutofit/>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Architectural patterns</a:t>
            </a:r>
          </a:p>
        </p:txBody>
      </p:sp>
      <p:sp>
        <p:nvSpPr>
          <p:cNvPr id="10243" name="Content Placeholder 2">
            <a:extLst>
              <a:ext uri="{FF2B5EF4-FFF2-40B4-BE49-F238E27FC236}">
                <a16:creationId xmlns:a16="http://schemas.microsoft.com/office/drawing/2014/main" id="{847842CE-A696-92C4-B789-33014DDD9FB4}"/>
              </a:ext>
            </a:extLst>
          </p:cNvPr>
          <p:cNvSpPr>
            <a:spLocks noGrp="1"/>
          </p:cNvSpPr>
          <p:nvPr>
            <p:ph idx="1"/>
          </p:nvPr>
        </p:nvSpPr>
        <p:spPr bwMode="auto">
          <a:xfrm>
            <a:off x="3348786" y="2367092"/>
            <a:ext cx="5004665" cy="342410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anchorCtr="0" compatLnSpc="1">
            <a:prstTxWarp prst="textNoShape">
              <a:avLst/>
            </a:prstTxWarp>
            <a:normAutofit/>
          </a:bodyPr>
          <a:lstStyle/>
          <a:p>
            <a:pPr eaLnBrk="1" hangingPunct="1">
              <a:lnSpc>
                <a:spcPct val="110000"/>
              </a:lnSpc>
              <a:buFont typeface="Wingdings" panose="05000000000000000000" pitchFamily="2" charset="2"/>
              <a:buChar char="²"/>
            </a:pPr>
            <a:r>
              <a:rPr lang="en-US" altLang="en-US" sz="1500">
                <a:latin typeface="Arial" panose="020B0604020202020204" pitchFamily="34" charset="0"/>
                <a:ea typeface="ＭＳ Ｐゴシック" panose="020B0600070205080204" pitchFamily="34" charset="-128"/>
                <a:cs typeface="Arial" panose="020B0604020202020204" pitchFamily="34" charset="0"/>
              </a:rPr>
              <a:t>Patterns are a means of representing, sharing and reusing knowledge.</a:t>
            </a:r>
          </a:p>
          <a:p>
            <a:pPr eaLnBrk="1" hangingPunct="1">
              <a:lnSpc>
                <a:spcPct val="110000"/>
              </a:lnSpc>
              <a:buFont typeface="Wingdings" panose="05000000000000000000" pitchFamily="2" charset="2"/>
              <a:buChar char="²"/>
            </a:pPr>
            <a:r>
              <a:rPr lang="en-US" altLang="en-US" sz="1500">
                <a:latin typeface="Arial" panose="020B0604020202020204" pitchFamily="34" charset="0"/>
                <a:ea typeface="ＭＳ Ｐゴシック" panose="020B0600070205080204" pitchFamily="34" charset="-128"/>
                <a:cs typeface="Arial" panose="020B0604020202020204" pitchFamily="34" charset="0"/>
              </a:rPr>
              <a:t>An architectural pattern is a stylized description of good design practice, which has been tried and tested in different environments.</a:t>
            </a:r>
          </a:p>
          <a:p>
            <a:pPr eaLnBrk="1" hangingPunct="1">
              <a:lnSpc>
                <a:spcPct val="110000"/>
              </a:lnSpc>
              <a:buFont typeface="Wingdings" panose="05000000000000000000" pitchFamily="2" charset="2"/>
              <a:buChar char="²"/>
            </a:pPr>
            <a:r>
              <a:rPr lang="en-US" altLang="en-US" sz="1500">
                <a:latin typeface="Arial" panose="020B0604020202020204" pitchFamily="34" charset="0"/>
                <a:ea typeface="ＭＳ Ｐゴシック" panose="020B0600070205080204" pitchFamily="34" charset="-128"/>
                <a:cs typeface="Arial" panose="020B0604020202020204" pitchFamily="34" charset="0"/>
              </a:rPr>
              <a:t>Patterns should include information about when they are and when the are not useful.</a:t>
            </a:r>
          </a:p>
          <a:p>
            <a:pPr eaLnBrk="1" hangingPunct="1">
              <a:lnSpc>
                <a:spcPct val="110000"/>
              </a:lnSpc>
              <a:buFont typeface="Wingdings" panose="05000000000000000000" pitchFamily="2" charset="2"/>
              <a:buChar char="²"/>
            </a:pPr>
            <a:r>
              <a:rPr lang="en-US" altLang="en-US" sz="1500">
                <a:latin typeface="Arial" panose="020B0604020202020204" pitchFamily="34" charset="0"/>
                <a:ea typeface="ＭＳ Ｐゴシック" panose="020B0600070205080204" pitchFamily="34" charset="-128"/>
                <a:cs typeface="Arial" panose="020B0604020202020204" pitchFamily="34" charset="0"/>
              </a:rPr>
              <a:t>Patterns may be represented using tabular and graphical descriptions.</a:t>
            </a:r>
          </a:p>
          <a:p>
            <a:pPr eaLnBrk="1" hangingPunct="1">
              <a:lnSpc>
                <a:spcPct val="110000"/>
              </a:lnSpc>
              <a:buFont typeface="Wingdings" panose="05000000000000000000" pitchFamily="2" charset="2"/>
              <a:buNone/>
            </a:pPr>
            <a:endParaRPr lang="en-US" altLang="en-US" sz="1500">
              <a:latin typeface="Arial" panose="020B0604020202020204" pitchFamily="34" charset="0"/>
              <a:ea typeface="ＭＳ Ｐゴシック" panose="020B0600070205080204" pitchFamily="34" charset="-128"/>
              <a:cs typeface="Arial" panose="020B0604020202020204" pitchFamily="34" charset="0"/>
            </a:endParaRPr>
          </a:p>
        </p:txBody>
      </p:sp>
      <p:sp>
        <p:nvSpPr>
          <p:cNvPr id="4" name="Slide Number Placeholder 3">
            <a:extLst>
              <a:ext uri="{FF2B5EF4-FFF2-40B4-BE49-F238E27FC236}">
                <a16:creationId xmlns:a16="http://schemas.microsoft.com/office/drawing/2014/main" id="{BEC987B1-D569-278F-F792-B999888790C6}"/>
              </a:ext>
            </a:extLst>
          </p:cNvPr>
          <p:cNvSpPr>
            <a:spLocks noGrp="1"/>
          </p:cNvSpPr>
          <p:nvPr>
            <p:ph type="sldNum" sz="quarter" idx="12"/>
          </p:nvPr>
        </p:nvSpPr>
        <p:spPr>
          <a:xfrm>
            <a:off x="7885508" y="5883275"/>
            <a:ext cx="573161" cy="365125"/>
          </a:xfrm>
        </p:spPr>
        <p:txBody>
          <a:bodyPr>
            <a:norm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Aft>
                <a:spcPts val="600"/>
              </a:spcAft>
            </a:pPr>
            <a:fld id="{16DFCE49-5CB8-4C6A-BD49-2101559BB8E7}" type="slidenum">
              <a:rPr lang="en-US" altLang="en-US"/>
              <a:pPr eaLnBrk="1" hangingPunct="1">
                <a:spcAft>
                  <a:spcPts val="600"/>
                </a:spcAft>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20496" name="Rectangle 20495">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497" name="Picture 20496" descr="Smoke stacks at a factory against a blue sky">
            <a:extLst>
              <a:ext uri="{FF2B5EF4-FFF2-40B4-BE49-F238E27FC236}">
                <a16:creationId xmlns:a16="http://schemas.microsoft.com/office/drawing/2014/main" id="{33510ED9-0B51-7BB3-731E-E1888D42643E}"/>
              </a:ext>
            </a:extLst>
          </p:cNvPr>
          <p:cNvPicPr>
            <a:picLocks noChangeAspect="1"/>
          </p:cNvPicPr>
          <p:nvPr/>
        </p:nvPicPr>
        <p:blipFill rotWithShape="1">
          <a:blip r:embed="rId2"/>
          <a:srcRect l="51443" r="20497"/>
          <a:stretch/>
        </p:blipFill>
        <p:spPr>
          <a:xfrm>
            <a:off x="20" y="10"/>
            <a:ext cx="3018550" cy="6857990"/>
          </a:xfrm>
          <a:prstGeom prst="rect">
            <a:avLst/>
          </a:prstGeom>
        </p:spPr>
      </p:pic>
      <p:sp>
        <p:nvSpPr>
          <p:cNvPr id="20498" name="Rectangle 20497">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499" name="Picture 20498">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0482" name="Title 1">
            <a:extLst>
              <a:ext uri="{FF2B5EF4-FFF2-40B4-BE49-F238E27FC236}">
                <a16:creationId xmlns:a16="http://schemas.microsoft.com/office/drawing/2014/main" id="{DF717E60-47F5-94C5-48D4-5CA44B935358}"/>
              </a:ext>
            </a:extLst>
          </p:cNvPr>
          <p:cNvSpPr>
            <a:spLocks noGrp="1"/>
          </p:cNvSpPr>
          <p:nvPr>
            <p:ph type="title"/>
          </p:nvPr>
        </p:nvSpPr>
        <p:spPr>
          <a:xfrm>
            <a:off x="3348787" y="618517"/>
            <a:ext cx="5004665" cy="1596177"/>
          </a:xfrm>
        </p:spPr>
        <p:txBody>
          <a:bodyPr>
            <a:normAutofit/>
          </a:bodyPr>
          <a:lstStyle/>
          <a:p>
            <a:r>
              <a:rPr lang="en-US" altLang="en-US">
                <a:latin typeface="Arial" panose="020B0604020202020204" pitchFamily="34" charset="0"/>
                <a:ea typeface="ＭＳ Ｐゴシック" panose="020B0600070205080204" pitchFamily="34" charset="-128"/>
                <a:cs typeface="Arial" panose="020B0604020202020204" pitchFamily="34" charset="0"/>
              </a:rPr>
              <a:t>Generic Architecture Models</a:t>
            </a:r>
          </a:p>
        </p:txBody>
      </p:sp>
      <p:sp>
        <p:nvSpPr>
          <p:cNvPr id="3" name="Content Placeholder 2">
            <a:extLst>
              <a:ext uri="{FF2B5EF4-FFF2-40B4-BE49-F238E27FC236}">
                <a16:creationId xmlns:a16="http://schemas.microsoft.com/office/drawing/2014/main" id="{66C6FBB7-A510-C295-97A7-B18C61D72569}"/>
              </a:ext>
            </a:extLst>
          </p:cNvPr>
          <p:cNvSpPr>
            <a:spLocks noGrp="1"/>
          </p:cNvSpPr>
          <p:nvPr>
            <p:ph idx="1"/>
          </p:nvPr>
        </p:nvSpPr>
        <p:spPr>
          <a:xfrm>
            <a:off x="3348786" y="2367092"/>
            <a:ext cx="5004665" cy="3424107"/>
          </a:xfrm>
        </p:spPr>
        <p:txBody>
          <a:bodyPr>
            <a:normAutofit/>
          </a:bodyPr>
          <a:lstStyle/>
          <a:p>
            <a:pPr>
              <a:defRPr/>
            </a:pPr>
            <a:r>
              <a:rPr lang="en-US" dirty="0"/>
              <a:t>Repository</a:t>
            </a:r>
          </a:p>
          <a:p>
            <a:pPr>
              <a:defRPr/>
            </a:pPr>
            <a:r>
              <a:rPr lang="en-US" dirty="0"/>
              <a:t>Client Server</a:t>
            </a:r>
          </a:p>
          <a:p>
            <a:pPr>
              <a:defRPr/>
            </a:pPr>
            <a:r>
              <a:rPr lang="en-US" dirty="0"/>
              <a:t>Pipe and Filter</a:t>
            </a:r>
          </a:p>
          <a:p>
            <a:pPr marL="0" indent="0">
              <a:buFont typeface="Wingdings" charset="2"/>
              <a:buNone/>
              <a:defRPr/>
            </a:pPr>
            <a:endParaRPr lang="en-US" dirty="0"/>
          </a:p>
          <a:p>
            <a:pPr marL="0" indent="0">
              <a:buFont typeface="Wingdings" charset="2"/>
              <a:buNone/>
              <a:defRPr/>
            </a:pPr>
            <a:endParaRPr lang="en-US" dirty="0"/>
          </a:p>
        </p:txBody>
      </p:sp>
      <p:sp>
        <p:nvSpPr>
          <p:cNvPr id="5" name="Slide Number Placeholder 4">
            <a:extLst>
              <a:ext uri="{FF2B5EF4-FFF2-40B4-BE49-F238E27FC236}">
                <a16:creationId xmlns:a16="http://schemas.microsoft.com/office/drawing/2014/main" id="{CFC210DC-DA66-A9D6-C276-4E664CADF692}"/>
              </a:ext>
            </a:extLst>
          </p:cNvPr>
          <p:cNvSpPr>
            <a:spLocks noGrp="1"/>
          </p:cNvSpPr>
          <p:nvPr>
            <p:ph type="sldNum" sz="quarter" idx="12"/>
          </p:nvPr>
        </p:nvSpPr>
        <p:spPr>
          <a:xfrm>
            <a:off x="7885508" y="5883275"/>
            <a:ext cx="573161" cy="365125"/>
          </a:xfrm>
        </p:spPr>
        <p:txBody>
          <a:bodyPr>
            <a:norm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Aft>
                <a:spcPts val="600"/>
              </a:spcAft>
            </a:pPr>
            <a:fld id="{0E620EFC-EE6E-4AD0-8CB8-5A437592E2A9}" type="slidenum">
              <a:rPr lang="en-US" altLang="en-US"/>
              <a:pPr eaLnBrk="1" hangingPunct="1">
                <a:spcAft>
                  <a:spcPts val="600"/>
                </a:spcAft>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A49C18E7-EBB8-1956-C6F0-2EBB25F5449B}"/>
              </a:ext>
            </a:extLst>
          </p:cNvPr>
          <p:cNvSpPr>
            <a:spLocks noGrp="1" noChangeArrowheads="1"/>
          </p:cNvSpPr>
          <p:nvPr>
            <p:ph type="title"/>
          </p:nvPr>
        </p:nvSpPr>
        <p:spPr>
          <a:xfrm>
            <a:off x="685332" y="457200"/>
            <a:ext cx="7773338" cy="1596177"/>
          </a:xfrm>
        </p:spPr>
        <p:txBody>
          <a:bodyPr lIns="90487" tIns="44450" rIns="90487" bIns="44450"/>
          <a:lstStyle/>
          <a:p>
            <a:pPr eaLnBrk="1" hangingPunct="1"/>
            <a:r>
              <a:rPr lang="en-GB" altLang="en-US" dirty="0">
                <a:latin typeface="Arial" panose="020B0604020202020204" pitchFamily="34" charset="0"/>
                <a:ea typeface="ＭＳ Ｐゴシック" panose="020B0600070205080204" pitchFamily="34" charset="-128"/>
                <a:cs typeface="Arial" panose="020B0604020202020204" pitchFamily="34" charset="0"/>
              </a:rPr>
              <a:t>Repository architecture</a:t>
            </a:r>
          </a:p>
        </p:txBody>
      </p:sp>
      <p:sp>
        <p:nvSpPr>
          <p:cNvPr id="21507" name="Rectangle 3">
            <a:extLst>
              <a:ext uri="{FF2B5EF4-FFF2-40B4-BE49-F238E27FC236}">
                <a16:creationId xmlns:a16="http://schemas.microsoft.com/office/drawing/2014/main" id="{462D377A-DC49-B401-BA3B-68A1A88DD847}"/>
              </a:ext>
            </a:extLst>
          </p:cNvPr>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7" tIns="44450" rIns="90487" bIns="44450" numCol="1" anchor="t" anchorCtr="0" compatLnSpc="1">
            <a:prstTxWarp prst="textNoShape">
              <a:avLst/>
            </a:prstTxWarp>
          </a:bodyPr>
          <a:lstStyle/>
          <a:p>
            <a:pPr eaLnBrk="1" hangingPunct="1">
              <a:lnSpc>
                <a:spcPct val="90000"/>
              </a:lnSpc>
              <a:buFont typeface="Wingdings" panose="05000000000000000000" pitchFamily="2" charset="2"/>
              <a:buChar char="²"/>
            </a:pPr>
            <a:r>
              <a:rPr lang="en-GB" altLang="en-US" dirty="0">
                <a:latin typeface="Arial" panose="020B0604020202020204" pitchFamily="34" charset="0"/>
                <a:ea typeface="ＭＳ Ｐゴシック" panose="020B0600070205080204" pitchFamily="34" charset="-128"/>
                <a:cs typeface="Arial" panose="020B0604020202020204" pitchFamily="34" charset="0"/>
              </a:rPr>
              <a:t>Sub-systems must exchange data. This may be done in two ways:</a:t>
            </a:r>
          </a:p>
          <a:p>
            <a:pPr lvl="1" eaLnBrk="1" hangingPunct="1">
              <a:lnSpc>
                <a:spcPct val="90000"/>
              </a:lnSpc>
              <a:buFont typeface="Wingdings" panose="05000000000000000000" pitchFamily="2" charset="2"/>
              <a:buChar char="§"/>
            </a:pPr>
            <a:r>
              <a:rPr lang="en-GB" altLang="en-US" dirty="0">
                <a:latin typeface="Arial" panose="020B0604020202020204" pitchFamily="34" charset="0"/>
                <a:ea typeface="ＭＳ Ｐゴシック" panose="020B0600070205080204" pitchFamily="34" charset="-128"/>
                <a:cs typeface="Arial" panose="020B0604020202020204" pitchFamily="34" charset="0"/>
              </a:rPr>
              <a:t>Shared data is held in a </a:t>
            </a:r>
            <a:r>
              <a:rPr lang="en-GB"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central </a:t>
            </a:r>
            <a:r>
              <a:rPr lang="en-GB" altLang="en-US" dirty="0">
                <a:latin typeface="Arial" panose="020B0604020202020204" pitchFamily="34" charset="0"/>
                <a:ea typeface="ＭＳ Ｐゴシック" panose="020B0600070205080204" pitchFamily="34" charset="-128"/>
                <a:cs typeface="Arial" panose="020B0604020202020204" pitchFamily="34" charset="0"/>
              </a:rPr>
              <a:t>database or repository and may be accessed by all sub-systems;</a:t>
            </a:r>
          </a:p>
          <a:p>
            <a:pPr lvl="1" eaLnBrk="1" hangingPunct="1">
              <a:lnSpc>
                <a:spcPct val="90000"/>
              </a:lnSpc>
              <a:buFont typeface="Wingdings" panose="05000000000000000000" pitchFamily="2" charset="2"/>
              <a:buChar char="§"/>
            </a:pPr>
            <a:r>
              <a:rPr lang="en-GB" altLang="en-US" dirty="0">
                <a:latin typeface="Arial" panose="020B0604020202020204" pitchFamily="34" charset="0"/>
                <a:ea typeface="ＭＳ Ｐゴシック" panose="020B0600070205080204" pitchFamily="34" charset="-128"/>
                <a:cs typeface="Arial" panose="020B0604020202020204" pitchFamily="34" charset="0"/>
              </a:rPr>
              <a:t>Each sub-system maintains its own database and </a:t>
            </a:r>
            <a:r>
              <a:rPr lang="en-GB"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passes data </a:t>
            </a:r>
            <a:r>
              <a:rPr lang="en-GB" altLang="en-US" dirty="0">
                <a:latin typeface="Arial" panose="020B0604020202020204" pitchFamily="34" charset="0"/>
                <a:ea typeface="ＭＳ Ｐゴシック" panose="020B0600070205080204" pitchFamily="34" charset="-128"/>
                <a:cs typeface="Arial" panose="020B0604020202020204" pitchFamily="34" charset="0"/>
              </a:rPr>
              <a:t>explicitly to other sub-systems.</a:t>
            </a:r>
          </a:p>
          <a:p>
            <a:pPr eaLnBrk="1" hangingPunct="1">
              <a:lnSpc>
                <a:spcPct val="90000"/>
              </a:lnSpc>
              <a:buFont typeface="Wingdings" panose="05000000000000000000" pitchFamily="2" charset="2"/>
              <a:buChar char="²"/>
            </a:pPr>
            <a:r>
              <a:rPr lang="en-GB" altLang="en-US" dirty="0">
                <a:latin typeface="Arial" panose="020B0604020202020204" pitchFamily="34" charset="0"/>
                <a:ea typeface="ＭＳ Ｐゴシック" panose="020B0600070205080204" pitchFamily="34" charset="-128"/>
                <a:cs typeface="Arial" panose="020B0604020202020204" pitchFamily="34" charset="0"/>
              </a:rPr>
              <a:t>When large amounts of data are to be shared, the repository model of sharing is most commonly used a this is an efficient data sharing mechanism.</a:t>
            </a:r>
          </a:p>
        </p:txBody>
      </p:sp>
      <p:sp>
        <p:nvSpPr>
          <p:cNvPr id="4" name="Slide Number Placeholder 3">
            <a:extLst>
              <a:ext uri="{FF2B5EF4-FFF2-40B4-BE49-F238E27FC236}">
                <a16:creationId xmlns:a16="http://schemas.microsoft.com/office/drawing/2014/main" id="{39AE58EB-6399-ABEC-00D3-5CAF3B3C8FF9}"/>
              </a:ext>
            </a:extLst>
          </p:cNvPr>
          <p:cNvSpPr>
            <a:spLocks noGrp="1"/>
          </p:cNvSpPr>
          <p:nvPr>
            <p:ph type="sldNum" sz="quarter" idx="12"/>
          </p:nvPr>
        </p:nvSpPr>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02F2AF7C-411C-4403-9DC3-4EFB2DA4C795}" type="slidenum">
              <a:rPr lang="en-US" altLang="en-US">
                <a:solidFill>
                  <a:srgbClr val="898989"/>
                </a:solidFill>
              </a:rPr>
              <a:pPr eaLnBrk="1" hangingPunct="1"/>
              <a:t>14</a:t>
            </a:fld>
            <a:endParaRPr lang="en-US" altLang="en-US">
              <a:solidFill>
                <a:srgbClr val="898989"/>
              </a:solidFill>
            </a:endParaRPr>
          </a:p>
        </p:txBody>
      </p:sp>
      <p:sp>
        <p:nvSpPr>
          <p:cNvPr id="5" name="Footer Placeholder 4">
            <a:extLst>
              <a:ext uri="{FF2B5EF4-FFF2-40B4-BE49-F238E27FC236}">
                <a16:creationId xmlns:a16="http://schemas.microsoft.com/office/drawing/2014/main" id="{42E19507-3414-BDD0-A189-FF87F1C39F8F}"/>
              </a:ext>
            </a:extLst>
          </p:cNvPr>
          <p:cNvSpPr>
            <a:spLocks noGrp="1"/>
          </p:cNvSpPr>
          <p:nvPr>
            <p:ph type="ftr" sz="quarter" idx="11"/>
          </p:nvPr>
        </p:nvSpPr>
        <p:spPr/>
        <p:txBody>
          <a:bodyPr/>
          <a:lstStyle/>
          <a:p>
            <a:pPr>
              <a:defRPr/>
            </a:pPr>
            <a:r>
              <a:rPr lang="en-US"/>
              <a:t>Chapter 6 Architectural design</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43D733CF-82B6-6269-EFBE-0EA9A95C35ED}"/>
              </a:ext>
            </a:extLst>
          </p:cNvPr>
          <p:cNvSpPr>
            <a:spLocks noGrp="1"/>
          </p:cNvSpPr>
          <p:nvPr>
            <p:ph type="title"/>
          </p:nvPr>
        </p:nvSpPr>
        <p:spPr/>
        <p:txBody>
          <a:bodyPr/>
          <a:lstStyle/>
          <a:p>
            <a:pPr eaLnBrk="1" hangingPunct="1"/>
            <a:r>
              <a:rPr lang="en-US" altLang="en-US">
                <a:latin typeface="Arial" panose="020B0604020202020204" pitchFamily="34" charset="0"/>
                <a:ea typeface="ＭＳ Ｐゴシック" panose="020B0600070205080204" pitchFamily="34" charset="-128"/>
                <a:cs typeface="Arial" panose="020B0604020202020204" pitchFamily="34" charset="0"/>
              </a:rPr>
              <a:t>The Repository Architecture pattern</a:t>
            </a:r>
            <a:r>
              <a:rPr lang="en-GB" altLang="en-US">
                <a:latin typeface="Arial" panose="020B0604020202020204" pitchFamily="34" charset="0"/>
                <a:ea typeface="ＭＳ Ｐゴシック" panose="020B0600070205080204" pitchFamily="34" charset="-128"/>
                <a:cs typeface="Arial" panose="020B0604020202020204" pitchFamily="34" charset="0"/>
              </a:rPr>
              <a:t> </a:t>
            </a:r>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C4CBA769-EA94-8D37-7D44-686A767638A9}"/>
              </a:ext>
            </a:extLst>
          </p:cNvPr>
          <p:cNvGraphicFramePr>
            <a:graphicFrameLocks noGrp="1"/>
          </p:cNvGraphicFramePr>
          <p:nvPr>
            <p:ph idx="1"/>
          </p:nvPr>
        </p:nvGraphicFramePr>
        <p:xfrm>
          <a:off x="1214438" y="1417638"/>
          <a:ext cx="6596062" cy="5064560"/>
        </p:xfrm>
        <a:graphic>
          <a:graphicData uri="http://schemas.openxmlformats.org/drawingml/2006/table">
            <a:tbl>
              <a:tblPr firstRow="1" bandRow="1">
                <a:tableStyleId>{5C22544A-7EE6-4342-B048-85BDC9FD1C3A}</a:tableStyleId>
              </a:tblPr>
              <a:tblGrid>
                <a:gridCol w="1550398">
                  <a:extLst>
                    <a:ext uri="{9D8B030D-6E8A-4147-A177-3AD203B41FA5}">
                      <a16:colId xmlns:a16="http://schemas.microsoft.com/office/drawing/2014/main" val="20000"/>
                    </a:ext>
                  </a:extLst>
                </a:gridCol>
                <a:gridCol w="5045664">
                  <a:extLst>
                    <a:ext uri="{9D8B030D-6E8A-4147-A177-3AD203B41FA5}">
                      <a16:colId xmlns:a16="http://schemas.microsoft.com/office/drawing/2014/main" val="20001"/>
                    </a:ext>
                  </a:extLst>
                </a:gridCol>
              </a:tblGrid>
              <a:tr h="370640">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82" marR="68582"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Repository </a:t>
                      </a:r>
                    </a:p>
                  </a:txBody>
                  <a:tcPr marL="68582" marR="68582" marT="0" marB="0"/>
                </a:tc>
                <a:extLst>
                  <a:ext uri="{0D108BD9-81ED-4DB2-BD59-A6C34878D82A}">
                    <a16:rowId xmlns:a16="http://schemas.microsoft.com/office/drawing/2014/main" val="10000"/>
                  </a:ext>
                </a:extLst>
              </a:tr>
              <a:tr h="640021">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82" marR="68582"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All data in a system is managed in a central repository that is accessible to all system components. Components do not interact directly, only through the repository. </a:t>
                      </a:r>
                    </a:p>
                  </a:txBody>
                  <a:tcPr marL="68582" marR="68582" marT="0" marB="0"/>
                </a:tc>
                <a:extLst>
                  <a:ext uri="{0D108BD9-81ED-4DB2-BD59-A6C34878D82A}">
                    <a16:rowId xmlns:a16="http://schemas.microsoft.com/office/drawing/2014/main" val="10001"/>
                  </a:ext>
                </a:extLst>
              </a:tr>
              <a:tr h="853361">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Example</a:t>
                      </a:r>
                      <a:endParaRPr lang="en-GB" sz="1400" dirty="0">
                        <a:solidFill>
                          <a:srgbClr val="000000"/>
                        </a:solidFill>
                        <a:latin typeface="Helvetica"/>
                        <a:ea typeface="Times New Roman"/>
                        <a:cs typeface="Helvetica"/>
                      </a:endParaRPr>
                    </a:p>
                  </a:txBody>
                  <a:tcPr marL="68582" marR="68582"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6.9 is an example of an IDE where the components use a repository of system design information. Each software tool generates information which is then available for use by other tools.</a:t>
                      </a:r>
                    </a:p>
                  </a:txBody>
                  <a:tcPr marL="68582" marR="68582" marT="0" marB="0"/>
                </a:tc>
                <a:extLst>
                  <a:ext uri="{0D108BD9-81ED-4DB2-BD59-A6C34878D82A}">
                    <a16:rowId xmlns:a16="http://schemas.microsoft.com/office/drawing/2014/main" val="10002"/>
                  </a:ext>
                </a:extLst>
              </a:tr>
              <a:tr h="1066701">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82" marR="68582"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You should use this pattern when you have a system in which large volumes of information are generated that has to be stored for a long time. You may also use it in data-driven systems where the inclusion of data in the repository triggers an action or tool.</a:t>
                      </a:r>
                    </a:p>
                  </a:txBody>
                  <a:tcPr marL="68582" marR="68582" marT="0" marB="0"/>
                </a:tc>
                <a:extLst>
                  <a:ext uri="{0D108BD9-81ED-4DB2-BD59-A6C34878D82A}">
                    <a16:rowId xmlns:a16="http://schemas.microsoft.com/office/drawing/2014/main" val="10003"/>
                  </a:ext>
                </a:extLst>
              </a:tr>
              <a:tr h="1066701">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82" marR="68582"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Components can be independent—they do not need to know of the existence of other components. Changes made by one component can be propagated to all components. All data can be managed consistently (e.g., backups done at the same time) as it is all in one place. </a:t>
                      </a:r>
                    </a:p>
                  </a:txBody>
                  <a:tcPr marL="68582" marR="68582" marT="0" marB="0"/>
                </a:tc>
                <a:extLst>
                  <a:ext uri="{0D108BD9-81ED-4DB2-BD59-A6C34878D82A}">
                    <a16:rowId xmlns:a16="http://schemas.microsoft.com/office/drawing/2014/main" val="10004"/>
                  </a:ext>
                </a:extLst>
              </a:tr>
              <a:tr h="1066701">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82" marR="68582"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repository is a single point of failure so problems in the repository affect the whole system. May be inefficiencies in organizing all communication through the repository. Distributing the repository across several computers may be difficult.</a:t>
                      </a:r>
                    </a:p>
                  </a:txBody>
                  <a:tcPr marL="68582" marR="68582" marT="0" marB="0"/>
                </a:tc>
                <a:extLst>
                  <a:ext uri="{0D108BD9-81ED-4DB2-BD59-A6C34878D82A}">
                    <a16:rowId xmlns:a16="http://schemas.microsoft.com/office/drawing/2014/main" val="10005"/>
                  </a:ext>
                </a:extLst>
              </a:tr>
            </a:tbl>
          </a:graphicData>
        </a:graphic>
      </p:graphicFrame>
      <p:sp>
        <p:nvSpPr>
          <p:cNvPr id="5" name="Slide Number Placeholder 4">
            <a:extLst>
              <a:ext uri="{FF2B5EF4-FFF2-40B4-BE49-F238E27FC236}">
                <a16:creationId xmlns:a16="http://schemas.microsoft.com/office/drawing/2014/main" id="{D81F7DF6-1012-8CEC-752F-94F4BB9315EF}"/>
              </a:ext>
            </a:extLst>
          </p:cNvPr>
          <p:cNvSpPr>
            <a:spLocks noGrp="1"/>
          </p:cNvSpPr>
          <p:nvPr>
            <p:ph type="sldNum" sz="quarter" idx="12"/>
          </p:nvPr>
        </p:nvSpPr>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F15C3192-4EA5-4C60-89F4-10DE26304263}" type="slidenum">
              <a:rPr lang="en-US" altLang="en-US">
                <a:solidFill>
                  <a:srgbClr val="898989"/>
                </a:solidFill>
              </a:rPr>
              <a:pPr eaLnBrk="1" hangingPunct="1"/>
              <a:t>15</a:t>
            </a:fld>
            <a:endParaRPr lang="en-US" altLang="en-US">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D4B4E4AF-D5F5-5862-5300-0B2EC50D62EE}"/>
              </a:ext>
            </a:extLst>
          </p:cNvPr>
          <p:cNvSpPr>
            <a:spLocks noGrp="1"/>
          </p:cNvSpPr>
          <p:nvPr>
            <p:ph type="title"/>
          </p:nvPr>
        </p:nvSpPr>
        <p:spPr/>
        <p:txBody>
          <a:bodyPr/>
          <a:lstStyle/>
          <a:p>
            <a:pPr eaLnBrk="1" hangingPunct="1"/>
            <a:r>
              <a:rPr lang="en-US" altLang="en-US">
                <a:latin typeface="Arial" panose="020B0604020202020204" pitchFamily="34" charset="0"/>
                <a:ea typeface="ＭＳ Ｐゴシック" panose="020B0600070205080204" pitchFamily="34" charset="-128"/>
                <a:cs typeface="Arial" panose="020B0604020202020204" pitchFamily="34" charset="0"/>
              </a:rPr>
              <a:t>A repository architecture for an IDE</a:t>
            </a:r>
            <a:r>
              <a:rPr lang="en-GB" altLang="en-US">
                <a:latin typeface="Arial" panose="020B0604020202020204" pitchFamily="34" charset="0"/>
                <a:ea typeface="ＭＳ Ｐゴシック" panose="020B0600070205080204" pitchFamily="34" charset="-128"/>
                <a:cs typeface="Arial" panose="020B0604020202020204" pitchFamily="34" charset="0"/>
              </a:rPr>
              <a:t> </a:t>
            </a:r>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pic>
        <p:nvPicPr>
          <p:cNvPr id="23555" name="Content Placeholder 3" descr="6.9 RepositoryIDE.eps">
            <a:extLst>
              <a:ext uri="{FF2B5EF4-FFF2-40B4-BE49-F238E27FC236}">
                <a16:creationId xmlns:a16="http://schemas.microsoft.com/office/drawing/2014/main" id="{68972BC6-C9C5-333B-00C4-E85B863729A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2286" b="-12286"/>
          <a:stretch>
            <a:fillRect/>
          </a:stretch>
        </p:blipFill>
        <p:spPr bwMode="auto">
          <a:xfrm>
            <a:off x="754063" y="1600200"/>
            <a:ext cx="7245350" cy="3984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F0317687-6385-733A-1C4D-DFB8B2C3644E}"/>
              </a:ext>
            </a:extLst>
          </p:cNvPr>
          <p:cNvSpPr>
            <a:spLocks noGrp="1"/>
          </p:cNvSpPr>
          <p:nvPr>
            <p:ph type="sldNum" sz="quarter" idx="12"/>
          </p:nvPr>
        </p:nvSpPr>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C5C7AEA9-49D4-41D4-A356-F7CBB217FD76}" type="slidenum">
              <a:rPr lang="en-US" altLang="en-US">
                <a:solidFill>
                  <a:srgbClr val="898989"/>
                </a:solidFill>
              </a:rPr>
              <a:pPr eaLnBrk="1" hangingPunct="1"/>
              <a:t>16</a:t>
            </a:fld>
            <a:endParaRPr lang="en-US" altLang="en-US">
              <a:solidFill>
                <a:srgbClr val="898989"/>
              </a:solidFill>
            </a:endParaRPr>
          </a:p>
        </p:txBody>
      </p:sp>
      <p:sp>
        <p:nvSpPr>
          <p:cNvPr id="6" name="Footer Placeholder 5">
            <a:extLst>
              <a:ext uri="{FF2B5EF4-FFF2-40B4-BE49-F238E27FC236}">
                <a16:creationId xmlns:a16="http://schemas.microsoft.com/office/drawing/2014/main" id="{0B0122D1-6B70-8F72-02E3-81FA5CE881E1}"/>
              </a:ext>
            </a:extLst>
          </p:cNvPr>
          <p:cNvSpPr>
            <a:spLocks noGrp="1"/>
          </p:cNvSpPr>
          <p:nvPr>
            <p:ph type="ftr" sz="quarter" idx="11"/>
          </p:nvPr>
        </p:nvSpPr>
        <p:spPr/>
        <p:txBody>
          <a:bodyPr/>
          <a:lstStyle/>
          <a:p>
            <a:pPr>
              <a:defRPr/>
            </a:pPr>
            <a:r>
              <a:rPr lang="en-US"/>
              <a:t>Chapter 6 Architectural design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34AD951-D553-686B-68CE-C7760590AB91}"/>
              </a:ext>
            </a:extLst>
          </p:cNvPr>
          <p:cNvSpPr>
            <a:spLocks noGrp="1" noChangeArrowheads="1"/>
          </p:cNvSpPr>
          <p:nvPr>
            <p:ph type="title"/>
          </p:nvPr>
        </p:nvSpPr>
        <p:spPr>
          <a:xfrm>
            <a:off x="668126" y="457200"/>
            <a:ext cx="7773338" cy="1596177"/>
          </a:xfrm>
        </p:spPr>
        <p:txBody>
          <a:bodyPr lIns="90487" tIns="44450" rIns="90487" bIns="44450"/>
          <a:lstStyle/>
          <a:p>
            <a:pPr eaLnBrk="1" hangingPunct="1"/>
            <a:r>
              <a:rPr lang="en-GB" altLang="en-US" dirty="0">
                <a:latin typeface="Arial" panose="020B0604020202020204" pitchFamily="34" charset="0"/>
                <a:ea typeface="ＭＳ Ｐゴシック" panose="020B0600070205080204" pitchFamily="34" charset="-128"/>
                <a:cs typeface="Arial" panose="020B0604020202020204" pitchFamily="34" charset="0"/>
              </a:rPr>
              <a:t>Client-server architecture</a:t>
            </a:r>
          </a:p>
        </p:txBody>
      </p:sp>
      <p:sp>
        <p:nvSpPr>
          <p:cNvPr id="24579" name="Rectangle 3">
            <a:extLst>
              <a:ext uri="{FF2B5EF4-FFF2-40B4-BE49-F238E27FC236}">
                <a16:creationId xmlns:a16="http://schemas.microsoft.com/office/drawing/2014/main" id="{33C84CCC-724E-3750-4C09-92BEBE0F0B73}"/>
              </a:ext>
            </a:extLst>
          </p:cNvPr>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7" tIns="44450" rIns="90487" bIns="44450" numCol="1" anchor="t" anchorCtr="0" compatLnSpc="1">
            <a:prstTxWarp prst="textNoShape">
              <a:avLst/>
            </a:prstTxWarp>
          </a:bodyPr>
          <a:lstStyle/>
          <a:p>
            <a:pPr eaLnBrk="1" hangingPunct="1">
              <a:lnSpc>
                <a:spcPct val="90000"/>
              </a:lnSpc>
              <a:buFont typeface="Wingdings" panose="05000000000000000000" pitchFamily="2" charset="2"/>
              <a:buChar char="²"/>
            </a:pPr>
            <a:r>
              <a:rPr lang="en-GB"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Distributed system model </a:t>
            </a:r>
            <a:r>
              <a:rPr lang="en-GB" altLang="en-US" dirty="0">
                <a:latin typeface="Arial" panose="020B0604020202020204" pitchFamily="34" charset="0"/>
                <a:ea typeface="ＭＳ Ｐゴシック" panose="020B0600070205080204" pitchFamily="34" charset="-128"/>
                <a:cs typeface="Arial" panose="020B0604020202020204" pitchFamily="34" charset="0"/>
              </a:rPr>
              <a:t>which shows how data and processing is distributed across a range of components.</a:t>
            </a:r>
          </a:p>
          <a:p>
            <a:pPr lvl="1" eaLnBrk="1" hangingPunct="1">
              <a:lnSpc>
                <a:spcPct val="90000"/>
              </a:lnSpc>
              <a:buFont typeface="Wingdings" panose="05000000000000000000" pitchFamily="2" charset="2"/>
              <a:buChar char="§"/>
            </a:pPr>
            <a:r>
              <a:rPr lang="en-GB" altLang="en-US" dirty="0">
                <a:latin typeface="Arial" panose="020B0604020202020204" pitchFamily="34" charset="0"/>
                <a:ea typeface="ＭＳ Ｐゴシック" panose="020B0600070205080204" pitchFamily="34" charset="-128"/>
                <a:cs typeface="Arial" panose="020B0604020202020204" pitchFamily="34" charset="0"/>
              </a:rPr>
              <a:t>Can be implemented on a single computer.</a:t>
            </a:r>
          </a:p>
          <a:p>
            <a:pPr eaLnBrk="1" hangingPunct="1">
              <a:lnSpc>
                <a:spcPct val="90000"/>
              </a:lnSpc>
              <a:buFont typeface="Wingdings" panose="05000000000000000000" pitchFamily="2" charset="2"/>
              <a:buChar char="²"/>
            </a:pPr>
            <a:r>
              <a:rPr lang="en-GB" altLang="en-US" dirty="0">
                <a:latin typeface="Arial" panose="020B0604020202020204" pitchFamily="34" charset="0"/>
                <a:ea typeface="ＭＳ Ｐゴシック" panose="020B0600070205080204" pitchFamily="34" charset="-128"/>
                <a:cs typeface="Arial" panose="020B0604020202020204" pitchFamily="34" charset="0"/>
              </a:rPr>
              <a:t>Set of </a:t>
            </a:r>
            <a:r>
              <a:rPr lang="en-GB"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stand-alone servers </a:t>
            </a:r>
            <a:r>
              <a:rPr lang="en-GB" altLang="en-US" dirty="0">
                <a:latin typeface="Arial" panose="020B0604020202020204" pitchFamily="34" charset="0"/>
                <a:ea typeface="ＭＳ Ｐゴシック" panose="020B0600070205080204" pitchFamily="34" charset="-128"/>
                <a:cs typeface="Arial" panose="020B0604020202020204" pitchFamily="34" charset="0"/>
              </a:rPr>
              <a:t>which provide specific services such as printing, data management, etc.</a:t>
            </a:r>
          </a:p>
          <a:p>
            <a:pPr eaLnBrk="1" hangingPunct="1">
              <a:lnSpc>
                <a:spcPct val="90000"/>
              </a:lnSpc>
              <a:buFont typeface="Wingdings" panose="05000000000000000000" pitchFamily="2" charset="2"/>
              <a:buChar char="²"/>
            </a:pPr>
            <a:r>
              <a:rPr lang="en-GB" altLang="en-US" dirty="0">
                <a:latin typeface="Arial" panose="020B0604020202020204" pitchFamily="34" charset="0"/>
                <a:ea typeface="ＭＳ Ｐゴシック" panose="020B0600070205080204" pitchFamily="34" charset="-128"/>
                <a:cs typeface="Arial" panose="020B0604020202020204" pitchFamily="34" charset="0"/>
              </a:rPr>
              <a:t>Set of </a:t>
            </a:r>
            <a:r>
              <a:rPr lang="en-GB"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clients </a:t>
            </a:r>
            <a:r>
              <a:rPr lang="en-GB" altLang="en-US" dirty="0">
                <a:latin typeface="Arial" panose="020B0604020202020204" pitchFamily="34" charset="0"/>
                <a:ea typeface="ＭＳ Ｐゴシック" panose="020B0600070205080204" pitchFamily="34" charset="-128"/>
                <a:cs typeface="Arial" panose="020B0604020202020204" pitchFamily="34" charset="0"/>
              </a:rPr>
              <a:t>which call on these services.</a:t>
            </a:r>
          </a:p>
          <a:p>
            <a:pPr eaLnBrk="1" hangingPunct="1">
              <a:lnSpc>
                <a:spcPct val="90000"/>
              </a:lnSpc>
              <a:buFont typeface="Wingdings" panose="05000000000000000000" pitchFamily="2" charset="2"/>
              <a:buChar char="²"/>
            </a:pPr>
            <a:r>
              <a:rPr lang="en-GB"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Network</a:t>
            </a:r>
            <a:r>
              <a:rPr lang="en-GB" altLang="en-US" dirty="0">
                <a:latin typeface="Arial" panose="020B0604020202020204" pitchFamily="34" charset="0"/>
                <a:ea typeface="ＭＳ Ｐゴシック" panose="020B0600070205080204" pitchFamily="34" charset="-128"/>
                <a:cs typeface="Arial" panose="020B0604020202020204" pitchFamily="34" charset="0"/>
              </a:rPr>
              <a:t> which allows clients to access servers.</a:t>
            </a:r>
          </a:p>
        </p:txBody>
      </p:sp>
      <p:sp>
        <p:nvSpPr>
          <p:cNvPr id="4" name="Slide Number Placeholder 3">
            <a:extLst>
              <a:ext uri="{FF2B5EF4-FFF2-40B4-BE49-F238E27FC236}">
                <a16:creationId xmlns:a16="http://schemas.microsoft.com/office/drawing/2014/main" id="{EDF46861-9BA9-8C68-1AFB-E528BAC0B670}"/>
              </a:ext>
            </a:extLst>
          </p:cNvPr>
          <p:cNvSpPr>
            <a:spLocks noGrp="1"/>
          </p:cNvSpPr>
          <p:nvPr>
            <p:ph type="sldNum" sz="quarter" idx="12"/>
          </p:nvPr>
        </p:nvSpPr>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3E66BE2C-BD89-4ACD-9FBA-F05174D947BA}" type="slidenum">
              <a:rPr lang="en-US" altLang="en-US">
                <a:solidFill>
                  <a:srgbClr val="898989"/>
                </a:solidFill>
              </a:rPr>
              <a:pPr eaLnBrk="1" hangingPunct="1"/>
              <a:t>17</a:t>
            </a:fld>
            <a:endParaRPr lang="en-US" altLang="en-US">
              <a:solidFill>
                <a:srgbClr val="898989"/>
              </a:solidFill>
            </a:endParaRPr>
          </a:p>
        </p:txBody>
      </p:sp>
      <p:sp>
        <p:nvSpPr>
          <p:cNvPr id="5" name="Footer Placeholder 4">
            <a:extLst>
              <a:ext uri="{FF2B5EF4-FFF2-40B4-BE49-F238E27FC236}">
                <a16:creationId xmlns:a16="http://schemas.microsoft.com/office/drawing/2014/main" id="{5F726F4B-3BB9-6D6E-3E98-59E067E82FBE}"/>
              </a:ext>
            </a:extLst>
          </p:cNvPr>
          <p:cNvSpPr>
            <a:spLocks noGrp="1"/>
          </p:cNvSpPr>
          <p:nvPr>
            <p:ph type="ftr" sz="quarter" idx="11"/>
          </p:nvPr>
        </p:nvSpPr>
        <p:spPr/>
        <p:txBody>
          <a:bodyPr/>
          <a:lstStyle/>
          <a:p>
            <a:pPr>
              <a:defRPr/>
            </a:pPr>
            <a:r>
              <a:rPr lang="en-US"/>
              <a:t>Chapter 6 Architectural design</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A522C83F-98F9-00B8-B0C9-D1C989FF0085}"/>
              </a:ext>
            </a:extLst>
          </p:cNvPr>
          <p:cNvSpPr>
            <a:spLocks noGrp="1"/>
          </p:cNvSpPr>
          <p:nvPr>
            <p:ph type="title"/>
          </p:nvPr>
        </p:nvSpPr>
        <p:spPr>
          <a:xfrm>
            <a:off x="685331" y="457200"/>
            <a:ext cx="7773338" cy="1596177"/>
          </a:xfrm>
        </p:spPr>
        <p:txBody>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The Client–server pattern</a:t>
            </a:r>
            <a:r>
              <a:rPr lang="en-GB" altLang="en-US" dirty="0">
                <a:latin typeface="Arial" panose="020B0604020202020204" pitchFamily="34" charset="0"/>
                <a:ea typeface="ＭＳ Ｐゴシック" panose="020B0600070205080204" pitchFamily="34" charset="-128"/>
                <a:cs typeface="Arial" panose="020B0604020202020204" pitchFamily="34" charset="0"/>
              </a:rPr>
              <a:t> </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D52CA4BA-9B02-A4DD-CD50-F68B665F64D3}"/>
              </a:ext>
            </a:extLst>
          </p:cNvPr>
          <p:cNvGraphicFramePr>
            <a:graphicFrameLocks noGrp="1"/>
          </p:cNvGraphicFramePr>
          <p:nvPr>
            <p:ph idx="1"/>
          </p:nvPr>
        </p:nvGraphicFramePr>
        <p:xfrm>
          <a:off x="930275" y="1600200"/>
          <a:ext cx="7297738" cy="4211637"/>
        </p:xfrm>
        <a:graphic>
          <a:graphicData uri="http://schemas.openxmlformats.org/drawingml/2006/table">
            <a:tbl>
              <a:tblPr firstRow="1" bandRow="1">
                <a:tableStyleId>{5C22544A-7EE6-4342-B048-85BDC9FD1C3A}</a:tableStyleId>
              </a:tblPr>
              <a:tblGrid>
                <a:gridCol w="1847125">
                  <a:extLst>
                    <a:ext uri="{9D8B030D-6E8A-4147-A177-3AD203B41FA5}">
                      <a16:colId xmlns:a16="http://schemas.microsoft.com/office/drawing/2014/main" val="20000"/>
                    </a:ext>
                  </a:extLst>
                </a:gridCol>
                <a:gridCol w="5450613">
                  <a:extLst>
                    <a:ext uri="{9D8B030D-6E8A-4147-A177-3AD203B41FA5}">
                      <a16:colId xmlns:a16="http://schemas.microsoft.com/office/drawing/2014/main" val="20001"/>
                    </a:ext>
                  </a:extLst>
                </a:gridCol>
              </a:tblGrid>
              <a:tr h="370868">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Name</a:t>
                      </a:r>
                    </a:p>
                  </a:txBody>
                  <a:tcPr marL="68573" marR="68573" marT="0" marB="0"/>
                </a:tc>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Client-server</a:t>
                      </a:r>
                    </a:p>
                  </a:txBody>
                  <a:tcPr marL="68573" marR="68573" marT="0" marB="0"/>
                </a:tc>
                <a:extLst>
                  <a:ext uri="{0D108BD9-81ED-4DB2-BD59-A6C34878D82A}">
                    <a16:rowId xmlns:a16="http://schemas.microsoft.com/office/drawing/2014/main" val="10000"/>
                  </a:ext>
                </a:extLst>
              </a:tr>
              <a:tr h="853504">
                <a:tc>
                  <a:txBody>
                    <a:bodyPr/>
                    <a:lstStyle/>
                    <a:p>
                      <a:pPr algn="just">
                        <a:spcAft>
                          <a:spcPts val="0"/>
                        </a:spcAft>
                        <a:tabLst>
                          <a:tab pos="342900" algn="l"/>
                          <a:tab pos="685800" algn="l"/>
                          <a:tab pos="1028700" algn="l"/>
                        </a:tabLst>
                      </a:pPr>
                      <a:r>
                        <a:rPr lang="en-GB" sz="1400" b="1" dirty="0">
                          <a:solidFill>
                            <a:srgbClr val="000000"/>
                          </a:solidFill>
                          <a:latin typeface="Helvetica"/>
                          <a:ea typeface="Times New Roman"/>
                          <a:cs typeface="Helvetica"/>
                        </a:rPr>
                        <a:t>Description</a:t>
                      </a:r>
                      <a:endParaRPr lang="en-GB" sz="1400" dirty="0">
                        <a:solidFill>
                          <a:srgbClr val="000000"/>
                        </a:solidFill>
                        <a:latin typeface="Helvetica"/>
                        <a:ea typeface="Times New Roman"/>
                        <a:cs typeface="Helvetica"/>
                      </a:endParaRPr>
                    </a:p>
                  </a:txBody>
                  <a:tcPr marL="68573" marR="68573"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In a client–server architecture, the functionality of the system is organized into services, with each service delivered from a separate server. Clients are users of these services and access servers to make use of them.</a:t>
                      </a:r>
                    </a:p>
                  </a:txBody>
                  <a:tcPr marL="68573" marR="68573" marT="0" marB="0"/>
                </a:tc>
                <a:extLst>
                  <a:ext uri="{0D108BD9-81ED-4DB2-BD59-A6C34878D82A}">
                    <a16:rowId xmlns:a16="http://schemas.microsoft.com/office/drawing/2014/main" val="10001"/>
                  </a:ext>
                </a:extLst>
              </a:tr>
              <a:tr h="426752">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Example</a:t>
                      </a:r>
                      <a:endParaRPr lang="en-GB" sz="1400">
                        <a:solidFill>
                          <a:srgbClr val="000000"/>
                        </a:solidFill>
                        <a:latin typeface="Helvetica"/>
                        <a:ea typeface="Times New Roman"/>
                        <a:cs typeface="Helvetica"/>
                      </a:endParaRPr>
                    </a:p>
                  </a:txBody>
                  <a:tcPr marL="68573" marR="68573"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Figure 6.11 is an example of a film and video/DVD library organized as a client–server system.</a:t>
                      </a:r>
                    </a:p>
                  </a:txBody>
                  <a:tcPr marL="68573" marR="68573" marT="0" marB="0"/>
                </a:tc>
                <a:extLst>
                  <a:ext uri="{0D108BD9-81ED-4DB2-BD59-A6C34878D82A}">
                    <a16:rowId xmlns:a16="http://schemas.microsoft.com/office/drawing/2014/main" val="10002"/>
                  </a:ext>
                </a:extLst>
              </a:tr>
              <a:tr h="640128">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When used</a:t>
                      </a:r>
                      <a:endParaRPr lang="en-GB" sz="1400">
                        <a:solidFill>
                          <a:srgbClr val="000000"/>
                        </a:solidFill>
                        <a:latin typeface="Helvetica"/>
                        <a:ea typeface="Times New Roman"/>
                        <a:cs typeface="Helvetica"/>
                      </a:endParaRPr>
                    </a:p>
                  </a:txBody>
                  <a:tcPr marL="68573" marR="68573"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Used when data in a shared database has to be accessed from a range of locations. Because servers can be replicated, may also be used when the load on a system is variable.</a:t>
                      </a:r>
                    </a:p>
                  </a:txBody>
                  <a:tcPr marL="68573" marR="68573" marT="0" marB="0"/>
                </a:tc>
                <a:extLst>
                  <a:ext uri="{0D108BD9-81ED-4DB2-BD59-A6C34878D82A}">
                    <a16:rowId xmlns:a16="http://schemas.microsoft.com/office/drawing/2014/main" val="10003"/>
                  </a:ext>
                </a:extLst>
              </a:tr>
              <a:tr h="853504">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Advantages</a:t>
                      </a:r>
                      <a:endParaRPr lang="en-GB" sz="1400">
                        <a:solidFill>
                          <a:srgbClr val="000000"/>
                        </a:solidFill>
                        <a:latin typeface="Helvetica"/>
                        <a:ea typeface="Times New Roman"/>
                        <a:cs typeface="Helvetica"/>
                      </a:endParaRPr>
                    </a:p>
                  </a:txBody>
                  <a:tcPr marL="68573" marR="68573"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The principal advantage of this model is that servers can be distributed across a network. General functionality (e.g., a printing service) can be available to all clients and does not need to be implemented by all services. </a:t>
                      </a:r>
                    </a:p>
                  </a:txBody>
                  <a:tcPr marL="68573" marR="68573" marT="0" marB="0"/>
                </a:tc>
                <a:extLst>
                  <a:ext uri="{0D108BD9-81ED-4DB2-BD59-A6C34878D82A}">
                    <a16:rowId xmlns:a16="http://schemas.microsoft.com/office/drawing/2014/main" val="10004"/>
                  </a:ext>
                </a:extLst>
              </a:tr>
              <a:tr h="1066881">
                <a:tc>
                  <a:txBody>
                    <a:bodyPr/>
                    <a:lstStyle/>
                    <a:p>
                      <a:pPr algn="just">
                        <a:spcAft>
                          <a:spcPts val="0"/>
                        </a:spcAft>
                        <a:tabLst>
                          <a:tab pos="342900" algn="l"/>
                          <a:tab pos="685800" algn="l"/>
                          <a:tab pos="1028700" algn="l"/>
                        </a:tabLst>
                      </a:pPr>
                      <a:r>
                        <a:rPr lang="en-GB" sz="1400" b="1">
                          <a:solidFill>
                            <a:srgbClr val="000000"/>
                          </a:solidFill>
                          <a:latin typeface="Helvetica"/>
                          <a:ea typeface="Times New Roman"/>
                          <a:cs typeface="Helvetica"/>
                        </a:rPr>
                        <a:t>Disadvantages</a:t>
                      </a:r>
                      <a:endParaRPr lang="en-GB" sz="1400">
                        <a:solidFill>
                          <a:srgbClr val="000000"/>
                        </a:solidFill>
                        <a:latin typeface="Helvetica"/>
                        <a:ea typeface="Times New Roman"/>
                        <a:cs typeface="Helvetica"/>
                      </a:endParaRPr>
                    </a:p>
                  </a:txBody>
                  <a:tcPr marL="68573" marR="68573" marT="0" marB="0"/>
                </a:tc>
                <a:tc>
                  <a:txBody>
                    <a:bodyPr/>
                    <a:lstStyle/>
                    <a:p>
                      <a:pPr algn="just">
                        <a:spcAft>
                          <a:spcPts val="0"/>
                        </a:spcAft>
                        <a:tabLst>
                          <a:tab pos="342900" algn="l"/>
                          <a:tab pos="685800" algn="l"/>
                          <a:tab pos="1028700" algn="l"/>
                        </a:tabLst>
                      </a:pPr>
                      <a:r>
                        <a:rPr lang="en-GB" sz="1400" dirty="0">
                          <a:solidFill>
                            <a:srgbClr val="000000"/>
                          </a:solidFill>
                          <a:latin typeface="Helvetica"/>
                          <a:ea typeface="Times New Roman"/>
                          <a:cs typeface="Helvetica"/>
                        </a:rPr>
                        <a:t>Each service is a single point of failure so susceptible to denial of service attacks or server failure. Performance may be unpredictable because it depends on the network as well as the system. May be management problems if servers are owned by different organizations.</a:t>
                      </a:r>
                    </a:p>
                  </a:txBody>
                  <a:tcPr marL="68573" marR="68573" marT="0" marB="0"/>
                </a:tc>
                <a:extLst>
                  <a:ext uri="{0D108BD9-81ED-4DB2-BD59-A6C34878D82A}">
                    <a16:rowId xmlns:a16="http://schemas.microsoft.com/office/drawing/2014/main" val="10005"/>
                  </a:ext>
                </a:extLst>
              </a:tr>
            </a:tbl>
          </a:graphicData>
        </a:graphic>
      </p:graphicFrame>
      <p:sp>
        <p:nvSpPr>
          <p:cNvPr id="5" name="Slide Number Placeholder 4">
            <a:extLst>
              <a:ext uri="{FF2B5EF4-FFF2-40B4-BE49-F238E27FC236}">
                <a16:creationId xmlns:a16="http://schemas.microsoft.com/office/drawing/2014/main" id="{8EF34AD8-E986-9C27-7794-3A24747A69FA}"/>
              </a:ext>
            </a:extLst>
          </p:cNvPr>
          <p:cNvSpPr>
            <a:spLocks noGrp="1"/>
          </p:cNvSpPr>
          <p:nvPr>
            <p:ph type="sldNum" sz="quarter" idx="12"/>
          </p:nvPr>
        </p:nvSpPr>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821D1CE9-1ED3-4462-9EFA-092A61FB2619}" type="slidenum">
              <a:rPr lang="en-US" altLang="en-US">
                <a:solidFill>
                  <a:srgbClr val="898989"/>
                </a:solidFill>
              </a:rPr>
              <a:pPr eaLnBrk="1" hangingPunct="1"/>
              <a:t>18</a:t>
            </a:fld>
            <a:endParaRPr lang="en-US" altLang="en-US">
              <a:solidFill>
                <a:srgbClr val="898989"/>
              </a:solidFill>
            </a:endParaRPr>
          </a:p>
        </p:txBody>
      </p:sp>
      <p:sp>
        <p:nvSpPr>
          <p:cNvPr id="6" name="Footer Placeholder 5">
            <a:extLst>
              <a:ext uri="{FF2B5EF4-FFF2-40B4-BE49-F238E27FC236}">
                <a16:creationId xmlns:a16="http://schemas.microsoft.com/office/drawing/2014/main" id="{A2CA20A2-9378-202A-F0C1-BF5B3C84FCD9}"/>
              </a:ext>
            </a:extLst>
          </p:cNvPr>
          <p:cNvSpPr>
            <a:spLocks noGrp="1"/>
          </p:cNvSpPr>
          <p:nvPr>
            <p:ph type="ftr" sz="quarter" idx="11"/>
          </p:nvPr>
        </p:nvSpPr>
        <p:spPr/>
        <p:txBody>
          <a:bodyPr/>
          <a:lstStyle/>
          <a:p>
            <a:pPr>
              <a:defRPr/>
            </a:pPr>
            <a:r>
              <a:rPr lang="en-US"/>
              <a:t>Chapter 6 Architectural design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88789398-F02C-98C6-4EE7-397A0F2212BF}"/>
              </a:ext>
            </a:extLst>
          </p:cNvPr>
          <p:cNvSpPr>
            <a:spLocks noGrp="1"/>
          </p:cNvSpPr>
          <p:nvPr>
            <p:ph type="title"/>
          </p:nvPr>
        </p:nvSpPr>
        <p:spPr>
          <a:xfrm>
            <a:off x="685332" y="322686"/>
            <a:ext cx="7773338" cy="1596177"/>
          </a:xfrm>
        </p:spPr>
        <p:txBody>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A client–server architecture for a film library</a:t>
            </a:r>
            <a:r>
              <a:rPr lang="en-GB" altLang="en-US" dirty="0">
                <a:latin typeface="Arial" panose="020B0604020202020204" pitchFamily="34" charset="0"/>
                <a:ea typeface="ＭＳ Ｐゴシック" panose="020B0600070205080204" pitchFamily="34" charset="-128"/>
                <a:cs typeface="Arial" panose="020B0604020202020204" pitchFamily="34" charset="0"/>
              </a:rPr>
              <a:t> </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pic>
        <p:nvPicPr>
          <p:cNvPr id="26627" name="Content Placeholder 3" descr="6.11 ClientServerFilmPhoto.eps">
            <a:extLst>
              <a:ext uri="{FF2B5EF4-FFF2-40B4-BE49-F238E27FC236}">
                <a16:creationId xmlns:a16="http://schemas.microsoft.com/office/drawing/2014/main" id="{0A813061-AD15-AB8F-6295-2C4C16E6370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062" r="-1062"/>
          <a:stretch>
            <a:fillRect/>
          </a:stretch>
        </p:blipFill>
        <p:spPr bwMode="auto">
          <a:xfrm>
            <a:off x="822325" y="1776413"/>
            <a:ext cx="7204075" cy="3960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74129433-E089-DE7A-43DC-9942D83AB6E0}"/>
              </a:ext>
            </a:extLst>
          </p:cNvPr>
          <p:cNvSpPr>
            <a:spLocks noGrp="1"/>
          </p:cNvSpPr>
          <p:nvPr>
            <p:ph type="sldNum" sz="quarter" idx="12"/>
          </p:nvPr>
        </p:nvSpPr>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236B4D04-B35D-4194-922A-1F81DFF661C7}" type="slidenum">
              <a:rPr lang="en-US" altLang="en-US">
                <a:solidFill>
                  <a:srgbClr val="898989"/>
                </a:solidFill>
              </a:rPr>
              <a:pPr eaLnBrk="1" hangingPunct="1"/>
              <a:t>19</a:t>
            </a:fld>
            <a:endParaRPr lang="en-US" altLang="en-US">
              <a:solidFill>
                <a:srgbClr val="89898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B1981535-B5AA-4E0C-ACE5-925CC19B20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BF97D060-AA7E-4411-BA62-28BD1EBD55D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7" name="Picture 6" descr="A diagram of a computer network&#10;&#10;Description automatically generated">
            <a:extLst>
              <a:ext uri="{FF2B5EF4-FFF2-40B4-BE49-F238E27FC236}">
                <a16:creationId xmlns:a16="http://schemas.microsoft.com/office/drawing/2014/main" id="{1E0E9A26-6C44-356B-7E74-AF0EA0DB5C36}"/>
              </a:ext>
            </a:extLst>
          </p:cNvPr>
          <p:cNvPicPr>
            <a:picLocks noChangeAspect="1"/>
          </p:cNvPicPr>
          <p:nvPr/>
        </p:nvPicPr>
        <p:blipFill>
          <a:blip r:embed="rId4"/>
          <a:stretch>
            <a:fillRect/>
          </a:stretch>
        </p:blipFill>
        <p:spPr>
          <a:xfrm>
            <a:off x="952051" y="939663"/>
            <a:ext cx="7196347" cy="4677625"/>
          </a:xfrm>
          <a:prstGeom prst="roundRect">
            <a:avLst>
              <a:gd name="adj" fmla="val 5301"/>
            </a:avLst>
          </a:prstGeom>
          <a:ln w="19050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614319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 Peer-to-peer pattern</a:t>
            </a:r>
            <a:endParaRPr lang="en-GB" dirty="0"/>
          </a:p>
        </p:txBody>
      </p:sp>
      <p:sp>
        <p:nvSpPr>
          <p:cNvPr id="3" name="Content Placeholder 2"/>
          <p:cNvSpPr>
            <a:spLocks noGrp="1"/>
          </p:cNvSpPr>
          <p:nvPr>
            <p:ph idx="1"/>
          </p:nvPr>
        </p:nvSpPr>
        <p:spPr/>
        <p:txBody>
          <a:bodyPr>
            <a:normAutofit fontScale="70000" lnSpcReduction="20000"/>
          </a:bodyPr>
          <a:lstStyle/>
          <a:p>
            <a:r>
              <a:rPr lang="en-GB" dirty="0"/>
              <a:t>In this pattern, individual components are known as </a:t>
            </a:r>
            <a:r>
              <a:rPr lang="en-GB" b="1" dirty="0"/>
              <a:t>peers</a:t>
            </a:r>
            <a:r>
              <a:rPr lang="en-GB" dirty="0"/>
              <a:t>. </a:t>
            </a:r>
            <a:endParaRPr lang="tr-TR" dirty="0"/>
          </a:p>
          <a:p>
            <a:r>
              <a:rPr lang="en-GB" dirty="0"/>
              <a:t>Peers may function both as a </a:t>
            </a:r>
            <a:r>
              <a:rPr lang="en-GB" b="1" dirty="0"/>
              <a:t>client</a:t>
            </a:r>
            <a:r>
              <a:rPr lang="en-GB" dirty="0"/>
              <a:t>, requesting services from other peers, and as a </a:t>
            </a:r>
            <a:r>
              <a:rPr lang="en-GB" b="1" dirty="0"/>
              <a:t>server</a:t>
            </a:r>
            <a:r>
              <a:rPr lang="en-GB" dirty="0"/>
              <a:t>, providing services to other peers. </a:t>
            </a:r>
            <a:endParaRPr lang="tr-TR" dirty="0"/>
          </a:p>
          <a:p>
            <a:r>
              <a:rPr lang="en-GB" dirty="0"/>
              <a:t>A peer may act as a client or as a server or as both, and it can change its role dynamically with time.</a:t>
            </a:r>
          </a:p>
          <a:p>
            <a:pPr marL="0" indent="0">
              <a:buNone/>
            </a:pPr>
            <a:endParaRPr lang="tr-TR" b="1" dirty="0"/>
          </a:p>
          <a:p>
            <a:pPr marL="0" indent="0">
              <a:buNone/>
            </a:pPr>
            <a:r>
              <a:rPr lang="en-GB" b="1" dirty="0"/>
              <a:t>Usage</a:t>
            </a:r>
          </a:p>
          <a:p>
            <a:r>
              <a:rPr lang="en-GB" dirty="0"/>
              <a:t>File-sharing networks such as </a:t>
            </a:r>
            <a:r>
              <a:rPr lang="en-GB" b="1" dirty="0">
                <a:hlinkClick r:id="rId2" tooltip="Gnutella"/>
              </a:rPr>
              <a:t>Gnutella</a:t>
            </a:r>
            <a:r>
              <a:rPr lang="en-GB" b="1" dirty="0"/>
              <a:t> </a:t>
            </a:r>
            <a:r>
              <a:rPr lang="en-GB" dirty="0"/>
              <a:t>and </a:t>
            </a:r>
            <a:r>
              <a:rPr lang="en-GB" b="1" dirty="0">
                <a:hlinkClick r:id="rId3" tooltip="Gnutella2"/>
              </a:rPr>
              <a:t>G2</a:t>
            </a:r>
            <a:r>
              <a:rPr lang="en-GB" dirty="0"/>
              <a:t>)</a:t>
            </a:r>
          </a:p>
          <a:p>
            <a:r>
              <a:rPr lang="en-GB" dirty="0"/>
              <a:t>Multimedia protocols such as </a:t>
            </a:r>
            <a:r>
              <a:rPr lang="en-GB" b="1" dirty="0">
                <a:hlinkClick r:id="rId4" tooltip="P2PTV"/>
              </a:rPr>
              <a:t>P2PTV</a:t>
            </a:r>
            <a:r>
              <a:rPr lang="en-GB" b="1" dirty="0"/>
              <a:t> </a:t>
            </a:r>
            <a:r>
              <a:rPr lang="en-GB" dirty="0"/>
              <a:t>and </a:t>
            </a:r>
            <a:r>
              <a:rPr lang="en-GB" b="1" dirty="0">
                <a:hlinkClick r:id="rId5" tooltip="Peer Distributed Transfer Protocol"/>
              </a:rPr>
              <a:t>PDTP</a:t>
            </a:r>
            <a:r>
              <a:rPr lang="en-GB" dirty="0"/>
              <a:t>.</a:t>
            </a:r>
          </a:p>
          <a:p>
            <a:r>
              <a:rPr lang="en-GB" dirty="0"/>
              <a:t>Proprietary multimedia applications such as </a:t>
            </a:r>
            <a:r>
              <a:rPr lang="en-GB" b="1" dirty="0">
                <a:hlinkClick r:id="rId6" tooltip="Spotify"/>
              </a:rPr>
              <a:t>Spotify</a:t>
            </a:r>
            <a:r>
              <a:rPr lang="en-GB" dirty="0"/>
              <a:t>.</a:t>
            </a:r>
            <a:br>
              <a:rPr lang="en-GB" dirty="0">
                <a:effectLst/>
              </a:rPr>
            </a:br>
            <a:endParaRPr lang="en-GB" dirty="0"/>
          </a:p>
        </p:txBody>
      </p:sp>
    </p:spTree>
    <p:extLst>
      <p:ext uri="{BB962C8B-B14F-4D97-AF65-F5344CB8AC3E}">
        <p14:creationId xmlns:p14="http://schemas.microsoft.com/office/powerpoint/2010/main" val="4270599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B1981535-B5AA-4E0C-ACE5-925CC19B20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BF97D060-AA7E-4411-BA62-28BD1EBD55D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Date Placeholder 3">
            <a:extLst>
              <a:ext uri="{FF2B5EF4-FFF2-40B4-BE49-F238E27FC236}">
                <a16:creationId xmlns:a16="http://schemas.microsoft.com/office/drawing/2014/main" id="{74D8EC57-0262-F006-A041-C3117050987E}"/>
              </a:ext>
            </a:extLst>
          </p:cNvPr>
          <p:cNvSpPr>
            <a:spLocks noGrp="1"/>
          </p:cNvSpPr>
          <p:nvPr>
            <p:ph type="dt" sz="half" idx="10"/>
          </p:nvPr>
        </p:nvSpPr>
        <p:spPr>
          <a:xfrm>
            <a:off x="5610624" y="5883275"/>
            <a:ext cx="1816184" cy="365125"/>
          </a:xfrm>
        </p:spPr>
        <p:txBody>
          <a:bodyPr vert="horz" lIns="91440" tIns="45720" rIns="91440" bIns="45720" rtlCol="0" anchor="ctr">
            <a:normAutofit/>
          </a:bodyPr>
          <a:lstStyle/>
          <a:p>
            <a:pPr defTabSz="457200" eaLnBrk="1" hangingPunct="1">
              <a:spcAft>
                <a:spcPts val="600"/>
              </a:spcAft>
              <a:defRPr/>
            </a:pPr>
            <a:fld id="{CDC82599-9AA4-4433-800A-5C353A00E677}" type="datetime1">
              <a:rPr lang="en-US" smtClean="0">
                <a:latin typeface="+mn-lt"/>
                <a:ea typeface="+mn-ea"/>
              </a:rPr>
              <a:pPr defTabSz="457200" eaLnBrk="1" hangingPunct="1">
                <a:spcAft>
                  <a:spcPts val="600"/>
                </a:spcAft>
                <a:defRPr/>
              </a:pPr>
              <a:t>5/21/2024</a:t>
            </a:fld>
            <a:endParaRPr lang="en-US">
              <a:latin typeface="+mn-lt"/>
              <a:ea typeface="+mn-ea"/>
            </a:endParaRPr>
          </a:p>
        </p:txBody>
      </p:sp>
      <p:sp>
        <p:nvSpPr>
          <p:cNvPr id="5" name="Slide Number Placeholder 4">
            <a:extLst>
              <a:ext uri="{FF2B5EF4-FFF2-40B4-BE49-F238E27FC236}">
                <a16:creationId xmlns:a16="http://schemas.microsoft.com/office/drawing/2014/main" id="{9ADD41E9-B533-9DB2-BA50-A19424FE2872}"/>
              </a:ext>
            </a:extLst>
          </p:cNvPr>
          <p:cNvSpPr>
            <a:spLocks noGrp="1"/>
          </p:cNvSpPr>
          <p:nvPr>
            <p:ph type="sldNum" sz="quarter" idx="12"/>
          </p:nvPr>
        </p:nvSpPr>
        <p:spPr>
          <a:xfrm>
            <a:off x="7575237" y="5883275"/>
            <a:ext cx="573161" cy="365125"/>
          </a:xfrm>
        </p:spPr>
        <p:txBody>
          <a:bodyPr vert="horz" lIns="91440" tIns="45720" rIns="91440" bIns="45720" rtlCol="0" anchor="ctr">
            <a:normAutofit/>
          </a:bodyPr>
          <a:lstStyle/>
          <a:p>
            <a:pPr defTabSz="457200" eaLnBrk="1" hangingPunct="1">
              <a:spcAft>
                <a:spcPts val="600"/>
              </a:spcAft>
            </a:pPr>
            <a:fld id="{05CE03DD-CF24-405B-8B26-078E923A6A87}" type="slidenum">
              <a:rPr lang="en-US" altLang="en-US" smtClean="0">
                <a:latin typeface="+mn-lt"/>
                <a:ea typeface="+mn-ea"/>
              </a:rPr>
              <a:pPr defTabSz="457200" eaLnBrk="1" hangingPunct="1">
                <a:spcAft>
                  <a:spcPts val="600"/>
                </a:spcAft>
              </a:pPr>
              <a:t>22</a:t>
            </a:fld>
            <a:endParaRPr lang="en-US" altLang="en-US">
              <a:latin typeface="+mn-lt"/>
              <a:ea typeface="+mn-ea"/>
            </a:endParaRPr>
          </a:p>
        </p:txBody>
      </p:sp>
      <p:pic>
        <p:nvPicPr>
          <p:cNvPr id="7" name="Picture 6">
            <a:extLst>
              <a:ext uri="{FF2B5EF4-FFF2-40B4-BE49-F238E27FC236}">
                <a16:creationId xmlns:a16="http://schemas.microsoft.com/office/drawing/2014/main" id="{61C245C5-2CE8-7227-C6B7-2E8D84371913}"/>
              </a:ext>
            </a:extLst>
          </p:cNvPr>
          <p:cNvPicPr>
            <a:picLocks noChangeAspect="1"/>
          </p:cNvPicPr>
          <p:nvPr/>
        </p:nvPicPr>
        <p:blipFill>
          <a:blip r:embed="rId4"/>
          <a:stretch>
            <a:fillRect/>
          </a:stretch>
        </p:blipFill>
        <p:spPr>
          <a:xfrm>
            <a:off x="952051" y="1362448"/>
            <a:ext cx="7196347" cy="3832054"/>
          </a:xfrm>
          <a:prstGeom prst="roundRect">
            <a:avLst>
              <a:gd name="adj" fmla="val 5301"/>
            </a:avLst>
          </a:prstGeom>
          <a:ln w="19050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609234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B1981535-B5AA-4E0C-ACE5-925CC19B20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BF97D060-AA7E-4411-BA62-28BD1EBD55D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3" name="Freeform: Shape 12">
            <a:extLst>
              <a:ext uri="{FF2B5EF4-FFF2-40B4-BE49-F238E27FC236}">
                <a16:creationId xmlns:a16="http://schemas.microsoft.com/office/drawing/2014/main" id="{DDDE267B-E820-4910-868D-BA40CFB936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0100" y="-9523"/>
            <a:ext cx="7543800" cy="6867522"/>
          </a:xfrm>
          <a:custGeom>
            <a:avLst/>
            <a:gdLst>
              <a:gd name="connsiteX0" fmla="*/ 1263465 w 10058400"/>
              <a:gd name="connsiteY0" fmla="*/ 0 h 6867522"/>
              <a:gd name="connsiteX1" fmla="*/ 8794935 w 10058400"/>
              <a:gd name="connsiteY1" fmla="*/ 0 h 6867522"/>
              <a:gd name="connsiteX2" fmla="*/ 8909975 w 10058400"/>
              <a:gd name="connsiteY2" fmla="*/ 132807 h 6867522"/>
              <a:gd name="connsiteX3" fmla="*/ 10058400 w 10058400"/>
              <a:gd name="connsiteY3" fmla="*/ 3331845 h 6867522"/>
              <a:gd name="connsiteX4" fmla="*/ 8751905 w 10058400"/>
              <a:gd name="connsiteY4" fmla="*/ 6713366 h 6867522"/>
              <a:gd name="connsiteX5" fmla="*/ 8604930 w 10058400"/>
              <a:gd name="connsiteY5" fmla="*/ 6867522 h 6867522"/>
              <a:gd name="connsiteX6" fmla="*/ 1453470 w 10058400"/>
              <a:gd name="connsiteY6" fmla="*/ 6867522 h 6867522"/>
              <a:gd name="connsiteX7" fmla="*/ 1306495 w 10058400"/>
              <a:gd name="connsiteY7" fmla="*/ 6713366 h 6867522"/>
              <a:gd name="connsiteX8" fmla="*/ 0 w 10058400"/>
              <a:gd name="connsiteY8" fmla="*/ 3331845 h 6867522"/>
              <a:gd name="connsiteX9" fmla="*/ 1148425 w 10058400"/>
              <a:gd name="connsiteY9" fmla="*/ 132807 h 686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58400" h="6867522">
                <a:moveTo>
                  <a:pt x="1263465" y="0"/>
                </a:moveTo>
                <a:lnTo>
                  <a:pt x="8794935" y="0"/>
                </a:lnTo>
                <a:lnTo>
                  <a:pt x="8909975" y="132807"/>
                </a:lnTo>
                <a:cubicBezTo>
                  <a:pt x="9627420" y="1002149"/>
                  <a:pt x="10058400" y="2116667"/>
                  <a:pt x="10058400" y="3331845"/>
                </a:cubicBezTo>
                <a:cubicBezTo>
                  <a:pt x="10058400" y="4633822"/>
                  <a:pt x="9563653" y="5820244"/>
                  <a:pt x="8751905" y="6713366"/>
                </a:cubicBezTo>
                <a:lnTo>
                  <a:pt x="8604930" y="6867522"/>
                </a:lnTo>
                <a:lnTo>
                  <a:pt x="1453470" y="6867522"/>
                </a:lnTo>
                <a:lnTo>
                  <a:pt x="1306495" y="6713366"/>
                </a:lnTo>
                <a:cubicBezTo>
                  <a:pt x="494747" y="5820244"/>
                  <a:pt x="0" y="4633822"/>
                  <a:pt x="0" y="3331845"/>
                </a:cubicBezTo>
                <a:cubicBezTo>
                  <a:pt x="0" y="2116667"/>
                  <a:pt x="430980" y="1002149"/>
                  <a:pt x="1148425" y="132807"/>
                </a:cubicBezTo>
                <a:close/>
              </a:path>
            </a:pathLst>
          </a:custGeom>
          <a:solidFill>
            <a:srgbClr val="FFFFFF"/>
          </a:solidFill>
          <a:ln>
            <a:noFill/>
          </a:ln>
          <a:scene3d>
            <a:camera prst="orthographicFront"/>
            <a:lightRig rig="threePt" dir="t">
              <a:rot lat="0" lon="0" rev="2700000"/>
            </a:lightRig>
          </a:scene3d>
          <a:sp3d contourW="6350">
            <a:bevelT h="38100"/>
            <a:contourClr>
              <a:srgbClr val="C0C0C0"/>
            </a:contourClr>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5" name="Picture 14">
            <a:extLst>
              <a:ext uri="{FF2B5EF4-FFF2-40B4-BE49-F238E27FC236}">
                <a16:creationId xmlns:a16="http://schemas.microsoft.com/office/drawing/2014/main" id="{FF3E25D7-C2F8-445D-AA42-C1163028DA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4" name="Content Placeholder 3"/>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993977" y="965201"/>
            <a:ext cx="5156045" cy="4918074"/>
          </a:xfrm>
          <a:prstGeom prst="rect">
            <a:avLst/>
          </a:prstGeom>
        </p:spPr>
      </p:pic>
    </p:spTree>
    <p:extLst>
      <p:ext uri="{BB962C8B-B14F-4D97-AF65-F5344CB8AC3E}">
        <p14:creationId xmlns:p14="http://schemas.microsoft.com/office/powerpoint/2010/main" val="24928829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graphicFrame>
        <p:nvGraphicFramePr>
          <p:cNvPr id="5" name="Content Placeholder 2">
            <a:extLst>
              <a:ext uri="{FF2B5EF4-FFF2-40B4-BE49-F238E27FC236}">
                <a16:creationId xmlns:a16="http://schemas.microsoft.com/office/drawing/2014/main" id="{5278F4BF-A879-0DA4-ED9F-B67AD249CD74}"/>
              </a:ext>
            </a:extLst>
          </p:cNvPr>
          <p:cNvGraphicFramePr>
            <a:graphicFrameLocks noGrp="1"/>
          </p:cNvGraphicFramePr>
          <p:nvPr>
            <p:ph idx="4294967295"/>
            <p:extLst>
              <p:ext uri="{D42A27DB-BD31-4B8C-83A1-F6EECF244321}">
                <p14:modId xmlns:p14="http://schemas.microsoft.com/office/powerpoint/2010/main" val="2582692244"/>
              </p:ext>
            </p:extLst>
          </p:nvPr>
        </p:nvGraphicFramePr>
        <p:xfrm>
          <a:off x="685800" y="2532475"/>
          <a:ext cx="7772400" cy="30290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79085215"/>
      </p:ext>
    </p:extLst>
  </p:cSld>
  <p:clrMapOvr>
    <a:masterClrMapping/>
  </p:clrMapOvr>
  <p:transition>
    <p:random/>
  </p:transition>
</p:sld>
</file>

<file path=ppt/theme/theme1.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20603050405020304" pitchFamily="18" charset="-34"/>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20603050405020304" pitchFamily="18" charset="-34"/>
            <a:cs typeface="Arial" panose="020B0604020202020204" pitchFamily="34"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B0502040204020203" pitchFamily="18" charset="-34"/>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B0502040204020203" pitchFamily="18" charset="-34"/>
            <a:cs typeface="Arial" panose="020B0604020202020204" pitchFamily="34"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iab97">
  <a:themeElements>
    <a:clrScheme name="">
      <a:dk1>
        <a:srgbClr val="000000"/>
      </a:dk1>
      <a:lt1>
        <a:srgbClr val="FFFFFF"/>
      </a:lt1>
      <a:dk2>
        <a:srgbClr val="000082"/>
      </a:dk2>
      <a:lt2>
        <a:srgbClr val="C0C0C0"/>
      </a:lt2>
      <a:accent1>
        <a:srgbClr val="D01608"/>
      </a:accent1>
      <a:accent2>
        <a:srgbClr val="000082"/>
      </a:accent2>
      <a:accent3>
        <a:srgbClr val="FFFFFF"/>
      </a:accent3>
      <a:accent4>
        <a:srgbClr val="000000"/>
      </a:accent4>
      <a:accent5>
        <a:srgbClr val="E4ABAA"/>
      </a:accent5>
      <a:accent6>
        <a:srgbClr val="000075"/>
      </a:accent6>
      <a:hlink>
        <a:srgbClr val="00C000"/>
      </a:hlink>
      <a:folHlink>
        <a:srgbClr val="800080"/>
      </a:folHlink>
    </a:clrScheme>
    <a:fontScheme name="iab97">
      <a:majorFont>
        <a:latin typeface="Book Antiqua"/>
        <a:ea typeface="新細明體"/>
        <a:cs typeface=""/>
      </a:majorFont>
      <a:minorFont>
        <a:latin typeface="Book Antiqua"/>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lnDef>
  </a:objectDefaults>
  <a:extraClrSchemeLst>
    <a:extraClrScheme>
      <a:clrScheme name="iab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ab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ab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ab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ab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ab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ab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lnDef>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4577</TotalTime>
  <Words>1111</Words>
  <Application>Microsoft Office PowerPoint</Application>
  <PresentationFormat>On-screen Show (4:3)</PresentationFormat>
  <Paragraphs>128</Paragraphs>
  <Slides>24</Slides>
  <Notes>2</Notes>
  <HiddenSlides>0</HiddenSlides>
  <MMClips>0</MMClips>
  <ScaleCrop>false</ScaleCrop>
  <HeadingPairs>
    <vt:vector size="6" baseType="variant">
      <vt:variant>
        <vt:lpstr>Fonts Used</vt:lpstr>
      </vt:variant>
      <vt:variant>
        <vt:i4>9</vt:i4>
      </vt:variant>
      <vt:variant>
        <vt:lpstr>Theme</vt:lpstr>
      </vt:variant>
      <vt:variant>
        <vt:i4>6</vt:i4>
      </vt:variant>
      <vt:variant>
        <vt:lpstr>Slide Titles</vt:lpstr>
      </vt:variant>
      <vt:variant>
        <vt:i4>24</vt:i4>
      </vt:variant>
    </vt:vector>
  </HeadingPairs>
  <TitlesOfParts>
    <vt:vector size="39" baseType="lpstr">
      <vt:lpstr>Arial</vt:lpstr>
      <vt:lpstr>Book Antiqua</vt:lpstr>
      <vt:lpstr>Georgia</vt:lpstr>
      <vt:lpstr>Helvetica</vt:lpstr>
      <vt:lpstr>Rockwell</vt:lpstr>
      <vt:lpstr>Times New Roman</vt:lpstr>
      <vt:lpstr>Tw Cen MT</vt:lpstr>
      <vt:lpstr>Wingdings</vt:lpstr>
      <vt:lpstr>Wingdings 2</vt:lpstr>
      <vt:lpstr>Layers</vt:lpstr>
      <vt:lpstr>Advantage</vt:lpstr>
      <vt:lpstr>1_Layers</vt:lpstr>
      <vt:lpstr>iab97</vt:lpstr>
      <vt:lpstr>自訂設計</vt:lpstr>
      <vt:lpstr>Droplet</vt:lpstr>
      <vt:lpstr>Software Design and Arcitecture(SDA) Lecture 11</vt:lpstr>
      <vt:lpstr>architectural design PATTERNS</vt:lpstr>
      <vt:lpstr>Software architecture Definition</vt:lpstr>
      <vt:lpstr>The architecture of a packing robot control system – Box and Line Diagram</vt:lpstr>
      <vt:lpstr>PowerPoint Presentation</vt:lpstr>
      <vt:lpstr>PowerPoint Presentation</vt:lpstr>
      <vt:lpstr>Architectural design decisions – common questions (though a creative process)</vt:lpstr>
      <vt:lpstr>Architecture and system characteristics</vt:lpstr>
      <vt:lpstr>4 + 1 view model of software architecture</vt:lpstr>
      <vt:lpstr>PowerPoint Presentation</vt:lpstr>
      <vt:lpstr>PowerPoint Presentation</vt:lpstr>
      <vt:lpstr>Architectural patterns</vt:lpstr>
      <vt:lpstr>Generic Architecture Models</vt:lpstr>
      <vt:lpstr>Repository architecture</vt:lpstr>
      <vt:lpstr>The Repository Architecture pattern </vt:lpstr>
      <vt:lpstr>A repository architecture for an IDE </vt:lpstr>
      <vt:lpstr>Client-server architecture</vt:lpstr>
      <vt:lpstr>The Client–server pattern </vt:lpstr>
      <vt:lpstr>A client–server architecture for a film library </vt:lpstr>
      <vt:lpstr>PowerPoint Presentation</vt:lpstr>
      <vt:lpstr> Peer-to-peer pattern</vt:lpstr>
      <vt:lpstr>PowerPoint Presentation</vt:lpstr>
      <vt:lpstr>PowerPoint Presentation</vt:lpstr>
      <vt:lpstr>PowerPoint Presentation</vt:lpstr>
    </vt:vector>
  </TitlesOfParts>
  <Manager/>
  <Company>Kasetsart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Architecture</dc:title>
  <dc:subject/>
  <dc:creator>Pradondet Nilagupta</dc:creator>
  <cp:keywords/>
  <dc:description/>
  <cp:lastModifiedBy>Ramsha Mashood BUKC</cp:lastModifiedBy>
  <cp:revision>167</cp:revision>
  <cp:lastPrinted>1601-01-01T00:00:00Z</cp:lastPrinted>
  <dcterms:created xsi:type="dcterms:W3CDTF">2007-10-31T16:45:31Z</dcterms:created>
  <dcterms:modified xsi:type="dcterms:W3CDTF">2024-05-21T04:53:54Z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TC102037551033</vt:lpwstr>
  </property>
</Properties>
</file>