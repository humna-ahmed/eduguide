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7" r:id="rId1"/>
    <p:sldMasterId id="2147483679" r:id="rId2"/>
    <p:sldMasterId id="2147483703" r:id="rId3"/>
    <p:sldMasterId id="2147483716" r:id="rId4"/>
    <p:sldMasterId id="2147483729" r:id="rId5"/>
    <p:sldMasterId id="2147484092" r:id="rId6"/>
  </p:sldMasterIdLst>
  <p:notesMasterIdLst>
    <p:notesMasterId r:id="rId31"/>
  </p:notesMasterIdLst>
  <p:sldIdLst>
    <p:sldId id="386" r:id="rId7"/>
    <p:sldId id="387" r:id="rId8"/>
    <p:sldId id="257" r:id="rId9"/>
    <p:sldId id="437" r:id="rId10"/>
    <p:sldId id="460" r:id="rId11"/>
    <p:sldId id="438" r:id="rId12"/>
    <p:sldId id="439" r:id="rId13"/>
    <p:sldId id="440" r:id="rId14"/>
    <p:sldId id="462" r:id="rId15"/>
    <p:sldId id="301" r:id="rId16"/>
    <p:sldId id="464" r:id="rId17"/>
    <p:sldId id="461" r:id="rId18"/>
    <p:sldId id="465" r:id="rId19"/>
    <p:sldId id="463" r:id="rId20"/>
    <p:sldId id="466" r:id="rId21"/>
    <p:sldId id="467" r:id="rId22"/>
    <p:sldId id="469" r:id="rId23"/>
    <p:sldId id="470" r:id="rId24"/>
    <p:sldId id="471" r:id="rId25"/>
    <p:sldId id="472" r:id="rId26"/>
    <p:sldId id="473" r:id="rId27"/>
    <p:sldId id="474" r:id="rId28"/>
    <p:sldId id="468" r:id="rId29"/>
    <p:sldId id="432" r:id="rId30"/>
  </p:sldIdLst>
  <p:sldSz cx="9144000" cy="6858000" type="screen4x3"/>
  <p:notesSz cx="7099300" cy="10234613"/>
  <p:defaultTextStyle>
    <a:defPPr>
      <a:defRPr lang="th-TH"/>
    </a:defPPr>
    <a:lvl1pPr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5pPr>
    <a:lvl6pPr marL="22860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6pPr>
    <a:lvl7pPr marL="27432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7pPr>
    <a:lvl8pPr marL="32004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8pPr>
    <a:lvl9pPr marL="36576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66FF"/>
    <a:srgbClr val="800080"/>
    <a:srgbClr val="339966"/>
    <a:srgbClr val="CC3300"/>
    <a:srgbClr val="4924A4"/>
    <a:srgbClr val="542ABC"/>
    <a:srgbClr val="8EC1D8"/>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8" autoAdjust="0"/>
    <p:restoredTop sz="94660"/>
  </p:normalViewPr>
  <p:slideViewPr>
    <p:cSldViewPr>
      <p:cViewPr varScale="1">
        <p:scale>
          <a:sx n="65" d="100"/>
          <a:sy n="65" d="100"/>
        </p:scale>
        <p:origin x="154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ableStyles" Target="tableStyles.xml"/><Relationship Id="rId8"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77FC662-164A-4BB6-8342-9233058C027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9D221749-BBF7-46B8-98B3-CAC842AC04D3}">
      <dgm:prSet phldrT="[Text]" custT="1"/>
      <dgm:spPr/>
      <dgm:t>
        <a:bodyPr/>
        <a:lstStyle/>
        <a:p>
          <a:pPr>
            <a:buFont typeface="Arial" panose="020B0604020202020204" pitchFamily="34" charset="0"/>
            <a:buChar char="•"/>
          </a:pPr>
          <a:r>
            <a:rPr lang="en-US" sz="2000" b="0" i="0">
              <a:solidFill>
                <a:schemeClr val="bg1">
                  <a:lumMod val="95000"/>
                </a:schemeClr>
              </a:solidFill>
              <a:effectLst/>
              <a:latin typeface="-apple-system"/>
            </a:rPr>
            <a:t>Command-Line Interface (CLI)</a:t>
          </a:r>
          <a:endParaRPr lang="en-US" sz="2000" dirty="0">
            <a:solidFill>
              <a:schemeClr val="bg1">
                <a:lumMod val="95000"/>
              </a:schemeClr>
            </a:solidFill>
          </a:endParaRPr>
        </a:p>
      </dgm:t>
    </dgm:pt>
    <dgm:pt modelId="{BB7904C6-AF8E-47D9-A288-A52627D5EF96}" type="parTrans" cxnId="{DFC564FC-59DA-4EC5-BB99-412799FEE1D4}">
      <dgm:prSet/>
      <dgm:spPr/>
      <dgm:t>
        <a:bodyPr/>
        <a:lstStyle/>
        <a:p>
          <a:endParaRPr lang="en-US" sz="2000">
            <a:solidFill>
              <a:schemeClr val="bg1">
                <a:lumMod val="95000"/>
              </a:schemeClr>
            </a:solidFill>
          </a:endParaRPr>
        </a:p>
      </dgm:t>
    </dgm:pt>
    <dgm:pt modelId="{20028E0E-57DA-40EF-957A-722626056AFD}" type="sibTrans" cxnId="{DFC564FC-59DA-4EC5-BB99-412799FEE1D4}">
      <dgm:prSet/>
      <dgm:spPr/>
      <dgm:t>
        <a:bodyPr/>
        <a:lstStyle/>
        <a:p>
          <a:endParaRPr lang="en-US" sz="2000">
            <a:solidFill>
              <a:schemeClr val="bg1">
                <a:lumMod val="95000"/>
              </a:schemeClr>
            </a:solidFill>
          </a:endParaRPr>
        </a:p>
      </dgm:t>
    </dgm:pt>
    <dgm:pt modelId="{214D54C0-08B6-4533-959C-954BB930953B}">
      <dgm:prSet phldrT="[Text]" custT="1"/>
      <dgm:spPr/>
      <dgm:t>
        <a:bodyPr/>
        <a:lstStyle/>
        <a:p>
          <a:r>
            <a:rPr lang="en-US" sz="2000" dirty="0">
              <a:solidFill>
                <a:schemeClr val="bg1">
                  <a:lumMod val="95000"/>
                </a:schemeClr>
              </a:solidFill>
            </a:rPr>
            <a:t>Natural Language</a:t>
          </a:r>
        </a:p>
      </dgm:t>
    </dgm:pt>
    <dgm:pt modelId="{A347B307-C819-4293-BA71-23B0797CEF81}" type="parTrans" cxnId="{08140EFA-3AE1-4086-B87F-F524F7F805CB}">
      <dgm:prSet/>
      <dgm:spPr/>
      <dgm:t>
        <a:bodyPr/>
        <a:lstStyle/>
        <a:p>
          <a:endParaRPr lang="en-US" sz="2000">
            <a:solidFill>
              <a:schemeClr val="bg1">
                <a:lumMod val="95000"/>
              </a:schemeClr>
            </a:solidFill>
          </a:endParaRPr>
        </a:p>
      </dgm:t>
    </dgm:pt>
    <dgm:pt modelId="{131DE6A5-8799-4E82-B211-2E9227CFFC27}" type="sibTrans" cxnId="{08140EFA-3AE1-4086-B87F-F524F7F805CB}">
      <dgm:prSet/>
      <dgm:spPr/>
      <dgm:t>
        <a:bodyPr/>
        <a:lstStyle/>
        <a:p>
          <a:endParaRPr lang="en-US" sz="2000">
            <a:solidFill>
              <a:schemeClr val="bg1">
                <a:lumMod val="95000"/>
              </a:schemeClr>
            </a:solidFill>
          </a:endParaRPr>
        </a:p>
      </dgm:t>
    </dgm:pt>
    <dgm:pt modelId="{AF4D5046-5449-4851-874C-E6178CCF11B7}">
      <dgm:prSet custT="1"/>
      <dgm:spPr/>
      <dgm:t>
        <a:bodyPr/>
        <a:lstStyle/>
        <a:p>
          <a:r>
            <a:rPr lang="en-US" sz="2000" b="0" i="0">
              <a:solidFill>
                <a:schemeClr val="bg1">
                  <a:lumMod val="95000"/>
                </a:schemeClr>
              </a:solidFill>
              <a:effectLst/>
              <a:latin typeface="-apple-system"/>
            </a:rPr>
            <a:t>Graphical User Interface (GUI)</a:t>
          </a:r>
          <a:endParaRPr lang="en-US" sz="2000" b="0" i="0" dirty="0">
            <a:solidFill>
              <a:schemeClr val="bg1">
                <a:lumMod val="95000"/>
              </a:schemeClr>
            </a:solidFill>
            <a:effectLst/>
            <a:latin typeface="-apple-system"/>
          </a:endParaRPr>
        </a:p>
      </dgm:t>
    </dgm:pt>
    <dgm:pt modelId="{5FEB2E71-AD36-4E72-A354-522AAF01BFB4}" type="parTrans" cxnId="{9DBD79A0-5DBC-4384-A846-5EA484BFD264}">
      <dgm:prSet/>
      <dgm:spPr/>
      <dgm:t>
        <a:bodyPr/>
        <a:lstStyle/>
        <a:p>
          <a:endParaRPr lang="en-US" sz="2000">
            <a:solidFill>
              <a:schemeClr val="bg1">
                <a:lumMod val="95000"/>
              </a:schemeClr>
            </a:solidFill>
          </a:endParaRPr>
        </a:p>
      </dgm:t>
    </dgm:pt>
    <dgm:pt modelId="{5A05C62E-3725-4B68-9DD8-74C3434278CD}" type="sibTrans" cxnId="{9DBD79A0-5DBC-4384-A846-5EA484BFD264}">
      <dgm:prSet/>
      <dgm:spPr/>
      <dgm:t>
        <a:bodyPr/>
        <a:lstStyle/>
        <a:p>
          <a:endParaRPr lang="en-US" sz="2000">
            <a:solidFill>
              <a:schemeClr val="bg1">
                <a:lumMod val="95000"/>
              </a:schemeClr>
            </a:solidFill>
          </a:endParaRPr>
        </a:p>
      </dgm:t>
    </dgm:pt>
    <dgm:pt modelId="{7EFE430B-6DB0-4807-8531-D2173A5101D7}">
      <dgm:prSet custT="1"/>
      <dgm:spPr/>
      <dgm:t>
        <a:bodyPr/>
        <a:lstStyle/>
        <a:p>
          <a:r>
            <a:rPr lang="en-US" sz="2000" b="0" i="0">
              <a:solidFill>
                <a:schemeClr val="bg1">
                  <a:lumMod val="95000"/>
                </a:schemeClr>
              </a:solidFill>
              <a:effectLst/>
              <a:latin typeface="-apple-system"/>
            </a:rPr>
            <a:t>Touch-Based Interface</a:t>
          </a:r>
          <a:endParaRPr lang="en-US" sz="2000" b="0" i="0" dirty="0">
            <a:solidFill>
              <a:schemeClr val="bg1">
                <a:lumMod val="95000"/>
              </a:schemeClr>
            </a:solidFill>
            <a:effectLst/>
            <a:latin typeface="-apple-system"/>
          </a:endParaRPr>
        </a:p>
      </dgm:t>
    </dgm:pt>
    <dgm:pt modelId="{A4B55CCB-5B4C-4F5A-AB55-3B8A10E38EBE}" type="parTrans" cxnId="{FCB33A5D-4883-475D-ABA8-6701C103A5E9}">
      <dgm:prSet/>
      <dgm:spPr/>
      <dgm:t>
        <a:bodyPr/>
        <a:lstStyle/>
        <a:p>
          <a:endParaRPr lang="en-US" sz="2000">
            <a:solidFill>
              <a:schemeClr val="bg1">
                <a:lumMod val="95000"/>
              </a:schemeClr>
            </a:solidFill>
          </a:endParaRPr>
        </a:p>
      </dgm:t>
    </dgm:pt>
    <dgm:pt modelId="{D9FE9BDF-5336-474F-B86B-5EA6283E52AE}" type="sibTrans" cxnId="{FCB33A5D-4883-475D-ABA8-6701C103A5E9}">
      <dgm:prSet/>
      <dgm:spPr/>
      <dgm:t>
        <a:bodyPr/>
        <a:lstStyle/>
        <a:p>
          <a:endParaRPr lang="en-US" sz="2000">
            <a:solidFill>
              <a:schemeClr val="bg1">
                <a:lumMod val="95000"/>
              </a:schemeClr>
            </a:solidFill>
          </a:endParaRPr>
        </a:p>
      </dgm:t>
    </dgm:pt>
    <dgm:pt modelId="{F682CECD-A233-434E-996E-E3C5B59DA07A}">
      <dgm:prSet custT="1"/>
      <dgm:spPr/>
      <dgm:t>
        <a:bodyPr/>
        <a:lstStyle/>
        <a:p>
          <a:r>
            <a:rPr lang="en-US" sz="2000" b="0" i="0">
              <a:solidFill>
                <a:schemeClr val="bg1">
                  <a:lumMod val="95000"/>
                </a:schemeClr>
              </a:solidFill>
              <a:effectLst/>
              <a:latin typeface="-apple-system"/>
            </a:rPr>
            <a:t>Voice User Interface (VUI)</a:t>
          </a:r>
          <a:endParaRPr lang="en-US" sz="2000" b="0" i="0" dirty="0">
            <a:solidFill>
              <a:schemeClr val="bg1">
                <a:lumMod val="95000"/>
              </a:schemeClr>
            </a:solidFill>
            <a:effectLst/>
            <a:latin typeface="-apple-system"/>
          </a:endParaRPr>
        </a:p>
      </dgm:t>
    </dgm:pt>
    <dgm:pt modelId="{328C27DC-AF5A-473E-939D-D928D2ACB2AB}" type="parTrans" cxnId="{F0FB1F26-E639-4B8E-8001-00F303BBFAF1}">
      <dgm:prSet/>
      <dgm:spPr/>
      <dgm:t>
        <a:bodyPr/>
        <a:lstStyle/>
        <a:p>
          <a:endParaRPr lang="en-US" sz="2000">
            <a:solidFill>
              <a:schemeClr val="bg1">
                <a:lumMod val="95000"/>
              </a:schemeClr>
            </a:solidFill>
          </a:endParaRPr>
        </a:p>
      </dgm:t>
    </dgm:pt>
    <dgm:pt modelId="{71238491-5A50-4B23-BE78-70E8887F9802}" type="sibTrans" cxnId="{F0FB1F26-E639-4B8E-8001-00F303BBFAF1}">
      <dgm:prSet/>
      <dgm:spPr/>
      <dgm:t>
        <a:bodyPr/>
        <a:lstStyle/>
        <a:p>
          <a:endParaRPr lang="en-US" sz="2000">
            <a:solidFill>
              <a:schemeClr val="bg1">
                <a:lumMod val="95000"/>
              </a:schemeClr>
            </a:solidFill>
          </a:endParaRPr>
        </a:p>
      </dgm:t>
    </dgm:pt>
    <dgm:pt modelId="{86DA2643-A868-4AD5-8BDE-186293F5A661}">
      <dgm:prSet custT="1"/>
      <dgm:spPr/>
      <dgm:t>
        <a:bodyPr/>
        <a:lstStyle/>
        <a:p>
          <a:r>
            <a:rPr lang="en-US" sz="2000" b="0" i="0" dirty="0">
              <a:solidFill>
                <a:schemeClr val="bg1">
                  <a:lumMod val="95000"/>
                </a:schemeClr>
              </a:solidFill>
              <a:effectLst/>
              <a:latin typeface="-apple-system"/>
            </a:rPr>
            <a:t>Augmented Reality (AR) and Virtual Reality (VR) Interfaces</a:t>
          </a:r>
        </a:p>
      </dgm:t>
    </dgm:pt>
    <dgm:pt modelId="{90FD5DAB-BB2B-4A66-8ACD-62D39D180423}" type="parTrans" cxnId="{108A2BEF-A9D8-4620-9F6B-22F90C19F0DC}">
      <dgm:prSet/>
      <dgm:spPr/>
      <dgm:t>
        <a:bodyPr/>
        <a:lstStyle/>
        <a:p>
          <a:endParaRPr lang="en-US" sz="2000">
            <a:solidFill>
              <a:schemeClr val="bg1">
                <a:lumMod val="95000"/>
              </a:schemeClr>
            </a:solidFill>
          </a:endParaRPr>
        </a:p>
      </dgm:t>
    </dgm:pt>
    <dgm:pt modelId="{63F965AB-8FFB-4C5B-BB44-63A7C7CD9443}" type="sibTrans" cxnId="{108A2BEF-A9D8-4620-9F6B-22F90C19F0DC}">
      <dgm:prSet/>
      <dgm:spPr/>
      <dgm:t>
        <a:bodyPr/>
        <a:lstStyle/>
        <a:p>
          <a:endParaRPr lang="en-US" sz="2000">
            <a:solidFill>
              <a:schemeClr val="bg1">
                <a:lumMod val="95000"/>
              </a:schemeClr>
            </a:solidFill>
          </a:endParaRPr>
        </a:p>
      </dgm:t>
    </dgm:pt>
    <dgm:pt modelId="{FBD9D7D3-F080-4A41-84C1-CDE106CBD0B7}">
      <dgm:prSet phldrT="[Text]" custT="1"/>
      <dgm:spPr/>
      <dgm:t>
        <a:bodyPr/>
        <a:lstStyle/>
        <a:p>
          <a:r>
            <a:rPr lang="en-US" sz="2000" dirty="0">
              <a:solidFill>
                <a:schemeClr val="bg1">
                  <a:lumMod val="95000"/>
                </a:schemeClr>
              </a:solidFill>
            </a:rPr>
            <a:t>Form based Interface</a:t>
          </a:r>
        </a:p>
      </dgm:t>
    </dgm:pt>
    <dgm:pt modelId="{784D7057-A2DA-469B-A44D-B6CD81D28D90}" type="sibTrans" cxnId="{681860FA-E011-4B2E-996A-050246D2254F}">
      <dgm:prSet/>
      <dgm:spPr/>
      <dgm:t>
        <a:bodyPr/>
        <a:lstStyle/>
        <a:p>
          <a:endParaRPr lang="en-US" sz="2000">
            <a:solidFill>
              <a:schemeClr val="bg1">
                <a:lumMod val="95000"/>
              </a:schemeClr>
            </a:solidFill>
          </a:endParaRPr>
        </a:p>
      </dgm:t>
    </dgm:pt>
    <dgm:pt modelId="{9B98D420-AB89-453E-98FF-AE674312A509}" type="parTrans" cxnId="{681860FA-E011-4B2E-996A-050246D2254F}">
      <dgm:prSet/>
      <dgm:spPr/>
      <dgm:t>
        <a:bodyPr/>
        <a:lstStyle/>
        <a:p>
          <a:endParaRPr lang="en-US" sz="2000">
            <a:solidFill>
              <a:schemeClr val="bg1">
                <a:lumMod val="95000"/>
              </a:schemeClr>
            </a:solidFill>
          </a:endParaRPr>
        </a:p>
      </dgm:t>
    </dgm:pt>
    <dgm:pt modelId="{12076C44-7979-4AE2-8700-4405C85716A3}" type="pres">
      <dgm:prSet presAssocID="{677FC662-164A-4BB6-8342-9233058C027D}" presName="diagram" presStyleCnt="0">
        <dgm:presLayoutVars>
          <dgm:dir/>
          <dgm:resizeHandles val="exact"/>
        </dgm:presLayoutVars>
      </dgm:prSet>
      <dgm:spPr/>
    </dgm:pt>
    <dgm:pt modelId="{73799EE0-8A85-4EE5-B87F-B13B88DB0174}" type="pres">
      <dgm:prSet presAssocID="{9D221749-BBF7-46B8-98B3-CAC842AC04D3}" presName="node" presStyleLbl="node1" presStyleIdx="0" presStyleCnt="7">
        <dgm:presLayoutVars>
          <dgm:bulletEnabled val="1"/>
        </dgm:presLayoutVars>
      </dgm:prSet>
      <dgm:spPr/>
    </dgm:pt>
    <dgm:pt modelId="{73DC7463-F2FE-451F-A304-9EF2329192A5}" type="pres">
      <dgm:prSet presAssocID="{20028E0E-57DA-40EF-957A-722626056AFD}" presName="sibTrans" presStyleCnt="0"/>
      <dgm:spPr/>
    </dgm:pt>
    <dgm:pt modelId="{A0A5F35E-7274-4742-9D56-496F2A22C284}" type="pres">
      <dgm:prSet presAssocID="{AF4D5046-5449-4851-874C-E6178CCF11B7}" presName="node" presStyleLbl="node1" presStyleIdx="1" presStyleCnt="7">
        <dgm:presLayoutVars>
          <dgm:bulletEnabled val="1"/>
        </dgm:presLayoutVars>
      </dgm:prSet>
      <dgm:spPr/>
    </dgm:pt>
    <dgm:pt modelId="{2E62E7C4-1D33-4BA4-8CE7-01889774357B}" type="pres">
      <dgm:prSet presAssocID="{5A05C62E-3725-4B68-9DD8-74C3434278CD}" presName="sibTrans" presStyleCnt="0"/>
      <dgm:spPr/>
    </dgm:pt>
    <dgm:pt modelId="{C3150FE5-7815-454E-82BD-944073A6C47E}" type="pres">
      <dgm:prSet presAssocID="{7EFE430B-6DB0-4807-8531-D2173A5101D7}" presName="node" presStyleLbl="node1" presStyleIdx="2" presStyleCnt="7">
        <dgm:presLayoutVars>
          <dgm:bulletEnabled val="1"/>
        </dgm:presLayoutVars>
      </dgm:prSet>
      <dgm:spPr/>
    </dgm:pt>
    <dgm:pt modelId="{B9A230BB-910D-488F-B6AC-BC1625023260}" type="pres">
      <dgm:prSet presAssocID="{D9FE9BDF-5336-474F-B86B-5EA6283E52AE}" presName="sibTrans" presStyleCnt="0"/>
      <dgm:spPr/>
    </dgm:pt>
    <dgm:pt modelId="{ACB8DC2B-FEE1-4814-A421-87404C21088D}" type="pres">
      <dgm:prSet presAssocID="{F682CECD-A233-434E-996E-E3C5B59DA07A}" presName="node" presStyleLbl="node1" presStyleIdx="3" presStyleCnt="7">
        <dgm:presLayoutVars>
          <dgm:bulletEnabled val="1"/>
        </dgm:presLayoutVars>
      </dgm:prSet>
      <dgm:spPr/>
    </dgm:pt>
    <dgm:pt modelId="{BE126D29-50BB-4570-A6ED-C8646EF28733}" type="pres">
      <dgm:prSet presAssocID="{71238491-5A50-4B23-BE78-70E8887F9802}" presName="sibTrans" presStyleCnt="0"/>
      <dgm:spPr/>
    </dgm:pt>
    <dgm:pt modelId="{03BE2E8B-305B-498D-8678-6667673F1B0A}" type="pres">
      <dgm:prSet presAssocID="{86DA2643-A868-4AD5-8BDE-186293F5A661}" presName="node" presStyleLbl="node1" presStyleIdx="4" presStyleCnt="7">
        <dgm:presLayoutVars>
          <dgm:bulletEnabled val="1"/>
        </dgm:presLayoutVars>
      </dgm:prSet>
      <dgm:spPr/>
    </dgm:pt>
    <dgm:pt modelId="{F938F230-3EAC-4F4C-ACD7-8718A52ABDA1}" type="pres">
      <dgm:prSet presAssocID="{63F965AB-8FFB-4C5B-BB44-63A7C7CD9443}" presName="sibTrans" presStyleCnt="0"/>
      <dgm:spPr/>
    </dgm:pt>
    <dgm:pt modelId="{891A0304-F8BD-4A0E-984B-20971999977C}" type="pres">
      <dgm:prSet presAssocID="{214D54C0-08B6-4533-959C-954BB930953B}" presName="node" presStyleLbl="node1" presStyleIdx="5" presStyleCnt="7">
        <dgm:presLayoutVars>
          <dgm:bulletEnabled val="1"/>
        </dgm:presLayoutVars>
      </dgm:prSet>
      <dgm:spPr/>
    </dgm:pt>
    <dgm:pt modelId="{0FEC66A0-5A09-44C4-9F75-96E55537EBF3}" type="pres">
      <dgm:prSet presAssocID="{131DE6A5-8799-4E82-B211-2E9227CFFC27}" presName="sibTrans" presStyleCnt="0"/>
      <dgm:spPr/>
    </dgm:pt>
    <dgm:pt modelId="{D5A5B494-FAB4-4E4E-A707-CFA67B49C2BF}" type="pres">
      <dgm:prSet presAssocID="{FBD9D7D3-F080-4A41-84C1-CDE106CBD0B7}" presName="node" presStyleLbl="node1" presStyleIdx="6" presStyleCnt="7">
        <dgm:presLayoutVars>
          <dgm:bulletEnabled val="1"/>
        </dgm:presLayoutVars>
      </dgm:prSet>
      <dgm:spPr/>
    </dgm:pt>
  </dgm:ptLst>
  <dgm:cxnLst>
    <dgm:cxn modelId="{288C2C0D-2BA6-4DF5-B32C-9353A89E2922}" type="presOf" srcId="{9D221749-BBF7-46B8-98B3-CAC842AC04D3}" destId="{73799EE0-8A85-4EE5-B87F-B13B88DB0174}" srcOrd="0" destOrd="0" presId="urn:microsoft.com/office/officeart/2005/8/layout/default"/>
    <dgm:cxn modelId="{F0FB1F26-E639-4B8E-8001-00F303BBFAF1}" srcId="{677FC662-164A-4BB6-8342-9233058C027D}" destId="{F682CECD-A233-434E-996E-E3C5B59DA07A}" srcOrd="3" destOrd="0" parTransId="{328C27DC-AF5A-473E-939D-D928D2ACB2AB}" sibTransId="{71238491-5A50-4B23-BE78-70E8887F9802}"/>
    <dgm:cxn modelId="{4FF52F2E-457E-485D-A177-8694560C8493}" type="presOf" srcId="{F682CECD-A233-434E-996E-E3C5B59DA07A}" destId="{ACB8DC2B-FEE1-4814-A421-87404C21088D}" srcOrd="0" destOrd="0" presId="urn:microsoft.com/office/officeart/2005/8/layout/default"/>
    <dgm:cxn modelId="{FCB33A5D-4883-475D-ABA8-6701C103A5E9}" srcId="{677FC662-164A-4BB6-8342-9233058C027D}" destId="{7EFE430B-6DB0-4807-8531-D2173A5101D7}" srcOrd="2" destOrd="0" parTransId="{A4B55CCB-5B4C-4F5A-AB55-3B8A10E38EBE}" sibTransId="{D9FE9BDF-5336-474F-B86B-5EA6283E52AE}"/>
    <dgm:cxn modelId="{D924C65A-C7C7-4D58-ADE7-220E8C9499C3}" type="presOf" srcId="{677FC662-164A-4BB6-8342-9233058C027D}" destId="{12076C44-7979-4AE2-8700-4405C85716A3}" srcOrd="0" destOrd="0" presId="urn:microsoft.com/office/officeart/2005/8/layout/default"/>
    <dgm:cxn modelId="{93521581-D55B-4E15-9460-9C7A37E8C2E6}" type="presOf" srcId="{AF4D5046-5449-4851-874C-E6178CCF11B7}" destId="{A0A5F35E-7274-4742-9D56-496F2A22C284}" srcOrd="0" destOrd="0" presId="urn:microsoft.com/office/officeart/2005/8/layout/default"/>
    <dgm:cxn modelId="{5614759B-69F3-4D5C-966A-6780E6364586}" type="presOf" srcId="{86DA2643-A868-4AD5-8BDE-186293F5A661}" destId="{03BE2E8B-305B-498D-8678-6667673F1B0A}" srcOrd="0" destOrd="0" presId="urn:microsoft.com/office/officeart/2005/8/layout/default"/>
    <dgm:cxn modelId="{9DBD79A0-5DBC-4384-A846-5EA484BFD264}" srcId="{677FC662-164A-4BB6-8342-9233058C027D}" destId="{AF4D5046-5449-4851-874C-E6178CCF11B7}" srcOrd="1" destOrd="0" parTransId="{5FEB2E71-AD36-4E72-A354-522AAF01BFB4}" sibTransId="{5A05C62E-3725-4B68-9DD8-74C3434278CD}"/>
    <dgm:cxn modelId="{E0D204AC-80EF-47D8-A728-F71D3C7120D1}" type="presOf" srcId="{FBD9D7D3-F080-4A41-84C1-CDE106CBD0B7}" destId="{D5A5B494-FAB4-4E4E-A707-CFA67B49C2BF}" srcOrd="0" destOrd="0" presId="urn:microsoft.com/office/officeart/2005/8/layout/default"/>
    <dgm:cxn modelId="{8EF0D5B6-30D6-4871-B7BD-93F1D3898B47}" type="presOf" srcId="{7EFE430B-6DB0-4807-8531-D2173A5101D7}" destId="{C3150FE5-7815-454E-82BD-944073A6C47E}" srcOrd="0" destOrd="0" presId="urn:microsoft.com/office/officeart/2005/8/layout/default"/>
    <dgm:cxn modelId="{108A2BEF-A9D8-4620-9F6B-22F90C19F0DC}" srcId="{677FC662-164A-4BB6-8342-9233058C027D}" destId="{86DA2643-A868-4AD5-8BDE-186293F5A661}" srcOrd="4" destOrd="0" parTransId="{90FD5DAB-BB2B-4A66-8ACD-62D39D180423}" sibTransId="{63F965AB-8FFB-4C5B-BB44-63A7C7CD9443}"/>
    <dgm:cxn modelId="{08140EFA-3AE1-4086-B87F-F524F7F805CB}" srcId="{677FC662-164A-4BB6-8342-9233058C027D}" destId="{214D54C0-08B6-4533-959C-954BB930953B}" srcOrd="5" destOrd="0" parTransId="{A347B307-C819-4293-BA71-23B0797CEF81}" sibTransId="{131DE6A5-8799-4E82-B211-2E9227CFFC27}"/>
    <dgm:cxn modelId="{681860FA-E011-4B2E-996A-050246D2254F}" srcId="{677FC662-164A-4BB6-8342-9233058C027D}" destId="{FBD9D7D3-F080-4A41-84C1-CDE106CBD0B7}" srcOrd="6" destOrd="0" parTransId="{9B98D420-AB89-453E-98FF-AE674312A509}" sibTransId="{784D7057-A2DA-469B-A44D-B6CD81D28D90}"/>
    <dgm:cxn modelId="{DFC564FC-59DA-4EC5-BB99-412799FEE1D4}" srcId="{677FC662-164A-4BB6-8342-9233058C027D}" destId="{9D221749-BBF7-46B8-98B3-CAC842AC04D3}" srcOrd="0" destOrd="0" parTransId="{BB7904C6-AF8E-47D9-A288-A52627D5EF96}" sibTransId="{20028E0E-57DA-40EF-957A-722626056AFD}"/>
    <dgm:cxn modelId="{729A8FFD-EAAF-40DC-9365-6859EC5F0EE7}" type="presOf" srcId="{214D54C0-08B6-4533-959C-954BB930953B}" destId="{891A0304-F8BD-4A0E-984B-20971999977C}" srcOrd="0" destOrd="0" presId="urn:microsoft.com/office/officeart/2005/8/layout/default"/>
    <dgm:cxn modelId="{0B04C215-F137-489B-A135-00CB2B66C620}" type="presParOf" srcId="{12076C44-7979-4AE2-8700-4405C85716A3}" destId="{73799EE0-8A85-4EE5-B87F-B13B88DB0174}" srcOrd="0" destOrd="0" presId="urn:microsoft.com/office/officeart/2005/8/layout/default"/>
    <dgm:cxn modelId="{CE07977C-7AC6-46BC-8657-16A1B0E30499}" type="presParOf" srcId="{12076C44-7979-4AE2-8700-4405C85716A3}" destId="{73DC7463-F2FE-451F-A304-9EF2329192A5}" srcOrd="1" destOrd="0" presId="urn:microsoft.com/office/officeart/2005/8/layout/default"/>
    <dgm:cxn modelId="{9D44CCAC-84B6-4521-B73F-D7FAE53CFE1D}" type="presParOf" srcId="{12076C44-7979-4AE2-8700-4405C85716A3}" destId="{A0A5F35E-7274-4742-9D56-496F2A22C284}" srcOrd="2" destOrd="0" presId="urn:microsoft.com/office/officeart/2005/8/layout/default"/>
    <dgm:cxn modelId="{93BA8D47-BA9E-49B1-9FD8-2414263413CA}" type="presParOf" srcId="{12076C44-7979-4AE2-8700-4405C85716A3}" destId="{2E62E7C4-1D33-4BA4-8CE7-01889774357B}" srcOrd="3" destOrd="0" presId="urn:microsoft.com/office/officeart/2005/8/layout/default"/>
    <dgm:cxn modelId="{361BB4AB-F45F-4325-80E3-6160A8CD5C0F}" type="presParOf" srcId="{12076C44-7979-4AE2-8700-4405C85716A3}" destId="{C3150FE5-7815-454E-82BD-944073A6C47E}" srcOrd="4" destOrd="0" presId="urn:microsoft.com/office/officeart/2005/8/layout/default"/>
    <dgm:cxn modelId="{B48648F0-13F5-4B87-AC87-53936A95735F}" type="presParOf" srcId="{12076C44-7979-4AE2-8700-4405C85716A3}" destId="{B9A230BB-910D-488F-B6AC-BC1625023260}" srcOrd="5" destOrd="0" presId="urn:microsoft.com/office/officeart/2005/8/layout/default"/>
    <dgm:cxn modelId="{1E2981FE-6991-406D-9881-674D151A9A70}" type="presParOf" srcId="{12076C44-7979-4AE2-8700-4405C85716A3}" destId="{ACB8DC2B-FEE1-4814-A421-87404C21088D}" srcOrd="6" destOrd="0" presId="urn:microsoft.com/office/officeart/2005/8/layout/default"/>
    <dgm:cxn modelId="{86F71D7B-A628-40EC-A503-C40AD2189108}" type="presParOf" srcId="{12076C44-7979-4AE2-8700-4405C85716A3}" destId="{BE126D29-50BB-4570-A6ED-C8646EF28733}" srcOrd="7" destOrd="0" presId="urn:microsoft.com/office/officeart/2005/8/layout/default"/>
    <dgm:cxn modelId="{BE956377-C9F8-4029-80D4-D263D5F7F707}" type="presParOf" srcId="{12076C44-7979-4AE2-8700-4405C85716A3}" destId="{03BE2E8B-305B-498D-8678-6667673F1B0A}" srcOrd="8" destOrd="0" presId="urn:microsoft.com/office/officeart/2005/8/layout/default"/>
    <dgm:cxn modelId="{D7E433B6-69AA-4E1C-A453-3135FC8808F4}" type="presParOf" srcId="{12076C44-7979-4AE2-8700-4405C85716A3}" destId="{F938F230-3EAC-4F4C-ACD7-8718A52ABDA1}" srcOrd="9" destOrd="0" presId="urn:microsoft.com/office/officeart/2005/8/layout/default"/>
    <dgm:cxn modelId="{D3C2FA9B-43D5-426E-BD70-356718DD3C4D}" type="presParOf" srcId="{12076C44-7979-4AE2-8700-4405C85716A3}" destId="{891A0304-F8BD-4A0E-984B-20971999977C}" srcOrd="10" destOrd="0" presId="urn:microsoft.com/office/officeart/2005/8/layout/default"/>
    <dgm:cxn modelId="{8E4B692E-D2D5-4238-A252-59ABA1B3EE33}" type="presParOf" srcId="{12076C44-7979-4AE2-8700-4405C85716A3}" destId="{0FEC66A0-5A09-44C4-9F75-96E55537EBF3}" srcOrd="11" destOrd="0" presId="urn:microsoft.com/office/officeart/2005/8/layout/default"/>
    <dgm:cxn modelId="{A34A22CF-9147-4E71-A06A-F35D5F427BC0}" type="presParOf" srcId="{12076C44-7979-4AE2-8700-4405C85716A3}" destId="{D5A5B494-FAB4-4E4E-A707-CFA67B49C2BF}" srcOrd="1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99EE0-8A85-4EE5-B87F-B13B88DB0174}">
      <dsp:nvSpPr>
        <dsp:cNvPr id="0" name=""/>
        <dsp:cNvSpPr/>
      </dsp:nvSpPr>
      <dsp:spPr>
        <a:xfrm>
          <a:off x="0" y="1270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Font typeface="Arial" panose="020B0604020202020204" pitchFamily="34" charset="0"/>
            <a:buNone/>
          </a:pPr>
          <a:r>
            <a:rPr lang="en-US" sz="2000" b="0" i="0" kern="1200">
              <a:solidFill>
                <a:schemeClr val="bg1">
                  <a:lumMod val="95000"/>
                </a:schemeClr>
              </a:solidFill>
              <a:effectLst/>
              <a:latin typeface="-apple-system"/>
            </a:rPr>
            <a:t>Command-Line Interface (CLI)</a:t>
          </a:r>
          <a:endParaRPr lang="en-US" sz="2000" kern="1200" dirty="0">
            <a:solidFill>
              <a:schemeClr val="bg1">
                <a:lumMod val="95000"/>
              </a:schemeClr>
            </a:solidFill>
          </a:endParaRPr>
        </a:p>
      </dsp:txBody>
      <dsp:txXfrm>
        <a:off x="0" y="127000"/>
        <a:ext cx="1904999" cy="1143000"/>
      </dsp:txXfrm>
    </dsp:sp>
    <dsp:sp modelId="{A0A5F35E-7274-4742-9D56-496F2A22C284}">
      <dsp:nvSpPr>
        <dsp:cNvPr id="0" name=""/>
        <dsp:cNvSpPr/>
      </dsp:nvSpPr>
      <dsp:spPr>
        <a:xfrm>
          <a:off x="2095500" y="1270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0" i="0" kern="1200">
              <a:solidFill>
                <a:schemeClr val="bg1">
                  <a:lumMod val="95000"/>
                </a:schemeClr>
              </a:solidFill>
              <a:effectLst/>
              <a:latin typeface="-apple-system"/>
            </a:rPr>
            <a:t>Graphical User Interface (GUI)</a:t>
          </a:r>
          <a:endParaRPr lang="en-US" sz="2000" b="0" i="0" kern="1200" dirty="0">
            <a:solidFill>
              <a:schemeClr val="bg1">
                <a:lumMod val="95000"/>
              </a:schemeClr>
            </a:solidFill>
            <a:effectLst/>
            <a:latin typeface="-apple-system"/>
          </a:endParaRPr>
        </a:p>
      </dsp:txBody>
      <dsp:txXfrm>
        <a:off x="2095500" y="127000"/>
        <a:ext cx="1904999" cy="1143000"/>
      </dsp:txXfrm>
    </dsp:sp>
    <dsp:sp modelId="{C3150FE5-7815-454E-82BD-944073A6C47E}">
      <dsp:nvSpPr>
        <dsp:cNvPr id="0" name=""/>
        <dsp:cNvSpPr/>
      </dsp:nvSpPr>
      <dsp:spPr>
        <a:xfrm>
          <a:off x="4191000" y="1270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0" i="0" kern="1200">
              <a:solidFill>
                <a:schemeClr val="bg1">
                  <a:lumMod val="95000"/>
                </a:schemeClr>
              </a:solidFill>
              <a:effectLst/>
              <a:latin typeface="-apple-system"/>
            </a:rPr>
            <a:t>Touch-Based Interface</a:t>
          </a:r>
          <a:endParaRPr lang="en-US" sz="2000" b="0" i="0" kern="1200" dirty="0">
            <a:solidFill>
              <a:schemeClr val="bg1">
                <a:lumMod val="95000"/>
              </a:schemeClr>
            </a:solidFill>
            <a:effectLst/>
            <a:latin typeface="-apple-system"/>
          </a:endParaRPr>
        </a:p>
      </dsp:txBody>
      <dsp:txXfrm>
        <a:off x="4191000" y="127000"/>
        <a:ext cx="1904999" cy="1143000"/>
      </dsp:txXfrm>
    </dsp:sp>
    <dsp:sp modelId="{ACB8DC2B-FEE1-4814-A421-87404C21088D}">
      <dsp:nvSpPr>
        <dsp:cNvPr id="0" name=""/>
        <dsp:cNvSpPr/>
      </dsp:nvSpPr>
      <dsp:spPr>
        <a:xfrm>
          <a:off x="0" y="14605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0" i="0" kern="1200">
              <a:solidFill>
                <a:schemeClr val="bg1">
                  <a:lumMod val="95000"/>
                </a:schemeClr>
              </a:solidFill>
              <a:effectLst/>
              <a:latin typeface="-apple-system"/>
            </a:rPr>
            <a:t>Voice User Interface (VUI)</a:t>
          </a:r>
          <a:endParaRPr lang="en-US" sz="2000" b="0" i="0" kern="1200" dirty="0">
            <a:solidFill>
              <a:schemeClr val="bg1">
                <a:lumMod val="95000"/>
              </a:schemeClr>
            </a:solidFill>
            <a:effectLst/>
            <a:latin typeface="-apple-system"/>
          </a:endParaRPr>
        </a:p>
      </dsp:txBody>
      <dsp:txXfrm>
        <a:off x="0" y="1460500"/>
        <a:ext cx="1904999" cy="1143000"/>
      </dsp:txXfrm>
    </dsp:sp>
    <dsp:sp modelId="{03BE2E8B-305B-498D-8678-6667673F1B0A}">
      <dsp:nvSpPr>
        <dsp:cNvPr id="0" name=""/>
        <dsp:cNvSpPr/>
      </dsp:nvSpPr>
      <dsp:spPr>
        <a:xfrm>
          <a:off x="2095500" y="14605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0" i="0" kern="1200" dirty="0">
              <a:solidFill>
                <a:schemeClr val="bg1">
                  <a:lumMod val="95000"/>
                </a:schemeClr>
              </a:solidFill>
              <a:effectLst/>
              <a:latin typeface="-apple-system"/>
            </a:rPr>
            <a:t>Augmented Reality (AR) and Virtual Reality (VR) Interfaces</a:t>
          </a:r>
        </a:p>
      </dsp:txBody>
      <dsp:txXfrm>
        <a:off x="2095500" y="1460500"/>
        <a:ext cx="1904999" cy="1143000"/>
      </dsp:txXfrm>
    </dsp:sp>
    <dsp:sp modelId="{891A0304-F8BD-4A0E-984B-20971999977C}">
      <dsp:nvSpPr>
        <dsp:cNvPr id="0" name=""/>
        <dsp:cNvSpPr/>
      </dsp:nvSpPr>
      <dsp:spPr>
        <a:xfrm>
          <a:off x="4191000" y="1460500"/>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lumMod val="95000"/>
                </a:schemeClr>
              </a:solidFill>
            </a:rPr>
            <a:t>Natural Language</a:t>
          </a:r>
        </a:p>
      </dsp:txBody>
      <dsp:txXfrm>
        <a:off x="4191000" y="1460500"/>
        <a:ext cx="1904999" cy="1143000"/>
      </dsp:txXfrm>
    </dsp:sp>
    <dsp:sp modelId="{D5A5B494-FAB4-4E4E-A707-CFA67B49C2BF}">
      <dsp:nvSpPr>
        <dsp:cNvPr id="0" name=""/>
        <dsp:cNvSpPr/>
      </dsp:nvSpPr>
      <dsp:spPr>
        <a:xfrm>
          <a:off x="2095500" y="2793999"/>
          <a:ext cx="1904999" cy="1143000"/>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lumMod val="95000"/>
                </a:schemeClr>
              </a:solidFill>
            </a:rPr>
            <a:t>Form based Interface</a:t>
          </a:r>
        </a:p>
      </dsp:txBody>
      <dsp:txXfrm>
        <a:off x="2095500" y="2793999"/>
        <a:ext cx="1904999" cy="114300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0A90D812-285E-45BA-991F-3B053307A42D}"/>
              </a:ext>
            </a:extLst>
          </p:cNvPr>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59" name="Rectangle 3">
            <a:extLst>
              <a:ext uri="{FF2B5EF4-FFF2-40B4-BE49-F238E27FC236}">
                <a16:creationId xmlns:a16="http://schemas.microsoft.com/office/drawing/2014/main" id="{0F67A946-3E2C-4C51-977C-26A29244F098}"/>
              </a:ext>
            </a:extLst>
          </p:cNvPr>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44036" name="Rectangle 4">
            <a:extLst>
              <a:ext uri="{FF2B5EF4-FFF2-40B4-BE49-F238E27FC236}">
                <a16:creationId xmlns:a16="http://schemas.microsoft.com/office/drawing/2014/main" id="{15225186-8A11-432F-AA98-2D5E5BDD3642}"/>
              </a:ext>
            </a:extLst>
          </p:cNvPr>
          <p:cNvSpPr>
            <a:spLocks noGrp="1" noRot="1" noChangeAspect="1" noChangeArrowheads="1" noTextEdit="1"/>
          </p:cNvSpPr>
          <p:nvPr>
            <p:ph type="sldImg" idx="2"/>
          </p:nvPr>
        </p:nvSpPr>
        <p:spPr bwMode="auto">
          <a:xfrm>
            <a:off x="990600" y="768350"/>
            <a:ext cx="5118100" cy="383698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21861" name="Rectangle 5">
            <a:extLst>
              <a:ext uri="{FF2B5EF4-FFF2-40B4-BE49-F238E27FC236}">
                <a16:creationId xmlns:a16="http://schemas.microsoft.com/office/drawing/2014/main" id="{9BC1CC21-6C5F-4763-87E7-383E478E4E08}"/>
              </a:ext>
            </a:extLst>
          </p:cNvPr>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p>
            <a:pPr lvl="0"/>
            <a:r>
              <a:rPr lang="th-TH" altLang="en-US" noProof="0"/>
              <a:t>Click to edit Master text styles</a:t>
            </a:r>
          </a:p>
          <a:p>
            <a:pPr lvl="1"/>
            <a:r>
              <a:rPr lang="th-TH" altLang="en-US" noProof="0"/>
              <a:t>Second level</a:t>
            </a:r>
          </a:p>
          <a:p>
            <a:pPr lvl="2"/>
            <a:r>
              <a:rPr lang="th-TH" altLang="en-US" noProof="0"/>
              <a:t>Third level</a:t>
            </a:r>
          </a:p>
          <a:p>
            <a:pPr lvl="3"/>
            <a:r>
              <a:rPr lang="th-TH" altLang="en-US" noProof="0"/>
              <a:t>Fourth level</a:t>
            </a:r>
          </a:p>
          <a:p>
            <a:pPr lvl="4"/>
            <a:r>
              <a:rPr lang="th-TH" altLang="en-US" noProof="0"/>
              <a:t>Fifth level</a:t>
            </a:r>
          </a:p>
        </p:txBody>
      </p:sp>
      <p:sp>
        <p:nvSpPr>
          <p:cNvPr id="121862" name="Rectangle 6">
            <a:extLst>
              <a:ext uri="{FF2B5EF4-FFF2-40B4-BE49-F238E27FC236}">
                <a16:creationId xmlns:a16="http://schemas.microsoft.com/office/drawing/2014/main" id="{64EBE8B3-3F9B-456F-B901-2F004D5B654A}"/>
              </a:ext>
            </a:extLst>
          </p:cNvPr>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63" name="Rectangle 7">
            <a:extLst>
              <a:ext uri="{FF2B5EF4-FFF2-40B4-BE49-F238E27FC236}">
                <a16:creationId xmlns:a16="http://schemas.microsoft.com/office/drawing/2014/main" id="{3D2FC271-3D65-4025-B92F-C7BB2C360095}"/>
              </a:ext>
            </a:extLst>
          </p:cNvPr>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fld id="{C07C3744-6EC3-4E79-A53A-5EE949019065}" type="slidenum">
              <a:rPr lang="en-US" altLang="en-US"/>
              <a:pPr>
                <a:defRPr/>
              </a:pPr>
              <a:t>‹#›</a:t>
            </a:fld>
            <a:endParaRPr lang="th-TH"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a:extLst>
              <a:ext uri="{FF2B5EF4-FFF2-40B4-BE49-F238E27FC236}">
                <a16:creationId xmlns:a16="http://schemas.microsoft.com/office/drawing/2014/main" id="{E927BB22-7120-44A8-9731-A2D2E90B1390}"/>
              </a:ext>
            </a:extLst>
          </p:cNvPr>
          <p:cNvSpPr>
            <a:spLocks noGrp="1" noRot="1" noChangeAspect="1" noChangeArrowheads="1" noTextEdit="1"/>
          </p:cNvSpPr>
          <p:nvPr>
            <p:ph type="sldImg"/>
          </p:nvPr>
        </p:nvSpPr>
        <p:spPr>
          <a:xfrm>
            <a:off x="1150938" y="692150"/>
            <a:ext cx="4556125" cy="3416300"/>
          </a:xfrm>
          <a:ln/>
        </p:spPr>
      </p:sp>
      <p:sp>
        <p:nvSpPr>
          <p:cNvPr id="46083" name="Notes Placeholder 2">
            <a:extLst>
              <a:ext uri="{FF2B5EF4-FFF2-40B4-BE49-F238E27FC236}">
                <a16:creationId xmlns:a16="http://schemas.microsoft.com/office/drawing/2014/main" id="{B1D4B81E-0CC1-4B34-931C-D8E6CA3419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
        <p:nvSpPr>
          <p:cNvPr id="46084" name="Footer Placeholder 3">
            <a:extLst>
              <a:ext uri="{FF2B5EF4-FFF2-40B4-BE49-F238E27FC236}">
                <a16:creationId xmlns:a16="http://schemas.microsoft.com/office/drawing/2014/main" id="{484F9F28-10A3-46CF-9C5F-2B4FA1BD8BE1}"/>
              </a:ext>
            </a:extLst>
          </p:cNvPr>
          <p:cNvSpPr>
            <a:spLocks noGrp="1"/>
          </p:cNvSpPr>
          <p:nvPr>
            <p:ph type="ftr" sz="quarter" idx="4"/>
          </p:nvPr>
        </p:nvSpPr>
        <p:spPr>
          <a:xfrm>
            <a:off x="0" y="8686800"/>
            <a:ext cx="2971800" cy="457200"/>
          </a:xfrm>
          <a:noFill/>
        </p:spPr>
        <p:txBody>
          <a:bodyPr/>
          <a:lstStyle>
            <a:lvl1pPr defTabSz="990600">
              <a:defRPr>
                <a:solidFill>
                  <a:schemeClr val="tx1"/>
                </a:solidFill>
                <a:latin typeface="Arial" panose="020B0604020202020204" pitchFamily="34" charset="0"/>
                <a:ea typeface="Angsana New" panose="02020603050405020304" pitchFamily="18" charset="-34"/>
              </a:defRPr>
            </a:lvl1pPr>
            <a:lvl2pPr marL="742950" indent="-285750" defTabSz="990600">
              <a:defRPr>
                <a:solidFill>
                  <a:schemeClr val="tx1"/>
                </a:solidFill>
                <a:latin typeface="Arial" panose="020B0604020202020204" pitchFamily="34" charset="0"/>
                <a:ea typeface="Angsana New" panose="02020603050405020304" pitchFamily="18" charset="-34"/>
              </a:defRPr>
            </a:lvl2pPr>
            <a:lvl3pPr marL="1143000" indent="-228600" defTabSz="990600">
              <a:defRPr>
                <a:solidFill>
                  <a:schemeClr val="tx1"/>
                </a:solidFill>
                <a:latin typeface="Arial" panose="020B0604020202020204" pitchFamily="34" charset="0"/>
                <a:ea typeface="Angsana New" panose="02020603050405020304" pitchFamily="18" charset="-34"/>
              </a:defRPr>
            </a:lvl3pPr>
            <a:lvl4pPr marL="1600200" indent="-228600" defTabSz="990600">
              <a:defRPr>
                <a:solidFill>
                  <a:schemeClr val="tx1"/>
                </a:solidFill>
                <a:latin typeface="Arial" panose="020B0604020202020204" pitchFamily="34" charset="0"/>
                <a:ea typeface="Angsana New" panose="02020603050405020304" pitchFamily="18" charset="-34"/>
              </a:defRPr>
            </a:lvl4pPr>
            <a:lvl5pPr marL="2057400" indent="-228600" defTabSz="990600">
              <a:defRPr>
                <a:solidFill>
                  <a:schemeClr val="tx1"/>
                </a:solidFill>
                <a:latin typeface="Arial" panose="020B0604020202020204" pitchFamily="34" charset="0"/>
                <a:ea typeface="Angsana New" panose="02020603050405020304" pitchFamily="18" charset="-34"/>
              </a:defRPr>
            </a:lvl5pPr>
            <a:lvl6pPr marL="25146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r>
              <a:rPr lang="en-US" altLang="en-US"/>
              <a:t>© 2016 Pearson Education, Inc., Hoboken, NJ. All rights reserved.</a:t>
            </a:r>
          </a:p>
        </p:txBody>
      </p:sp>
      <p:sp>
        <p:nvSpPr>
          <p:cNvPr id="46085" name="Slide Number Placeholder 4">
            <a:extLst>
              <a:ext uri="{FF2B5EF4-FFF2-40B4-BE49-F238E27FC236}">
                <a16:creationId xmlns:a16="http://schemas.microsoft.com/office/drawing/2014/main" id="{32185DEE-BFE2-45E2-8220-BC578E7C10C4}"/>
              </a:ext>
            </a:extLst>
          </p:cNvPr>
          <p:cNvSpPr>
            <a:spLocks noGrp="1" noChangeArrowheads="1"/>
          </p:cNvSpPr>
          <p:nvPr>
            <p:ph type="sldNum" sz="quarter" idx="5"/>
          </p:nvPr>
        </p:nvSpPr>
        <p:spPr>
          <a:xfrm>
            <a:off x="3886200" y="8686800"/>
            <a:ext cx="29718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9638">
              <a:defRPr>
                <a:solidFill>
                  <a:schemeClr val="tx1"/>
                </a:solidFill>
                <a:latin typeface="Arial" panose="020B0604020202020204" pitchFamily="34" charset="0"/>
                <a:ea typeface="Angsana New" panose="02020603050405020304" pitchFamily="18" charset="-34"/>
              </a:defRPr>
            </a:lvl1pPr>
            <a:lvl2pPr marL="742950" indent="-285750" defTabSz="909638">
              <a:defRPr>
                <a:solidFill>
                  <a:schemeClr val="tx1"/>
                </a:solidFill>
                <a:latin typeface="Arial" panose="020B0604020202020204" pitchFamily="34" charset="0"/>
                <a:ea typeface="Angsana New" panose="02020603050405020304" pitchFamily="18" charset="-34"/>
              </a:defRPr>
            </a:lvl2pPr>
            <a:lvl3pPr marL="1143000" indent="-228600" defTabSz="909638">
              <a:defRPr>
                <a:solidFill>
                  <a:schemeClr val="tx1"/>
                </a:solidFill>
                <a:latin typeface="Arial" panose="020B0604020202020204" pitchFamily="34" charset="0"/>
                <a:ea typeface="Angsana New" panose="02020603050405020304" pitchFamily="18" charset="-34"/>
              </a:defRPr>
            </a:lvl3pPr>
            <a:lvl4pPr marL="1600200" indent="-228600" defTabSz="909638">
              <a:defRPr>
                <a:solidFill>
                  <a:schemeClr val="tx1"/>
                </a:solidFill>
                <a:latin typeface="Arial" panose="020B0604020202020204" pitchFamily="34" charset="0"/>
                <a:ea typeface="Angsana New" panose="02020603050405020304" pitchFamily="18" charset="-34"/>
              </a:defRPr>
            </a:lvl4pPr>
            <a:lvl5pPr marL="2057400" indent="-228600" defTabSz="909638">
              <a:defRPr>
                <a:solidFill>
                  <a:schemeClr val="tx1"/>
                </a:solidFill>
                <a:latin typeface="Arial" panose="020B0604020202020204" pitchFamily="34" charset="0"/>
                <a:ea typeface="Angsana New" panose="02020603050405020304" pitchFamily="18" charset="-34"/>
              </a:defRPr>
            </a:lvl5pPr>
            <a:lvl6pPr marL="25146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fld id="{404B7AD8-E783-48AE-9303-16B5B68B1C49}" type="slidenum">
              <a:rPr lang="en-US" altLang="en-US" sz="1000" i="1" smtClean="0">
                <a:latin typeface="Times New Roman" panose="02020603050405020304" pitchFamily="18" charset="0"/>
                <a:ea typeface="新細明體" panose="02020500000000000000" pitchFamily="18" charset="-120"/>
              </a:rPr>
              <a:pPr/>
              <a:t>1</a:t>
            </a:fld>
            <a:endParaRPr lang="en-US" altLang="en-US" sz="1000" i="1">
              <a:latin typeface="Times New Roman" panose="02020603050405020304" pitchFamily="18" charset="0"/>
              <a:ea typeface="新細明體" panose="02020500000000000000" pitchFamily="18" charset="-120"/>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CA7BF0AF-4BD3-456F-876E-731944C7CF1E}"/>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66A0F1AE-2137-46E3-93A2-7105D8B0B170}"/>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6" name="Group 4">
              <a:extLst>
                <a:ext uri="{FF2B5EF4-FFF2-40B4-BE49-F238E27FC236}">
                  <a16:creationId xmlns:a16="http://schemas.microsoft.com/office/drawing/2014/main" id="{2926F480-999F-4E5A-A679-2CC66462FF7A}"/>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787588DD-AA41-4277-9C17-B221A4E03C4C}"/>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1" name="Rectangle 6">
                <a:extLst>
                  <a:ext uri="{FF2B5EF4-FFF2-40B4-BE49-F238E27FC236}">
                    <a16:creationId xmlns:a16="http://schemas.microsoft.com/office/drawing/2014/main" id="{DF66D16C-F975-445F-861F-4D4E6815143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2" name="Line 7">
                <a:extLst>
                  <a:ext uri="{FF2B5EF4-FFF2-40B4-BE49-F238E27FC236}">
                    <a16:creationId xmlns:a16="http://schemas.microsoft.com/office/drawing/2014/main" id="{6E705887-AB71-4B76-B1F4-8D7F77EAE8C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BB03B609-8F28-44A4-AC11-5F5379FF134A}"/>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C3C17E7D-EFC9-4005-8EDE-8E4466AE8642}"/>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9" name="Line 10">
                <a:extLst>
                  <a:ext uri="{FF2B5EF4-FFF2-40B4-BE49-F238E27FC236}">
                    <a16:creationId xmlns:a16="http://schemas.microsoft.com/office/drawing/2014/main" id="{792123B1-DDFD-4680-AB10-CFA32939CBCF}"/>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6F507B9-BBC3-4F9E-B5B3-1F84BF9FAC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0F1BC169-C2A2-45B5-A374-71F2EBA035EC}"/>
              </a:ext>
            </a:extLst>
          </p:cNvPr>
          <p:cNvSpPr>
            <a:spLocks noGrp="1" noChangeArrowheads="1"/>
          </p:cNvSpPr>
          <p:nvPr>
            <p:ph type="dt" sz="half" idx="10"/>
          </p:nvPr>
        </p:nvSpPr>
        <p:spPr>
          <a:xfrm>
            <a:off x="912813" y="6251575"/>
            <a:ext cx="1905000" cy="457200"/>
          </a:xfrm>
        </p:spPr>
        <p:txBody>
          <a:bodyPr/>
          <a:lstStyle>
            <a:lvl1pPr>
              <a:defRPr/>
            </a:lvl1pPr>
          </a:lstStyle>
          <a:p>
            <a:pPr>
              <a:defRPr/>
            </a:pPr>
            <a:fld id="{5BC5A4B5-26F4-4CC4-A8C9-7256B7BDEED5}" type="datetime4">
              <a:rPr lang="en-US" altLang="en-US" smtClean="0"/>
              <a:t>March 14, 2024</a:t>
            </a:fld>
            <a:endParaRPr lang="en-US" altLang="en-US"/>
          </a:p>
        </p:txBody>
      </p:sp>
      <p:sp>
        <p:nvSpPr>
          <p:cNvPr id="15" name="Footer Placeholder 14">
            <a:extLst>
              <a:ext uri="{FF2B5EF4-FFF2-40B4-BE49-F238E27FC236}">
                <a16:creationId xmlns:a16="http://schemas.microsoft.com/office/drawing/2014/main" id="{2790513F-446A-47CC-8086-B585B729A85A}"/>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44DC9E00-0C42-4E33-9791-DB74392E7DDC}"/>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FCA2A49A-F948-456B-8433-624613035A24}" type="slidenum">
              <a:rPr lang="en-US" altLang="en-US"/>
              <a:pPr>
                <a:defRPr/>
              </a:pPr>
              <a:t>‹#›</a:t>
            </a:fld>
            <a:endParaRPr lang="en-US" altLang="en-US"/>
          </a:p>
        </p:txBody>
      </p:sp>
    </p:spTree>
    <p:extLst>
      <p:ext uri="{BB962C8B-B14F-4D97-AF65-F5344CB8AC3E}">
        <p14:creationId xmlns:p14="http://schemas.microsoft.com/office/powerpoint/2010/main" val="4081891055"/>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CF9C34EE-72F3-48EA-B932-2A64C2038FE7}"/>
              </a:ext>
            </a:extLst>
          </p:cNvPr>
          <p:cNvSpPr>
            <a:spLocks noGrp="1" noChangeArrowheads="1"/>
          </p:cNvSpPr>
          <p:nvPr>
            <p:ph type="dt" sz="half" idx="10"/>
          </p:nvPr>
        </p:nvSpPr>
        <p:spPr>
          <a:ln/>
        </p:spPr>
        <p:txBody>
          <a:bodyPr/>
          <a:lstStyle>
            <a:lvl1pPr>
              <a:defRPr/>
            </a:lvl1pPr>
          </a:lstStyle>
          <a:p>
            <a:pPr>
              <a:defRPr/>
            </a:pPr>
            <a:fld id="{9827BBBE-186A-4024-8E62-590462448208}"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C590B3F9-588F-420A-B941-CFF2AA2EA9F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B8035C69-28AB-4877-8601-E8807E4BE94F}"/>
              </a:ext>
            </a:extLst>
          </p:cNvPr>
          <p:cNvSpPr>
            <a:spLocks noGrp="1" noChangeArrowheads="1"/>
          </p:cNvSpPr>
          <p:nvPr>
            <p:ph type="sldNum" sz="quarter" idx="12"/>
          </p:nvPr>
        </p:nvSpPr>
        <p:spPr>
          <a:ln/>
        </p:spPr>
        <p:txBody>
          <a:bodyPr/>
          <a:lstStyle>
            <a:lvl1pPr>
              <a:defRPr/>
            </a:lvl1pPr>
          </a:lstStyle>
          <a:p>
            <a:pPr>
              <a:defRPr/>
            </a:pPr>
            <a:fld id="{50DA9C81-8C0B-420A-8765-3A9516626B09}" type="slidenum">
              <a:rPr lang="en-US" altLang="en-US"/>
              <a:pPr>
                <a:defRPr/>
              </a:pPr>
              <a:t>‹#›</a:t>
            </a:fld>
            <a:endParaRPr lang="en-US" altLang="en-US"/>
          </a:p>
        </p:txBody>
      </p:sp>
    </p:spTree>
    <p:extLst>
      <p:ext uri="{BB962C8B-B14F-4D97-AF65-F5344CB8AC3E}">
        <p14:creationId xmlns:p14="http://schemas.microsoft.com/office/powerpoint/2010/main" val="3406192934"/>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C4234A2A-5D0C-44C8-887E-D10DDFC7AA53}"/>
              </a:ext>
            </a:extLst>
          </p:cNvPr>
          <p:cNvSpPr>
            <a:spLocks noGrp="1" noChangeArrowheads="1"/>
          </p:cNvSpPr>
          <p:nvPr>
            <p:ph type="dt" sz="half" idx="10"/>
          </p:nvPr>
        </p:nvSpPr>
        <p:spPr>
          <a:ln/>
        </p:spPr>
        <p:txBody>
          <a:bodyPr/>
          <a:lstStyle>
            <a:lvl1pPr>
              <a:defRPr/>
            </a:lvl1pPr>
          </a:lstStyle>
          <a:p>
            <a:pPr>
              <a:defRPr/>
            </a:pPr>
            <a:fld id="{68994EEA-CDE1-4CF0-B97E-F046BC99017A}"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04E8673F-D3A8-4270-A880-5464CB01F96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EB1F1F1B-8663-4447-B9F0-E50D78F34EFB}"/>
              </a:ext>
            </a:extLst>
          </p:cNvPr>
          <p:cNvSpPr>
            <a:spLocks noGrp="1" noChangeArrowheads="1"/>
          </p:cNvSpPr>
          <p:nvPr>
            <p:ph type="sldNum" sz="quarter" idx="12"/>
          </p:nvPr>
        </p:nvSpPr>
        <p:spPr>
          <a:ln/>
        </p:spPr>
        <p:txBody>
          <a:bodyPr/>
          <a:lstStyle>
            <a:lvl1pPr>
              <a:defRPr/>
            </a:lvl1pPr>
          </a:lstStyle>
          <a:p>
            <a:pPr>
              <a:defRPr/>
            </a:pPr>
            <a:fld id="{99E7F0A4-9658-43EF-876F-1B09C1E0A41F}" type="slidenum">
              <a:rPr lang="en-US" altLang="en-US"/>
              <a:pPr>
                <a:defRPr/>
              </a:pPr>
              <a:t>‹#›</a:t>
            </a:fld>
            <a:endParaRPr lang="en-US" altLang="en-US"/>
          </a:p>
        </p:txBody>
      </p:sp>
    </p:spTree>
    <p:extLst>
      <p:ext uri="{BB962C8B-B14F-4D97-AF65-F5344CB8AC3E}">
        <p14:creationId xmlns:p14="http://schemas.microsoft.com/office/powerpoint/2010/main" val="2982120886"/>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BEDEDA5F-0A5D-4CA4-A1C5-E0BBCA7D32B1}"/>
              </a:ext>
            </a:extLst>
          </p:cNvPr>
          <p:cNvSpPr>
            <a:spLocks noGrp="1" noChangeArrowheads="1"/>
          </p:cNvSpPr>
          <p:nvPr>
            <p:ph type="dt" sz="half" idx="10"/>
          </p:nvPr>
        </p:nvSpPr>
        <p:spPr>
          <a:ln/>
        </p:spPr>
        <p:txBody>
          <a:bodyPr/>
          <a:lstStyle>
            <a:lvl1pPr>
              <a:defRPr/>
            </a:lvl1pPr>
          </a:lstStyle>
          <a:p>
            <a:pPr>
              <a:defRPr/>
            </a:pPr>
            <a:fld id="{AE36E2F7-403A-4BD1-97B2-954E718C0676}"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4C2AD675-B79B-4C82-8BB7-A5BB8E849A2A}"/>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A6E5F42-4825-4052-A411-7C9668ACCC14}"/>
              </a:ext>
            </a:extLst>
          </p:cNvPr>
          <p:cNvSpPr>
            <a:spLocks noGrp="1" noChangeArrowheads="1"/>
          </p:cNvSpPr>
          <p:nvPr>
            <p:ph type="sldNum" sz="quarter" idx="12"/>
          </p:nvPr>
        </p:nvSpPr>
        <p:spPr>
          <a:ln/>
        </p:spPr>
        <p:txBody>
          <a:bodyPr/>
          <a:lstStyle>
            <a:lvl1pPr>
              <a:defRPr/>
            </a:lvl1pPr>
          </a:lstStyle>
          <a:p>
            <a:pPr>
              <a:defRPr/>
            </a:pPr>
            <a:fld id="{2A030BC2-7CF3-4AF3-91D9-2A59AC404433}" type="slidenum">
              <a:rPr lang="en-US" altLang="en-US"/>
              <a:pPr>
                <a:defRPr/>
              </a:pPr>
              <a:t>‹#›</a:t>
            </a:fld>
            <a:endParaRPr lang="en-US" altLang="en-US"/>
          </a:p>
        </p:txBody>
      </p:sp>
    </p:spTree>
    <p:extLst>
      <p:ext uri="{BB962C8B-B14F-4D97-AF65-F5344CB8AC3E}">
        <p14:creationId xmlns:p14="http://schemas.microsoft.com/office/powerpoint/2010/main" val="762873303"/>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B4B9A3CC-A69C-4380-B243-FF56F5877D4A}"/>
              </a:ext>
            </a:extLst>
          </p:cNvPr>
          <p:cNvSpPr>
            <a:spLocks noGrp="1" noChangeArrowheads="1"/>
          </p:cNvSpPr>
          <p:nvPr>
            <p:ph type="dt" sz="half" idx="10"/>
          </p:nvPr>
        </p:nvSpPr>
        <p:spPr>
          <a:ln/>
        </p:spPr>
        <p:txBody>
          <a:bodyPr/>
          <a:lstStyle>
            <a:lvl1pPr>
              <a:defRPr/>
            </a:lvl1pPr>
          </a:lstStyle>
          <a:p>
            <a:pPr>
              <a:defRPr/>
            </a:pPr>
            <a:fld id="{53C47519-7D6C-4277-A527-EC8BF8B7D20D}" type="datetime4">
              <a:rPr lang="en-US" altLang="en-US" smtClean="0"/>
              <a:t>March 14, 2024</a:t>
            </a:fld>
            <a:endParaRPr lang="en-US" altLang="en-US"/>
          </a:p>
        </p:txBody>
      </p:sp>
      <p:sp>
        <p:nvSpPr>
          <p:cNvPr id="8" name="Rectangle 10">
            <a:extLst>
              <a:ext uri="{FF2B5EF4-FFF2-40B4-BE49-F238E27FC236}">
                <a16:creationId xmlns:a16="http://schemas.microsoft.com/office/drawing/2014/main" id="{4BB100D0-7C52-4FE4-BB69-6A02DD95835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8BE3667C-9E53-4554-BDEC-26A785705C60}"/>
              </a:ext>
            </a:extLst>
          </p:cNvPr>
          <p:cNvSpPr>
            <a:spLocks noGrp="1" noChangeArrowheads="1"/>
          </p:cNvSpPr>
          <p:nvPr>
            <p:ph type="sldNum" sz="quarter" idx="12"/>
          </p:nvPr>
        </p:nvSpPr>
        <p:spPr>
          <a:ln/>
        </p:spPr>
        <p:txBody>
          <a:bodyPr/>
          <a:lstStyle>
            <a:lvl1pPr>
              <a:defRPr/>
            </a:lvl1pPr>
          </a:lstStyle>
          <a:p>
            <a:pPr>
              <a:defRPr/>
            </a:pPr>
            <a:fld id="{4E8385E0-B45E-4570-A3AA-0856022418D9}" type="slidenum">
              <a:rPr lang="en-US" altLang="en-US"/>
              <a:pPr>
                <a:defRPr/>
              </a:pPr>
              <a:t>‹#›</a:t>
            </a:fld>
            <a:endParaRPr lang="en-US" altLang="en-US"/>
          </a:p>
        </p:txBody>
      </p:sp>
    </p:spTree>
    <p:extLst>
      <p:ext uri="{BB962C8B-B14F-4D97-AF65-F5344CB8AC3E}">
        <p14:creationId xmlns:p14="http://schemas.microsoft.com/office/powerpoint/2010/main" val="3859124618"/>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75C9C638-878C-4E40-8D06-96E4C1B412DE}"/>
              </a:ext>
            </a:extLst>
          </p:cNvPr>
          <p:cNvSpPr>
            <a:spLocks noGrp="1" noChangeArrowheads="1"/>
          </p:cNvSpPr>
          <p:nvPr>
            <p:ph type="dt" sz="half" idx="10"/>
          </p:nvPr>
        </p:nvSpPr>
        <p:spPr>
          <a:ln/>
        </p:spPr>
        <p:txBody>
          <a:bodyPr/>
          <a:lstStyle>
            <a:lvl1pPr>
              <a:defRPr/>
            </a:lvl1pPr>
          </a:lstStyle>
          <a:p>
            <a:pPr>
              <a:defRPr/>
            </a:pPr>
            <a:fld id="{5DCB4BA1-EF4A-46E7-A043-BEC20C08A882}" type="datetime4">
              <a:rPr lang="en-US" altLang="en-US" smtClean="0"/>
              <a:t>March 14, 2024</a:t>
            </a:fld>
            <a:endParaRPr lang="en-US" altLang="en-US"/>
          </a:p>
        </p:txBody>
      </p:sp>
      <p:sp>
        <p:nvSpPr>
          <p:cNvPr id="4" name="Rectangle 10">
            <a:extLst>
              <a:ext uri="{FF2B5EF4-FFF2-40B4-BE49-F238E27FC236}">
                <a16:creationId xmlns:a16="http://schemas.microsoft.com/office/drawing/2014/main" id="{3310315F-DE20-461D-BB40-598604683D4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45B671E4-A185-4AAA-BFEE-B5DA72854E32}"/>
              </a:ext>
            </a:extLst>
          </p:cNvPr>
          <p:cNvSpPr>
            <a:spLocks noGrp="1" noChangeArrowheads="1"/>
          </p:cNvSpPr>
          <p:nvPr>
            <p:ph type="sldNum" sz="quarter" idx="12"/>
          </p:nvPr>
        </p:nvSpPr>
        <p:spPr>
          <a:ln/>
        </p:spPr>
        <p:txBody>
          <a:bodyPr/>
          <a:lstStyle>
            <a:lvl1pPr>
              <a:defRPr/>
            </a:lvl1pPr>
          </a:lstStyle>
          <a:p>
            <a:pPr>
              <a:defRPr/>
            </a:pPr>
            <a:fld id="{A92DC3B9-A196-4109-8661-49D33AF61530}" type="slidenum">
              <a:rPr lang="en-US" altLang="en-US"/>
              <a:pPr>
                <a:defRPr/>
              </a:pPr>
              <a:t>‹#›</a:t>
            </a:fld>
            <a:endParaRPr lang="en-US" altLang="en-US"/>
          </a:p>
        </p:txBody>
      </p:sp>
    </p:spTree>
    <p:extLst>
      <p:ext uri="{BB962C8B-B14F-4D97-AF65-F5344CB8AC3E}">
        <p14:creationId xmlns:p14="http://schemas.microsoft.com/office/powerpoint/2010/main" val="45112132"/>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5C476D0D-B5BB-40B1-97F5-041B0BB00038}"/>
              </a:ext>
            </a:extLst>
          </p:cNvPr>
          <p:cNvSpPr>
            <a:spLocks noGrp="1" noChangeArrowheads="1"/>
          </p:cNvSpPr>
          <p:nvPr>
            <p:ph type="dt" sz="half" idx="10"/>
          </p:nvPr>
        </p:nvSpPr>
        <p:spPr>
          <a:ln/>
        </p:spPr>
        <p:txBody>
          <a:bodyPr/>
          <a:lstStyle>
            <a:lvl1pPr>
              <a:defRPr/>
            </a:lvl1pPr>
          </a:lstStyle>
          <a:p>
            <a:pPr>
              <a:defRPr/>
            </a:pPr>
            <a:fld id="{331896EC-27A3-4DEC-9EAE-1715D1EE9CB2}" type="datetime4">
              <a:rPr lang="en-US" altLang="en-US" smtClean="0"/>
              <a:t>March 14, 2024</a:t>
            </a:fld>
            <a:endParaRPr lang="en-US" altLang="en-US"/>
          </a:p>
        </p:txBody>
      </p:sp>
      <p:sp>
        <p:nvSpPr>
          <p:cNvPr id="3" name="Rectangle 10">
            <a:extLst>
              <a:ext uri="{FF2B5EF4-FFF2-40B4-BE49-F238E27FC236}">
                <a16:creationId xmlns:a16="http://schemas.microsoft.com/office/drawing/2014/main" id="{584D7CD9-03DE-48D5-8B6F-A09B7D332F85}"/>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4B50E0DF-BFAF-460E-AA43-87A734A1C027}"/>
              </a:ext>
            </a:extLst>
          </p:cNvPr>
          <p:cNvSpPr>
            <a:spLocks noGrp="1" noChangeArrowheads="1"/>
          </p:cNvSpPr>
          <p:nvPr>
            <p:ph type="sldNum" sz="quarter" idx="12"/>
          </p:nvPr>
        </p:nvSpPr>
        <p:spPr>
          <a:ln/>
        </p:spPr>
        <p:txBody>
          <a:bodyPr/>
          <a:lstStyle>
            <a:lvl1pPr>
              <a:defRPr/>
            </a:lvl1pPr>
          </a:lstStyle>
          <a:p>
            <a:pPr>
              <a:defRPr/>
            </a:pPr>
            <a:fld id="{EB21815A-02CE-4946-BC74-B18050342953}" type="slidenum">
              <a:rPr lang="en-US" altLang="en-US"/>
              <a:pPr>
                <a:defRPr/>
              </a:pPr>
              <a:t>‹#›</a:t>
            </a:fld>
            <a:endParaRPr lang="en-US" altLang="en-US"/>
          </a:p>
        </p:txBody>
      </p:sp>
    </p:spTree>
    <p:extLst>
      <p:ext uri="{BB962C8B-B14F-4D97-AF65-F5344CB8AC3E}">
        <p14:creationId xmlns:p14="http://schemas.microsoft.com/office/powerpoint/2010/main" val="404583648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9765C9AE-0CF0-4AA4-A848-0E2835A2EE33}"/>
              </a:ext>
            </a:extLst>
          </p:cNvPr>
          <p:cNvSpPr>
            <a:spLocks noGrp="1" noChangeArrowheads="1"/>
          </p:cNvSpPr>
          <p:nvPr>
            <p:ph type="dt" sz="half" idx="10"/>
          </p:nvPr>
        </p:nvSpPr>
        <p:spPr>
          <a:ln/>
        </p:spPr>
        <p:txBody>
          <a:bodyPr/>
          <a:lstStyle>
            <a:lvl1pPr>
              <a:defRPr/>
            </a:lvl1pPr>
          </a:lstStyle>
          <a:p>
            <a:pPr>
              <a:defRPr/>
            </a:pPr>
            <a:fld id="{6F01F57A-160C-4DBD-8129-F74AC5E4C8FF}"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FC78EA8E-2184-4C93-A632-2F9F0776E0C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1C0FE5F5-94B2-4263-8EC5-9430AB9C03D8}"/>
              </a:ext>
            </a:extLst>
          </p:cNvPr>
          <p:cNvSpPr>
            <a:spLocks noGrp="1" noChangeArrowheads="1"/>
          </p:cNvSpPr>
          <p:nvPr>
            <p:ph type="sldNum" sz="quarter" idx="12"/>
          </p:nvPr>
        </p:nvSpPr>
        <p:spPr>
          <a:ln/>
        </p:spPr>
        <p:txBody>
          <a:bodyPr/>
          <a:lstStyle>
            <a:lvl1pPr>
              <a:defRPr/>
            </a:lvl1pPr>
          </a:lstStyle>
          <a:p>
            <a:pPr>
              <a:defRPr/>
            </a:pPr>
            <a:fld id="{0DE921B3-5AA3-40B2-BD1E-81A7FD4E636B}" type="slidenum">
              <a:rPr lang="en-US" altLang="en-US"/>
              <a:pPr>
                <a:defRPr/>
              </a:pPr>
              <a:t>‹#›</a:t>
            </a:fld>
            <a:endParaRPr lang="en-US" altLang="en-US"/>
          </a:p>
        </p:txBody>
      </p:sp>
    </p:spTree>
    <p:extLst>
      <p:ext uri="{BB962C8B-B14F-4D97-AF65-F5344CB8AC3E}">
        <p14:creationId xmlns:p14="http://schemas.microsoft.com/office/powerpoint/2010/main" val="4154247001"/>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0E467AB0-774D-43D9-8198-193CB588BACB}"/>
              </a:ext>
            </a:extLst>
          </p:cNvPr>
          <p:cNvSpPr>
            <a:spLocks noGrp="1" noChangeArrowheads="1"/>
          </p:cNvSpPr>
          <p:nvPr>
            <p:ph type="dt" sz="half" idx="10"/>
          </p:nvPr>
        </p:nvSpPr>
        <p:spPr>
          <a:ln/>
        </p:spPr>
        <p:txBody>
          <a:bodyPr/>
          <a:lstStyle>
            <a:lvl1pPr>
              <a:defRPr/>
            </a:lvl1pPr>
          </a:lstStyle>
          <a:p>
            <a:pPr>
              <a:defRPr/>
            </a:pPr>
            <a:fld id="{AAB558D7-F0E0-4297-ADF6-FEC8ACB68C6B}"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7B808355-42A5-4D0E-8518-E0F4FD43197E}"/>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3BAF7EF2-E2DF-47AB-891C-D84081527129}"/>
              </a:ext>
            </a:extLst>
          </p:cNvPr>
          <p:cNvSpPr>
            <a:spLocks noGrp="1" noChangeArrowheads="1"/>
          </p:cNvSpPr>
          <p:nvPr>
            <p:ph type="sldNum" sz="quarter" idx="12"/>
          </p:nvPr>
        </p:nvSpPr>
        <p:spPr>
          <a:ln/>
        </p:spPr>
        <p:txBody>
          <a:bodyPr/>
          <a:lstStyle>
            <a:lvl1pPr>
              <a:defRPr/>
            </a:lvl1pPr>
          </a:lstStyle>
          <a:p>
            <a:pPr>
              <a:defRPr/>
            </a:pPr>
            <a:fld id="{CCB248BD-9539-4CAF-93DC-A2CA13CA5E98}" type="slidenum">
              <a:rPr lang="en-US" altLang="en-US"/>
              <a:pPr>
                <a:defRPr/>
              </a:pPr>
              <a:t>‹#›</a:t>
            </a:fld>
            <a:endParaRPr lang="en-US" altLang="en-US"/>
          </a:p>
        </p:txBody>
      </p:sp>
    </p:spTree>
    <p:extLst>
      <p:ext uri="{BB962C8B-B14F-4D97-AF65-F5344CB8AC3E}">
        <p14:creationId xmlns:p14="http://schemas.microsoft.com/office/powerpoint/2010/main" val="1270631338"/>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DFEB8B6-9CBD-44BF-A7E4-D3D886E91852}"/>
              </a:ext>
            </a:extLst>
          </p:cNvPr>
          <p:cNvSpPr>
            <a:spLocks noGrp="1" noChangeArrowheads="1"/>
          </p:cNvSpPr>
          <p:nvPr>
            <p:ph type="dt" sz="half" idx="10"/>
          </p:nvPr>
        </p:nvSpPr>
        <p:spPr>
          <a:ln/>
        </p:spPr>
        <p:txBody>
          <a:bodyPr/>
          <a:lstStyle>
            <a:lvl1pPr>
              <a:defRPr/>
            </a:lvl1pPr>
          </a:lstStyle>
          <a:p>
            <a:pPr>
              <a:defRPr/>
            </a:pPr>
            <a:fld id="{2EE4C2D4-AED4-49A9-9EFA-2DD204261EE7}"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E0908BF4-CB10-49D2-9638-F9AF6998E68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D8A2F6A0-8795-460A-8A6C-6A0D79743EA3}"/>
              </a:ext>
            </a:extLst>
          </p:cNvPr>
          <p:cNvSpPr>
            <a:spLocks noGrp="1" noChangeArrowheads="1"/>
          </p:cNvSpPr>
          <p:nvPr>
            <p:ph type="sldNum" sz="quarter" idx="12"/>
          </p:nvPr>
        </p:nvSpPr>
        <p:spPr>
          <a:ln/>
        </p:spPr>
        <p:txBody>
          <a:bodyPr/>
          <a:lstStyle>
            <a:lvl1pPr>
              <a:defRPr/>
            </a:lvl1pPr>
          </a:lstStyle>
          <a:p>
            <a:pPr>
              <a:defRPr/>
            </a:pPr>
            <a:fld id="{DE73F2B1-D81C-4169-96DE-C2961E383EAB}" type="slidenum">
              <a:rPr lang="en-US" altLang="en-US"/>
              <a:pPr>
                <a:defRPr/>
              </a:pPr>
              <a:t>‹#›</a:t>
            </a:fld>
            <a:endParaRPr lang="en-US" altLang="en-US"/>
          </a:p>
        </p:txBody>
      </p:sp>
    </p:spTree>
    <p:extLst>
      <p:ext uri="{BB962C8B-B14F-4D97-AF65-F5344CB8AC3E}">
        <p14:creationId xmlns:p14="http://schemas.microsoft.com/office/powerpoint/2010/main" val="3553602119"/>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1DBC7B38-5070-4237-8553-69481B5B89E3}"/>
              </a:ext>
            </a:extLst>
          </p:cNvPr>
          <p:cNvSpPr>
            <a:spLocks noGrp="1" noChangeArrowheads="1"/>
          </p:cNvSpPr>
          <p:nvPr>
            <p:ph type="dt" sz="half" idx="10"/>
          </p:nvPr>
        </p:nvSpPr>
        <p:spPr>
          <a:ln/>
        </p:spPr>
        <p:txBody>
          <a:bodyPr/>
          <a:lstStyle>
            <a:lvl1pPr>
              <a:defRPr/>
            </a:lvl1pPr>
          </a:lstStyle>
          <a:p>
            <a:pPr>
              <a:defRPr/>
            </a:pPr>
            <a:fld id="{845C5BC7-25FB-48F9-9ECD-E148693D6F39}"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48EF8B06-6A73-463B-8148-0D54FBA1B4F1}"/>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4E710C1B-376F-4EEA-81E0-1E3990D393E9}"/>
              </a:ext>
            </a:extLst>
          </p:cNvPr>
          <p:cNvSpPr>
            <a:spLocks noGrp="1" noChangeArrowheads="1"/>
          </p:cNvSpPr>
          <p:nvPr>
            <p:ph type="sldNum" sz="quarter" idx="12"/>
          </p:nvPr>
        </p:nvSpPr>
        <p:spPr>
          <a:ln/>
        </p:spPr>
        <p:txBody>
          <a:bodyPr/>
          <a:lstStyle>
            <a:lvl1pPr>
              <a:defRPr/>
            </a:lvl1pPr>
          </a:lstStyle>
          <a:p>
            <a:pPr>
              <a:defRPr/>
            </a:pPr>
            <a:fld id="{CE560F63-EACA-4932-AF9B-D14368E73A48}" type="slidenum">
              <a:rPr lang="en-US" altLang="en-US"/>
              <a:pPr>
                <a:defRPr/>
              </a:pPr>
              <a:t>‹#›</a:t>
            </a:fld>
            <a:endParaRPr lang="en-US" altLang="en-US"/>
          </a:p>
        </p:txBody>
      </p:sp>
    </p:spTree>
    <p:extLst>
      <p:ext uri="{BB962C8B-B14F-4D97-AF65-F5344CB8AC3E}">
        <p14:creationId xmlns:p14="http://schemas.microsoft.com/office/powerpoint/2010/main" val="3187015778"/>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D6549AE-72E3-47BE-AD73-E71A3EA949A1}"/>
              </a:ext>
            </a:extLst>
          </p:cNvPr>
          <p:cNvSpPr/>
          <p:nvPr/>
        </p:nvSpPr>
        <p:spPr>
          <a:xfrm>
            <a:off x="282575" y="228600"/>
            <a:ext cx="4235450" cy="4187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Rectangle 4">
            <a:extLst>
              <a:ext uri="{FF2B5EF4-FFF2-40B4-BE49-F238E27FC236}">
                <a16:creationId xmlns:a16="http://schemas.microsoft.com/office/drawing/2014/main" id="{39EC22C5-F716-4404-9C88-99D11E2E0C45}"/>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8F9F2FC3-1FDA-44A6-9B5F-C8C03570B5AB}"/>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3A8AF5D0-F3E1-4ABD-8A1F-F331D59F0408}"/>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60510EAD-8477-4A4C-8F7B-CAE19A6CB78E}"/>
              </a:ext>
            </a:extLst>
          </p:cNvPr>
          <p:cNvSpPr/>
          <p:nvPr/>
        </p:nvSpPr>
        <p:spPr>
          <a:xfrm>
            <a:off x="4624388" y="228600"/>
            <a:ext cx="2057400" cy="2038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6E6F5103-6E1E-41E2-A621-C0B09AD9ACB2}"/>
              </a:ext>
            </a:extLst>
          </p:cNvPr>
          <p:cNvSpPr/>
          <p:nvPr/>
        </p:nvSpPr>
        <p:spPr>
          <a:xfrm>
            <a:off x="6802438" y="2378075"/>
            <a:ext cx="2057400" cy="2038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0" name="Date Placeholder 3">
            <a:extLst>
              <a:ext uri="{FF2B5EF4-FFF2-40B4-BE49-F238E27FC236}">
                <a16:creationId xmlns:a16="http://schemas.microsoft.com/office/drawing/2014/main" id="{206B4422-FDBB-451A-80A3-E1AF08DE1A22}"/>
              </a:ext>
            </a:extLst>
          </p:cNvPr>
          <p:cNvSpPr>
            <a:spLocks noGrp="1"/>
          </p:cNvSpPr>
          <p:nvPr>
            <p:ph type="dt" sz="half" idx="10"/>
          </p:nvPr>
        </p:nvSpPr>
        <p:spPr>
          <a:xfrm>
            <a:off x="4800600" y="6426200"/>
            <a:ext cx="1231900" cy="365125"/>
          </a:xfrm>
        </p:spPr>
        <p:txBody>
          <a:bodyPr/>
          <a:lstStyle>
            <a:lvl1pPr algn="l">
              <a:defRPr/>
            </a:lvl1pPr>
          </a:lstStyle>
          <a:p>
            <a:pPr>
              <a:defRPr/>
            </a:pPr>
            <a:fld id="{51752509-2F43-4E42-9C46-F67640C7B1B0}" type="datetime4">
              <a:rPr lang="en-US" altLang="en-US" smtClean="0"/>
              <a:t>March 14, 2024</a:t>
            </a:fld>
            <a:endParaRPr lang="en-US" altLang="en-US"/>
          </a:p>
        </p:txBody>
      </p:sp>
      <p:sp>
        <p:nvSpPr>
          <p:cNvPr id="11" name="Footer Placeholder 4">
            <a:extLst>
              <a:ext uri="{FF2B5EF4-FFF2-40B4-BE49-F238E27FC236}">
                <a16:creationId xmlns:a16="http://schemas.microsoft.com/office/drawing/2014/main" id="{F2442541-6637-473A-8646-7A5B17DAAB20}"/>
              </a:ext>
            </a:extLst>
          </p:cNvPr>
          <p:cNvSpPr>
            <a:spLocks noGrp="1"/>
          </p:cNvSpPr>
          <p:nvPr>
            <p:ph type="ftr" sz="quarter" idx="11"/>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3095534497"/>
      </p:ext>
    </p:extLst>
  </p:cSld>
  <p:clrMapOvr>
    <a:masterClrMapping/>
  </p:clrMapOvr>
  <p:transition>
    <p:random/>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A05DE3-C201-4B11-9666-0C6166F80377}"/>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March 14,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3026629825"/>
      </p:ext>
    </p:extLst>
  </p:cSld>
  <p:clrMapOvr>
    <a:masterClrMapping/>
  </p:clrMapOvr>
  <p:transition>
    <p:random/>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and Content, Al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9CC2ECC-E059-4618-997A-65107B4AD2CF}"/>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C96F8D73-B495-4145-B486-D69B73FDAB72}"/>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a:xfrm>
            <a:off x="498474" y="134471"/>
            <a:ext cx="7556313" cy="995082"/>
          </a:xfrm>
        </p:spPr>
        <p:txBody>
          <a:bodyPr anchor="b"/>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0" name="Text Placeholder 3"/>
          <p:cNvSpPr>
            <a:spLocks noGrp="1"/>
          </p:cNvSpPr>
          <p:nvPr>
            <p:ph type="body" sz="half" idx="2"/>
          </p:nvPr>
        </p:nvSpPr>
        <p:spPr>
          <a:xfrm>
            <a:off x="498518" y="1129553"/>
            <a:ext cx="7558960" cy="774700"/>
          </a:xfrm>
        </p:spPr>
        <p:txBody>
          <a:bodyPr rtlCol="0">
            <a:noAutofit/>
          </a:bodyPr>
          <a:lstStyle>
            <a:lvl1pPr marL="0" indent="0">
              <a:buNone/>
              <a:defRPr kumimoji="0" sz="2400" b="0" i="0" u="none" strike="noStrike" kern="1200" cap="none" spc="0" normalizeH="0" baseline="0">
                <a:ln>
                  <a:noFill/>
                </a:ln>
                <a:solidFill>
                  <a:schemeClr val="accent3"/>
                </a:solidFill>
                <a:effectLst/>
                <a:uLnTx/>
                <a:uFillTx/>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3">
            <a:extLst>
              <a:ext uri="{FF2B5EF4-FFF2-40B4-BE49-F238E27FC236}">
                <a16:creationId xmlns:a16="http://schemas.microsoft.com/office/drawing/2014/main" id="{65019766-081A-47D0-BAEA-0C15F0721F57}"/>
              </a:ext>
            </a:extLst>
          </p:cNvPr>
          <p:cNvSpPr>
            <a:spLocks noGrp="1"/>
          </p:cNvSpPr>
          <p:nvPr>
            <p:ph type="dt" sz="half" idx="10"/>
          </p:nvPr>
        </p:nvSpPr>
        <p:spPr/>
        <p:txBody>
          <a:bodyPr/>
          <a:lstStyle>
            <a:lvl1pPr>
              <a:defRPr/>
            </a:lvl1pPr>
          </a:lstStyle>
          <a:p>
            <a:pPr>
              <a:defRPr/>
            </a:pPr>
            <a:fld id="{42F4B6AC-63EB-4180-A36B-8AD10E9CDD5C}" type="datetime4">
              <a:rPr lang="en-US" altLang="en-US" smtClean="0"/>
              <a:t>March 14, 2024</a:t>
            </a:fld>
            <a:endParaRPr lang="en-US" altLang="en-US"/>
          </a:p>
        </p:txBody>
      </p:sp>
      <p:sp>
        <p:nvSpPr>
          <p:cNvPr id="8" name="Footer Placeholder 4">
            <a:extLst>
              <a:ext uri="{FF2B5EF4-FFF2-40B4-BE49-F238E27FC236}">
                <a16:creationId xmlns:a16="http://schemas.microsoft.com/office/drawing/2014/main" id="{7423F56D-9BA3-4A25-B9BA-424A70868E6D}"/>
              </a:ext>
            </a:extLst>
          </p:cNvPr>
          <p:cNvSpPr>
            <a:spLocks noGrp="1"/>
          </p:cNvSpPr>
          <p:nvPr>
            <p:ph type="ftr" sz="quarter" idx="11"/>
          </p:nvPr>
        </p:nvSpPr>
        <p:spPr/>
        <p:txBody>
          <a:bodyPr/>
          <a:lstStyle>
            <a:lvl1pPr>
              <a:defRPr/>
            </a:lvl1pPr>
          </a:lstStyle>
          <a:p>
            <a:pPr>
              <a:defRPr/>
            </a:pPr>
            <a:endParaRPr lang="en-US" altLang="en-US"/>
          </a:p>
        </p:txBody>
      </p:sp>
      <p:sp>
        <p:nvSpPr>
          <p:cNvPr id="9" name="Slide Number Placeholder 5">
            <a:extLst>
              <a:ext uri="{FF2B5EF4-FFF2-40B4-BE49-F238E27FC236}">
                <a16:creationId xmlns:a16="http://schemas.microsoft.com/office/drawing/2014/main" id="{5488EADA-FED8-4753-AAF3-AC9BBB764650}"/>
              </a:ext>
            </a:extLst>
          </p:cNvPr>
          <p:cNvSpPr>
            <a:spLocks noGrp="1"/>
          </p:cNvSpPr>
          <p:nvPr>
            <p:ph type="sldNum" sz="quarter" idx="12"/>
          </p:nvPr>
        </p:nvSpPr>
        <p:spPr/>
        <p:txBody>
          <a:bodyPr/>
          <a:lstStyle>
            <a:lvl1pPr>
              <a:defRPr/>
            </a:lvl1pPr>
          </a:lstStyle>
          <a:p>
            <a:pPr>
              <a:defRPr/>
            </a:pPr>
            <a:fld id="{F9DC72B3-6AE1-4353-8D4C-88EC00346497}" type="slidenum">
              <a:rPr lang="en-US" altLang="en-US"/>
              <a:pPr>
                <a:defRPr/>
              </a:pPr>
              <a:t>‹#›</a:t>
            </a:fld>
            <a:endParaRPr lang="en-US" altLang="en-US"/>
          </a:p>
        </p:txBody>
      </p:sp>
    </p:spTree>
    <p:extLst>
      <p:ext uri="{BB962C8B-B14F-4D97-AF65-F5344CB8AC3E}">
        <p14:creationId xmlns:p14="http://schemas.microsoft.com/office/powerpoint/2010/main" val="18716590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Title Slide with 2 Picture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A5716B2-1D51-4842-A52B-1B7BE135F4E1}"/>
              </a:ext>
            </a:extLst>
          </p:cNvPr>
          <p:cNvSpPr/>
          <p:nvPr/>
        </p:nvSpPr>
        <p:spPr>
          <a:xfrm>
            <a:off x="282575" y="228600"/>
            <a:ext cx="4235450" cy="4187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Rectangle 7">
            <a:extLst>
              <a:ext uri="{FF2B5EF4-FFF2-40B4-BE49-F238E27FC236}">
                <a16:creationId xmlns:a16="http://schemas.microsoft.com/office/drawing/2014/main" id="{B6F670D2-C111-4D1B-B50D-F3432ABD194E}"/>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E1D2165C-0B75-4EB3-A9E4-0F14A4B84006}"/>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TextBox 9">
            <a:extLst>
              <a:ext uri="{FF2B5EF4-FFF2-40B4-BE49-F238E27FC236}">
                <a16:creationId xmlns:a16="http://schemas.microsoft.com/office/drawing/2014/main" id="{BE03CB60-55F5-44EE-92D5-52256DA7E5F3}"/>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3" name="Picture Placeholder 12"/>
          <p:cNvSpPr>
            <a:spLocks noGrp="1"/>
          </p:cNvSpPr>
          <p:nvPr>
            <p:ph type="pic" sz="quarter" idx="12"/>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3"/>
          </p:nvPr>
        </p:nvSpPr>
        <p:spPr>
          <a:xfrm>
            <a:off x="6802438" y="2377440"/>
            <a:ext cx="2057400" cy="2039112"/>
          </a:xfrm>
        </p:spPr>
        <p:txBody>
          <a:bodyPr rtlCol="0">
            <a:normAutofit/>
          </a:bodyPr>
          <a:lstStyle>
            <a:lvl1pPr>
              <a:buNone/>
              <a:defRPr/>
            </a:lvl1pPr>
          </a:lstStyle>
          <a:p>
            <a:pPr lvl="0"/>
            <a:r>
              <a:rPr lang="en-US" noProof="0"/>
              <a:t>Click icon to add picture</a:t>
            </a:r>
            <a:endParaRPr noProof="0" dirty="0"/>
          </a:p>
        </p:txBody>
      </p:sp>
      <p:sp>
        <p:nvSpPr>
          <p:cNvPr id="16" name="Text Placeholder 3"/>
          <p:cNvSpPr>
            <a:spLocks noGrp="1"/>
          </p:cNvSpPr>
          <p:nvPr>
            <p:ph type="body" sz="half" idx="2"/>
          </p:nvPr>
        </p:nvSpPr>
        <p:spPr>
          <a:xfrm>
            <a:off x="857250" y="1779494"/>
            <a:ext cx="3086100" cy="3089666"/>
          </a:xfrm>
        </p:spPr>
        <p:txBody>
          <a:bodyPr lIns="45720" rIns="45720">
            <a:noAutofit/>
          </a:bodyPr>
          <a:lstStyle>
            <a:lvl1pPr marL="0" indent="0" algn="ctr">
              <a:buNone/>
              <a:defRPr sz="4600">
                <a:solidFill>
                  <a:srgbClr val="FF0000"/>
                </a:solidFill>
              </a:defRPr>
            </a:lvl1pPr>
            <a:lvl2pPr>
              <a:defRPr sz="1200"/>
            </a:lvl2pPr>
            <a:lvl3pPr>
              <a:defRPr sz="1000"/>
            </a:lvl3pPr>
            <a:lvl4pPr>
              <a:defRPr sz="900"/>
            </a:lvl4pPr>
            <a:lvl5pPr>
              <a:defRPr sz="900"/>
            </a:lvl5pPr>
          </a:lstStyle>
          <a:p>
            <a:pPr lvl="0"/>
            <a:r>
              <a:rPr lang="en-US"/>
              <a:t>Edit Master text styles</a:t>
            </a:r>
          </a:p>
        </p:txBody>
      </p:sp>
      <p:sp>
        <p:nvSpPr>
          <p:cNvPr id="11" name="Date Placeholder 3">
            <a:extLst>
              <a:ext uri="{FF2B5EF4-FFF2-40B4-BE49-F238E27FC236}">
                <a16:creationId xmlns:a16="http://schemas.microsoft.com/office/drawing/2014/main" id="{2844C491-3D0C-48E4-BD99-E1F9E0A64DC8}"/>
              </a:ext>
            </a:extLst>
          </p:cNvPr>
          <p:cNvSpPr>
            <a:spLocks noGrp="1"/>
          </p:cNvSpPr>
          <p:nvPr>
            <p:ph type="dt" sz="half" idx="14"/>
          </p:nvPr>
        </p:nvSpPr>
        <p:spPr>
          <a:xfrm>
            <a:off x="4800600" y="6426200"/>
            <a:ext cx="1231900" cy="365125"/>
          </a:xfrm>
        </p:spPr>
        <p:txBody>
          <a:bodyPr/>
          <a:lstStyle>
            <a:lvl1pPr algn="l">
              <a:defRPr/>
            </a:lvl1pPr>
          </a:lstStyle>
          <a:p>
            <a:pPr>
              <a:defRPr/>
            </a:pPr>
            <a:fld id="{5947DAE1-A49F-4D70-A911-88A3EB474968}" type="datetime4">
              <a:rPr lang="en-US" altLang="en-US" smtClean="0"/>
              <a:t>March 14, 2024</a:t>
            </a:fld>
            <a:endParaRPr lang="en-US" altLang="en-US"/>
          </a:p>
        </p:txBody>
      </p:sp>
      <p:sp>
        <p:nvSpPr>
          <p:cNvPr id="12" name="Footer Placeholder 4">
            <a:extLst>
              <a:ext uri="{FF2B5EF4-FFF2-40B4-BE49-F238E27FC236}">
                <a16:creationId xmlns:a16="http://schemas.microsoft.com/office/drawing/2014/main" id="{C7A89449-B2CD-4D8E-96E7-C3D05CA65A71}"/>
              </a:ext>
            </a:extLst>
          </p:cNvPr>
          <p:cNvSpPr>
            <a:spLocks noGrp="1"/>
          </p:cNvSpPr>
          <p:nvPr>
            <p:ph type="ftr" sz="quarter" idx="15"/>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1900141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911DE96-FAFC-4CF6-98C3-243C9D9B03D7}"/>
              </a:ext>
            </a:extLst>
          </p:cNvPr>
          <p:cNvSpPr/>
          <p:nvPr/>
        </p:nvSpPr>
        <p:spPr>
          <a:xfrm>
            <a:off x="658813" y="211138"/>
            <a:ext cx="8201025" cy="63452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661903" y="3133725"/>
            <a:ext cx="7313240" cy="1362075"/>
          </a:xfrm>
        </p:spPr>
        <p:txBody>
          <a:bodyPr anchor="b">
            <a:normAutofit/>
          </a:bodyPr>
          <a:lstStyle>
            <a:lvl1pPr algn="l">
              <a:defRPr sz="3200" b="0" cap="none" baseline="0">
                <a:solidFill>
                  <a:srgbClr val="FF0000"/>
                </a:solidFill>
              </a:defRPr>
            </a:lvl1pPr>
          </a:lstStyle>
          <a:p>
            <a:r>
              <a:rPr lang="en-US"/>
              <a:t>Click to edit Master title style</a:t>
            </a:r>
            <a:endParaRPr dirty="0"/>
          </a:p>
        </p:txBody>
      </p:sp>
      <p:sp>
        <p:nvSpPr>
          <p:cNvPr id="3" name="Text Placeholder 2"/>
          <p:cNvSpPr>
            <a:spLocks noGrp="1"/>
          </p:cNvSpPr>
          <p:nvPr>
            <p:ph type="body" idx="1"/>
          </p:nvPr>
        </p:nvSpPr>
        <p:spPr>
          <a:xfrm>
            <a:off x="658906" y="4725144"/>
            <a:ext cx="7265894" cy="1270843"/>
          </a:xfrm>
        </p:spPr>
        <p:txBody>
          <a:bodyPr>
            <a:normAutofit/>
          </a:bodyPr>
          <a:lstStyle>
            <a:lvl1pPr marL="0" indent="0">
              <a:spcBef>
                <a:spcPts val="300"/>
              </a:spcBef>
              <a:buNone/>
              <a:defRPr sz="1400" cap="none" baseline="0">
                <a:solidFill>
                  <a:srgbClr val="0070C0"/>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5" name="Date Placeholder 3">
            <a:extLst>
              <a:ext uri="{FF2B5EF4-FFF2-40B4-BE49-F238E27FC236}">
                <a16:creationId xmlns:a16="http://schemas.microsoft.com/office/drawing/2014/main" id="{CE00B8D7-84F4-46D1-83F3-DB8DA019BD9F}"/>
              </a:ext>
            </a:extLst>
          </p:cNvPr>
          <p:cNvSpPr>
            <a:spLocks noGrp="1"/>
          </p:cNvSpPr>
          <p:nvPr>
            <p:ph type="dt" sz="half" idx="10"/>
          </p:nvPr>
        </p:nvSpPr>
        <p:spPr>
          <a:xfrm>
            <a:off x="658813" y="6248400"/>
            <a:ext cx="1474787" cy="365125"/>
          </a:xfrm>
        </p:spPr>
        <p:txBody>
          <a:bodyPr/>
          <a:lstStyle>
            <a:lvl1pPr algn="l">
              <a:defRPr>
                <a:solidFill>
                  <a:schemeClr val="bg1"/>
                </a:solidFill>
              </a:defRPr>
            </a:lvl1pPr>
          </a:lstStyle>
          <a:p>
            <a:pPr>
              <a:defRPr/>
            </a:pPr>
            <a:fld id="{BCD013CE-67C9-4988-A823-7D0EB71D023D}" type="datetime4">
              <a:rPr lang="en-US" altLang="en-US" smtClean="0"/>
              <a:t>March 14, 2024</a:t>
            </a:fld>
            <a:endParaRPr lang="en-US" altLang="en-US"/>
          </a:p>
        </p:txBody>
      </p:sp>
      <p:sp>
        <p:nvSpPr>
          <p:cNvPr id="6" name="Footer Placeholder 4">
            <a:extLst>
              <a:ext uri="{FF2B5EF4-FFF2-40B4-BE49-F238E27FC236}">
                <a16:creationId xmlns:a16="http://schemas.microsoft.com/office/drawing/2014/main" id="{F5407CD7-AE9E-410F-8F94-A4A372B8F1AC}"/>
              </a:ext>
            </a:extLst>
          </p:cNvPr>
          <p:cNvSpPr>
            <a:spLocks noGrp="1"/>
          </p:cNvSpPr>
          <p:nvPr>
            <p:ph type="ftr" sz="quarter" idx="11"/>
          </p:nvPr>
        </p:nvSpPr>
        <p:spPr>
          <a:xfrm>
            <a:off x="2286000" y="6248400"/>
            <a:ext cx="5638800" cy="365125"/>
          </a:xfrm>
        </p:spPr>
        <p:txBody>
          <a:bodyPr/>
          <a:lstStyle>
            <a:lvl1pPr>
              <a:defRPr>
                <a:solidFill>
                  <a:schemeClr val="bg1"/>
                </a:solidFill>
              </a:defRPr>
            </a:lvl1pPr>
          </a:lstStyle>
          <a:p>
            <a:pPr>
              <a:defRPr/>
            </a:pPr>
            <a:endParaRPr lang="en-US" altLang="en-US"/>
          </a:p>
        </p:txBody>
      </p:sp>
      <p:sp>
        <p:nvSpPr>
          <p:cNvPr id="7" name="Slide Number Placeholder 5">
            <a:extLst>
              <a:ext uri="{FF2B5EF4-FFF2-40B4-BE49-F238E27FC236}">
                <a16:creationId xmlns:a16="http://schemas.microsoft.com/office/drawing/2014/main" id="{9606D7A1-CF24-46FC-A3CA-970975891FAB}"/>
              </a:ext>
            </a:extLst>
          </p:cNvPr>
          <p:cNvSpPr>
            <a:spLocks noGrp="1"/>
          </p:cNvSpPr>
          <p:nvPr>
            <p:ph type="sldNum" sz="quarter" idx="12"/>
          </p:nvPr>
        </p:nvSpPr>
        <p:spPr>
          <a:xfrm>
            <a:off x="8305800" y="6248400"/>
            <a:ext cx="554038" cy="365125"/>
          </a:xfrm>
        </p:spPr>
        <p:txBody>
          <a:bodyPr/>
          <a:lstStyle>
            <a:lvl1pPr>
              <a:defRPr/>
            </a:lvl1pPr>
          </a:lstStyle>
          <a:p>
            <a:pPr>
              <a:defRPr/>
            </a:pPr>
            <a:fld id="{04D8FD4F-45E7-4072-8800-E1C10689F0F2}" type="slidenum">
              <a:rPr lang="en-US" altLang="en-US"/>
              <a:pPr>
                <a:defRPr/>
              </a:pPr>
              <a:t>‹#›</a:t>
            </a:fld>
            <a:endParaRPr lang="en-US" altLang="en-US"/>
          </a:p>
        </p:txBody>
      </p:sp>
    </p:spTree>
    <p:extLst>
      <p:ext uri="{BB962C8B-B14F-4D97-AF65-F5344CB8AC3E}">
        <p14:creationId xmlns:p14="http://schemas.microsoft.com/office/powerpoint/2010/main" val="1771318624"/>
      </p:ext>
    </p:extLst>
  </p:cSld>
  <p:clrMapOvr>
    <a:masterClrMapping/>
  </p:clrMapOvr>
  <p:transition>
    <p:random/>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D9E9D7C-56A6-4B82-9A3D-FD28902E34D6}"/>
              </a:ext>
            </a:extLst>
          </p:cNvPr>
          <p:cNvSpPr/>
          <p:nvPr/>
        </p:nvSpPr>
        <p:spPr>
          <a:xfrm>
            <a:off x="8210550" y="282575"/>
            <a:ext cx="64135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99B451A8-D956-4804-BB56-30E8F32ADC46}"/>
              </a:ext>
            </a:extLst>
          </p:cNvPr>
          <p:cNvSpPr/>
          <p:nvPr/>
        </p:nvSpPr>
        <p:spPr>
          <a:xfrm>
            <a:off x="8067675" y="282575"/>
            <a:ext cx="92075"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21727635-677E-4A10-B4D7-6A52FF43D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Content Placeholder 3"/>
          <p:cNvSpPr>
            <a:spLocks noGrp="1"/>
          </p:cNvSpPr>
          <p:nvPr>
            <p:ph sz="half" idx="2"/>
          </p:nvPr>
        </p:nvSpPr>
        <p:spPr>
          <a:xfrm>
            <a:off x="439987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8" name="Date Placeholder 4">
            <a:extLst>
              <a:ext uri="{FF2B5EF4-FFF2-40B4-BE49-F238E27FC236}">
                <a16:creationId xmlns:a16="http://schemas.microsoft.com/office/drawing/2014/main" id="{425FEDAF-E190-476B-8D80-2FDBE98012B4}"/>
              </a:ext>
            </a:extLst>
          </p:cNvPr>
          <p:cNvSpPr>
            <a:spLocks noGrp="1"/>
          </p:cNvSpPr>
          <p:nvPr>
            <p:ph type="dt" sz="half" idx="10"/>
          </p:nvPr>
        </p:nvSpPr>
        <p:spPr/>
        <p:txBody>
          <a:bodyPr/>
          <a:lstStyle>
            <a:lvl1pPr>
              <a:defRPr/>
            </a:lvl1pPr>
          </a:lstStyle>
          <a:p>
            <a:pPr>
              <a:defRPr/>
            </a:pPr>
            <a:fld id="{8BBC6A0A-016D-4814-87E7-5BE84E79FE1C}" type="datetime4">
              <a:rPr lang="en-US" altLang="en-US" smtClean="0"/>
              <a:t>March 14, 2024</a:t>
            </a:fld>
            <a:endParaRPr lang="en-US" altLang="en-US"/>
          </a:p>
        </p:txBody>
      </p:sp>
      <p:sp>
        <p:nvSpPr>
          <p:cNvPr id="9" name="Footer Placeholder 5">
            <a:extLst>
              <a:ext uri="{FF2B5EF4-FFF2-40B4-BE49-F238E27FC236}">
                <a16:creationId xmlns:a16="http://schemas.microsoft.com/office/drawing/2014/main" id="{40575C56-64B6-4D3B-B150-E0F913949005}"/>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651D746-2E4D-4F42-8E33-B5C7C189907E}"/>
              </a:ext>
            </a:extLst>
          </p:cNvPr>
          <p:cNvSpPr>
            <a:spLocks noGrp="1"/>
          </p:cNvSpPr>
          <p:nvPr>
            <p:ph type="sldNum" sz="quarter" idx="12"/>
          </p:nvPr>
        </p:nvSpPr>
        <p:spPr/>
        <p:txBody>
          <a:bodyPr/>
          <a:lstStyle>
            <a:lvl1pPr>
              <a:defRPr/>
            </a:lvl1pPr>
          </a:lstStyle>
          <a:p>
            <a:pPr>
              <a:defRPr/>
            </a:pPr>
            <a:fld id="{32C62F03-27E2-4C96-967C-2B7425AF4137}" type="slidenum">
              <a:rPr lang="en-US" altLang="en-US"/>
              <a:pPr>
                <a:defRPr/>
              </a:pPr>
              <a:t>‹#›</a:t>
            </a:fld>
            <a:endParaRPr lang="en-US" altLang="en-US"/>
          </a:p>
        </p:txBody>
      </p:sp>
    </p:spTree>
    <p:extLst>
      <p:ext uri="{BB962C8B-B14F-4D97-AF65-F5344CB8AC3E}">
        <p14:creationId xmlns:p14="http://schemas.microsoft.com/office/powerpoint/2010/main" val="2109593391"/>
      </p:ext>
    </p:extLst>
  </p:cSld>
  <p:clrMapOvr>
    <a:masterClrMapping/>
  </p:clrMapOvr>
  <p:transition>
    <p:random/>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57B07C5-F853-4FE7-ADE4-312152A861F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DDC0CEFD-742B-4BDB-AB85-DD99C8FFB61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4" name="Content Placeholder 3"/>
          <p:cNvSpPr>
            <a:spLocks noGrp="1"/>
          </p:cNvSpPr>
          <p:nvPr>
            <p:ph sz="half" idx="2"/>
          </p:nvPr>
        </p:nvSpPr>
        <p:spPr>
          <a:xfrm>
            <a:off x="497541"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Content Placeholder 5"/>
          <p:cNvSpPr>
            <a:spLocks noGrp="1"/>
          </p:cNvSpPr>
          <p:nvPr>
            <p:ph sz="quarter" idx="4"/>
          </p:nvPr>
        </p:nvSpPr>
        <p:spPr>
          <a:xfrm>
            <a:off x="4399878"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3" name="Text Placeholder 2"/>
          <p:cNvSpPr>
            <a:spLocks noGrp="1"/>
          </p:cNvSpPr>
          <p:nvPr>
            <p:ph type="body" idx="1"/>
          </p:nvPr>
        </p:nvSpPr>
        <p:spPr>
          <a:xfrm>
            <a:off x="497541" y="2070847"/>
            <a:ext cx="3657600" cy="322729"/>
          </a:xfrm>
          <a:prstGeom prst="rect">
            <a:avLst/>
          </a:prstGeom>
          <a:solidFill>
            <a:schemeClr val="accent3"/>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5" name="Text Placeholder 4"/>
          <p:cNvSpPr>
            <a:spLocks noGrp="1"/>
          </p:cNvSpPr>
          <p:nvPr>
            <p:ph type="body" sz="quarter" idx="3"/>
          </p:nvPr>
        </p:nvSpPr>
        <p:spPr>
          <a:xfrm>
            <a:off x="4399878" y="2070847"/>
            <a:ext cx="3657600" cy="322729"/>
          </a:xfrm>
          <a:prstGeom prst="rect">
            <a:avLst/>
          </a:prstGeom>
          <a:solidFill>
            <a:schemeClr val="accent3">
              <a:lumMod val="60000"/>
              <a:lumOff val="40000"/>
            </a:schemeClr>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Date Placeholder 6">
            <a:extLst>
              <a:ext uri="{FF2B5EF4-FFF2-40B4-BE49-F238E27FC236}">
                <a16:creationId xmlns:a16="http://schemas.microsoft.com/office/drawing/2014/main" id="{71386DFB-7C38-465D-B19A-F9BC200863BD}"/>
              </a:ext>
            </a:extLst>
          </p:cNvPr>
          <p:cNvSpPr>
            <a:spLocks noGrp="1"/>
          </p:cNvSpPr>
          <p:nvPr>
            <p:ph type="dt" sz="half" idx="10"/>
          </p:nvPr>
        </p:nvSpPr>
        <p:spPr/>
        <p:txBody>
          <a:bodyPr/>
          <a:lstStyle>
            <a:lvl1pPr>
              <a:defRPr/>
            </a:lvl1pPr>
          </a:lstStyle>
          <a:p>
            <a:pPr>
              <a:defRPr/>
            </a:pPr>
            <a:fld id="{A6840219-0E5D-43E8-BC46-7B446F82A6CC}" type="datetime4">
              <a:rPr lang="en-US" altLang="en-US" smtClean="0"/>
              <a:t>March 14, 2024</a:t>
            </a:fld>
            <a:endParaRPr lang="en-US" altLang="en-US"/>
          </a:p>
        </p:txBody>
      </p:sp>
      <p:sp>
        <p:nvSpPr>
          <p:cNvPr id="10" name="Footer Placeholder 7">
            <a:extLst>
              <a:ext uri="{FF2B5EF4-FFF2-40B4-BE49-F238E27FC236}">
                <a16:creationId xmlns:a16="http://schemas.microsoft.com/office/drawing/2014/main" id="{AFB72559-48AF-4D8B-BCDA-85DFE5A30C08}"/>
              </a:ext>
            </a:extLst>
          </p:cNvPr>
          <p:cNvSpPr>
            <a:spLocks noGrp="1"/>
          </p:cNvSpPr>
          <p:nvPr>
            <p:ph type="ftr" sz="quarter" idx="11"/>
          </p:nvPr>
        </p:nvSpPr>
        <p:spPr/>
        <p:txBody>
          <a:bodyPr/>
          <a:lstStyle>
            <a:lvl1pPr>
              <a:defRPr/>
            </a:lvl1pPr>
          </a:lstStyle>
          <a:p>
            <a:pPr>
              <a:defRPr/>
            </a:pPr>
            <a:endParaRPr lang="en-US" altLang="en-US"/>
          </a:p>
        </p:txBody>
      </p:sp>
      <p:sp>
        <p:nvSpPr>
          <p:cNvPr id="11" name="Slide Number Placeholder 8">
            <a:extLst>
              <a:ext uri="{FF2B5EF4-FFF2-40B4-BE49-F238E27FC236}">
                <a16:creationId xmlns:a16="http://schemas.microsoft.com/office/drawing/2014/main" id="{C46A864C-2A70-42AC-91B7-3B12616E7B00}"/>
              </a:ext>
            </a:extLst>
          </p:cNvPr>
          <p:cNvSpPr>
            <a:spLocks noGrp="1"/>
          </p:cNvSpPr>
          <p:nvPr>
            <p:ph type="sldNum" sz="quarter" idx="12"/>
          </p:nvPr>
        </p:nvSpPr>
        <p:spPr/>
        <p:txBody>
          <a:bodyPr/>
          <a:lstStyle>
            <a:lvl1pPr>
              <a:defRPr/>
            </a:lvl1pPr>
          </a:lstStyle>
          <a:p>
            <a:pPr>
              <a:defRPr/>
            </a:pPr>
            <a:fld id="{5CC1C16B-91CF-4A52-B7DA-A9E2A0689885}" type="slidenum">
              <a:rPr lang="en-US" altLang="en-US"/>
              <a:pPr>
                <a:defRPr/>
              </a:pPr>
              <a:t>‹#›</a:t>
            </a:fld>
            <a:endParaRPr lang="en-US" altLang="en-US"/>
          </a:p>
        </p:txBody>
      </p:sp>
    </p:spTree>
    <p:extLst>
      <p:ext uri="{BB962C8B-B14F-4D97-AF65-F5344CB8AC3E}">
        <p14:creationId xmlns:p14="http://schemas.microsoft.com/office/powerpoint/2010/main" val="2024414672"/>
      </p:ext>
    </p:extLst>
  </p:cSld>
  <p:clrMapOvr>
    <a:masterClrMapping/>
  </p:clrMapOvr>
  <p:transition>
    <p:random/>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 Content, Top and Bottom">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2040DC1-CC49-4062-B731-108D0938F7B1}"/>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6" name="Rectangle 5">
            <a:extLst>
              <a:ext uri="{FF2B5EF4-FFF2-40B4-BE49-F238E27FC236}">
                <a16:creationId xmlns:a16="http://schemas.microsoft.com/office/drawing/2014/main" id="{F76B2E1C-83DC-48FB-87B4-6C04ED0E78E1}"/>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7" y="1985963"/>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4"/>
          </p:nvPr>
        </p:nvSpPr>
        <p:spPr>
          <a:xfrm>
            <a:off x="498517" y="4164965"/>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a:extLst>
              <a:ext uri="{FF2B5EF4-FFF2-40B4-BE49-F238E27FC236}">
                <a16:creationId xmlns:a16="http://schemas.microsoft.com/office/drawing/2014/main" id="{40692EE1-AA7B-43BD-AC16-CED9312B3818}"/>
              </a:ext>
            </a:extLst>
          </p:cNvPr>
          <p:cNvSpPr>
            <a:spLocks noGrp="1"/>
          </p:cNvSpPr>
          <p:nvPr>
            <p:ph type="dt" sz="half" idx="15"/>
          </p:nvPr>
        </p:nvSpPr>
        <p:spPr/>
        <p:txBody>
          <a:bodyPr/>
          <a:lstStyle>
            <a:lvl1pPr>
              <a:defRPr/>
            </a:lvl1pPr>
          </a:lstStyle>
          <a:p>
            <a:pPr>
              <a:defRPr/>
            </a:pPr>
            <a:fld id="{367BF1C9-1025-4FC5-95F3-643E4B2392A1}" type="datetime4">
              <a:rPr lang="en-US" altLang="en-US" smtClean="0"/>
              <a:t>March 14, 2024</a:t>
            </a:fld>
            <a:endParaRPr lang="en-US" altLang="en-US"/>
          </a:p>
        </p:txBody>
      </p:sp>
      <p:sp>
        <p:nvSpPr>
          <p:cNvPr id="8" name="Footer Placeholder 5">
            <a:extLst>
              <a:ext uri="{FF2B5EF4-FFF2-40B4-BE49-F238E27FC236}">
                <a16:creationId xmlns:a16="http://schemas.microsoft.com/office/drawing/2014/main" id="{AEB1AA61-3E07-4BA7-BD71-ED9C67738005}"/>
              </a:ext>
            </a:extLst>
          </p:cNvPr>
          <p:cNvSpPr>
            <a:spLocks noGrp="1"/>
          </p:cNvSpPr>
          <p:nvPr>
            <p:ph type="ftr" sz="quarter" idx="16"/>
          </p:nvPr>
        </p:nvSpPr>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A485EDA6-A543-44FE-A126-0BC3B380D774}"/>
              </a:ext>
            </a:extLst>
          </p:cNvPr>
          <p:cNvSpPr>
            <a:spLocks noGrp="1"/>
          </p:cNvSpPr>
          <p:nvPr>
            <p:ph type="sldNum" sz="quarter" idx="17"/>
          </p:nvPr>
        </p:nvSpPr>
        <p:spPr/>
        <p:txBody>
          <a:bodyPr/>
          <a:lstStyle>
            <a:lvl1pPr>
              <a:defRPr/>
            </a:lvl1pPr>
          </a:lstStyle>
          <a:p>
            <a:pPr>
              <a:defRPr/>
            </a:pPr>
            <a:fld id="{B55F4DCD-43D8-4193-A279-26DED609CF35}" type="slidenum">
              <a:rPr lang="en-US" altLang="en-US"/>
              <a:pPr>
                <a:defRPr/>
              </a:pPr>
              <a:t>‹#›</a:t>
            </a:fld>
            <a:endParaRPr lang="en-US" altLang="en-US"/>
          </a:p>
        </p:txBody>
      </p:sp>
    </p:spTree>
    <p:extLst>
      <p:ext uri="{BB962C8B-B14F-4D97-AF65-F5344CB8AC3E}">
        <p14:creationId xmlns:p14="http://schemas.microsoft.com/office/powerpoint/2010/main" val="41192431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36A625E-3694-4DB5-98E8-2D8D318A7935}"/>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FA87372B-B1EB-4EEE-BA49-610CBBE37C2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498518" y="1985963"/>
            <a:ext cx="3657600" cy="41402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a:extLst>
              <a:ext uri="{FF2B5EF4-FFF2-40B4-BE49-F238E27FC236}">
                <a16:creationId xmlns:a16="http://schemas.microsoft.com/office/drawing/2014/main" id="{A442E16E-8AE9-49E1-B987-A2C09660BFBA}"/>
              </a:ext>
            </a:extLst>
          </p:cNvPr>
          <p:cNvSpPr>
            <a:spLocks noGrp="1"/>
          </p:cNvSpPr>
          <p:nvPr>
            <p:ph type="dt" sz="half" idx="17"/>
          </p:nvPr>
        </p:nvSpPr>
        <p:spPr/>
        <p:txBody>
          <a:bodyPr/>
          <a:lstStyle>
            <a:lvl1pPr>
              <a:defRPr/>
            </a:lvl1pPr>
          </a:lstStyle>
          <a:p>
            <a:pPr>
              <a:defRPr/>
            </a:pPr>
            <a:fld id="{89BDB295-AA0E-4913-8F70-E7AE12812FB4}" type="datetime4">
              <a:rPr lang="en-US" altLang="en-US" smtClean="0"/>
              <a:t>March 14, 2024</a:t>
            </a:fld>
            <a:endParaRPr lang="en-US" altLang="en-US"/>
          </a:p>
        </p:txBody>
      </p:sp>
      <p:sp>
        <p:nvSpPr>
          <p:cNvPr id="9" name="Footer Placeholder 5">
            <a:extLst>
              <a:ext uri="{FF2B5EF4-FFF2-40B4-BE49-F238E27FC236}">
                <a16:creationId xmlns:a16="http://schemas.microsoft.com/office/drawing/2014/main" id="{EFF88378-3EBD-4A53-AAEB-BA3788A9F54D}"/>
              </a:ext>
            </a:extLst>
          </p:cNvPr>
          <p:cNvSpPr>
            <a:spLocks noGrp="1"/>
          </p:cNvSpPr>
          <p:nvPr>
            <p:ph type="ftr" sz="quarter" idx="18"/>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0A6F8EB9-B8BD-478C-B0C5-CEB182208DD8}"/>
              </a:ext>
            </a:extLst>
          </p:cNvPr>
          <p:cNvSpPr>
            <a:spLocks noGrp="1"/>
          </p:cNvSpPr>
          <p:nvPr>
            <p:ph type="sldNum" sz="quarter" idx="19"/>
          </p:nvPr>
        </p:nvSpPr>
        <p:spPr/>
        <p:txBody>
          <a:bodyPr/>
          <a:lstStyle>
            <a:lvl1pPr>
              <a:defRPr/>
            </a:lvl1pPr>
          </a:lstStyle>
          <a:p>
            <a:pPr>
              <a:defRPr/>
            </a:pPr>
            <a:fld id="{F1E81321-7CA3-455E-B242-7CD20CFE3562}" type="slidenum">
              <a:rPr lang="en-US" altLang="en-US"/>
              <a:pPr>
                <a:defRPr/>
              </a:pPr>
              <a:t>‹#›</a:t>
            </a:fld>
            <a:endParaRPr lang="en-US" altLang="en-US"/>
          </a:p>
        </p:txBody>
      </p:sp>
    </p:spTree>
    <p:extLst>
      <p:ext uri="{BB962C8B-B14F-4D97-AF65-F5344CB8AC3E}">
        <p14:creationId xmlns:p14="http://schemas.microsoft.com/office/powerpoint/2010/main" val="25331642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4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1347075-7758-4CEC-9F96-6FCEEB07872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7352A13F-FE25-4561-A63F-562F49A24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12" name="Content Placeholder 2"/>
          <p:cNvSpPr>
            <a:spLocks noGrp="1"/>
          </p:cNvSpPr>
          <p:nvPr>
            <p:ph sz="half" idx="17"/>
          </p:nvPr>
        </p:nvSpPr>
        <p:spPr>
          <a:xfrm>
            <a:off x="502920" y="1985963"/>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4" name="Content Placeholder 2"/>
          <p:cNvSpPr>
            <a:spLocks noGrp="1"/>
          </p:cNvSpPr>
          <p:nvPr>
            <p:ph sz="half" idx="18"/>
          </p:nvPr>
        </p:nvSpPr>
        <p:spPr>
          <a:xfrm>
            <a:off x="502920" y="4164965"/>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5"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6"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Date Placeholder 4">
            <a:extLst>
              <a:ext uri="{FF2B5EF4-FFF2-40B4-BE49-F238E27FC236}">
                <a16:creationId xmlns:a16="http://schemas.microsoft.com/office/drawing/2014/main" id="{8CA10872-C456-40D3-AEDF-ECC579776C64}"/>
              </a:ext>
            </a:extLst>
          </p:cNvPr>
          <p:cNvSpPr>
            <a:spLocks noGrp="1"/>
          </p:cNvSpPr>
          <p:nvPr>
            <p:ph type="dt" sz="half" idx="19"/>
          </p:nvPr>
        </p:nvSpPr>
        <p:spPr/>
        <p:txBody>
          <a:bodyPr/>
          <a:lstStyle>
            <a:lvl1pPr>
              <a:defRPr/>
            </a:lvl1pPr>
          </a:lstStyle>
          <a:p>
            <a:pPr>
              <a:defRPr/>
            </a:pPr>
            <a:fld id="{1D6746FD-7CE6-4784-B555-E150A698D221}" type="datetime4">
              <a:rPr lang="en-US" altLang="en-US" smtClean="0"/>
              <a:t>March 14, 2024</a:t>
            </a:fld>
            <a:endParaRPr lang="en-US" altLang="en-US"/>
          </a:p>
        </p:txBody>
      </p:sp>
      <p:sp>
        <p:nvSpPr>
          <p:cNvPr id="10" name="Footer Placeholder 5">
            <a:extLst>
              <a:ext uri="{FF2B5EF4-FFF2-40B4-BE49-F238E27FC236}">
                <a16:creationId xmlns:a16="http://schemas.microsoft.com/office/drawing/2014/main" id="{FB6C643F-279E-4508-88CB-5D027FFA15FC}"/>
              </a:ext>
            </a:extLst>
          </p:cNvPr>
          <p:cNvSpPr>
            <a:spLocks noGrp="1"/>
          </p:cNvSpPr>
          <p:nvPr>
            <p:ph type="ftr" sz="quarter" idx="20"/>
          </p:nvPr>
        </p:nvSpPr>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C7FE2F1D-C54D-49CF-AA62-F961BBB73A03}"/>
              </a:ext>
            </a:extLst>
          </p:cNvPr>
          <p:cNvSpPr>
            <a:spLocks noGrp="1"/>
          </p:cNvSpPr>
          <p:nvPr>
            <p:ph type="sldNum" sz="quarter" idx="21"/>
          </p:nvPr>
        </p:nvSpPr>
        <p:spPr/>
        <p:txBody>
          <a:bodyPr/>
          <a:lstStyle>
            <a:lvl1pPr>
              <a:defRPr/>
            </a:lvl1pPr>
          </a:lstStyle>
          <a:p>
            <a:pPr>
              <a:defRPr/>
            </a:pPr>
            <a:fld id="{BD5F9E64-AC8D-4934-A522-F84ADA989424}" type="slidenum">
              <a:rPr lang="en-US" altLang="en-US"/>
              <a:pPr>
                <a:defRPr/>
              </a:pPr>
              <a:t>‹#›</a:t>
            </a:fld>
            <a:endParaRPr lang="en-US" altLang="en-US"/>
          </a:p>
        </p:txBody>
      </p:sp>
    </p:spTree>
    <p:extLst>
      <p:ext uri="{BB962C8B-B14F-4D97-AF65-F5344CB8AC3E}">
        <p14:creationId xmlns:p14="http://schemas.microsoft.com/office/powerpoint/2010/main" val="38765955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3EEB36-E5FF-4FAC-BCEC-EEE3993A225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4" name="TextBox 3">
            <a:extLst>
              <a:ext uri="{FF2B5EF4-FFF2-40B4-BE49-F238E27FC236}">
                <a16:creationId xmlns:a16="http://schemas.microsoft.com/office/drawing/2014/main" id="{45A7B1F7-B66E-4360-933D-20F9FE30A2E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5" name="Date Placeholder 2">
            <a:extLst>
              <a:ext uri="{FF2B5EF4-FFF2-40B4-BE49-F238E27FC236}">
                <a16:creationId xmlns:a16="http://schemas.microsoft.com/office/drawing/2014/main" id="{A60D05BF-08A0-4D82-87B7-25B380F494B0}"/>
              </a:ext>
            </a:extLst>
          </p:cNvPr>
          <p:cNvSpPr>
            <a:spLocks noGrp="1"/>
          </p:cNvSpPr>
          <p:nvPr>
            <p:ph type="dt" sz="half" idx="10"/>
          </p:nvPr>
        </p:nvSpPr>
        <p:spPr/>
        <p:txBody>
          <a:bodyPr/>
          <a:lstStyle>
            <a:lvl1pPr>
              <a:defRPr/>
            </a:lvl1pPr>
          </a:lstStyle>
          <a:p>
            <a:pPr>
              <a:defRPr/>
            </a:pPr>
            <a:fld id="{3A100575-81D0-4836-BDA5-88ECA2DF1A30}" type="datetime4">
              <a:rPr lang="en-US" altLang="en-US" smtClean="0"/>
              <a:t>March 14, 2024</a:t>
            </a:fld>
            <a:endParaRPr lang="en-US" altLang="en-US"/>
          </a:p>
        </p:txBody>
      </p:sp>
      <p:sp>
        <p:nvSpPr>
          <p:cNvPr id="6" name="Footer Placeholder 3">
            <a:extLst>
              <a:ext uri="{FF2B5EF4-FFF2-40B4-BE49-F238E27FC236}">
                <a16:creationId xmlns:a16="http://schemas.microsoft.com/office/drawing/2014/main" id="{70CBB09B-E9D1-4963-9352-60DD2D041409}"/>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4">
            <a:extLst>
              <a:ext uri="{FF2B5EF4-FFF2-40B4-BE49-F238E27FC236}">
                <a16:creationId xmlns:a16="http://schemas.microsoft.com/office/drawing/2014/main" id="{AAAE83DB-9197-4A51-B3DF-1B22AAB29DD7}"/>
              </a:ext>
            </a:extLst>
          </p:cNvPr>
          <p:cNvSpPr>
            <a:spLocks noGrp="1"/>
          </p:cNvSpPr>
          <p:nvPr>
            <p:ph type="sldNum" sz="quarter" idx="12"/>
          </p:nvPr>
        </p:nvSpPr>
        <p:spPr/>
        <p:txBody>
          <a:bodyPr/>
          <a:lstStyle>
            <a:lvl1pPr>
              <a:defRPr/>
            </a:lvl1pPr>
          </a:lstStyle>
          <a:p>
            <a:pPr>
              <a:defRPr/>
            </a:pPr>
            <a:fld id="{F02FF4ED-2B23-4CC6-834A-FCFA22AF88CD}" type="slidenum">
              <a:rPr lang="en-US" altLang="en-US"/>
              <a:pPr>
                <a:defRPr/>
              </a:pPr>
              <a:t>‹#›</a:t>
            </a:fld>
            <a:endParaRPr lang="en-US" altLang="en-US"/>
          </a:p>
        </p:txBody>
      </p:sp>
    </p:spTree>
    <p:extLst>
      <p:ext uri="{BB962C8B-B14F-4D97-AF65-F5344CB8AC3E}">
        <p14:creationId xmlns:p14="http://schemas.microsoft.com/office/powerpoint/2010/main" val="4037457812"/>
      </p:ext>
    </p:extLst>
  </p:cSld>
  <p:clrMapOvr>
    <a:masterClrMapping/>
  </p:clrMapOvr>
  <p:transition>
    <p:random/>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297824-E7C6-4F94-94AE-2F0773C2EC4D}"/>
              </a:ext>
            </a:extLst>
          </p:cNvPr>
          <p:cNvSpPr/>
          <p:nvPr/>
        </p:nvSpPr>
        <p:spPr>
          <a:xfrm>
            <a:off x="8166100" y="282575"/>
            <a:ext cx="685800" cy="301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3" name="Date Placeholder 1">
            <a:extLst>
              <a:ext uri="{FF2B5EF4-FFF2-40B4-BE49-F238E27FC236}">
                <a16:creationId xmlns:a16="http://schemas.microsoft.com/office/drawing/2014/main" id="{BF1A20FE-9E92-4C73-9A74-8F0A2A08F047}"/>
              </a:ext>
            </a:extLst>
          </p:cNvPr>
          <p:cNvSpPr>
            <a:spLocks noGrp="1"/>
          </p:cNvSpPr>
          <p:nvPr>
            <p:ph type="dt" sz="half" idx="10"/>
          </p:nvPr>
        </p:nvSpPr>
        <p:spPr/>
        <p:txBody>
          <a:bodyPr/>
          <a:lstStyle>
            <a:lvl1pPr>
              <a:defRPr/>
            </a:lvl1pPr>
          </a:lstStyle>
          <a:p>
            <a:pPr>
              <a:defRPr/>
            </a:pPr>
            <a:fld id="{8FC35119-4326-4B12-8C41-028122D81B5B}" type="datetime4">
              <a:rPr lang="en-US" altLang="en-US" smtClean="0"/>
              <a:t>March 14, 2024</a:t>
            </a:fld>
            <a:endParaRPr lang="en-US" altLang="en-US"/>
          </a:p>
        </p:txBody>
      </p:sp>
      <p:sp>
        <p:nvSpPr>
          <p:cNvPr id="4" name="Footer Placeholder 2">
            <a:extLst>
              <a:ext uri="{FF2B5EF4-FFF2-40B4-BE49-F238E27FC236}">
                <a16:creationId xmlns:a16="http://schemas.microsoft.com/office/drawing/2014/main" id="{BC591D13-7F35-46DA-90AE-1E6C0A5693DA}"/>
              </a:ext>
            </a:extLst>
          </p:cNvPr>
          <p:cNvSpPr>
            <a:spLocks noGrp="1"/>
          </p:cNvSpPr>
          <p:nvPr>
            <p:ph type="ftr" sz="quarter" idx="11"/>
          </p:nvPr>
        </p:nvSpPr>
        <p:spPr/>
        <p:txBody>
          <a:bodyPr/>
          <a:lstStyle>
            <a:lvl1pPr>
              <a:defRPr/>
            </a:lvl1pPr>
          </a:lstStyle>
          <a:p>
            <a:pPr>
              <a:defRPr/>
            </a:pPr>
            <a:endParaRPr lang="en-US" altLang="en-US"/>
          </a:p>
        </p:txBody>
      </p:sp>
      <p:sp>
        <p:nvSpPr>
          <p:cNvPr id="5" name="Slide Number Placeholder 3">
            <a:extLst>
              <a:ext uri="{FF2B5EF4-FFF2-40B4-BE49-F238E27FC236}">
                <a16:creationId xmlns:a16="http://schemas.microsoft.com/office/drawing/2014/main" id="{AF78DFFF-F6E0-474D-BCE0-10BBC4065D09}"/>
              </a:ext>
            </a:extLst>
          </p:cNvPr>
          <p:cNvSpPr>
            <a:spLocks noGrp="1"/>
          </p:cNvSpPr>
          <p:nvPr>
            <p:ph type="sldNum" sz="quarter" idx="12"/>
          </p:nvPr>
        </p:nvSpPr>
        <p:spPr/>
        <p:txBody>
          <a:bodyPr/>
          <a:lstStyle>
            <a:lvl1pPr>
              <a:defRPr/>
            </a:lvl1pPr>
          </a:lstStyle>
          <a:p>
            <a:pPr>
              <a:defRPr/>
            </a:pPr>
            <a:fld id="{CC516D0E-CD58-4E49-9F6D-689564ED6CA6}" type="slidenum">
              <a:rPr lang="en-US" altLang="en-US"/>
              <a:pPr>
                <a:defRPr/>
              </a:pPr>
              <a:t>‹#›</a:t>
            </a:fld>
            <a:endParaRPr lang="en-US" altLang="en-US"/>
          </a:p>
        </p:txBody>
      </p:sp>
    </p:spTree>
    <p:extLst>
      <p:ext uri="{BB962C8B-B14F-4D97-AF65-F5344CB8AC3E}">
        <p14:creationId xmlns:p14="http://schemas.microsoft.com/office/powerpoint/2010/main" val="2728158440"/>
      </p:ext>
    </p:extLst>
  </p:cSld>
  <p:clrMapOvr>
    <a:masterClrMapping/>
  </p:clrMapOvr>
  <p:transition>
    <p:random/>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1A3E6C-E078-4B52-8583-2B5D165EB6EC}"/>
              </a:ext>
            </a:extLst>
          </p:cNvPr>
          <p:cNvSpPr/>
          <p:nvPr/>
        </p:nvSpPr>
        <p:spPr>
          <a:xfrm>
            <a:off x="282575" y="228600"/>
            <a:ext cx="3451225"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DA61FBA7-0B22-48B0-89DE-EE8F5CC10736}"/>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title"/>
          </p:nvPr>
        </p:nvSpPr>
        <p:spPr>
          <a:xfrm>
            <a:off x="380555" y="2571750"/>
            <a:ext cx="3255264"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a:xfrm>
            <a:off x="4168775" y="273050"/>
            <a:ext cx="4597399" cy="5853113"/>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Text Placeholder 3"/>
          <p:cNvSpPr>
            <a:spLocks noGrp="1"/>
          </p:cNvSpPr>
          <p:nvPr>
            <p:ph type="body" sz="half" idx="2"/>
          </p:nvPr>
        </p:nvSpPr>
        <p:spPr>
          <a:xfrm>
            <a:off x="381093" y="3733800"/>
            <a:ext cx="325526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C8CDD739-01DD-46AE-92AD-B19AA301B917}"/>
              </a:ext>
            </a:extLst>
          </p:cNvPr>
          <p:cNvSpPr>
            <a:spLocks noGrp="1"/>
          </p:cNvSpPr>
          <p:nvPr>
            <p:ph type="dt" sz="half" idx="10"/>
          </p:nvPr>
        </p:nvSpPr>
        <p:spPr>
          <a:xfrm>
            <a:off x="7391400" y="6423025"/>
            <a:ext cx="1536700" cy="365125"/>
          </a:xfrm>
        </p:spPr>
        <p:txBody>
          <a:bodyPr/>
          <a:lstStyle>
            <a:lvl1pPr>
              <a:defRPr/>
            </a:lvl1pPr>
          </a:lstStyle>
          <a:p>
            <a:pPr>
              <a:defRPr/>
            </a:pPr>
            <a:fld id="{82402E1E-AC80-476C-BD21-E5D946B2FBAA}" type="datetime4">
              <a:rPr lang="en-US" altLang="en-US" smtClean="0"/>
              <a:t>March 14, 2024</a:t>
            </a:fld>
            <a:endParaRPr lang="en-US" altLang="en-US"/>
          </a:p>
        </p:txBody>
      </p:sp>
      <p:sp>
        <p:nvSpPr>
          <p:cNvPr id="8" name="Footer Placeholder 5">
            <a:extLst>
              <a:ext uri="{FF2B5EF4-FFF2-40B4-BE49-F238E27FC236}">
                <a16:creationId xmlns:a16="http://schemas.microsoft.com/office/drawing/2014/main" id="{2559E1EB-BD5D-43C2-93DB-7E5B72874347}"/>
              </a:ext>
            </a:extLst>
          </p:cNvPr>
          <p:cNvSpPr>
            <a:spLocks noGrp="1"/>
          </p:cNvSpPr>
          <p:nvPr>
            <p:ph type="ftr" sz="quarter" idx="11"/>
          </p:nvPr>
        </p:nvSpPr>
        <p:spPr>
          <a:xfrm>
            <a:off x="3859213" y="6423025"/>
            <a:ext cx="3316287" cy="365125"/>
          </a:xfrm>
        </p:spPr>
        <p:txBody>
          <a:bodyPr/>
          <a:lstStyle>
            <a:lvl1pPr>
              <a:defRPr/>
            </a:lvl1pPr>
          </a:lstStyle>
          <a:p>
            <a:pPr>
              <a:defRPr/>
            </a:pPr>
            <a:endParaRPr lang="en-US" altLang="en-US"/>
          </a:p>
        </p:txBody>
      </p:sp>
    </p:spTree>
    <p:extLst>
      <p:ext uri="{BB962C8B-B14F-4D97-AF65-F5344CB8AC3E}">
        <p14:creationId xmlns:p14="http://schemas.microsoft.com/office/powerpoint/2010/main" val="3306687756"/>
      </p:ext>
    </p:extLst>
  </p:cSld>
  <p:clrMapOvr>
    <a:masterClrMapping/>
  </p:clrMapOvr>
  <p:transition>
    <p:random/>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3DB472-439E-4BDE-918A-FD6BA213D95A}"/>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B9BC5FB0-3DC3-4E99-B205-5BF43F431326}"/>
              </a:ext>
            </a:extLst>
          </p:cNvPr>
          <p:cNvSpPr txBox="1">
            <a:spLocks noChangeArrowheads="1"/>
          </p:cNvSpPr>
          <p:nvPr/>
        </p:nvSpPr>
        <p:spPr bwMode="auto">
          <a:xfrm>
            <a:off x="3989388" y="3370263"/>
            <a:ext cx="220662"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169404" y="3124200"/>
            <a:ext cx="3898272" cy="871538"/>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Picture Placeholder 2"/>
          <p:cNvSpPr>
            <a:spLocks noGrp="1"/>
          </p:cNvSpPr>
          <p:nvPr>
            <p:ph type="pic" idx="1"/>
          </p:nvPr>
        </p:nvSpPr>
        <p:spPr>
          <a:xfrm>
            <a:off x="277906" y="228600"/>
            <a:ext cx="3460658" cy="6345238"/>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169404" y="3995737"/>
            <a:ext cx="3898272"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AF046526-C347-4BD5-B33A-3B7626D4B85F}"/>
              </a:ext>
            </a:extLst>
          </p:cNvPr>
          <p:cNvSpPr>
            <a:spLocks noGrp="1"/>
          </p:cNvSpPr>
          <p:nvPr>
            <p:ph type="dt" sz="half" idx="10"/>
          </p:nvPr>
        </p:nvSpPr>
        <p:spPr>
          <a:xfrm>
            <a:off x="7391400" y="6423025"/>
            <a:ext cx="1536700" cy="365125"/>
          </a:xfrm>
        </p:spPr>
        <p:txBody>
          <a:bodyPr/>
          <a:lstStyle>
            <a:lvl1pPr>
              <a:defRPr/>
            </a:lvl1pPr>
          </a:lstStyle>
          <a:p>
            <a:pPr>
              <a:defRPr/>
            </a:pPr>
            <a:fld id="{00F7BFBB-6B8B-4E2E-8F5B-F5D4B0E631F4}" type="datetime4">
              <a:rPr lang="en-US" altLang="en-US" smtClean="0"/>
              <a:t>March 14, 2024</a:t>
            </a:fld>
            <a:endParaRPr lang="en-US" altLang="en-US"/>
          </a:p>
        </p:txBody>
      </p:sp>
      <p:sp>
        <p:nvSpPr>
          <p:cNvPr id="8" name="Footer Placeholder 5">
            <a:extLst>
              <a:ext uri="{FF2B5EF4-FFF2-40B4-BE49-F238E27FC236}">
                <a16:creationId xmlns:a16="http://schemas.microsoft.com/office/drawing/2014/main" id="{CA9B5365-00CB-4803-A243-CFE63D1EF124}"/>
              </a:ext>
            </a:extLst>
          </p:cNvPr>
          <p:cNvSpPr>
            <a:spLocks noGrp="1"/>
          </p:cNvSpPr>
          <p:nvPr>
            <p:ph type="ftr" sz="quarter" idx="11"/>
          </p:nvPr>
        </p:nvSpPr>
        <p:spPr>
          <a:xfrm>
            <a:off x="4191000" y="6423025"/>
            <a:ext cx="3005138" cy="365125"/>
          </a:xfrm>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E08FA02A-7C84-41D3-B339-E1CEC85DED7A}"/>
              </a:ext>
            </a:extLst>
          </p:cNvPr>
          <p:cNvSpPr>
            <a:spLocks noGrp="1"/>
          </p:cNvSpPr>
          <p:nvPr>
            <p:ph type="sldNum" sz="quarter" idx="12"/>
          </p:nvPr>
        </p:nvSpPr>
        <p:spPr/>
        <p:txBody>
          <a:bodyPr/>
          <a:lstStyle>
            <a:lvl1pPr>
              <a:defRPr/>
            </a:lvl1pPr>
          </a:lstStyle>
          <a:p>
            <a:pPr>
              <a:defRPr/>
            </a:pPr>
            <a:fld id="{F4C4F20B-DFB7-47E0-99A5-E35BEB509EFA}" type="slidenum">
              <a:rPr lang="en-US" altLang="en-US"/>
              <a:pPr>
                <a:defRPr/>
              </a:pPr>
              <a:t>‹#›</a:t>
            </a:fld>
            <a:endParaRPr lang="en-US" altLang="en-US"/>
          </a:p>
        </p:txBody>
      </p:sp>
    </p:spTree>
    <p:extLst>
      <p:ext uri="{BB962C8B-B14F-4D97-AF65-F5344CB8AC3E}">
        <p14:creationId xmlns:p14="http://schemas.microsoft.com/office/powerpoint/2010/main" val="2255815162"/>
      </p:ext>
    </p:extLst>
  </p:cSld>
  <p:clrMapOvr>
    <a:masterClrMapping/>
  </p:clrMapOvr>
  <p:transition>
    <p:random/>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picTx" preserve="1">
  <p:cSld name="Picture above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B01909A-2195-4FAB-8839-F9F6FE648B8D}"/>
              </a:ext>
            </a:extLst>
          </p:cNvPr>
          <p:cNvSpPr/>
          <p:nvPr/>
        </p:nvSpPr>
        <p:spPr>
          <a:xfrm>
            <a:off x="6802438" y="228600"/>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F059CE46-129E-4ECD-8EC1-7FBFCCF3D09D}"/>
              </a:ext>
            </a:extLst>
          </p:cNvPr>
          <p:cNvSpPr/>
          <p:nvPr/>
        </p:nvSpPr>
        <p:spPr>
          <a:xfrm>
            <a:off x="6802438" y="2378075"/>
            <a:ext cx="2057400" cy="20383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C86D4F6F-D994-4A50-98C6-DE2D135B18C0}"/>
              </a:ext>
            </a:extLst>
          </p:cNvPr>
          <p:cNvSpPr txBox="1">
            <a:spLocks noChangeArrowheads="1"/>
          </p:cNvSpPr>
          <p:nvPr/>
        </p:nvSpPr>
        <p:spPr bwMode="auto">
          <a:xfrm>
            <a:off x="327025" y="4632325"/>
            <a:ext cx="2206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506505" y="4424082"/>
            <a:ext cx="6191157" cy="83371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28600"/>
            <a:ext cx="637838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506505" y="5257799"/>
            <a:ext cx="6191157" cy="885825"/>
          </a:xfrm>
        </p:spPr>
        <p:txBody>
          <a:bodyPr/>
          <a:lstStyle>
            <a:lvl1pPr marL="0" indent="0">
              <a:spcBef>
                <a:spcPts val="300"/>
              </a:spcBef>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8" name="Date Placeholder 4">
            <a:extLst>
              <a:ext uri="{FF2B5EF4-FFF2-40B4-BE49-F238E27FC236}">
                <a16:creationId xmlns:a16="http://schemas.microsoft.com/office/drawing/2014/main" id="{754C0E74-42E2-446C-94D7-A3B55F60E993}"/>
              </a:ext>
            </a:extLst>
          </p:cNvPr>
          <p:cNvSpPr>
            <a:spLocks noGrp="1"/>
          </p:cNvSpPr>
          <p:nvPr>
            <p:ph type="dt" sz="half" idx="10"/>
          </p:nvPr>
        </p:nvSpPr>
        <p:spPr/>
        <p:txBody>
          <a:bodyPr/>
          <a:lstStyle>
            <a:lvl1pPr>
              <a:defRPr/>
            </a:lvl1pPr>
          </a:lstStyle>
          <a:p>
            <a:pPr>
              <a:defRPr/>
            </a:pPr>
            <a:fld id="{7F45BE75-3A8E-4EEA-B612-B336FA73E380}" type="datetime4">
              <a:rPr lang="en-US" altLang="en-US" smtClean="0"/>
              <a:t>March 14, 2024</a:t>
            </a:fld>
            <a:endParaRPr lang="en-US" altLang="en-US"/>
          </a:p>
        </p:txBody>
      </p:sp>
      <p:sp>
        <p:nvSpPr>
          <p:cNvPr id="9" name="Footer Placeholder 5">
            <a:extLst>
              <a:ext uri="{FF2B5EF4-FFF2-40B4-BE49-F238E27FC236}">
                <a16:creationId xmlns:a16="http://schemas.microsoft.com/office/drawing/2014/main" id="{3B8F4D42-B8D9-4103-ABD1-B75FECA7620C}"/>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FC1F58C-874F-4AD4-A32D-B6BA2E11340C}"/>
              </a:ext>
            </a:extLst>
          </p:cNvPr>
          <p:cNvSpPr>
            <a:spLocks noGrp="1"/>
          </p:cNvSpPr>
          <p:nvPr>
            <p:ph type="sldNum" sz="quarter" idx="12"/>
          </p:nvPr>
        </p:nvSpPr>
        <p:spPr/>
        <p:txBody>
          <a:bodyPr/>
          <a:lstStyle>
            <a:lvl1pPr>
              <a:defRPr/>
            </a:lvl1pPr>
          </a:lstStyle>
          <a:p>
            <a:pPr>
              <a:defRPr/>
            </a:pPr>
            <a:fld id="{3F4A88E9-55FA-4583-A2AF-654D4791C2C9}" type="slidenum">
              <a:rPr lang="en-US" altLang="en-US"/>
              <a:pPr>
                <a:defRPr/>
              </a:pPr>
              <a:t>‹#›</a:t>
            </a:fld>
            <a:endParaRPr lang="en-US" altLang="en-US"/>
          </a:p>
        </p:txBody>
      </p:sp>
    </p:spTree>
    <p:extLst>
      <p:ext uri="{BB962C8B-B14F-4D97-AF65-F5344CB8AC3E}">
        <p14:creationId xmlns:p14="http://schemas.microsoft.com/office/powerpoint/2010/main" val="34362461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2 Pictures with Capti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E4B8522-9E4F-489D-86CD-B4B7DAA29998}"/>
              </a:ext>
            </a:extLst>
          </p:cNvPr>
          <p:cNvSpPr/>
          <p:nvPr/>
        </p:nvSpPr>
        <p:spPr>
          <a:xfrm>
            <a:off x="282575" y="228600"/>
            <a:ext cx="6386513"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06D96BD4-27ED-4DD1-8791-F3D093AD227B}"/>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8394B6BF-E2C1-4B6F-9ECA-93E1777E3521}"/>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6181611"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6179566"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6802438" y="237494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6802438" y="4535424"/>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C761474E-2C03-4840-8A15-994BF879D3D2}"/>
              </a:ext>
            </a:extLst>
          </p:cNvPr>
          <p:cNvSpPr>
            <a:spLocks noGrp="1"/>
          </p:cNvSpPr>
          <p:nvPr>
            <p:ph type="dt" sz="half" idx="15"/>
          </p:nvPr>
        </p:nvSpPr>
        <p:spPr>
          <a:xfrm>
            <a:off x="5211763" y="6235700"/>
            <a:ext cx="1349375" cy="365125"/>
          </a:xfrm>
        </p:spPr>
        <p:txBody>
          <a:bodyPr/>
          <a:lstStyle>
            <a:lvl1pPr>
              <a:defRPr>
                <a:solidFill>
                  <a:schemeClr val="bg1"/>
                </a:solidFill>
              </a:defRPr>
            </a:lvl1pPr>
          </a:lstStyle>
          <a:p>
            <a:pPr>
              <a:defRPr/>
            </a:pPr>
            <a:fld id="{20232980-E453-4CBF-A307-45048147E9FA}" type="datetime4">
              <a:rPr lang="en-US" altLang="en-US" smtClean="0"/>
              <a:t>March 14, 2024</a:t>
            </a:fld>
            <a:endParaRPr lang="en-US" altLang="en-US"/>
          </a:p>
        </p:txBody>
      </p:sp>
      <p:sp>
        <p:nvSpPr>
          <p:cNvPr id="10" name="Footer Placeholder 5">
            <a:extLst>
              <a:ext uri="{FF2B5EF4-FFF2-40B4-BE49-F238E27FC236}">
                <a16:creationId xmlns:a16="http://schemas.microsoft.com/office/drawing/2014/main" id="{7C2799EC-B7A7-4AEB-AA05-ED8A41C7D4AE}"/>
              </a:ext>
            </a:extLst>
          </p:cNvPr>
          <p:cNvSpPr>
            <a:spLocks noGrp="1"/>
          </p:cNvSpPr>
          <p:nvPr>
            <p:ph type="ftr" sz="quarter" idx="16"/>
          </p:nvPr>
        </p:nvSpPr>
        <p:spPr>
          <a:xfrm>
            <a:off x="381000" y="6235700"/>
            <a:ext cx="4648200" cy="365125"/>
          </a:xfrm>
        </p:spPr>
        <p:txBody>
          <a:bodyPr/>
          <a:lstStyle>
            <a:lvl1pPr>
              <a:defRPr>
                <a:solidFill>
                  <a:schemeClr val="bg1"/>
                </a:solidFill>
              </a:defRPr>
            </a:lvl1pPr>
          </a:lstStyle>
          <a:p>
            <a:pPr>
              <a:defRPr/>
            </a:pPr>
            <a:endParaRPr lang="en-US" altLang="en-US"/>
          </a:p>
        </p:txBody>
      </p:sp>
      <p:sp>
        <p:nvSpPr>
          <p:cNvPr id="11" name="Slide Number Placeholder 6">
            <a:extLst>
              <a:ext uri="{FF2B5EF4-FFF2-40B4-BE49-F238E27FC236}">
                <a16:creationId xmlns:a16="http://schemas.microsoft.com/office/drawing/2014/main" id="{158E981D-B48B-4C8C-9DD0-1E81EA85DC5F}"/>
              </a:ext>
            </a:extLst>
          </p:cNvPr>
          <p:cNvSpPr>
            <a:spLocks noGrp="1"/>
          </p:cNvSpPr>
          <p:nvPr>
            <p:ph type="sldNum" sz="quarter" idx="17"/>
          </p:nvPr>
        </p:nvSpPr>
        <p:spPr/>
        <p:txBody>
          <a:bodyPr/>
          <a:lstStyle>
            <a:lvl1pPr>
              <a:defRPr/>
            </a:lvl1pPr>
          </a:lstStyle>
          <a:p>
            <a:pPr>
              <a:defRPr/>
            </a:pPr>
            <a:fld id="{C20F1E02-4764-4B68-9C6E-34342FE9361F}" type="slidenum">
              <a:rPr lang="en-US" altLang="en-US"/>
              <a:pPr>
                <a:defRPr/>
              </a:pPr>
              <a:t>‹#›</a:t>
            </a:fld>
            <a:endParaRPr lang="en-US" altLang="en-US"/>
          </a:p>
        </p:txBody>
      </p:sp>
    </p:spTree>
    <p:extLst>
      <p:ext uri="{BB962C8B-B14F-4D97-AF65-F5344CB8AC3E}">
        <p14:creationId xmlns:p14="http://schemas.microsoft.com/office/powerpoint/2010/main" val="18253008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3 Pictures with Ca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684C6A6-C390-4CE9-9551-280F5894D784}"/>
              </a:ext>
            </a:extLst>
          </p:cNvPr>
          <p:cNvSpPr/>
          <p:nvPr/>
        </p:nvSpPr>
        <p:spPr>
          <a:xfrm>
            <a:off x="282575" y="228600"/>
            <a:ext cx="4235450"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A51F7596-DDE6-4CD4-865C-FEF3B660E3C7}"/>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9" name="Rectangle 8">
            <a:extLst>
              <a:ext uri="{FF2B5EF4-FFF2-40B4-BE49-F238E27FC236}">
                <a16:creationId xmlns:a16="http://schemas.microsoft.com/office/drawing/2014/main" id="{8EC2F2B8-01CF-45D9-851B-C292454438D2}"/>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Rectangle 9">
            <a:extLst>
              <a:ext uri="{FF2B5EF4-FFF2-40B4-BE49-F238E27FC236}">
                <a16:creationId xmlns:a16="http://schemas.microsoft.com/office/drawing/2014/main" id="{187172EA-58AA-450E-8BAD-A116BCA1D3EA}"/>
              </a:ext>
            </a:extLst>
          </p:cNvPr>
          <p:cNvSpPr/>
          <p:nvPr/>
        </p:nvSpPr>
        <p:spPr>
          <a:xfrm>
            <a:off x="4624388" y="4535488"/>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4016633"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401530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4624388" y="2381663"/>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5"/>
          </p:nvPr>
        </p:nvSpPr>
        <p:spPr>
          <a:xfrm>
            <a:off x="6803136" y="2381662"/>
            <a:ext cx="2057400" cy="4187952"/>
          </a:xfrm>
        </p:spPr>
        <p:txBody>
          <a:bodyPr rtlCol="0">
            <a:normAutofit/>
          </a:bodyPr>
          <a:lstStyle>
            <a:lvl1pPr>
              <a:buNone/>
              <a:defRPr/>
            </a:lvl1pPr>
          </a:lstStyle>
          <a:p>
            <a:pPr lvl="0"/>
            <a:r>
              <a:rPr lang="en-US" noProof="0"/>
              <a:t>Click icon to add picture</a:t>
            </a:r>
            <a:endParaRPr noProof="0" dirty="0"/>
          </a:p>
        </p:txBody>
      </p:sp>
      <p:sp>
        <p:nvSpPr>
          <p:cNvPr id="11" name="Date Placeholder 4">
            <a:extLst>
              <a:ext uri="{FF2B5EF4-FFF2-40B4-BE49-F238E27FC236}">
                <a16:creationId xmlns:a16="http://schemas.microsoft.com/office/drawing/2014/main" id="{73AC807D-AF86-4476-A47B-879D992AE4E9}"/>
              </a:ext>
            </a:extLst>
          </p:cNvPr>
          <p:cNvSpPr>
            <a:spLocks noGrp="1"/>
          </p:cNvSpPr>
          <p:nvPr>
            <p:ph type="dt" sz="half" idx="16"/>
          </p:nvPr>
        </p:nvSpPr>
        <p:spPr>
          <a:xfrm>
            <a:off x="3048000" y="6235700"/>
            <a:ext cx="1347788" cy="365125"/>
          </a:xfrm>
        </p:spPr>
        <p:txBody>
          <a:bodyPr/>
          <a:lstStyle>
            <a:lvl1pPr>
              <a:defRPr>
                <a:solidFill>
                  <a:schemeClr val="bg1"/>
                </a:solidFill>
              </a:defRPr>
            </a:lvl1pPr>
          </a:lstStyle>
          <a:p>
            <a:pPr>
              <a:defRPr/>
            </a:pPr>
            <a:fld id="{CB0466D8-1F5A-4252-9DF5-0AA1CCE412B1}" type="datetime4">
              <a:rPr lang="en-US" altLang="en-US" smtClean="0"/>
              <a:t>March 14, 2024</a:t>
            </a:fld>
            <a:endParaRPr lang="en-US" altLang="en-US"/>
          </a:p>
        </p:txBody>
      </p:sp>
      <p:sp>
        <p:nvSpPr>
          <p:cNvPr id="15" name="Footer Placeholder 5">
            <a:extLst>
              <a:ext uri="{FF2B5EF4-FFF2-40B4-BE49-F238E27FC236}">
                <a16:creationId xmlns:a16="http://schemas.microsoft.com/office/drawing/2014/main" id="{8E62327F-56AD-4A63-98B9-78485E66D17B}"/>
              </a:ext>
            </a:extLst>
          </p:cNvPr>
          <p:cNvSpPr>
            <a:spLocks noGrp="1"/>
          </p:cNvSpPr>
          <p:nvPr>
            <p:ph type="ftr" sz="quarter" idx="17"/>
          </p:nvPr>
        </p:nvSpPr>
        <p:spPr>
          <a:xfrm>
            <a:off x="381000" y="6235700"/>
            <a:ext cx="2590800" cy="365125"/>
          </a:xfrm>
        </p:spPr>
        <p:txBody>
          <a:bodyPr/>
          <a:lstStyle>
            <a:lvl1pPr>
              <a:defRPr>
                <a:solidFill>
                  <a:schemeClr val="bg1"/>
                </a:solidFill>
              </a:defRPr>
            </a:lvl1pPr>
          </a:lstStyle>
          <a:p>
            <a:pPr>
              <a:defRPr/>
            </a:pPr>
            <a:endParaRPr lang="en-US" altLang="en-US"/>
          </a:p>
        </p:txBody>
      </p:sp>
      <p:sp>
        <p:nvSpPr>
          <p:cNvPr id="16" name="Slide Number Placeholder 6">
            <a:extLst>
              <a:ext uri="{FF2B5EF4-FFF2-40B4-BE49-F238E27FC236}">
                <a16:creationId xmlns:a16="http://schemas.microsoft.com/office/drawing/2014/main" id="{1C12E0BA-FE9E-4BD0-AAEF-9BBAF7C75614}"/>
              </a:ext>
            </a:extLst>
          </p:cNvPr>
          <p:cNvSpPr>
            <a:spLocks noGrp="1"/>
          </p:cNvSpPr>
          <p:nvPr>
            <p:ph type="sldNum" sz="quarter" idx="18"/>
          </p:nvPr>
        </p:nvSpPr>
        <p:spPr/>
        <p:txBody>
          <a:bodyPr/>
          <a:lstStyle>
            <a:lvl1pPr>
              <a:defRPr/>
            </a:lvl1pPr>
          </a:lstStyle>
          <a:p>
            <a:pPr>
              <a:defRPr/>
            </a:pPr>
            <a:fld id="{12D2B7AC-0C10-4CF5-8B9B-68B5A78F7235}" type="slidenum">
              <a:rPr lang="en-US" altLang="en-US"/>
              <a:pPr>
                <a:defRPr/>
              </a:pPr>
              <a:t>‹#›</a:t>
            </a:fld>
            <a:endParaRPr lang="en-US" altLang="en-US"/>
          </a:p>
        </p:txBody>
      </p:sp>
    </p:spTree>
    <p:extLst>
      <p:ext uri="{BB962C8B-B14F-4D97-AF65-F5344CB8AC3E}">
        <p14:creationId xmlns:p14="http://schemas.microsoft.com/office/powerpoint/2010/main" val="39463554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3 Pictures with Caption, Al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D86DB31-10AD-4A0A-BCB6-1CE4F9A6C9F8}"/>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6972F84F-B455-44D5-B27F-7968C240A00F}"/>
              </a:ext>
            </a:extLst>
          </p:cNvPr>
          <p:cNvSpPr txBox="1">
            <a:spLocks noChangeArrowheads="1"/>
          </p:cNvSpPr>
          <p:nvPr/>
        </p:nvSpPr>
        <p:spPr bwMode="auto">
          <a:xfrm>
            <a:off x="4749800" y="3370263"/>
            <a:ext cx="2206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953000" y="3124200"/>
            <a:ext cx="3108960" cy="87153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365248"/>
            <a:ext cx="424011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953000" y="3995737"/>
            <a:ext cx="3108960"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Picture Placeholder 12"/>
          <p:cNvSpPr>
            <a:spLocks noGrp="1"/>
          </p:cNvSpPr>
          <p:nvPr>
            <p:ph type="pic" sz="quarter" idx="13"/>
          </p:nvPr>
        </p:nvSpPr>
        <p:spPr>
          <a:xfrm>
            <a:off x="27790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5" name="Picture Placeholder 12"/>
          <p:cNvSpPr>
            <a:spLocks noGrp="1"/>
          </p:cNvSpPr>
          <p:nvPr>
            <p:ph type="pic" sz="quarter" idx="14"/>
          </p:nvPr>
        </p:nvSpPr>
        <p:spPr>
          <a:xfrm>
            <a:off x="246062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649B7326-D2C8-4CBD-A35A-2CB75A4F9E72}"/>
              </a:ext>
            </a:extLst>
          </p:cNvPr>
          <p:cNvSpPr>
            <a:spLocks noGrp="1"/>
          </p:cNvSpPr>
          <p:nvPr>
            <p:ph type="dt" sz="half" idx="15"/>
          </p:nvPr>
        </p:nvSpPr>
        <p:spPr>
          <a:xfrm>
            <a:off x="7391400" y="6423025"/>
            <a:ext cx="1536700" cy="365125"/>
          </a:xfrm>
        </p:spPr>
        <p:txBody>
          <a:bodyPr/>
          <a:lstStyle>
            <a:lvl1pPr>
              <a:defRPr/>
            </a:lvl1pPr>
          </a:lstStyle>
          <a:p>
            <a:pPr>
              <a:defRPr/>
            </a:pPr>
            <a:fld id="{67109545-74AE-4DF0-B5B8-5DCE9283F8AC}" type="datetime4">
              <a:rPr lang="en-US" altLang="en-US" smtClean="0"/>
              <a:t>March 14, 2024</a:t>
            </a:fld>
            <a:endParaRPr lang="en-US" altLang="en-US"/>
          </a:p>
        </p:txBody>
      </p:sp>
      <p:sp>
        <p:nvSpPr>
          <p:cNvPr id="10" name="Footer Placeholder 5">
            <a:extLst>
              <a:ext uri="{FF2B5EF4-FFF2-40B4-BE49-F238E27FC236}">
                <a16:creationId xmlns:a16="http://schemas.microsoft.com/office/drawing/2014/main" id="{46041EA7-B68A-41F3-8113-D9D32DAD8AB8}"/>
              </a:ext>
            </a:extLst>
          </p:cNvPr>
          <p:cNvSpPr>
            <a:spLocks noGrp="1"/>
          </p:cNvSpPr>
          <p:nvPr>
            <p:ph type="ftr" sz="quarter" idx="16"/>
          </p:nvPr>
        </p:nvSpPr>
        <p:spPr>
          <a:xfrm>
            <a:off x="4191000" y="6423025"/>
            <a:ext cx="3005138" cy="365125"/>
          </a:xfrm>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443674E4-A79F-449B-9438-925C258E3D68}"/>
              </a:ext>
            </a:extLst>
          </p:cNvPr>
          <p:cNvSpPr>
            <a:spLocks noGrp="1"/>
          </p:cNvSpPr>
          <p:nvPr>
            <p:ph type="sldNum" sz="quarter" idx="17"/>
          </p:nvPr>
        </p:nvSpPr>
        <p:spPr/>
        <p:txBody>
          <a:bodyPr/>
          <a:lstStyle>
            <a:lvl1pPr>
              <a:defRPr/>
            </a:lvl1pPr>
          </a:lstStyle>
          <a:p>
            <a:pPr>
              <a:defRPr/>
            </a:pPr>
            <a:fld id="{27EE316B-296A-4301-835E-E41E4EB19B5F}" type="slidenum">
              <a:rPr lang="en-US" altLang="en-US"/>
              <a:pPr>
                <a:defRPr/>
              </a:pPr>
              <a:t>‹#›</a:t>
            </a:fld>
            <a:endParaRPr lang="en-US" altLang="en-US"/>
          </a:p>
        </p:txBody>
      </p:sp>
    </p:spTree>
    <p:extLst>
      <p:ext uri="{BB962C8B-B14F-4D97-AF65-F5344CB8AC3E}">
        <p14:creationId xmlns:p14="http://schemas.microsoft.com/office/powerpoint/2010/main" val="3444131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itle and Vertical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80C5B91-761D-4C3E-96C5-955410F3898F}"/>
              </a:ext>
            </a:extLst>
          </p:cNvPr>
          <p:cNvSpPr/>
          <p:nvPr/>
        </p:nvSpPr>
        <p:spPr>
          <a:xfrm>
            <a:off x="8166100" y="282575"/>
            <a:ext cx="685800" cy="1600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E9964D89-1EB4-4144-A2AB-CB37176A383C}"/>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53BC3FE9-9D89-4235-BD90-E3028C929DE0}"/>
              </a:ext>
            </a:extLst>
          </p:cNvPr>
          <p:cNvSpPr>
            <a:spLocks noGrp="1"/>
          </p:cNvSpPr>
          <p:nvPr>
            <p:ph type="dt" sz="half" idx="10"/>
          </p:nvPr>
        </p:nvSpPr>
        <p:spPr/>
        <p:txBody>
          <a:bodyPr/>
          <a:lstStyle>
            <a:lvl1pPr>
              <a:defRPr/>
            </a:lvl1pPr>
          </a:lstStyle>
          <a:p>
            <a:pPr>
              <a:defRPr/>
            </a:pPr>
            <a:fld id="{88E9DF7E-06F9-4CC6-95F8-38F71CEE8EE2}" type="datetime4">
              <a:rPr lang="en-US" altLang="en-US" smtClean="0"/>
              <a:t>March 14, 2024</a:t>
            </a:fld>
            <a:endParaRPr lang="en-US" altLang="en-US"/>
          </a:p>
        </p:txBody>
      </p:sp>
      <p:sp>
        <p:nvSpPr>
          <p:cNvPr id="7" name="Footer Placeholder 4">
            <a:extLst>
              <a:ext uri="{FF2B5EF4-FFF2-40B4-BE49-F238E27FC236}">
                <a16:creationId xmlns:a16="http://schemas.microsoft.com/office/drawing/2014/main" id="{54F36AFF-A8BF-4BD2-8967-40B05B6D814C}"/>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27A965FE-F10B-4D14-AFE7-31ABFE149A4E}"/>
              </a:ext>
            </a:extLst>
          </p:cNvPr>
          <p:cNvSpPr>
            <a:spLocks noGrp="1"/>
          </p:cNvSpPr>
          <p:nvPr>
            <p:ph type="sldNum" sz="quarter" idx="12"/>
          </p:nvPr>
        </p:nvSpPr>
        <p:spPr/>
        <p:txBody>
          <a:bodyPr/>
          <a:lstStyle>
            <a:lvl1pPr>
              <a:defRPr/>
            </a:lvl1pPr>
          </a:lstStyle>
          <a:p>
            <a:pPr>
              <a:defRPr/>
            </a:pPr>
            <a:fld id="{A2147E2A-C44F-4045-82D2-7C371F82CF1D}" type="slidenum">
              <a:rPr lang="en-US" altLang="en-US"/>
              <a:pPr>
                <a:defRPr/>
              </a:pPr>
              <a:t>‹#›</a:t>
            </a:fld>
            <a:endParaRPr lang="en-US" altLang="en-US"/>
          </a:p>
        </p:txBody>
      </p:sp>
    </p:spTree>
    <p:extLst>
      <p:ext uri="{BB962C8B-B14F-4D97-AF65-F5344CB8AC3E}">
        <p14:creationId xmlns:p14="http://schemas.microsoft.com/office/powerpoint/2010/main" val="360669910"/>
      </p:ext>
    </p:extLst>
  </p:cSld>
  <p:clrMapOvr>
    <a:masterClrMapping/>
  </p:clrMapOvr>
  <p:transition>
    <p:random/>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Vertical Title and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7741545-59F1-4190-84C9-7BFBFE292ACE}"/>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0B1A20B8-21F5-4760-BFC9-EC6F73243DA8}"/>
              </a:ext>
            </a:extLst>
          </p:cNvPr>
          <p:cNvSpPr txBox="1">
            <a:spLocks noChangeArrowheads="1"/>
          </p:cNvSpPr>
          <p:nvPr/>
        </p:nvSpPr>
        <p:spPr bwMode="auto">
          <a:xfrm rot="16200000">
            <a:off x="8593932" y="561181"/>
            <a:ext cx="260350"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Vertical Title 1"/>
          <p:cNvSpPr>
            <a:spLocks noGrp="1"/>
          </p:cNvSpPr>
          <p:nvPr>
            <p:ph type="title" orient="vert"/>
          </p:nvPr>
        </p:nvSpPr>
        <p:spPr>
          <a:xfrm>
            <a:off x="7995772" y="954742"/>
            <a:ext cx="681318" cy="5171422"/>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457200" y="958756"/>
            <a:ext cx="6858000" cy="518486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73E6979F-8696-4C70-A779-45E2CFAAF7A3}"/>
              </a:ext>
            </a:extLst>
          </p:cNvPr>
          <p:cNvSpPr>
            <a:spLocks noGrp="1"/>
          </p:cNvSpPr>
          <p:nvPr>
            <p:ph type="dt" sz="half" idx="10"/>
          </p:nvPr>
        </p:nvSpPr>
        <p:spPr/>
        <p:txBody>
          <a:bodyPr/>
          <a:lstStyle>
            <a:lvl1pPr>
              <a:defRPr/>
            </a:lvl1pPr>
          </a:lstStyle>
          <a:p>
            <a:pPr>
              <a:defRPr/>
            </a:pPr>
            <a:fld id="{FA47287B-CD4B-4276-9C9C-6FD4F40A5F28}" type="datetime4">
              <a:rPr lang="en-US" altLang="en-US" smtClean="0"/>
              <a:t>March 14, 2024</a:t>
            </a:fld>
            <a:endParaRPr lang="en-US" altLang="en-US"/>
          </a:p>
        </p:txBody>
      </p:sp>
      <p:sp>
        <p:nvSpPr>
          <p:cNvPr id="7" name="Footer Placeholder 4">
            <a:extLst>
              <a:ext uri="{FF2B5EF4-FFF2-40B4-BE49-F238E27FC236}">
                <a16:creationId xmlns:a16="http://schemas.microsoft.com/office/drawing/2014/main" id="{B259E8A7-94BA-4CE3-9968-0F52201B546D}"/>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EBBE8256-DE8F-4CFA-B85D-AA30DC9107E8}"/>
              </a:ext>
            </a:extLst>
          </p:cNvPr>
          <p:cNvSpPr>
            <a:spLocks noGrp="1"/>
          </p:cNvSpPr>
          <p:nvPr>
            <p:ph type="sldNum" sz="quarter" idx="12"/>
          </p:nvPr>
        </p:nvSpPr>
        <p:spPr/>
        <p:txBody>
          <a:bodyPr/>
          <a:lstStyle>
            <a:lvl1pPr>
              <a:defRPr/>
            </a:lvl1pPr>
          </a:lstStyle>
          <a:p>
            <a:pPr>
              <a:defRPr/>
            </a:pPr>
            <a:fld id="{2C23BFD9-2626-4110-A809-223BFB94F502}" type="slidenum">
              <a:rPr lang="en-US" altLang="en-US"/>
              <a:pPr>
                <a:defRPr/>
              </a:pPr>
              <a:t>‹#›</a:t>
            </a:fld>
            <a:endParaRPr lang="en-US" altLang="en-US"/>
          </a:p>
        </p:txBody>
      </p:sp>
    </p:spTree>
    <p:extLst>
      <p:ext uri="{BB962C8B-B14F-4D97-AF65-F5344CB8AC3E}">
        <p14:creationId xmlns:p14="http://schemas.microsoft.com/office/powerpoint/2010/main" val="1156629683"/>
      </p:ext>
    </p:extLst>
  </p:cSld>
  <p:clrMapOvr>
    <a:masterClrMapping/>
  </p:clrMapOvr>
  <p:transition>
    <p:random/>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162887041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itleOnly">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2510776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AndObj">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0964659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4565F6AB-F257-43C5-9F92-3178E8C87FF1}"/>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5461597E-A600-4D4E-BDA1-48906D219E7D}"/>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6" name="Group 4">
              <a:extLst>
                <a:ext uri="{FF2B5EF4-FFF2-40B4-BE49-F238E27FC236}">
                  <a16:creationId xmlns:a16="http://schemas.microsoft.com/office/drawing/2014/main" id="{BE7A2416-A614-4AFA-9BE6-BB733C41BC18}"/>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2167F23D-50D2-4306-815F-A9CB09376D41}"/>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1" name="Rectangle 6">
                <a:extLst>
                  <a:ext uri="{FF2B5EF4-FFF2-40B4-BE49-F238E27FC236}">
                    <a16:creationId xmlns:a16="http://schemas.microsoft.com/office/drawing/2014/main" id="{806C7BCE-5DEF-451A-80C5-F05516FDAD5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2" name="Line 7">
                <a:extLst>
                  <a:ext uri="{FF2B5EF4-FFF2-40B4-BE49-F238E27FC236}">
                    <a16:creationId xmlns:a16="http://schemas.microsoft.com/office/drawing/2014/main" id="{07D70038-99BC-4D49-A2C7-74E645E453F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ABF959D0-7825-47E4-A314-F34628B43592}"/>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38B2235D-8976-4386-BA15-2981E58EA6B7}"/>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9" name="Line 10">
                <a:extLst>
                  <a:ext uri="{FF2B5EF4-FFF2-40B4-BE49-F238E27FC236}">
                    <a16:creationId xmlns:a16="http://schemas.microsoft.com/office/drawing/2014/main" id="{374D0BE0-54E0-4632-8C0D-50053BF57039}"/>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E54B05D-5B91-4766-A56B-045E3B61C0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7E26C5BD-31A8-4E43-9AD6-DBF4FABBC527}"/>
              </a:ext>
            </a:extLst>
          </p:cNvPr>
          <p:cNvSpPr>
            <a:spLocks noGrp="1" noChangeArrowheads="1"/>
          </p:cNvSpPr>
          <p:nvPr>
            <p:ph type="dt" sz="half" idx="10"/>
          </p:nvPr>
        </p:nvSpPr>
        <p:spPr>
          <a:xfrm>
            <a:off x="912813" y="6251575"/>
            <a:ext cx="1905000" cy="457200"/>
          </a:xfrm>
        </p:spPr>
        <p:txBody>
          <a:bodyPr/>
          <a:lstStyle>
            <a:lvl1pPr>
              <a:defRPr/>
            </a:lvl1pPr>
          </a:lstStyle>
          <a:p>
            <a:pPr>
              <a:defRPr/>
            </a:pPr>
            <a:fld id="{3C4FD5DF-EC03-401D-9ACD-A2AF6F06E3BC}" type="datetime4">
              <a:rPr lang="en-US" altLang="en-US" smtClean="0"/>
              <a:t>March 14, 2024</a:t>
            </a:fld>
            <a:endParaRPr lang="en-US" altLang="en-US"/>
          </a:p>
        </p:txBody>
      </p:sp>
      <p:sp>
        <p:nvSpPr>
          <p:cNvPr id="15" name="Footer Placeholder 14">
            <a:extLst>
              <a:ext uri="{FF2B5EF4-FFF2-40B4-BE49-F238E27FC236}">
                <a16:creationId xmlns:a16="http://schemas.microsoft.com/office/drawing/2014/main" id="{CB14246A-DC61-4613-8409-02EE00F42464}"/>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00E0F886-083D-4C20-A68F-BFE0B0E2C4F4}"/>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A6AAC328-75BB-4382-8A37-3CD1D41CF670}" type="slidenum">
              <a:rPr lang="en-US" altLang="en-US"/>
              <a:pPr>
                <a:defRPr/>
              </a:pPr>
              <a:t>‹#›</a:t>
            </a:fld>
            <a:endParaRPr lang="en-US" altLang="en-US"/>
          </a:p>
        </p:txBody>
      </p:sp>
    </p:spTree>
    <p:extLst>
      <p:ext uri="{BB962C8B-B14F-4D97-AF65-F5344CB8AC3E}">
        <p14:creationId xmlns:p14="http://schemas.microsoft.com/office/powerpoint/2010/main" val="2848707562"/>
      </p:ext>
    </p:extLst>
  </p:cSld>
  <p:clrMapOvr>
    <a:masterClrMapping/>
  </p:clrMapOvr>
  <p:transition>
    <p:random/>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59022411-5871-4A8B-BF62-16D06CDB1F13}"/>
              </a:ext>
            </a:extLst>
          </p:cNvPr>
          <p:cNvSpPr>
            <a:spLocks noGrp="1" noChangeArrowheads="1"/>
          </p:cNvSpPr>
          <p:nvPr>
            <p:ph type="dt" sz="half" idx="10"/>
          </p:nvPr>
        </p:nvSpPr>
        <p:spPr>
          <a:ln/>
        </p:spPr>
        <p:txBody>
          <a:bodyPr/>
          <a:lstStyle>
            <a:lvl1pPr>
              <a:defRPr/>
            </a:lvl1pPr>
          </a:lstStyle>
          <a:p>
            <a:pPr>
              <a:defRPr/>
            </a:pPr>
            <a:fld id="{122AB582-E114-47B7-B681-B18692AB844D}"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441B8DFF-6DF5-46D3-A516-7BA032C46DA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A2AEC60A-824B-41AC-85EB-DC88D545D36D}"/>
              </a:ext>
            </a:extLst>
          </p:cNvPr>
          <p:cNvSpPr>
            <a:spLocks noGrp="1" noChangeArrowheads="1"/>
          </p:cNvSpPr>
          <p:nvPr>
            <p:ph type="sldNum" sz="quarter" idx="12"/>
          </p:nvPr>
        </p:nvSpPr>
        <p:spPr>
          <a:ln/>
        </p:spPr>
        <p:txBody>
          <a:bodyPr/>
          <a:lstStyle>
            <a:lvl1pPr>
              <a:defRPr/>
            </a:lvl1pPr>
          </a:lstStyle>
          <a:p>
            <a:pPr>
              <a:defRPr/>
            </a:pPr>
            <a:fld id="{1088DDF2-FC33-4380-935C-3471BEC9E082}" type="slidenum">
              <a:rPr lang="en-US" altLang="en-US"/>
              <a:pPr>
                <a:defRPr/>
              </a:pPr>
              <a:t>‹#›</a:t>
            </a:fld>
            <a:endParaRPr lang="en-US" altLang="en-US"/>
          </a:p>
        </p:txBody>
      </p:sp>
    </p:spTree>
    <p:extLst>
      <p:ext uri="{BB962C8B-B14F-4D97-AF65-F5344CB8AC3E}">
        <p14:creationId xmlns:p14="http://schemas.microsoft.com/office/powerpoint/2010/main" val="3319195031"/>
      </p:ext>
    </p:extLst>
  </p:cSld>
  <p:clrMapOvr>
    <a:masterClrMapping/>
  </p:clrMapOvr>
  <p:transition>
    <p:random/>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7B035493-5AF5-46BE-BEF9-203FD3FE6A22}"/>
              </a:ext>
            </a:extLst>
          </p:cNvPr>
          <p:cNvSpPr>
            <a:spLocks noGrp="1" noChangeArrowheads="1"/>
          </p:cNvSpPr>
          <p:nvPr>
            <p:ph type="dt" sz="half" idx="10"/>
          </p:nvPr>
        </p:nvSpPr>
        <p:spPr>
          <a:ln/>
        </p:spPr>
        <p:txBody>
          <a:bodyPr/>
          <a:lstStyle>
            <a:lvl1pPr>
              <a:defRPr/>
            </a:lvl1pPr>
          </a:lstStyle>
          <a:p>
            <a:pPr>
              <a:defRPr/>
            </a:pPr>
            <a:fld id="{33550446-8384-4E5D-9E53-C0FE3347BEA3}"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710EE305-D666-4913-88A0-5660678F99B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5B9CFB8C-E6F2-46C8-A7EA-FD706FB07648}"/>
              </a:ext>
            </a:extLst>
          </p:cNvPr>
          <p:cNvSpPr>
            <a:spLocks noGrp="1" noChangeArrowheads="1"/>
          </p:cNvSpPr>
          <p:nvPr>
            <p:ph type="sldNum" sz="quarter" idx="12"/>
          </p:nvPr>
        </p:nvSpPr>
        <p:spPr>
          <a:ln/>
        </p:spPr>
        <p:txBody>
          <a:bodyPr/>
          <a:lstStyle>
            <a:lvl1pPr>
              <a:defRPr/>
            </a:lvl1pPr>
          </a:lstStyle>
          <a:p>
            <a:pPr>
              <a:defRPr/>
            </a:pPr>
            <a:fld id="{B48F7BAD-3287-45BF-8F90-D810A06E9440}" type="slidenum">
              <a:rPr lang="en-US" altLang="en-US"/>
              <a:pPr>
                <a:defRPr/>
              </a:pPr>
              <a:t>‹#›</a:t>
            </a:fld>
            <a:endParaRPr lang="en-US" altLang="en-US"/>
          </a:p>
        </p:txBody>
      </p:sp>
    </p:spTree>
    <p:extLst>
      <p:ext uri="{BB962C8B-B14F-4D97-AF65-F5344CB8AC3E}">
        <p14:creationId xmlns:p14="http://schemas.microsoft.com/office/powerpoint/2010/main" val="4033263618"/>
      </p:ext>
    </p:extLst>
  </p:cSld>
  <p:clrMapOvr>
    <a:masterClrMapping/>
  </p:clrMapOvr>
  <p:transition>
    <p:random/>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6ECF3A4-B6C5-4DB6-BA3F-7E44275615E8}"/>
              </a:ext>
            </a:extLst>
          </p:cNvPr>
          <p:cNvSpPr>
            <a:spLocks noGrp="1" noChangeArrowheads="1"/>
          </p:cNvSpPr>
          <p:nvPr>
            <p:ph type="dt" sz="half" idx="10"/>
          </p:nvPr>
        </p:nvSpPr>
        <p:spPr>
          <a:ln/>
        </p:spPr>
        <p:txBody>
          <a:bodyPr/>
          <a:lstStyle>
            <a:lvl1pPr>
              <a:defRPr/>
            </a:lvl1pPr>
          </a:lstStyle>
          <a:p>
            <a:pPr>
              <a:defRPr/>
            </a:pPr>
            <a:fld id="{46CDCFCB-3033-4FCB-913E-7EE270872FF4}"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AF25DC84-6083-42F1-B827-3A29C87C6E5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CAE6B2B5-B1E8-4B37-8538-6B82AD9E6E0D}"/>
              </a:ext>
            </a:extLst>
          </p:cNvPr>
          <p:cNvSpPr>
            <a:spLocks noGrp="1" noChangeArrowheads="1"/>
          </p:cNvSpPr>
          <p:nvPr>
            <p:ph type="sldNum" sz="quarter" idx="12"/>
          </p:nvPr>
        </p:nvSpPr>
        <p:spPr>
          <a:ln/>
        </p:spPr>
        <p:txBody>
          <a:bodyPr/>
          <a:lstStyle>
            <a:lvl1pPr>
              <a:defRPr/>
            </a:lvl1pPr>
          </a:lstStyle>
          <a:p>
            <a:pPr>
              <a:defRPr/>
            </a:pPr>
            <a:fld id="{62E6C9AD-C5AE-4C93-918B-7A1ABBBF78D4}" type="slidenum">
              <a:rPr lang="en-US" altLang="en-US"/>
              <a:pPr>
                <a:defRPr/>
              </a:pPr>
              <a:t>‹#›</a:t>
            </a:fld>
            <a:endParaRPr lang="en-US" altLang="en-US"/>
          </a:p>
        </p:txBody>
      </p:sp>
    </p:spTree>
    <p:extLst>
      <p:ext uri="{BB962C8B-B14F-4D97-AF65-F5344CB8AC3E}">
        <p14:creationId xmlns:p14="http://schemas.microsoft.com/office/powerpoint/2010/main" val="685781226"/>
      </p:ext>
    </p:extLst>
  </p:cSld>
  <p:clrMapOvr>
    <a:masterClrMapping/>
  </p:clrMapOvr>
  <p:transition>
    <p:random/>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C115879A-1E70-4F37-936B-A8779C6C6A70}"/>
              </a:ext>
            </a:extLst>
          </p:cNvPr>
          <p:cNvSpPr>
            <a:spLocks noGrp="1" noChangeArrowheads="1"/>
          </p:cNvSpPr>
          <p:nvPr>
            <p:ph type="dt" sz="half" idx="10"/>
          </p:nvPr>
        </p:nvSpPr>
        <p:spPr>
          <a:ln/>
        </p:spPr>
        <p:txBody>
          <a:bodyPr/>
          <a:lstStyle>
            <a:lvl1pPr>
              <a:defRPr/>
            </a:lvl1pPr>
          </a:lstStyle>
          <a:p>
            <a:pPr>
              <a:defRPr/>
            </a:pPr>
            <a:fld id="{3A373AB7-8885-4C1B-9450-465366F23A00}" type="datetime4">
              <a:rPr lang="en-US" altLang="en-US" smtClean="0"/>
              <a:t>March 14, 2024</a:t>
            </a:fld>
            <a:endParaRPr lang="en-US" altLang="en-US"/>
          </a:p>
        </p:txBody>
      </p:sp>
      <p:sp>
        <p:nvSpPr>
          <p:cNvPr id="8" name="Rectangle 10">
            <a:extLst>
              <a:ext uri="{FF2B5EF4-FFF2-40B4-BE49-F238E27FC236}">
                <a16:creationId xmlns:a16="http://schemas.microsoft.com/office/drawing/2014/main" id="{2B314D12-FA41-41D4-B569-36BD9638E8C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7EF6AE72-0373-4CED-816B-7A256019388A}"/>
              </a:ext>
            </a:extLst>
          </p:cNvPr>
          <p:cNvSpPr>
            <a:spLocks noGrp="1" noChangeArrowheads="1"/>
          </p:cNvSpPr>
          <p:nvPr>
            <p:ph type="sldNum" sz="quarter" idx="12"/>
          </p:nvPr>
        </p:nvSpPr>
        <p:spPr>
          <a:ln/>
        </p:spPr>
        <p:txBody>
          <a:bodyPr/>
          <a:lstStyle>
            <a:lvl1pPr>
              <a:defRPr/>
            </a:lvl1pPr>
          </a:lstStyle>
          <a:p>
            <a:pPr>
              <a:defRPr/>
            </a:pPr>
            <a:fld id="{3543F5B8-3E60-4752-838F-F6941F5ADCDC}" type="slidenum">
              <a:rPr lang="en-US" altLang="en-US"/>
              <a:pPr>
                <a:defRPr/>
              </a:pPr>
              <a:t>‹#›</a:t>
            </a:fld>
            <a:endParaRPr lang="en-US" altLang="en-US"/>
          </a:p>
        </p:txBody>
      </p:sp>
    </p:spTree>
    <p:extLst>
      <p:ext uri="{BB962C8B-B14F-4D97-AF65-F5344CB8AC3E}">
        <p14:creationId xmlns:p14="http://schemas.microsoft.com/office/powerpoint/2010/main" val="2757641661"/>
      </p:ext>
    </p:extLst>
  </p:cSld>
  <p:clrMapOvr>
    <a:masterClrMapping/>
  </p:clrMapOvr>
  <p:transition>
    <p:random/>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10FC0B23-A863-4F89-9403-B289767D242C}"/>
              </a:ext>
            </a:extLst>
          </p:cNvPr>
          <p:cNvSpPr>
            <a:spLocks noGrp="1" noChangeArrowheads="1"/>
          </p:cNvSpPr>
          <p:nvPr>
            <p:ph type="dt" sz="half" idx="10"/>
          </p:nvPr>
        </p:nvSpPr>
        <p:spPr>
          <a:ln/>
        </p:spPr>
        <p:txBody>
          <a:bodyPr/>
          <a:lstStyle>
            <a:lvl1pPr>
              <a:defRPr/>
            </a:lvl1pPr>
          </a:lstStyle>
          <a:p>
            <a:pPr>
              <a:defRPr/>
            </a:pPr>
            <a:fld id="{838B0145-915D-492E-B0E5-E5465E6A681C}" type="datetime4">
              <a:rPr lang="en-US" altLang="en-US" smtClean="0"/>
              <a:t>March 14, 2024</a:t>
            </a:fld>
            <a:endParaRPr lang="en-US" altLang="en-US"/>
          </a:p>
        </p:txBody>
      </p:sp>
      <p:sp>
        <p:nvSpPr>
          <p:cNvPr id="4" name="Rectangle 10">
            <a:extLst>
              <a:ext uri="{FF2B5EF4-FFF2-40B4-BE49-F238E27FC236}">
                <a16:creationId xmlns:a16="http://schemas.microsoft.com/office/drawing/2014/main" id="{BF7E0FBC-DE69-42EB-BF69-7A02DF48480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61CF5B6C-C76C-4DB9-81DC-DCC8AA85374D}"/>
              </a:ext>
            </a:extLst>
          </p:cNvPr>
          <p:cNvSpPr>
            <a:spLocks noGrp="1" noChangeArrowheads="1"/>
          </p:cNvSpPr>
          <p:nvPr>
            <p:ph type="sldNum" sz="quarter" idx="12"/>
          </p:nvPr>
        </p:nvSpPr>
        <p:spPr>
          <a:ln/>
        </p:spPr>
        <p:txBody>
          <a:bodyPr/>
          <a:lstStyle>
            <a:lvl1pPr>
              <a:defRPr/>
            </a:lvl1pPr>
          </a:lstStyle>
          <a:p>
            <a:pPr>
              <a:defRPr/>
            </a:pPr>
            <a:fld id="{9152B9A4-2E15-4AD1-8346-48E15ACC8828}" type="slidenum">
              <a:rPr lang="en-US" altLang="en-US"/>
              <a:pPr>
                <a:defRPr/>
              </a:pPr>
              <a:t>‹#›</a:t>
            </a:fld>
            <a:endParaRPr lang="en-US" altLang="en-US"/>
          </a:p>
        </p:txBody>
      </p:sp>
    </p:spTree>
    <p:extLst>
      <p:ext uri="{BB962C8B-B14F-4D97-AF65-F5344CB8AC3E}">
        <p14:creationId xmlns:p14="http://schemas.microsoft.com/office/powerpoint/2010/main" val="2082149873"/>
      </p:ext>
    </p:extLst>
  </p:cSld>
  <p:clrMapOvr>
    <a:masterClrMapping/>
  </p:clrMapOvr>
  <p:transition>
    <p:random/>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2D9E26E7-2562-4F67-94F6-68E16756B5F7}"/>
              </a:ext>
            </a:extLst>
          </p:cNvPr>
          <p:cNvSpPr>
            <a:spLocks noGrp="1" noChangeArrowheads="1"/>
          </p:cNvSpPr>
          <p:nvPr>
            <p:ph type="dt" sz="half" idx="10"/>
          </p:nvPr>
        </p:nvSpPr>
        <p:spPr>
          <a:ln/>
        </p:spPr>
        <p:txBody>
          <a:bodyPr/>
          <a:lstStyle>
            <a:lvl1pPr>
              <a:defRPr/>
            </a:lvl1pPr>
          </a:lstStyle>
          <a:p>
            <a:pPr>
              <a:defRPr/>
            </a:pPr>
            <a:fld id="{F012CE62-0E92-46D2-9ABF-07EBB40E7203}" type="datetime4">
              <a:rPr lang="en-US" altLang="en-US" smtClean="0"/>
              <a:t>March 14, 2024</a:t>
            </a:fld>
            <a:endParaRPr lang="en-US" altLang="en-US"/>
          </a:p>
        </p:txBody>
      </p:sp>
      <p:sp>
        <p:nvSpPr>
          <p:cNvPr id="3" name="Rectangle 10">
            <a:extLst>
              <a:ext uri="{FF2B5EF4-FFF2-40B4-BE49-F238E27FC236}">
                <a16:creationId xmlns:a16="http://schemas.microsoft.com/office/drawing/2014/main" id="{B3F9B8C8-EF31-450B-8DFB-EF9AD89E1A1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56F2B89E-96AB-4169-95F3-325D4A7F8A83}"/>
              </a:ext>
            </a:extLst>
          </p:cNvPr>
          <p:cNvSpPr>
            <a:spLocks noGrp="1" noChangeArrowheads="1"/>
          </p:cNvSpPr>
          <p:nvPr>
            <p:ph type="sldNum" sz="quarter" idx="12"/>
          </p:nvPr>
        </p:nvSpPr>
        <p:spPr>
          <a:ln/>
        </p:spPr>
        <p:txBody>
          <a:bodyPr/>
          <a:lstStyle>
            <a:lvl1pPr>
              <a:defRPr/>
            </a:lvl1pPr>
          </a:lstStyle>
          <a:p>
            <a:pPr>
              <a:defRPr/>
            </a:pPr>
            <a:fld id="{2258FD48-D5F9-4E92-926A-6983804FD3FE}" type="slidenum">
              <a:rPr lang="en-US" altLang="en-US"/>
              <a:pPr>
                <a:defRPr/>
              </a:pPr>
              <a:t>‹#›</a:t>
            </a:fld>
            <a:endParaRPr lang="en-US" altLang="en-US"/>
          </a:p>
        </p:txBody>
      </p:sp>
    </p:spTree>
    <p:extLst>
      <p:ext uri="{BB962C8B-B14F-4D97-AF65-F5344CB8AC3E}">
        <p14:creationId xmlns:p14="http://schemas.microsoft.com/office/powerpoint/2010/main" val="3613735793"/>
      </p:ext>
    </p:extLst>
  </p:cSld>
  <p:clrMapOvr>
    <a:masterClrMapping/>
  </p:clrMapOvr>
  <p:transition>
    <p:random/>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18F9EF36-EC40-482B-94FA-5578E2B0DD40}"/>
              </a:ext>
            </a:extLst>
          </p:cNvPr>
          <p:cNvSpPr>
            <a:spLocks noGrp="1" noChangeArrowheads="1"/>
          </p:cNvSpPr>
          <p:nvPr>
            <p:ph type="dt" sz="half" idx="10"/>
          </p:nvPr>
        </p:nvSpPr>
        <p:spPr>
          <a:ln/>
        </p:spPr>
        <p:txBody>
          <a:bodyPr/>
          <a:lstStyle>
            <a:lvl1pPr>
              <a:defRPr/>
            </a:lvl1pPr>
          </a:lstStyle>
          <a:p>
            <a:pPr>
              <a:defRPr/>
            </a:pPr>
            <a:fld id="{639D1EB5-5918-4FA3-B40B-72E7B048AE64}"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9F9B30E7-289F-4B7F-9370-33C75208701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307C202-ED24-441A-B933-E3B1A14EDED0}"/>
              </a:ext>
            </a:extLst>
          </p:cNvPr>
          <p:cNvSpPr>
            <a:spLocks noGrp="1" noChangeArrowheads="1"/>
          </p:cNvSpPr>
          <p:nvPr>
            <p:ph type="sldNum" sz="quarter" idx="12"/>
          </p:nvPr>
        </p:nvSpPr>
        <p:spPr>
          <a:ln/>
        </p:spPr>
        <p:txBody>
          <a:bodyPr/>
          <a:lstStyle>
            <a:lvl1pPr>
              <a:defRPr/>
            </a:lvl1pPr>
          </a:lstStyle>
          <a:p>
            <a:pPr>
              <a:defRPr/>
            </a:pPr>
            <a:fld id="{1F27FE13-3A08-46F4-9540-C0AC9F1369C4}" type="slidenum">
              <a:rPr lang="en-US" altLang="en-US"/>
              <a:pPr>
                <a:defRPr/>
              </a:pPr>
              <a:t>‹#›</a:t>
            </a:fld>
            <a:endParaRPr lang="en-US" altLang="en-US"/>
          </a:p>
        </p:txBody>
      </p:sp>
    </p:spTree>
    <p:extLst>
      <p:ext uri="{BB962C8B-B14F-4D97-AF65-F5344CB8AC3E}">
        <p14:creationId xmlns:p14="http://schemas.microsoft.com/office/powerpoint/2010/main" val="3331546764"/>
      </p:ext>
    </p:extLst>
  </p:cSld>
  <p:clrMapOvr>
    <a:masterClrMapping/>
  </p:clrMapOvr>
  <p:transition>
    <p:random/>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C676408B-40A3-4A62-A26A-DD972758D001}"/>
              </a:ext>
            </a:extLst>
          </p:cNvPr>
          <p:cNvSpPr>
            <a:spLocks noGrp="1" noChangeArrowheads="1"/>
          </p:cNvSpPr>
          <p:nvPr>
            <p:ph type="dt" sz="half" idx="10"/>
          </p:nvPr>
        </p:nvSpPr>
        <p:spPr>
          <a:ln/>
        </p:spPr>
        <p:txBody>
          <a:bodyPr/>
          <a:lstStyle>
            <a:lvl1pPr>
              <a:defRPr/>
            </a:lvl1pPr>
          </a:lstStyle>
          <a:p>
            <a:pPr>
              <a:defRPr/>
            </a:pPr>
            <a:fld id="{5A79ED6A-635C-48B5-8C93-4AE64B9B7041}"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FBF0B2E1-F337-4682-A39A-6018BF9E2DA7}"/>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5C24516E-1776-41F6-9130-468BF3AD817B}"/>
              </a:ext>
            </a:extLst>
          </p:cNvPr>
          <p:cNvSpPr>
            <a:spLocks noGrp="1" noChangeArrowheads="1"/>
          </p:cNvSpPr>
          <p:nvPr>
            <p:ph type="sldNum" sz="quarter" idx="12"/>
          </p:nvPr>
        </p:nvSpPr>
        <p:spPr>
          <a:ln/>
        </p:spPr>
        <p:txBody>
          <a:bodyPr/>
          <a:lstStyle>
            <a:lvl1pPr>
              <a:defRPr/>
            </a:lvl1pPr>
          </a:lstStyle>
          <a:p>
            <a:pPr>
              <a:defRPr/>
            </a:pPr>
            <a:fld id="{EEF591CC-DEA9-4D87-A3E3-77F1E385199A}" type="slidenum">
              <a:rPr lang="en-US" altLang="en-US"/>
              <a:pPr>
                <a:defRPr/>
              </a:pPr>
              <a:t>‹#›</a:t>
            </a:fld>
            <a:endParaRPr lang="en-US" altLang="en-US"/>
          </a:p>
        </p:txBody>
      </p:sp>
    </p:spTree>
    <p:extLst>
      <p:ext uri="{BB962C8B-B14F-4D97-AF65-F5344CB8AC3E}">
        <p14:creationId xmlns:p14="http://schemas.microsoft.com/office/powerpoint/2010/main" val="3676862155"/>
      </p:ext>
    </p:extLst>
  </p:cSld>
  <p:clrMapOvr>
    <a:masterClrMapping/>
  </p:clrMapOvr>
  <p:transition>
    <p:random/>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9637224F-8EBD-4964-9859-9AD92408085B}"/>
              </a:ext>
            </a:extLst>
          </p:cNvPr>
          <p:cNvSpPr>
            <a:spLocks noGrp="1" noChangeArrowheads="1"/>
          </p:cNvSpPr>
          <p:nvPr>
            <p:ph type="dt" sz="half" idx="10"/>
          </p:nvPr>
        </p:nvSpPr>
        <p:spPr>
          <a:ln/>
        </p:spPr>
        <p:txBody>
          <a:bodyPr/>
          <a:lstStyle>
            <a:lvl1pPr>
              <a:defRPr/>
            </a:lvl1pPr>
          </a:lstStyle>
          <a:p>
            <a:pPr>
              <a:defRPr/>
            </a:pPr>
            <a:fld id="{D1E2ECF6-6271-4600-B0AC-45B57EB194C0}"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1CF75AFC-60FB-4AE7-B265-A72286D2040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736355B5-28A0-464A-B113-C5BFC82E67E1}"/>
              </a:ext>
            </a:extLst>
          </p:cNvPr>
          <p:cNvSpPr>
            <a:spLocks noGrp="1" noChangeArrowheads="1"/>
          </p:cNvSpPr>
          <p:nvPr>
            <p:ph type="sldNum" sz="quarter" idx="12"/>
          </p:nvPr>
        </p:nvSpPr>
        <p:spPr>
          <a:ln/>
        </p:spPr>
        <p:txBody>
          <a:bodyPr/>
          <a:lstStyle>
            <a:lvl1pPr>
              <a:defRPr/>
            </a:lvl1pPr>
          </a:lstStyle>
          <a:p>
            <a:pPr>
              <a:defRPr/>
            </a:pPr>
            <a:fld id="{06144093-CF23-4573-8EB6-2CFA10DA383F}" type="slidenum">
              <a:rPr lang="en-US" altLang="en-US"/>
              <a:pPr>
                <a:defRPr/>
              </a:pPr>
              <a:t>‹#›</a:t>
            </a:fld>
            <a:endParaRPr lang="en-US" altLang="en-US"/>
          </a:p>
        </p:txBody>
      </p:sp>
    </p:spTree>
    <p:extLst>
      <p:ext uri="{BB962C8B-B14F-4D97-AF65-F5344CB8AC3E}">
        <p14:creationId xmlns:p14="http://schemas.microsoft.com/office/powerpoint/2010/main" val="3333762286"/>
      </p:ext>
    </p:extLst>
  </p:cSld>
  <p:clrMapOvr>
    <a:masterClrMapping/>
  </p:clrMapOvr>
  <p:transition>
    <p:random/>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0EB2D34-9CF9-4FA1-9891-8646038C9EC9}"/>
              </a:ext>
            </a:extLst>
          </p:cNvPr>
          <p:cNvSpPr>
            <a:spLocks noGrp="1" noChangeArrowheads="1"/>
          </p:cNvSpPr>
          <p:nvPr>
            <p:ph type="dt" sz="half" idx="10"/>
          </p:nvPr>
        </p:nvSpPr>
        <p:spPr>
          <a:ln/>
        </p:spPr>
        <p:txBody>
          <a:bodyPr/>
          <a:lstStyle>
            <a:lvl1pPr>
              <a:defRPr/>
            </a:lvl1pPr>
          </a:lstStyle>
          <a:p>
            <a:pPr>
              <a:defRPr/>
            </a:pPr>
            <a:fld id="{AAC094E6-E21F-4642-B330-77EFB0D90D37}" type="datetime4">
              <a:rPr lang="en-US" altLang="en-US" smtClean="0"/>
              <a:t>March 14, 2024</a:t>
            </a:fld>
            <a:endParaRPr lang="en-US" altLang="en-US"/>
          </a:p>
        </p:txBody>
      </p:sp>
      <p:sp>
        <p:nvSpPr>
          <p:cNvPr id="5" name="Rectangle 10">
            <a:extLst>
              <a:ext uri="{FF2B5EF4-FFF2-40B4-BE49-F238E27FC236}">
                <a16:creationId xmlns:a16="http://schemas.microsoft.com/office/drawing/2014/main" id="{4CD0DCE1-E22C-49A5-B6E7-047480437FA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FBA64E89-7327-4792-A101-5C3C61458511}"/>
              </a:ext>
            </a:extLst>
          </p:cNvPr>
          <p:cNvSpPr>
            <a:spLocks noGrp="1" noChangeArrowheads="1"/>
          </p:cNvSpPr>
          <p:nvPr>
            <p:ph type="sldNum" sz="quarter" idx="12"/>
          </p:nvPr>
        </p:nvSpPr>
        <p:spPr>
          <a:ln/>
        </p:spPr>
        <p:txBody>
          <a:bodyPr/>
          <a:lstStyle>
            <a:lvl1pPr>
              <a:defRPr/>
            </a:lvl1pPr>
          </a:lstStyle>
          <a:p>
            <a:pPr>
              <a:defRPr/>
            </a:pPr>
            <a:fld id="{36D07167-06C4-4146-896E-E23FE8A9CC31}" type="slidenum">
              <a:rPr lang="en-US" altLang="en-US"/>
              <a:pPr>
                <a:defRPr/>
              </a:pPr>
              <a:t>‹#›</a:t>
            </a:fld>
            <a:endParaRPr lang="en-US" altLang="en-US"/>
          </a:p>
        </p:txBody>
      </p:sp>
    </p:spTree>
    <p:extLst>
      <p:ext uri="{BB962C8B-B14F-4D97-AF65-F5344CB8AC3E}">
        <p14:creationId xmlns:p14="http://schemas.microsoft.com/office/powerpoint/2010/main" val="551357650"/>
      </p:ext>
    </p:extLst>
  </p:cSld>
  <p:clrMapOvr>
    <a:masterClrMapping/>
  </p:clrMapOvr>
  <p:transition>
    <p:random/>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7772400" cy="712788"/>
          </a:xfrm>
        </p:spPr>
        <p:txBody>
          <a:bodyPr/>
          <a:lstStyle/>
          <a:p>
            <a:r>
              <a:rPr lang="en-US"/>
              <a:t>Click to edit Master title style</a:t>
            </a:r>
          </a:p>
        </p:txBody>
      </p:sp>
      <p:sp>
        <p:nvSpPr>
          <p:cNvPr id="3" name="Text Placeholder 2"/>
          <p:cNvSpPr>
            <a:spLocks noGrp="1"/>
          </p:cNvSpPr>
          <p:nvPr>
            <p:ph type="body"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143BBFF-AB83-4762-B240-D640FB446D7A}"/>
              </a:ext>
            </a:extLst>
          </p:cNvPr>
          <p:cNvSpPr>
            <a:spLocks noGrp="1" noChangeArrowheads="1"/>
          </p:cNvSpPr>
          <p:nvPr>
            <p:ph type="dt" sz="half" idx="10"/>
          </p:nvPr>
        </p:nvSpPr>
        <p:spPr>
          <a:ln/>
        </p:spPr>
        <p:txBody>
          <a:bodyPr/>
          <a:lstStyle>
            <a:lvl1pPr>
              <a:defRPr/>
            </a:lvl1pPr>
          </a:lstStyle>
          <a:p>
            <a:pPr>
              <a:defRPr/>
            </a:pPr>
            <a:fld id="{9A772627-FA51-460C-BC09-B1AC454D784C}" type="datetime4">
              <a:rPr lang="en-US" altLang="en-US" smtClean="0"/>
              <a:t>March 14, 2024</a:t>
            </a:fld>
            <a:endParaRPr lang="en-US" altLang="en-US"/>
          </a:p>
        </p:txBody>
      </p:sp>
      <p:sp>
        <p:nvSpPr>
          <p:cNvPr id="6" name="Rectangle 10">
            <a:extLst>
              <a:ext uri="{FF2B5EF4-FFF2-40B4-BE49-F238E27FC236}">
                <a16:creationId xmlns:a16="http://schemas.microsoft.com/office/drawing/2014/main" id="{FB6232EA-ABCC-4D5B-817E-5CA339081A4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DB6E29C0-AE86-4B3F-9332-6155F923022F}"/>
              </a:ext>
            </a:extLst>
          </p:cNvPr>
          <p:cNvSpPr>
            <a:spLocks noGrp="1" noChangeArrowheads="1"/>
          </p:cNvSpPr>
          <p:nvPr>
            <p:ph type="sldNum" sz="quarter" idx="12"/>
          </p:nvPr>
        </p:nvSpPr>
        <p:spPr>
          <a:ln/>
        </p:spPr>
        <p:txBody>
          <a:bodyPr/>
          <a:lstStyle>
            <a:lvl1pPr>
              <a:defRPr/>
            </a:lvl1pPr>
          </a:lstStyle>
          <a:p>
            <a:pPr>
              <a:defRPr/>
            </a:pPr>
            <a:fld id="{172AABB2-C4AC-49F0-979A-772357E84031}" type="slidenum">
              <a:rPr lang="en-US" altLang="en-US"/>
              <a:pPr>
                <a:defRPr/>
              </a:pPr>
              <a:t>‹#›</a:t>
            </a:fld>
            <a:endParaRPr lang="en-US" altLang="en-US"/>
          </a:p>
        </p:txBody>
      </p:sp>
    </p:spTree>
    <p:extLst>
      <p:ext uri="{BB962C8B-B14F-4D97-AF65-F5344CB8AC3E}">
        <p14:creationId xmlns:p14="http://schemas.microsoft.com/office/powerpoint/2010/main" val="2592524691"/>
      </p:ext>
    </p:extLst>
  </p:cSld>
  <p:clrMapOvr>
    <a:masterClrMapping/>
  </p:clrMapOvr>
  <p:transition>
    <p:random/>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60690763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2874208808"/>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88888665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307975" y="1295400"/>
            <a:ext cx="4208463"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68838" y="1295400"/>
            <a:ext cx="4210050"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42968223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3013036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350637024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547630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29821165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132461563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77618566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734175" y="228600"/>
            <a:ext cx="2144713" cy="6269038"/>
          </a:xfr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298450" y="228600"/>
            <a:ext cx="6283325" cy="6269038"/>
          </a:xfr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67996072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AndObj" preserve="1">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9904463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a:prstGeom prst="rect">
            <a:avLst/>
          </a:prstGeo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897760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idx="1"/>
          </p:nvPr>
        </p:nvSpPr>
        <p:spPr>
          <a:xfrm>
            <a:off x="457200" y="1600200"/>
            <a:ext cx="8229600" cy="4525963"/>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4187772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158843040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30062504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50974356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7890567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93031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78678978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64278796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1600200"/>
            <a:ext cx="8229600" cy="4525963"/>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86166793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274638"/>
            <a:ext cx="6019800" cy="5851525"/>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84991470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Droplets-S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313259" y="1300786"/>
            <a:ext cx="6517482"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313259" y="3886201"/>
            <a:ext cx="6517482"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51752509-2F43-4E42-9C46-F67640C7B1B0}" type="datetime4">
              <a:rPr lang="en-US" altLang="en-US" smtClean="0"/>
              <a:t>March 14,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296434663"/>
      </p:ext>
    </p:extLst>
  </p:cSld>
  <p:clrMapOvr>
    <a:masterClrMapping/>
  </p:clrMapOvr>
  <p:transition>
    <p:random/>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777287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312415276"/>
      </p:ext>
    </p:extLst>
  </p:cSld>
  <p:clrMapOvr>
    <a:masterClrMapping/>
  </p:clrMapOvr>
  <p:hf hdr="0" ftr="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828564"/>
            <a:ext cx="7763814"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685331" y="3657458"/>
            <a:ext cx="7763814"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BCD013CE-67C9-4988-A823-7D0EB71D023D}" type="datetime4">
              <a:rPr lang="en-US" altLang="en-US" smtClean="0"/>
              <a:t>March 14,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04D8FD4F-45E7-4072-8800-E1C10689F0F2}" type="slidenum">
              <a:rPr lang="en-US" altLang="en-US" smtClean="0"/>
              <a:pPr>
                <a:defRPr/>
              </a:pPr>
              <a:t>‹#›</a:t>
            </a:fld>
            <a:endParaRPr lang="en-US" altLang="en-US"/>
          </a:p>
        </p:txBody>
      </p:sp>
    </p:spTree>
    <p:extLst>
      <p:ext uri="{BB962C8B-B14F-4D97-AF65-F5344CB8AC3E}">
        <p14:creationId xmlns:p14="http://schemas.microsoft.com/office/powerpoint/2010/main" val="3270420518"/>
      </p:ext>
    </p:extLst>
  </p:cSld>
  <p:clrMapOvr>
    <a:masterClrMapping/>
  </p:clrMapOvr>
  <p:transition>
    <p:random/>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382952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2367093"/>
            <a:ext cx="382905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4262612416"/>
      </p:ext>
    </p:extLst>
  </p:cSld>
  <p:clrMapOvr>
    <a:masterClrMapping/>
  </p:clrMapOvr>
  <p:hf hdr="0" ftr="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2371018"/>
            <a:ext cx="3655106"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685331" y="3051013"/>
            <a:ext cx="3829520"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2371018"/>
            <a:ext cx="3661353"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4629150" y="3051013"/>
            <a:ext cx="382905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8" name="Footer Placeholder 7"/>
          <p:cNvSpPr>
            <a:spLocks noGrp="1"/>
          </p:cNvSpPr>
          <p:nvPr>
            <p:ph type="ftr" sz="quarter" idx="11"/>
          </p:nvPr>
        </p:nvSpPr>
        <p:spPr/>
        <p:txBody>
          <a:bodyPr/>
          <a:lstStyle/>
          <a:p>
            <a:pPr>
              <a:defRPr/>
            </a:pPr>
            <a:endParaRPr lang="en-US" altLang="en-US"/>
          </a:p>
        </p:txBody>
      </p:sp>
      <p:sp>
        <p:nvSpPr>
          <p:cNvPr id="9" name="Slide Number Placeholder 8"/>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328461537"/>
      </p:ext>
    </p:extLst>
  </p:cSld>
  <p:clrMapOvr>
    <a:masterClrMapping/>
  </p:clrMapOvr>
  <p:hf hdr="0" ftr="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A100575-81D0-4836-BDA5-88ECA2DF1A30}" type="datetime4">
              <a:rPr lang="en-US" altLang="en-US" smtClean="0"/>
              <a:t>March 14,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F02FF4ED-2B23-4CC6-834A-FCFA22AF88CD}" type="slidenum">
              <a:rPr lang="en-US" altLang="en-US" smtClean="0"/>
              <a:pPr>
                <a:defRPr/>
              </a:pPr>
              <a:t>‹#›</a:t>
            </a:fld>
            <a:endParaRPr lang="en-US" altLang="en-US"/>
          </a:p>
        </p:txBody>
      </p:sp>
    </p:spTree>
    <p:extLst>
      <p:ext uri="{BB962C8B-B14F-4D97-AF65-F5344CB8AC3E}">
        <p14:creationId xmlns:p14="http://schemas.microsoft.com/office/powerpoint/2010/main" val="811284896"/>
      </p:ext>
    </p:extLst>
  </p:cSld>
  <p:clrMapOvr>
    <a:masterClrMapping/>
  </p:clrMapOvr>
  <p:transition>
    <p:random/>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Date Placeholder 1"/>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Footer Placeholder 2"/>
          <p:cNvSpPr>
            <a:spLocks noGrp="1"/>
          </p:cNvSpPr>
          <p:nvPr>
            <p:ph type="ftr" sz="quarter" idx="11"/>
          </p:nvPr>
        </p:nvSpPr>
        <p:spPr/>
        <p:txBody>
          <a:bodyPr/>
          <a:lstStyle/>
          <a:p>
            <a:pPr>
              <a:defRPr/>
            </a:pPr>
            <a:endParaRPr lang="en-US" altLang="en-US"/>
          </a:p>
        </p:txBody>
      </p:sp>
      <p:sp>
        <p:nvSpPr>
          <p:cNvPr id="4" name="Slide Number Placeholder 3"/>
          <p:cNvSpPr>
            <a:spLocks noGrp="1"/>
          </p:cNvSpPr>
          <p:nvPr>
            <p:ph type="sldNum" sz="quarter" idx="12"/>
          </p:nvPr>
        </p:nvSpPr>
        <p:spPr/>
        <p:txBody>
          <a:bodyPr/>
          <a:lstStyle/>
          <a:p>
            <a:pPr>
              <a:defRPr/>
            </a:pPr>
            <a:fld id="{CC516D0E-CD58-4E49-9F6D-689564ED6CA6}" type="slidenum">
              <a:rPr lang="en-US" altLang="en-US" smtClean="0"/>
              <a:pPr>
                <a:defRPr/>
              </a:pPr>
              <a:t>‹#›</a:t>
            </a:fld>
            <a:endParaRPr lang="en-US" altLang="en-US"/>
          </a:p>
        </p:txBody>
      </p:sp>
    </p:spTree>
    <p:extLst>
      <p:ext uri="{BB962C8B-B14F-4D97-AF65-F5344CB8AC3E}">
        <p14:creationId xmlns:p14="http://schemas.microsoft.com/office/powerpoint/2010/main" val="3515717474"/>
      </p:ext>
    </p:extLst>
  </p:cSld>
  <p:clrMapOvr>
    <a:masterClrMapping/>
  </p:clrMapOvr>
  <p:transition>
    <p:random/>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2951766"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3808547" y="609601"/>
            <a:ext cx="4650122"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2632852"/>
            <a:ext cx="2951767"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802453608"/>
      </p:ext>
    </p:extLst>
  </p:cSld>
  <p:clrMapOvr>
    <a:masterClrMapping/>
  </p:clrMapOvr>
  <p:hf hdr="0" ftr="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2" y="609600"/>
            <a:ext cx="4129618"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04270" y="609601"/>
            <a:ext cx="3005851"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6" y="2632853"/>
            <a:ext cx="4129604"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00F7BFBB-6B8B-4E2E-8F5B-F5D4B0E631F4}"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F4C4F20B-DFB7-47E0-99A5-E35BEB509EFA}" type="slidenum">
              <a:rPr lang="en-US" altLang="en-US" smtClean="0"/>
              <a:pPr>
                <a:defRPr/>
              </a:pPr>
              <a:t>‹#›</a:t>
            </a:fld>
            <a:endParaRPr lang="en-US" altLang="en-US"/>
          </a:p>
        </p:txBody>
      </p:sp>
    </p:spTree>
    <p:extLst>
      <p:ext uri="{BB962C8B-B14F-4D97-AF65-F5344CB8AC3E}">
        <p14:creationId xmlns:p14="http://schemas.microsoft.com/office/powerpoint/2010/main" val="3324908911"/>
      </p:ext>
    </p:extLst>
  </p:cSld>
  <p:clrMapOvr>
    <a:masterClrMapping/>
  </p:clrMapOvr>
  <p:transition>
    <p:random/>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46" y="4289374"/>
            <a:ext cx="7773324"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698261"/>
            <a:ext cx="7366899"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31" y="5108728"/>
            <a:ext cx="7773339"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560313768"/>
      </p:ext>
    </p:extLst>
  </p:cSld>
  <p:clrMapOvr>
    <a:masterClrMapping/>
  </p:clrMapOvr>
  <p:hf hdr="0" ft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7773339"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204821"/>
            <a:ext cx="7773339"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013122542"/>
      </p:ext>
    </p:extLst>
  </p:cSld>
  <p:clrMapOvr>
    <a:masterClrMapping/>
  </p:clrMapOvr>
  <p:hf hdr="0" ft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3" name="Picture 12"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1084659" y="872588"/>
            <a:ext cx="6977064" cy="2729915"/>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2"/>
            <a:ext cx="6564224"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31" y="4372797"/>
            <a:ext cx="7773339"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
        <p:nvSpPr>
          <p:cNvPr id="11" name="TextBox 10"/>
          <p:cNvSpPr txBox="1"/>
          <p:nvPr/>
        </p:nvSpPr>
        <p:spPr>
          <a:xfrm>
            <a:off x="737626" y="887859"/>
            <a:ext cx="546888"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7850130" y="3120015"/>
            <a:ext cx="553641"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69468459"/>
      </p:ext>
    </p:extLst>
  </p:cSld>
  <p:clrMapOvr>
    <a:masterClrMapping/>
  </p:clrMapOvr>
  <p:hf hdr="0" ft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2138722"/>
            <a:ext cx="7773339"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662335"/>
            <a:ext cx="777333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64668473"/>
      </p:ext>
    </p:extLst>
  </p:cSld>
  <p:clrMapOvr>
    <a:masterClrMapping/>
  </p:clrMapOvr>
  <p:hf hdr="0" ft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4" name="Picture 13"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5" name="Title 1"/>
          <p:cNvSpPr>
            <a:spLocks noGrp="1"/>
          </p:cNvSpPr>
          <p:nvPr>
            <p:ph type="title"/>
          </p:nvPr>
        </p:nvSpPr>
        <p:spPr>
          <a:xfrm>
            <a:off x="685331" y="609600"/>
            <a:ext cx="7773339"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2367093"/>
            <a:ext cx="2474232"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31" y="2943356"/>
            <a:ext cx="2474232"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9292" y="2367093"/>
            <a:ext cx="2468641"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12" y="2943356"/>
            <a:ext cx="2477513"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9974" y="2367093"/>
            <a:ext cx="2478696"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9974" y="2943356"/>
            <a:ext cx="247869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405699333"/>
      </p:ext>
    </p:extLst>
  </p:cSld>
  <p:clrMapOvr>
    <a:masterClrMapping/>
  </p:clrMapOvr>
  <p:hf hdr="0" ft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7" name="Picture 1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0" name="Title 1"/>
          <p:cNvSpPr>
            <a:spLocks noGrp="1"/>
          </p:cNvSpPr>
          <p:nvPr>
            <p:ph type="title"/>
          </p:nvPr>
        </p:nvSpPr>
        <p:spPr>
          <a:xfrm>
            <a:off x="685331" y="610772"/>
            <a:ext cx="7773339"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4204820"/>
            <a:ext cx="2472307"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5331" y="2367093"/>
            <a:ext cx="2472307"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31" y="4781082"/>
            <a:ext cx="2472307"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69" y="4204820"/>
            <a:ext cx="247637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31011" y="2367093"/>
            <a:ext cx="2477514"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11" y="4781081"/>
            <a:ext cx="2477514"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9974" y="4204820"/>
            <a:ext cx="247551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79974" y="2367093"/>
            <a:ext cx="2478696"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9880" y="4781079"/>
            <a:ext cx="2478790"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43294387"/>
      </p:ext>
    </p:extLst>
  </p:cSld>
  <p:clrMapOvr>
    <a:masterClrMapping/>
  </p:clrMapOvr>
  <p:hf hdr="0" ftr="0"/>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2367094"/>
            <a:ext cx="7773339"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1159160439"/>
      </p:ext>
    </p:extLst>
  </p:cSld>
  <p:clrMapOvr>
    <a:masterClrMapping/>
  </p:clrMapOvr>
  <p:hf hdr="0" ftr="0"/>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10" name="Picture 9"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Vertical Title 1"/>
          <p:cNvSpPr>
            <a:spLocks noGrp="1"/>
          </p:cNvSpPr>
          <p:nvPr>
            <p:ph type="title" orient="vert"/>
          </p:nvPr>
        </p:nvSpPr>
        <p:spPr>
          <a:xfrm>
            <a:off x="6543675" y="609602"/>
            <a:ext cx="1914995"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609602"/>
            <a:ext cx="5744043"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14,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88074580"/>
      </p:ext>
    </p:extLst>
  </p:cSld>
  <p:clrMapOvr>
    <a:masterClrMapping/>
  </p:clrMapOvr>
  <p:hf hdr="0" ftr="0"/>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March 14,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2326636553"/>
      </p:ext>
    </p:extLst>
  </p:cSld>
  <p:clrMapOvr>
    <a:masterClrMapping/>
  </p:clrMapOvr>
  <p:transition>
    <p:random/>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031C2-A5A7-C721-3434-6FF4885B1F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33DD86C-F9C5-1EC3-AB38-A948C180DB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3335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theme" Target="../theme/theme3.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image" Target="../media/image2.jpe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6.xml"/><Relationship Id="rId13" Type="http://schemas.openxmlformats.org/officeDocument/2006/relationships/image" Target="../media/image2.jpeg"/><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theme" Target="../theme/theme5.xml"/><Relationship Id="rId2" Type="http://schemas.openxmlformats.org/officeDocument/2006/relationships/slideLayout" Target="../slideLayouts/slideLayout60.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slideLayout" Target="../slideLayouts/slideLayout82.xml"/><Relationship Id="rId18" Type="http://schemas.openxmlformats.org/officeDocument/2006/relationships/slideLayout" Target="../slideLayouts/slideLayout87.xml"/><Relationship Id="rId3" Type="http://schemas.openxmlformats.org/officeDocument/2006/relationships/slideLayout" Target="../slideLayouts/slideLayout72.xml"/><Relationship Id="rId21" Type="http://schemas.openxmlformats.org/officeDocument/2006/relationships/image" Target="../media/image3.png"/><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slideLayout" Target="../slideLayouts/slideLayout86.xml"/><Relationship Id="rId2" Type="http://schemas.openxmlformats.org/officeDocument/2006/relationships/slideLayout" Target="../slideLayouts/slideLayout71.xml"/><Relationship Id="rId16" Type="http://schemas.openxmlformats.org/officeDocument/2006/relationships/slideLayout" Target="../slideLayouts/slideLayout85.xml"/><Relationship Id="rId20" Type="http://schemas.openxmlformats.org/officeDocument/2006/relationships/theme" Target="../theme/theme6.xml"/><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slideLayout" Target="../slideLayouts/slideLayout84.xml"/><Relationship Id="rId10" Type="http://schemas.openxmlformats.org/officeDocument/2006/relationships/slideLayout" Target="../slideLayouts/slideLayout79.xml"/><Relationship Id="rId19" Type="http://schemas.openxmlformats.org/officeDocument/2006/relationships/slideLayout" Target="../slideLayouts/slideLayout88.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slideLayout" Target="../slideLayouts/slideLayout8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1026" name="Group 2">
            <a:extLst>
              <a:ext uri="{FF2B5EF4-FFF2-40B4-BE49-F238E27FC236}">
                <a16:creationId xmlns:a16="http://schemas.microsoft.com/office/drawing/2014/main" id="{2D181DFD-BC57-4863-A2C5-280A8F4F16A2}"/>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BF71C004-2F2F-430F-8993-B50AEC603988}"/>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1035" name="Group 4">
              <a:extLst>
                <a:ext uri="{FF2B5EF4-FFF2-40B4-BE49-F238E27FC236}">
                  <a16:creationId xmlns:a16="http://schemas.microsoft.com/office/drawing/2014/main" id="{B6AAE28B-53B4-48E7-84A8-BC76053D5A43}"/>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16EC6BDB-67D2-49CB-B621-6A9F90B52EDE}"/>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037" name="Line 6">
                <a:extLst>
                  <a:ext uri="{FF2B5EF4-FFF2-40B4-BE49-F238E27FC236}">
                    <a16:creationId xmlns:a16="http://schemas.microsoft.com/office/drawing/2014/main" id="{20B00981-0E93-4437-AA5E-979FECE0C2DF}"/>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1027" name="Rectangle 7">
            <a:extLst>
              <a:ext uri="{FF2B5EF4-FFF2-40B4-BE49-F238E27FC236}">
                <a16:creationId xmlns:a16="http://schemas.microsoft.com/office/drawing/2014/main" id="{A5B2AC77-C724-465B-8ECA-F11B462FD8E4}"/>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Rectangle 8">
            <a:extLst>
              <a:ext uri="{FF2B5EF4-FFF2-40B4-BE49-F238E27FC236}">
                <a16:creationId xmlns:a16="http://schemas.microsoft.com/office/drawing/2014/main" id="{1A85A4E8-2581-4EFB-96DA-0FB1DC0BE6C1}"/>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th-TH" altLang="en-US"/>
              <a:t>Click to edit Master text styles</a:t>
            </a:r>
          </a:p>
          <a:p>
            <a:pPr lvl="1"/>
            <a:r>
              <a:rPr lang="th-TH" altLang="en-US"/>
              <a:t>Second level</a:t>
            </a:r>
          </a:p>
          <a:p>
            <a:pPr lvl="2"/>
            <a:r>
              <a:rPr lang="th-TH" altLang="en-US"/>
              <a:t>Third level</a:t>
            </a:r>
          </a:p>
          <a:p>
            <a:pPr lvl="3"/>
            <a:r>
              <a:rPr lang="th-TH" altLang="en-US"/>
              <a:t>Fourth level</a:t>
            </a:r>
          </a:p>
          <a:p>
            <a:pPr lvl="4"/>
            <a:r>
              <a:rPr lang="th-TH" altLang="en-US"/>
              <a:t>Fifth level</a:t>
            </a:r>
          </a:p>
        </p:txBody>
      </p:sp>
      <p:sp>
        <p:nvSpPr>
          <p:cNvPr id="597001" name="Rectangle 9">
            <a:extLst>
              <a:ext uri="{FF2B5EF4-FFF2-40B4-BE49-F238E27FC236}">
                <a16:creationId xmlns:a16="http://schemas.microsoft.com/office/drawing/2014/main" id="{825087B3-0E08-440F-8225-BA98A0986496}"/>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20603050405020304" pitchFamily="18" charset="-34"/>
              </a:defRPr>
            </a:lvl1pPr>
          </a:lstStyle>
          <a:p>
            <a:pPr>
              <a:defRPr/>
            </a:pPr>
            <a:fld id="{F4AFC189-73F8-4706-AA45-7D354ED2B7AB}" type="datetime4">
              <a:rPr lang="en-US" altLang="en-US" smtClean="0"/>
              <a:t>March 14, 2024</a:t>
            </a:fld>
            <a:endParaRPr lang="en-US" altLang="en-US"/>
          </a:p>
        </p:txBody>
      </p:sp>
      <p:sp>
        <p:nvSpPr>
          <p:cNvPr id="597002" name="Rectangle 10">
            <a:extLst>
              <a:ext uri="{FF2B5EF4-FFF2-40B4-BE49-F238E27FC236}">
                <a16:creationId xmlns:a16="http://schemas.microsoft.com/office/drawing/2014/main" id="{6022FB8E-9248-4E3A-BAC8-2DF3A9267744}"/>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20603050405020304" pitchFamily="18" charset="-34"/>
              </a:defRPr>
            </a:lvl1pPr>
          </a:lstStyle>
          <a:p>
            <a:pPr>
              <a:defRPr/>
            </a:pPr>
            <a:endParaRPr lang="en-US" altLang="en-US"/>
          </a:p>
        </p:txBody>
      </p:sp>
      <p:sp>
        <p:nvSpPr>
          <p:cNvPr id="597003" name="Rectangle 11">
            <a:extLst>
              <a:ext uri="{FF2B5EF4-FFF2-40B4-BE49-F238E27FC236}">
                <a16:creationId xmlns:a16="http://schemas.microsoft.com/office/drawing/2014/main" id="{D08CEDE5-2BB4-49D3-9653-10900DD5AAE0}"/>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20603050405020304" pitchFamily="18" charset="-34"/>
              </a:defRPr>
            </a:lvl1pPr>
          </a:lstStyle>
          <a:p>
            <a:pPr>
              <a:defRPr/>
            </a:pPr>
            <a:fld id="{413338A4-F343-45A5-B376-B2CFBC9F9823}" type="slidenum">
              <a:rPr lang="en-US" altLang="en-US"/>
              <a:pPr>
                <a:defRPr/>
              </a:pPr>
              <a:t>‹#›</a:t>
            </a:fld>
            <a:endParaRPr lang="en-US" altLang="en-US"/>
          </a:p>
        </p:txBody>
      </p:sp>
      <p:sp>
        <p:nvSpPr>
          <p:cNvPr id="1032" name="Line 12">
            <a:extLst>
              <a:ext uri="{FF2B5EF4-FFF2-40B4-BE49-F238E27FC236}">
                <a16:creationId xmlns:a16="http://schemas.microsoft.com/office/drawing/2014/main" id="{6A55137F-7DD6-44BD-B655-C7A32D18C50F}"/>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33" name="Picture 13" descr="emu_300x300_72dpi_black">
            <a:extLst>
              <a:ext uri="{FF2B5EF4-FFF2-40B4-BE49-F238E27FC236}">
                <a16:creationId xmlns:a16="http://schemas.microsoft.com/office/drawing/2014/main" id="{17F0A75E-850F-483C-AFB7-C3D42533C6A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4" r:id="rId1"/>
    <p:sldLayoutId id="2147484023" r:id="rId2"/>
    <p:sldLayoutId id="2147484024" r:id="rId3"/>
    <p:sldLayoutId id="2147484025" r:id="rId4"/>
    <p:sldLayoutId id="2147484026" r:id="rId5"/>
    <p:sldLayoutId id="2147484027" r:id="rId6"/>
    <p:sldLayoutId id="2147484028" r:id="rId7"/>
    <p:sldLayoutId id="2147484029" r:id="rId8"/>
    <p:sldLayoutId id="2147484030" r:id="rId9"/>
    <p:sldLayoutId id="2147484031" r:id="rId10"/>
    <p:sldLayoutId id="2147484032" r:id="rId11"/>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E8F770FA-76C9-4E2B-A434-235AF9FBD745}"/>
              </a:ext>
            </a:extLst>
          </p:cNvPr>
          <p:cNvSpPr>
            <a:spLocks noGrp="1" noChangeArrowheads="1"/>
          </p:cNvSpPr>
          <p:nvPr>
            <p:ph type="title"/>
          </p:nvPr>
        </p:nvSpPr>
        <p:spPr bwMode="auto">
          <a:xfrm>
            <a:off x="498475" y="484188"/>
            <a:ext cx="7556500" cy="1116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CE77B8DE-5E28-4D68-A1DB-974D6B665223}"/>
              </a:ext>
            </a:extLst>
          </p:cNvPr>
          <p:cNvSpPr>
            <a:spLocks noGrp="1" noChangeArrowheads="1"/>
          </p:cNvSpPr>
          <p:nvPr>
            <p:ph type="body" idx="1"/>
          </p:nvPr>
        </p:nvSpPr>
        <p:spPr bwMode="auto">
          <a:xfrm>
            <a:off x="498475" y="1981200"/>
            <a:ext cx="7556500" cy="414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91B6C67B-79A9-4A0E-BE77-8B0E56CC46B5}"/>
              </a:ext>
            </a:extLst>
          </p:cNvPr>
          <p:cNvSpPr>
            <a:spLocks noGrp="1"/>
          </p:cNvSpPr>
          <p:nvPr>
            <p:ph type="dt" sz="half" idx="2"/>
          </p:nvPr>
        </p:nvSpPr>
        <p:spPr>
          <a:xfrm>
            <a:off x="6794500" y="6423025"/>
            <a:ext cx="2133600" cy="365125"/>
          </a:xfrm>
          <a:prstGeom prst="rect">
            <a:avLst/>
          </a:prstGeom>
        </p:spPr>
        <p:txBody>
          <a:bodyPr vert="horz" lIns="91440" tIns="45720" rIns="91440" bIns="45720" rtlCol="0" anchor="ctr"/>
          <a:lstStyle>
            <a:lvl1pPr algn="r"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fld id="{FF5480F7-A01B-4497-9686-67728E872290}" type="datetime4">
              <a:rPr lang="en-US" altLang="en-US" smtClean="0"/>
              <a:t>March 14, 2024</a:t>
            </a:fld>
            <a:endParaRPr lang="en-US" altLang="en-US"/>
          </a:p>
        </p:txBody>
      </p:sp>
      <p:sp>
        <p:nvSpPr>
          <p:cNvPr id="5" name="Footer Placeholder 4">
            <a:extLst>
              <a:ext uri="{FF2B5EF4-FFF2-40B4-BE49-F238E27FC236}">
                <a16:creationId xmlns:a16="http://schemas.microsoft.com/office/drawing/2014/main" id="{EDF927D7-EF1F-49CE-B729-8E64D95D89F1}"/>
              </a:ext>
            </a:extLst>
          </p:cNvPr>
          <p:cNvSpPr>
            <a:spLocks noGrp="1"/>
          </p:cNvSpPr>
          <p:nvPr>
            <p:ph type="ftr" sz="quarter" idx="3"/>
          </p:nvPr>
        </p:nvSpPr>
        <p:spPr>
          <a:xfrm>
            <a:off x="201613" y="6423025"/>
            <a:ext cx="6122987" cy="365125"/>
          </a:xfrm>
          <a:prstGeom prst="rect">
            <a:avLst/>
          </a:prstGeom>
        </p:spPr>
        <p:txBody>
          <a:bodyPr vert="horz" lIns="91440" tIns="45720" rIns="91440" bIns="45720" rtlCol="0" anchor="ctr"/>
          <a:lstStyle>
            <a:lvl1pPr algn="l"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endParaRPr lang="en-US" altLang="en-US"/>
          </a:p>
        </p:txBody>
      </p:sp>
      <p:sp>
        <p:nvSpPr>
          <p:cNvPr id="6" name="Slide Number Placeholder 5">
            <a:extLst>
              <a:ext uri="{FF2B5EF4-FFF2-40B4-BE49-F238E27FC236}">
                <a16:creationId xmlns:a16="http://schemas.microsoft.com/office/drawing/2014/main" id="{3E81E21C-41C3-4EAB-89CE-E6FB352AEE37}"/>
              </a:ext>
            </a:extLst>
          </p:cNvPr>
          <p:cNvSpPr>
            <a:spLocks noGrp="1"/>
          </p:cNvSpPr>
          <p:nvPr>
            <p:ph type="sldNum" sz="quarter" idx="4"/>
          </p:nvPr>
        </p:nvSpPr>
        <p:spPr>
          <a:xfrm>
            <a:off x="8305800" y="242888"/>
            <a:ext cx="554038" cy="365125"/>
          </a:xfrm>
          <a:prstGeom prst="rect">
            <a:avLst/>
          </a:prstGeom>
        </p:spPr>
        <p:txBody>
          <a:bodyPr vert="horz" lIns="91440" tIns="45720" rIns="91440" bIns="45720" rtlCol="0" anchor="ctr"/>
          <a:lstStyle>
            <a:lvl1pPr algn="r" eaLnBrk="1" hangingPunct="1">
              <a:defRPr sz="1400">
                <a:solidFill>
                  <a:schemeClr val="bg1"/>
                </a:solidFill>
                <a:ea typeface="Angsana New" panose="020B0502040204020203" pitchFamily="18" charset="-34"/>
                <a:cs typeface="Arial" panose="020B0604020202020204" pitchFamily="34" charset="0"/>
              </a:defRPr>
            </a:lvl1pPr>
          </a:lstStyle>
          <a:p>
            <a:pPr>
              <a:defRPr/>
            </a:pPr>
            <a:fld id="{EAC1E9C5-179F-49B5-A20B-74BA07190DB8}" type="slidenum">
              <a:rPr lang="en-US" altLang="en-US"/>
              <a:pPr>
                <a:defRPr/>
              </a:pPr>
              <a:t>‹#›</a:t>
            </a:fld>
            <a:endParaRPr lang="en-US" altLang="en-US"/>
          </a:p>
        </p:txBody>
      </p:sp>
      <p:grpSp>
        <p:nvGrpSpPr>
          <p:cNvPr id="2055" name="Group 8">
            <a:extLst>
              <a:ext uri="{FF2B5EF4-FFF2-40B4-BE49-F238E27FC236}">
                <a16:creationId xmlns:a16="http://schemas.microsoft.com/office/drawing/2014/main" id="{8A8273E5-CDF0-44E1-AEF2-4B755C331FD1}"/>
              </a:ext>
            </a:extLst>
          </p:cNvPr>
          <p:cNvGrpSpPr>
            <a:grpSpLocks/>
          </p:cNvGrpSpPr>
          <p:nvPr/>
        </p:nvGrpSpPr>
        <p:grpSpPr bwMode="auto">
          <a:xfrm>
            <a:off x="-9525" y="1049338"/>
            <a:ext cx="9151938" cy="82550"/>
            <a:chOff x="1" y="591"/>
            <a:chExt cx="5759" cy="52"/>
          </a:xfrm>
        </p:grpSpPr>
        <p:sp>
          <p:nvSpPr>
            <p:cNvPr id="2058" name="Line 9">
              <a:extLst>
                <a:ext uri="{FF2B5EF4-FFF2-40B4-BE49-F238E27FC236}">
                  <a16:creationId xmlns:a16="http://schemas.microsoft.com/office/drawing/2014/main" id="{AB178821-03A3-419C-81A7-AB420E98AE13}"/>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59" name="Line 10">
              <a:extLst>
                <a:ext uri="{FF2B5EF4-FFF2-40B4-BE49-F238E27FC236}">
                  <a16:creationId xmlns:a16="http://schemas.microsoft.com/office/drawing/2014/main" id="{108B472A-C3BF-481A-9F84-D86E33569768}"/>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60" name="Line 11">
              <a:extLst>
                <a:ext uri="{FF2B5EF4-FFF2-40B4-BE49-F238E27FC236}">
                  <a16:creationId xmlns:a16="http://schemas.microsoft.com/office/drawing/2014/main" id="{6167F5F1-1A8D-4199-B338-C75A3E342958}"/>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1" name="文字方塊 8">
            <a:extLst>
              <a:ext uri="{FF2B5EF4-FFF2-40B4-BE49-F238E27FC236}">
                <a16:creationId xmlns:a16="http://schemas.microsoft.com/office/drawing/2014/main" id="{39D8D7C8-DB0C-4C03-B575-1A4A8B41ECA6}"/>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6DC67BA1-6048-4382-BF1F-2028CE77E041}"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2057" name="Picture 9" descr="logoyil30">
            <a:extLst>
              <a:ext uri="{FF2B5EF4-FFF2-40B4-BE49-F238E27FC236}">
                <a16:creationId xmlns:a16="http://schemas.microsoft.com/office/drawing/2014/main" id="{36409056-45D7-4BFF-9064-AA13E57B38C7}"/>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5" r:id="rId1"/>
    <p:sldLayoutId id="2147484046" r:id="rId2"/>
    <p:sldLayoutId id="2147484047" r:id="rId3"/>
    <p:sldLayoutId id="2147484048" r:id="rId4"/>
    <p:sldLayoutId id="2147484049" r:id="rId5"/>
    <p:sldLayoutId id="2147484050" r:id="rId6"/>
    <p:sldLayoutId id="2147484051" r:id="rId7"/>
    <p:sldLayoutId id="2147484052" r:id="rId8"/>
    <p:sldLayoutId id="2147484053" r:id="rId9"/>
    <p:sldLayoutId id="2147484054" r:id="rId10"/>
    <p:sldLayoutId id="2147484055" r:id="rId11"/>
    <p:sldLayoutId id="2147484056" r:id="rId12"/>
    <p:sldLayoutId id="2147484057" r:id="rId13"/>
    <p:sldLayoutId id="2147484058" r:id="rId14"/>
    <p:sldLayoutId id="2147484059" r:id="rId15"/>
    <p:sldLayoutId id="2147484060" r:id="rId16"/>
    <p:sldLayoutId id="2147484061" r:id="rId17"/>
    <p:sldLayoutId id="2147484062" r:id="rId18"/>
    <p:sldLayoutId id="2147484063" r:id="rId19"/>
    <p:sldLayoutId id="2147484064" r:id="rId20"/>
    <p:sldLayoutId id="2147484065" r:id="rId21"/>
    <p:sldLayoutId id="2147484066" r:id="rId22"/>
    <p:sldLayoutId id="2147484067" r:id="rId23"/>
  </p:sldLayoutIdLst>
  <p:transition>
    <p:random/>
  </p:transition>
  <p:hf hdr="0" ftr="0"/>
  <p:txStyles>
    <p:titleStyle>
      <a:lvl1pPr algn="l" rtl="0" eaLnBrk="0" fontAlgn="base" hangingPunct="0">
        <a:spcBef>
          <a:spcPct val="0"/>
        </a:spcBef>
        <a:spcAft>
          <a:spcPct val="0"/>
        </a:spcAft>
        <a:defRPr sz="3600" kern="1200">
          <a:solidFill>
            <a:srgbClr val="FF0000"/>
          </a:solidFill>
          <a:latin typeface="+mj-lt"/>
          <a:ea typeface="+mj-ea"/>
          <a:cs typeface="+mj-cs"/>
        </a:defRPr>
      </a:lvl1pPr>
      <a:lvl2pPr algn="l" rtl="0" eaLnBrk="0" fontAlgn="base" hangingPunct="0">
        <a:spcBef>
          <a:spcPct val="0"/>
        </a:spcBef>
        <a:spcAft>
          <a:spcPct val="0"/>
        </a:spcAft>
        <a:defRPr sz="3600">
          <a:solidFill>
            <a:srgbClr val="FF0000"/>
          </a:solidFill>
          <a:latin typeface="Rockwell" panose="02060603020205020403" pitchFamily="18" charset="0"/>
        </a:defRPr>
      </a:lvl2pPr>
      <a:lvl3pPr algn="l" rtl="0" eaLnBrk="0" fontAlgn="base" hangingPunct="0">
        <a:spcBef>
          <a:spcPct val="0"/>
        </a:spcBef>
        <a:spcAft>
          <a:spcPct val="0"/>
        </a:spcAft>
        <a:defRPr sz="3600">
          <a:solidFill>
            <a:srgbClr val="FF0000"/>
          </a:solidFill>
          <a:latin typeface="Rockwell" panose="02060603020205020403" pitchFamily="18" charset="0"/>
        </a:defRPr>
      </a:lvl3pPr>
      <a:lvl4pPr algn="l" rtl="0" eaLnBrk="0" fontAlgn="base" hangingPunct="0">
        <a:spcBef>
          <a:spcPct val="0"/>
        </a:spcBef>
        <a:spcAft>
          <a:spcPct val="0"/>
        </a:spcAft>
        <a:defRPr sz="3600">
          <a:solidFill>
            <a:srgbClr val="FF0000"/>
          </a:solidFill>
          <a:latin typeface="Rockwell" panose="02060603020205020403" pitchFamily="18" charset="0"/>
        </a:defRPr>
      </a:lvl4pPr>
      <a:lvl5pPr algn="l" rtl="0" eaLnBrk="0" fontAlgn="base" hangingPunct="0">
        <a:spcBef>
          <a:spcPct val="0"/>
        </a:spcBef>
        <a:spcAft>
          <a:spcPct val="0"/>
        </a:spcAft>
        <a:defRPr sz="3600">
          <a:solidFill>
            <a:srgbClr val="FF0000"/>
          </a:solidFill>
          <a:latin typeface="Rockwell" panose="02060603020205020403" pitchFamily="18" charset="0"/>
        </a:defRPr>
      </a:lvl5pPr>
      <a:lvl6pPr marL="457200" algn="l" rtl="0" eaLnBrk="1" fontAlgn="base" hangingPunct="1">
        <a:spcBef>
          <a:spcPct val="0"/>
        </a:spcBef>
        <a:spcAft>
          <a:spcPct val="0"/>
        </a:spcAft>
        <a:defRPr sz="3600">
          <a:solidFill>
            <a:srgbClr val="FF0000"/>
          </a:solidFill>
          <a:latin typeface="Rockwell" panose="02060603020205020403" pitchFamily="18" charset="0"/>
        </a:defRPr>
      </a:lvl6pPr>
      <a:lvl7pPr marL="914400" algn="l" rtl="0" eaLnBrk="1" fontAlgn="base" hangingPunct="1">
        <a:spcBef>
          <a:spcPct val="0"/>
        </a:spcBef>
        <a:spcAft>
          <a:spcPct val="0"/>
        </a:spcAft>
        <a:defRPr sz="3600">
          <a:solidFill>
            <a:srgbClr val="FF0000"/>
          </a:solidFill>
          <a:latin typeface="Rockwell" panose="02060603020205020403" pitchFamily="18" charset="0"/>
        </a:defRPr>
      </a:lvl7pPr>
      <a:lvl8pPr marL="1371600" algn="l" rtl="0" eaLnBrk="1" fontAlgn="base" hangingPunct="1">
        <a:spcBef>
          <a:spcPct val="0"/>
        </a:spcBef>
        <a:spcAft>
          <a:spcPct val="0"/>
        </a:spcAft>
        <a:defRPr sz="3600">
          <a:solidFill>
            <a:srgbClr val="FF0000"/>
          </a:solidFill>
          <a:latin typeface="Rockwell" panose="02060603020205020403" pitchFamily="18" charset="0"/>
        </a:defRPr>
      </a:lvl8pPr>
      <a:lvl9pPr marL="1828800" algn="l" rtl="0" eaLnBrk="1" fontAlgn="base" hangingPunct="1">
        <a:spcBef>
          <a:spcPct val="0"/>
        </a:spcBef>
        <a:spcAft>
          <a:spcPct val="0"/>
        </a:spcAft>
        <a:defRPr sz="3600">
          <a:solidFill>
            <a:srgbClr val="FF0000"/>
          </a:solidFill>
          <a:latin typeface="Rockwell" panose="02060603020205020403" pitchFamily="18" charset="0"/>
        </a:defRPr>
      </a:lvl9pPr>
    </p:titleStyle>
    <p:bodyStyle>
      <a:lvl1pPr marL="228600" indent="-228600" algn="l" rtl="0" eaLnBrk="0" fontAlgn="base" hangingPunct="0">
        <a:spcBef>
          <a:spcPts val="2000"/>
        </a:spcBef>
        <a:spcAft>
          <a:spcPct val="0"/>
        </a:spcAft>
        <a:buClr>
          <a:schemeClr val="accent1"/>
        </a:buClr>
        <a:buSzPct val="75000"/>
        <a:buFont typeface="Wingdings" panose="05000000000000000000" pitchFamily="2" charset="2"/>
        <a:buChar char="n"/>
        <a:defRPr sz="2000" kern="1200">
          <a:solidFill>
            <a:srgbClr val="0070C0"/>
          </a:solidFill>
          <a:latin typeface="+mn-lt"/>
          <a:ea typeface="+mn-ea"/>
          <a:cs typeface="+mn-cs"/>
        </a:defRPr>
      </a:lvl1pPr>
      <a:lvl2pPr marL="4572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2pPr>
      <a:lvl3pPr marL="6858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3pPr>
      <a:lvl4pPr marL="9144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4pPr>
      <a:lvl5pPr marL="11430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74" name="Group 2">
            <a:extLst>
              <a:ext uri="{FF2B5EF4-FFF2-40B4-BE49-F238E27FC236}">
                <a16:creationId xmlns:a16="http://schemas.microsoft.com/office/drawing/2014/main" id="{7AAB99D4-CE45-4100-952D-B840FB3F90B0}"/>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0186C659-E864-4B73-8C1B-F4F18F5FAF02}"/>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3083" name="Group 4">
              <a:extLst>
                <a:ext uri="{FF2B5EF4-FFF2-40B4-BE49-F238E27FC236}">
                  <a16:creationId xmlns:a16="http://schemas.microsoft.com/office/drawing/2014/main" id="{1DC3B701-1038-4DC9-9693-A8B29A9666F1}"/>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8E3F94E1-0712-4F68-8BBB-823136F7A48F}"/>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3085" name="Line 6">
                <a:extLst>
                  <a:ext uri="{FF2B5EF4-FFF2-40B4-BE49-F238E27FC236}">
                    <a16:creationId xmlns:a16="http://schemas.microsoft.com/office/drawing/2014/main" id="{F5EFC0ED-3A13-4B81-A43A-A26DFE2A9C80}"/>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3075" name="Rectangle 7">
            <a:extLst>
              <a:ext uri="{FF2B5EF4-FFF2-40B4-BE49-F238E27FC236}">
                <a16:creationId xmlns:a16="http://schemas.microsoft.com/office/drawing/2014/main" id="{6AEA2902-9058-4F51-B673-2C3E7247DC01}"/>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076" name="Rectangle 8">
            <a:extLst>
              <a:ext uri="{FF2B5EF4-FFF2-40B4-BE49-F238E27FC236}">
                <a16:creationId xmlns:a16="http://schemas.microsoft.com/office/drawing/2014/main" id="{7E93C493-FECF-435B-AADE-B4DFC21B7063}"/>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th-TH" altLang="en-US"/>
          </a:p>
        </p:txBody>
      </p:sp>
      <p:sp>
        <p:nvSpPr>
          <p:cNvPr id="597001" name="Rectangle 9">
            <a:extLst>
              <a:ext uri="{FF2B5EF4-FFF2-40B4-BE49-F238E27FC236}">
                <a16:creationId xmlns:a16="http://schemas.microsoft.com/office/drawing/2014/main" id="{2B34976F-6F10-4886-8207-7F2A62AFA80C}"/>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B0502040204020203" pitchFamily="18" charset="-34"/>
                <a:cs typeface="Arial" panose="020B0604020202020204" pitchFamily="34" charset="0"/>
              </a:defRPr>
            </a:lvl1pPr>
          </a:lstStyle>
          <a:p>
            <a:pPr>
              <a:defRPr/>
            </a:pPr>
            <a:fld id="{B8B25350-D5B1-4B42-963C-680501185571}" type="datetime4">
              <a:rPr lang="en-US" altLang="en-US" smtClean="0"/>
              <a:t>March 14, 2024</a:t>
            </a:fld>
            <a:endParaRPr lang="en-US" altLang="en-US"/>
          </a:p>
        </p:txBody>
      </p:sp>
      <p:sp>
        <p:nvSpPr>
          <p:cNvPr id="597002" name="Rectangle 10">
            <a:extLst>
              <a:ext uri="{FF2B5EF4-FFF2-40B4-BE49-F238E27FC236}">
                <a16:creationId xmlns:a16="http://schemas.microsoft.com/office/drawing/2014/main" id="{1132E334-1383-4EAB-9C9A-5F3FD3A46352}"/>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B0502040204020203" pitchFamily="18" charset="-34"/>
                <a:cs typeface="Arial" panose="020B0604020202020204" pitchFamily="34" charset="0"/>
              </a:defRPr>
            </a:lvl1pPr>
          </a:lstStyle>
          <a:p>
            <a:pPr>
              <a:defRPr/>
            </a:pPr>
            <a:endParaRPr lang="en-US" altLang="en-US"/>
          </a:p>
        </p:txBody>
      </p:sp>
      <p:sp>
        <p:nvSpPr>
          <p:cNvPr id="597003" name="Rectangle 11">
            <a:extLst>
              <a:ext uri="{FF2B5EF4-FFF2-40B4-BE49-F238E27FC236}">
                <a16:creationId xmlns:a16="http://schemas.microsoft.com/office/drawing/2014/main" id="{40925F71-ADD2-49DD-86AF-348C756384E7}"/>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B0502040204020203" pitchFamily="18" charset="-34"/>
                <a:cs typeface="Arial" panose="020B0604020202020204" pitchFamily="34" charset="0"/>
              </a:defRPr>
            </a:lvl1pPr>
          </a:lstStyle>
          <a:p>
            <a:pPr>
              <a:defRPr/>
            </a:pPr>
            <a:fld id="{E8115678-9089-447D-842A-6F2C91E58983}" type="slidenum">
              <a:rPr lang="en-US" altLang="en-US"/>
              <a:pPr>
                <a:defRPr/>
              </a:pPr>
              <a:t>‹#›</a:t>
            </a:fld>
            <a:endParaRPr lang="en-US" altLang="en-US"/>
          </a:p>
        </p:txBody>
      </p:sp>
      <p:sp>
        <p:nvSpPr>
          <p:cNvPr id="3080" name="Line 12">
            <a:extLst>
              <a:ext uri="{FF2B5EF4-FFF2-40B4-BE49-F238E27FC236}">
                <a16:creationId xmlns:a16="http://schemas.microsoft.com/office/drawing/2014/main" id="{4B1389F9-476E-4E83-9AF8-F7E761E0E687}"/>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3081" name="Picture 13" descr="emu_300x300_72dpi_black">
            <a:extLst>
              <a:ext uri="{FF2B5EF4-FFF2-40B4-BE49-F238E27FC236}">
                <a16:creationId xmlns:a16="http://schemas.microsoft.com/office/drawing/2014/main" id="{6FFF7B09-08DB-496A-AB73-4C7C597D3FC2}"/>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8" r:id="rId1"/>
    <p:sldLayoutId id="2147484033" r:id="rId2"/>
    <p:sldLayoutId id="2147484034" r:id="rId3"/>
    <p:sldLayoutId id="2147484035" r:id="rId4"/>
    <p:sldLayoutId id="2147484036" r:id="rId5"/>
    <p:sldLayoutId id="2147484037" r:id="rId6"/>
    <p:sldLayoutId id="2147484038" r:id="rId7"/>
    <p:sldLayoutId id="2147484039" r:id="rId8"/>
    <p:sldLayoutId id="2147484040" r:id="rId9"/>
    <p:sldLayoutId id="2147484041" r:id="rId10"/>
    <p:sldLayoutId id="2147484042" r:id="rId11"/>
    <p:sldLayoutId id="2147484043" r:id="rId12"/>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5">
            <a:extLst>
              <a:ext uri="{FF2B5EF4-FFF2-40B4-BE49-F238E27FC236}">
                <a16:creationId xmlns:a16="http://schemas.microsoft.com/office/drawing/2014/main" id="{43B9EDA4-1352-4769-B93C-9CC448C4110B}"/>
              </a:ext>
            </a:extLst>
          </p:cNvPr>
          <p:cNvSpPr>
            <a:spLocks noGrp="1" noChangeArrowheads="1"/>
          </p:cNvSpPr>
          <p:nvPr>
            <p:ph type="body" idx="1"/>
          </p:nvPr>
        </p:nvSpPr>
        <p:spPr bwMode="auto">
          <a:xfrm>
            <a:off x="307975" y="1295400"/>
            <a:ext cx="8570913" cy="5202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t" anchorCtr="0" compatLnSpc="1">
            <a:prstTxWarp prst="textNoShape">
              <a:avLst/>
            </a:prstTxWarp>
          </a:bodyPr>
          <a:lstStyle/>
          <a:p>
            <a:pPr lvl="0"/>
            <a:r>
              <a:rPr lang="zh-TW" altLang="en-US"/>
              <a:t>按一下以編輯母片</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099" name="Rectangle 7">
            <a:extLst>
              <a:ext uri="{FF2B5EF4-FFF2-40B4-BE49-F238E27FC236}">
                <a16:creationId xmlns:a16="http://schemas.microsoft.com/office/drawing/2014/main" id="{86D4C91F-1F85-4112-9534-FAEBE9089E81}"/>
              </a:ext>
            </a:extLst>
          </p:cNvPr>
          <p:cNvSpPr>
            <a:spLocks noGrp="1" noChangeArrowheads="1"/>
          </p:cNvSpPr>
          <p:nvPr>
            <p:ph type="title"/>
          </p:nvPr>
        </p:nvSpPr>
        <p:spPr bwMode="auto">
          <a:xfrm>
            <a:off x="298450" y="228600"/>
            <a:ext cx="85756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0" compatLnSpc="1">
            <a:prstTxWarp prst="textNoShape">
              <a:avLst/>
            </a:prstTxWarp>
          </a:bodyPr>
          <a:lstStyle/>
          <a:p>
            <a:pPr lvl="0"/>
            <a:r>
              <a:rPr lang="en-US" altLang="zh-TW"/>
              <a:t>Click to edit Master title style</a:t>
            </a:r>
          </a:p>
        </p:txBody>
      </p:sp>
      <p:grpSp>
        <p:nvGrpSpPr>
          <p:cNvPr id="4100" name="Group 8">
            <a:extLst>
              <a:ext uri="{FF2B5EF4-FFF2-40B4-BE49-F238E27FC236}">
                <a16:creationId xmlns:a16="http://schemas.microsoft.com/office/drawing/2014/main" id="{945E2843-C615-4537-8B6C-4C03279B19F0}"/>
              </a:ext>
            </a:extLst>
          </p:cNvPr>
          <p:cNvGrpSpPr>
            <a:grpSpLocks/>
          </p:cNvGrpSpPr>
          <p:nvPr/>
        </p:nvGrpSpPr>
        <p:grpSpPr bwMode="auto">
          <a:xfrm>
            <a:off x="-9525" y="1049338"/>
            <a:ext cx="9151938" cy="82550"/>
            <a:chOff x="1" y="591"/>
            <a:chExt cx="5759" cy="52"/>
          </a:xfrm>
        </p:grpSpPr>
        <p:sp>
          <p:nvSpPr>
            <p:cNvPr id="4103" name="Line 9">
              <a:extLst>
                <a:ext uri="{FF2B5EF4-FFF2-40B4-BE49-F238E27FC236}">
                  <a16:creationId xmlns:a16="http://schemas.microsoft.com/office/drawing/2014/main" id="{D3FD8793-9705-4B49-BB50-C5CE1789EEAF}"/>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4" name="Line 10">
              <a:extLst>
                <a:ext uri="{FF2B5EF4-FFF2-40B4-BE49-F238E27FC236}">
                  <a16:creationId xmlns:a16="http://schemas.microsoft.com/office/drawing/2014/main" id="{B99A43B9-5B41-4094-8A75-EC64B6D0DD1D}"/>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5" name="Line 11">
              <a:extLst>
                <a:ext uri="{FF2B5EF4-FFF2-40B4-BE49-F238E27FC236}">
                  <a16:creationId xmlns:a16="http://schemas.microsoft.com/office/drawing/2014/main" id="{04B48040-2F6D-4CEA-A659-7B33B726C626}"/>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9" name="文字方塊 8">
            <a:extLst>
              <a:ext uri="{FF2B5EF4-FFF2-40B4-BE49-F238E27FC236}">
                <a16:creationId xmlns:a16="http://schemas.microsoft.com/office/drawing/2014/main" id="{750454F3-716F-4394-BF1B-5F6E621989C5}"/>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73AB4636-F3A7-4DEA-AF14-F79885A739CA}"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4102" name="Picture 9" descr="logoyil30">
            <a:extLst>
              <a:ext uri="{FF2B5EF4-FFF2-40B4-BE49-F238E27FC236}">
                <a16:creationId xmlns:a16="http://schemas.microsoft.com/office/drawing/2014/main" id="{E08EE95F-7194-462B-B895-417B50D0BD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Lst>
  <p:hf hdr="0" ftr="0"/>
  <p:txStyles>
    <p:titleStyle>
      <a:lvl1pPr algn="ctr" rtl="0" eaLnBrk="0" fontAlgn="base" hangingPunct="0">
        <a:spcBef>
          <a:spcPct val="0"/>
        </a:spcBef>
        <a:spcAft>
          <a:spcPct val="0"/>
        </a:spcAft>
        <a:defRPr kumimoji="1" sz="3600">
          <a:solidFill>
            <a:schemeClr val="tx1"/>
          </a:solidFill>
          <a:latin typeface="+mj-lt"/>
          <a:ea typeface="+mj-ea"/>
          <a:cs typeface="+mj-cs"/>
        </a:defRPr>
      </a:lvl1pPr>
      <a:lvl2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2pPr>
      <a:lvl3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3pPr>
      <a:lvl4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4pPr>
      <a:lvl5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5pPr>
      <a:lvl6pPr marL="4572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6pPr>
      <a:lvl7pPr marL="9144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7pPr>
      <a:lvl8pPr marL="13716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8pPr>
      <a:lvl9pPr marL="18288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9pPr>
    </p:titleStyle>
    <p:bodyStyle>
      <a:lvl1pPr marL="342900" indent="-342900" algn="l" rtl="0" eaLnBrk="0" fontAlgn="base" hangingPunct="0">
        <a:spcBef>
          <a:spcPct val="20000"/>
        </a:spcBef>
        <a:spcAft>
          <a:spcPct val="0"/>
        </a:spcAft>
        <a:buClr>
          <a:srgbClr val="0000FF"/>
        </a:buClr>
        <a:buSzPct val="90000"/>
        <a:buFont typeface="Wingdings 2" panose="05020102010507070707" pitchFamily="18" charset="2"/>
        <a:buChar char="©"/>
        <a:defRPr kumimoji="1" sz="2400">
          <a:solidFill>
            <a:schemeClr val="tx1"/>
          </a:solidFill>
          <a:latin typeface="Times New Roman" pitchFamily="18" charset="0"/>
          <a:ea typeface="+mn-ea"/>
          <a:cs typeface="Times New Roman" pitchFamily="18" charset="0"/>
        </a:defRPr>
      </a:lvl1pPr>
      <a:lvl2pPr marL="742950" indent="-285750" algn="l" rtl="0" eaLnBrk="0" fontAlgn="base" hangingPunct="0">
        <a:spcBef>
          <a:spcPct val="20000"/>
        </a:spcBef>
        <a:spcAft>
          <a:spcPct val="0"/>
        </a:spcAft>
        <a:buClr>
          <a:srgbClr val="FF9900"/>
        </a:buClr>
        <a:buSzPct val="70000"/>
        <a:buFont typeface="Wingdings" panose="05000000000000000000" pitchFamily="2" charset="2"/>
        <a:buChar char="u"/>
        <a:defRPr kumimoji="1" sz="2000">
          <a:solidFill>
            <a:schemeClr val="tx1"/>
          </a:solidFill>
          <a:latin typeface="Times New Roman" pitchFamily="18" charset="0"/>
          <a:ea typeface="+mn-ea"/>
          <a:cs typeface="Times New Roman" pitchFamily="18" charset="0"/>
        </a:defRPr>
      </a:lvl2pPr>
      <a:lvl3pPr marL="1143000" indent="-228600" algn="l" rtl="0" eaLnBrk="0" fontAlgn="base" hangingPunct="0">
        <a:spcBef>
          <a:spcPct val="20000"/>
        </a:spcBef>
        <a:spcAft>
          <a:spcPct val="0"/>
        </a:spcAft>
        <a:buClr>
          <a:srgbClr val="1B1BFF"/>
        </a:buClr>
        <a:buSzPct val="80000"/>
        <a:buFont typeface="Times New Roman" panose="02020603050405020304" pitchFamily="18" charset="0"/>
        <a:buChar char="»"/>
        <a:defRPr kumimoji="1">
          <a:solidFill>
            <a:schemeClr val="tx1"/>
          </a:solidFill>
          <a:latin typeface="Times New Roman" pitchFamily="18" charset="0"/>
          <a:ea typeface="+mn-ea"/>
          <a:cs typeface="Times New Roman" pitchFamily="18" charset="0"/>
        </a:defRPr>
      </a:lvl3pPr>
      <a:lvl4pPr marL="1600200" indent="-228600" algn="l" rtl="0" eaLnBrk="0" fontAlgn="base" hangingPunct="0">
        <a:spcBef>
          <a:spcPct val="20000"/>
        </a:spcBef>
        <a:spcAft>
          <a:spcPct val="0"/>
        </a:spcAft>
        <a:buClr>
          <a:schemeClr val="accent1"/>
        </a:buClr>
        <a:buFont typeface="Book Antiqua" panose="02040602050305030304" pitchFamily="18" charset="0"/>
        <a:buChar char="−"/>
        <a:defRPr kumimoji="1" sz="1600">
          <a:solidFill>
            <a:schemeClr val="tx1"/>
          </a:solidFill>
          <a:latin typeface="Times New Roman" pitchFamily="18" charset="0"/>
          <a:ea typeface="+mn-ea"/>
          <a:cs typeface="Times New Roman" pitchFamily="18" charset="0"/>
        </a:defRPr>
      </a:lvl4pPr>
      <a:lvl5pPr marL="2057400" indent="-228600" algn="l" rtl="0" eaLnBrk="0" fontAlgn="base" hangingPunct="0">
        <a:spcBef>
          <a:spcPct val="20000"/>
        </a:spcBef>
        <a:spcAft>
          <a:spcPct val="0"/>
        </a:spcAft>
        <a:buClr>
          <a:srgbClr val="4D4D4D"/>
        </a:buClr>
        <a:buSzPct val="50000"/>
        <a:buFont typeface="Wingdings" panose="05000000000000000000" pitchFamily="2" charset="2"/>
        <a:buChar char="l"/>
        <a:defRPr kumimoji="1" sz="1400">
          <a:solidFill>
            <a:schemeClr val="tx1"/>
          </a:solidFill>
          <a:latin typeface="Times New Roman" pitchFamily="18" charset="0"/>
          <a:ea typeface="+mn-ea"/>
          <a:cs typeface="Times New Roman" pitchFamily="18" charset="0"/>
        </a:defRPr>
      </a:lvl5pPr>
      <a:lvl6pPr marL="25146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6pPr>
      <a:lvl7pPr marL="29718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7pPr>
      <a:lvl8pPr marL="34290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8pPr>
      <a:lvl9pPr marL="38862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5122" name="Group 7">
            <a:extLst>
              <a:ext uri="{FF2B5EF4-FFF2-40B4-BE49-F238E27FC236}">
                <a16:creationId xmlns:a16="http://schemas.microsoft.com/office/drawing/2014/main" id="{2F364496-8BA2-4CFA-81DC-C649C6B43699}"/>
              </a:ext>
            </a:extLst>
          </p:cNvPr>
          <p:cNvGrpSpPr>
            <a:grpSpLocks/>
          </p:cNvGrpSpPr>
          <p:nvPr/>
        </p:nvGrpSpPr>
        <p:grpSpPr bwMode="auto">
          <a:xfrm>
            <a:off x="215900" y="215900"/>
            <a:ext cx="8478838" cy="6173788"/>
            <a:chOff x="0" y="0"/>
            <a:chExt cx="5341" cy="3889"/>
          </a:xfrm>
        </p:grpSpPr>
        <p:sp>
          <p:nvSpPr>
            <p:cNvPr id="5132" name="Freeform 8">
              <a:extLst>
                <a:ext uri="{FF2B5EF4-FFF2-40B4-BE49-F238E27FC236}">
                  <a16:creationId xmlns:a16="http://schemas.microsoft.com/office/drawing/2014/main" id="{69CEB01E-FAFC-4111-A0A1-FBD146EBFF21}"/>
                </a:ext>
              </a:extLst>
            </p:cNvPr>
            <p:cNvSpPr>
              <a:spLocks/>
            </p:cNvSpPr>
            <p:nvPr/>
          </p:nvSpPr>
          <p:spPr bwMode="ltGray">
            <a:xfrm>
              <a:off x="0" y="0"/>
              <a:ext cx="3863" cy="3889"/>
            </a:xfrm>
            <a:custGeom>
              <a:avLst/>
              <a:gdLst>
                <a:gd name="T0" fmla="*/ 3862 w 3863"/>
                <a:gd name="T1" fmla="*/ 3418 h 3889"/>
                <a:gd name="T2" fmla="*/ 457 w 3863"/>
                <a:gd name="T3" fmla="*/ 0 h 3889"/>
                <a:gd name="T4" fmla="*/ 0 w 3863"/>
                <a:gd name="T5" fmla="*/ 0 h 3889"/>
                <a:gd name="T6" fmla="*/ 0 w 3863"/>
                <a:gd name="T7" fmla="*/ 481 h 3889"/>
                <a:gd name="T8" fmla="*/ 3394 w 3863"/>
                <a:gd name="T9" fmla="*/ 3888 h 3889"/>
                <a:gd name="T10" fmla="*/ 3862 w 3863"/>
                <a:gd name="T11" fmla="*/ 3418 h 388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863" h="3889">
                  <a:moveTo>
                    <a:pt x="3862" y="3418"/>
                  </a:moveTo>
                  <a:lnTo>
                    <a:pt x="457" y="0"/>
                  </a:lnTo>
                  <a:lnTo>
                    <a:pt x="0" y="0"/>
                  </a:lnTo>
                  <a:lnTo>
                    <a:pt x="0" y="481"/>
                  </a:lnTo>
                  <a:lnTo>
                    <a:pt x="3394" y="3888"/>
                  </a:lnTo>
                  <a:lnTo>
                    <a:pt x="3862" y="3418"/>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3" name="Freeform 9">
              <a:extLst>
                <a:ext uri="{FF2B5EF4-FFF2-40B4-BE49-F238E27FC236}">
                  <a16:creationId xmlns:a16="http://schemas.microsoft.com/office/drawing/2014/main" id="{F12DED50-716D-42AC-85D7-0BA10197B30D}"/>
                </a:ext>
              </a:extLst>
            </p:cNvPr>
            <p:cNvSpPr>
              <a:spLocks/>
            </p:cNvSpPr>
            <p:nvPr/>
          </p:nvSpPr>
          <p:spPr bwMode="ltGray">
            <a:xfrm>
              <a:off x="860" y="0"/>
              <a:ext cx="3394" cy="3223"/>
            </a:xfrm>
            <a:custGeom>
              <a:avLst/>
              <a:gdLst>
                <a:gd name="T0" fmla="*/ 370 w 3394"/>
                <a:gd name="T1" fmla="*/ 0 h 3223"/>
                <a:gd name="T2" fmla="*/ 3393 w 3394"/>
                <a:gd name="T3" fmla="*/ 3036 h 3223"/>
                <a:gd name="T4" fmla="*/ 3208 w 3394"/>
                <a:gd name="T5" fmla="*/ 3222 h 3223"/>
                <a:gd name="T6" fmla="*/ 0 w 3394"/>
                <a:gd name="T7" fmla="*/ 0 h 3223"/>
                <a:gd name="T8" fmla="*/ 370 w 3394"/>
                <a:gd name="T9" fmla="*/ 0 h 32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394" h="3223">
                  <a:moveTo>
                    <a:pt x="370" y="0"/>
                  </a:moveTo>
                  <a:lnTo>
                    <a:pt x="3393" y="3036"/>
                  </a:lnTo>
                  <a:lnTo>
                    <a:pt x="3208" y="3222"/>
                  </a:lnTo>
                  <a:lnTo>
                    <a:pt x="0" y="0"/>
                  </a:lnTo>
                  <a:lnTo>
                    <a:pt x="37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4" name="Freeform 10">
              <a:extLst>
                <a:ext uri="{FF2B5EF4-FFF2-40B4-BE49-F238E27FC236}">
                  <a16:creationId xmlns:a16="http://schemas.microsoft.com/office/drawing/2014/main" id="{42DCC366-E15E-4083-A380-A19EDD07FD10}"/>
                </a:ext>
              </a:extLst>
            </p:cNvPr>
            <p:cNvSpPr>
              <a:spLocks/>
            </p:cNvSpPr>
            <p:nvPr/>
          </p:nvSpPr>
          <p:spPr bwMode="ltGray">
            <a:xfrm>
              <a:off x="2187" y="0"/>
              <a:ext cx="2859" cy="2556"/>
            </a:xfrm>
            <a:custGeom>
              <a:avLst/>
              <a:gdLst>
                <a:gd name="T0" fmla="*/ 630 w 2859"/>
                <a:gd name="T1" fmla="*/ 0 h 2556"/>
                <a:gd name="T2" fmla="*/ 2858 w 2859"/>
                <a:gd name="T3" fmla="*/ 2238 h 2556"/>
                <a:gd name="T4" fmla="*/ 2543 w 2859"/>
                <a:gd name="T5" fmla="*/ 2555 h 2556"/>
                <a:gd name="T6" fmla="*/ 0 w 2859"/>
                <a:gd name="T7" fmla="*/ 0 h 2556"/>
                <a:gd name="T8" fmla="*/ 630 w 2859"/>
                <a:gd name="T9" fmla="*/ 0 h 25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59" h="2556">
                  <a:moveTo>
                    <a:pt x="630" y="0"/>
                  </a:moveTo>
                  <a:lnTo>
                    <a:pt x="2858" y="2238"/>
                  </a:lnTo>
                  <a:lnTo>
                    <a:pt x="2543" y="2555"/>
                  </a:lnTo>
                  <a:lnTo>
                    <a:pt x="0" y="0"/>
                  </a:lnTo>
                  <a:lnTo>
                    <a:pt x="63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5" name="Freeform 11">
              <a:extLst>
                <a:ext uri="{FF2B5EF4-FFF2-40B4-BE49-F238E27FC236}">
                  <a16:creationId xmlns:a16="http://schemas.microsoft.com/office/drawing/2014/main" id="{7B681700-EF2E-4ACA-B1AE-B41365E839CD}"/>
                </a:ext>
              </a:extLst>
            </p:cNvPr>
            <p:cNvSpPr>
              <a:spLocks/>
            </p:cNvSpPr>
            <p:nvPr/>
          </p:nvSpPr>
          <p:spPr bwMode="ltGray">
            <a:xfrm>
              <a:off x="3055" y="0"/>
              <a:ext cx="2286" cy="2121"/>
            </a:xfrm>
            <a:custGeom>
              <a:avLst/>
              <a:gdLst>
                <a:gd name="T0" fmla="*/ 0 w 2286"/>
                <a:gd name="T1" fmla="*/ 0 h 2121"/>
                <a:gd name="T2" fmla="*/ 2111 w 2286"/>
                <a:gd name="T3" fmla="*/ 2120 h 2121"/>
                <a:gd name="T4" fmla="*/ 2285 w 2286"/>
                <a:gd name="T5" fmla="*/ 1945 h 2121"/>
                <a:gd name="T6" fmla="*/ 348 w 2286"/>
                <a:gd name="T7" fmla="*/ 0 h 2121"/>
                <a:gd name="T8" fmla="*/ 0 w 2286"/>
                <a:gd name="T9" fmla="*/ 0 h 21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86" h="2121">
                  <a:moveTo>
                    <a:pt x="0" y="0"/>
                  </a:moveTo>
                  <a:lnTo>
                    <a:pt x="2111" y="2120"/>
                  </a:lnTo>
                  <a:lnTo>
                    <a:pt x="2285" y="1945"/>
                  </a:lnTo>
                  <a:lnTo>
                    <a:pt x="348" y="0"/>
                  </a:lnTo>
                  <a:lnTo>
                    <a:pt x="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grpSp>
      <p:sp>
        <p:nvSpPr>
          <p:cNvPr id="2051" name="Rectangle 12">
            <a:extLst>
              <a:ext uri="{FF2B5EF4-FFF2-40B4-BE49-F238E27FC236}">
                <a16:creationId xmlns:a16="http://schemas.microsoft.com/office/drawing/2014/main" id="{AB39E30C-1B09-4DD8-A4F3-A732237D7893}"/>
              </a:ext>
            </a:extLst>
          </p:cNvPr>
          <p:cNvSpPr>
            <a:spLocks noChangeArrowheads="1"/>
          </p:cNvSpPr>
          <p:nvPr/>
        </p:nvSpPr>
        <p:spPr bwMode="auto">
          <a:xfrm>
            <a:off x="687388" y="2232025"/>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defRPr/>
            </a:pPr>
            <a:r>
              <a:rPr kumimoji="1" lang="en-US" altLang="zh-TW" sz="4400" i="0" u="none">
                <a:solidFill>
                  <a:schemeClr val="tx2"/>
                </a:solidFill>
                <a:latin typeface="Book Antiqua" panose="02040602050305030304" pitchFamily="18" charset="0"/>
                <a:cs typeface="Arial" panose="020B0604020202020204" pitchFamily="34" charset="0"/>
              </a:rPr>
              <a:t>Click to edit Master title style</a:t>
            </a:r>
          </a:p>
        </p:txBody>
      </p:sp>
      <p:sp>
        <p:nvSpPr>
          <p:cNvPr id="2052" name="Rectangle 13">
            <a:extLst>
              <a:ext uri="{FF2B5EF4-FFF2-40B4-BE49-F238E27FC236}">
                <a16:creationId xmlns:a16="http://schemas.microsoft.com/office/drawing/2014/main" id="{2EC65288-94EA-49EC-940D-4636FC3D4237}"/>
              </a:ext>
            </a:extLst>
          </p:cNvPr>
          <p:cNvSpPr>
            <a:spLocks noChangeArrowheads="1"/>
          </p:cNvSpPr>
          <p:nvPr/>
        </p:nvSpPr>
        <p:spPr bwMode="auto">
          <a:xfrm>
            <a:off x="1301750" y="4195763"/>
            <a:ext cx="6400800" cy="171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spcBef>
                <a:spcPct val="20000"/>
              </a:spcBef>
              <a:defRPr/>
            </a:pPr>
            <a:r>
              <a:rPr kumimoji="1" lang="en-US" altLang="zh-TW" sz="3200" i="0" u="none">
                <a:solidFill>
                  <a:schemeClr val="tx1"/>
                </a:solidFill>
                <a:latin typeface="Book Antiqua" panose="02040602050305030304" pitchFamily="18" charset="0"/>
                <a:cs typeface="Arial" panose="020B0604020202020204" pitchFamily="34" charset="0"/>
              </a:rPr>
              <a:t>Click to edit Master subtitle style</a:t>
            </a:r>
          </a:p>
        </p:txBody>
      </p:sp>
      <p:grpSp>
        <p:nvGrpSpPr>
          <p:cNvPr id="5125" name="Group 20">
            <a:extLst>
              <a:ext uri="{FF2B5EF4-FFF2-40B4-BE49-F238E27FC236}">
                <a16:creationId xmlns:a16="http://schemas.microsoft.com/office/drawing/2014/main" id="{DE25CAB1-5459-4AC4-9292-A4F2B076FD1A}"/>
              </a:ext>
            </a:extLst>
          </p:cNvPr>
          <p:cNvGrpSpPr>
            <a:grpSpLocks/>
          </p:cNvGrpSpPr>
          <p:nvPr/>
        </p:nvGrpSpPr>
        <p:grpSpPr bwMode="auto">
          <a:xfrm>
            <a:off x="-9525" y="1492250"/>
            <a:ext cx="9159875" cy="82550"/>
            <a:chOff x="1" y="591"/>
            <a:chExt cx="5759" cy="52"/>
          </a:xfrm>
        </p:grpSpPr>
        <p:sp>
          <p:nvSpPr>
            <p:cNvPr id="5129" name="Line 21">
              <a:extLst>
                <a:ext uri="{FF2B5EF4-FFF2-40B4-BE49-F238E27FC236}">
                  <a16:creationId xmlns:a16="http://schemas.microsoft.com/office/drawing/2014/main" id="{AD9D9EAD-CD10-4146-A507-FB2E754984BB}"/>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0" name="Line 22">
              <a:extLst>
                <a:ext uri="{FF2B5EF4-FFF2-40B4-BE49-F238E27FC236}">
                  <a16:creationId xmlns:a16="http://schemas.microsoft.com/office/drawing/2014/main" id="{3340C10B-FE44-4DD2-B40B-A9AE41E92855}"/>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1" name="Line 23">
              <a:extLst>
                <a:ext uri="{FF2B5EF4-FFF2-40B4-BE49-F238E27FC236}">
                  <a16:creationId xmlns:a16="http://schemas.microsoft.com/office/drawing/2014/main" id="{5477D55D-F052-4997-8915-34A510871B6B}"/>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09592" name="Rectangle 24">
            <a:extLst>
              <a:ext uri="{FF2B5EF4-FFF2-40B4-BE49-F238E27FC236}">
                <a16:creationId xmlns:a16="http://schemas.microsoft.com/office/drawing/2014/main" id="{257AD62A-E494-4BC9-818F-32F6CF47EAD0}"/>
              </a:ext>
            </a:extLst>
          </p:cNvPr>
          <p:cNvSpPr>
            <a:spLocks noChangeArrowheads="1"/>
          </p:cNvSpPr>
          <p:nvPr/>
        </p:nvSpPr>
        <p:spPr bwMode="auto">
          <a:xfrm>
            <a:off x="8867775" y="6570663"/>
            <a:ext cx="206375" cy="212725"/>
          </a:xfrm>
          <a:prstGeom prst="rect">
            <a:avLst/>
          </a:prstGeom>
          <a:noFill/>
          <a:ln w="9525">
            <a:noFill/>
            <a:miter lim="800000"/>
            <a:headEnd/>
            <a:tailEnd/>
          </a:ln>
          <a:effectLst/>
        </p:spPr>
        <p:txBody>
          <a:bodyPr wrap="none" lIns="0" tIns="0" rIns="0" bIns="0" anchor="ct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defRPr/>
            </a:pPr>
            <a:fld id="{EA536E08-9229-4670-925E-1ACDE33A6276}" type="slidenum">
              <a:rPr lang="zh-TW" altLang="en-US" u="none" smtClean="0">
                <a:solidFill>
                  <a:schemeClr val="tx1"/>
                </a:solidFill>
                <a:cs typeface="Arial" panose="020B0604020202020204" pitchFamily="34" charset="0"/>
              </a:rPr>
              <a:pPr>
                <a:defRPr/>
              </a:pPr>
              <a:t>‹#›</a:t>
            </a:fld>
            <a:endParaRPr lang="en-US" altLang="zh-TW" u="none">
              <a:solidFill>
                <a:schemeClr val="tx1"/>
              </a:solidFill>
              <a:cs typeface="Arial" panose="020B0604020202020204" pitchFamily="34" charset="0"/>
            </a:endParaRPr>
          </a:p>
        </p:txBody>
      </p:sp>
      <p:sp>
        <p:nvSpPr>
          <p:cNvPr id="2055" name="Rectangle 25">
            <a:extLst>
              <a:ext uri="{FF2B5EF4-FFF2-40B4-BE49-F238E27FC236}">
                <a16:creationId xmlns:a16="http://schemas.microsoft.com/office/drawing/2014/main" id="{9E58B46F-82F7-48DB-BCA2-600B391EBA27}"/>
              </a:ext>
            </a:extLst>
          </p:cNvPr>
          <p:cNvSpPr>
            <a:spLocks noChangeArrowheads="1"/>
          </p:cNvSpPr>
          <p:nvPr/>
        </p:nvSpPr>
        <p:spPr bwMode="auto">
          <a:xfrm>
            <a:off x="106363" y="6572250"/>
            <a:ext cx="631825" cy="21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fld id="{A2FD34A0-FF4C-463F-AA64-EED38D207E34}" type="datetime1">
              <a:rPr lang="en-US" altLang="zh-TW" u="none" smtClean="0">
                <a:solidFill>
                  <a:schemeClr val="tx1"/>
                </a:solidFill>
                <a:cs typeface="Arial" panose="020B0604020202020204" pitchFamily="34" charset="0"/>
              </a:rPr>
              <a:pPr eaLnBrk="1" hangingPunct="1">
                <a:defRPr/>
              </a:pPr>
              <a:t>3/14/2024</a:t>
            </a:fld>
            <a:endParaRPr lang="en-US" altLang="zh-TW" u="none">
              <a:solidFill>
                <a:schemeClr val="tx1"/>
              </a:solidFill>
              <a:cs typeface="Arial" panose="020B0604020202020204" pitchFamily="34" charset="0"/>
            </a:endParaRPr>
          </a:p>
        </p:txBody>
      </p:sp>
      <p:pic>
        <p:nvPicPr>
          <p:cNvPr id="5128" name="Picture 15" descr="logoyil30">
            <a:extLst>
              <a:ext uri="{FF2B5EF4-FFF2-40B4-BE49-F238E27FC236}">
                <a16:creationId xmlns:a16="http://schemas.microsoft.com/office/drawing/2014/main" id="{773BA3A9-91F0-4499-8350-B7088499C86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930650" y="214313"/>
            <a:ext cx="1143000" cy="115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81" r:id="rId1"/>
    <p:sldLayoutId id="2147484082" r:id="rId2"/>
    <p:sldLayoutId id="2147484083" r:id="rId3"/>
    <p:sldLayoutId id="2147484084" r:id="rId4"/>
    <p:sldLayoutId id="2147484085" r:id="rId5"/>
    <p:sldLayoutId id="2147484086" r:id="rId6"/>
    <p:sldLayoutId id="2147484087" r:id="rId7"/>
    <p:sldLayoutId id="2147484088" r:id="rId8"/>
    <p:sldLayoutId id="2147484089" r:id="rId9"/>
    <p:sldLayoutId id="2147484090" r:id="rId10"/>
    <p:sldLayoutId id="2147484091" r:id="rId11"/>
  </p:sldLayoutIdLst>
  <p:hf hdr="0" ftr="0"/>
  <p:txStyles>
    <p:titleStyle>
      <a:lvl1pPr algn="ctr" rtl="0" eaLnBrk="0" fontAlgn="base" hangingPunct="0">
        <a:spcBef>
          <a:spcPct val="0"/>
        </a:spcBef>
        <a:spcAft>
          <a:spcPct val="0"/>
        </a:spcAft>
        <a:defRPr kumimoji="1" sz="4400">
          <a:solidFill>
            <a:schemeClr val="tx2"/>
          </a:solidFill>
          <a:latin typeface="+mj-lt"/>
          <a:ea typeface="+mj-ea"/>
          <a:cs typeface="+mj-cs"/>
        </a:defRPr>
      </a:lvl1pPr>
      <a:lvl2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2pPr>
      <a:lvl3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3pPr>
      <a:lvl4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4pPr>
      <a:lvl5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5pPr>
      <a:lvl6pPr marL="4572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6pPr>
      <a:lvl7pPr marL="9144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7pPr>
      <a:lvl8pPr marL="13716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8pPr>
      <a:lvl9pPr marL="18288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ea typeface="+mn-ea"/>
        </a:defRPr>
      </a:lvl2pPr>
      <a:lvl3pPr marL="1143000" indent="-228600" algn="l" rtl="0" eaLnBrk="0" fontAlgn="base" hangingPunct="0">
        <a:spcBef>
          <a:spcPct val="20000"/>
        </a:spcBef>
        <a:spcAft>
          <a:spcPct val="0"/>
        </a:spcAft>
        <a:buChar char="•"/>
        <a:defRPr kumimoji="1" sz="2400">
          <a:solidFill>
            <a:schemeClr val="tx1"/>
          </a:solidFill>
          <a:latin typeface="+mn-lt"/>
          <a:ea typeface="+mn-ea"/>
        </a:defRPr>
      </a:lvl3pPr>
      <a:lvl4pPr marL="1600200" indent="-228600" algn="l" rtl="0" eaLnBrk="0" fontAlgn="base" hangingPunct="0">
        <a:spcBef>
          <a:spcPct val="20000"/>
        </a:spcBef>
        <a:spcAft>
          <a:spcPct val="0"/>
        </a:spcAft>
        <a:buChar char="–"/>
        <a:defRPr kumimoji="1" sz="2000">
          <a:solidFill>
            <a:schemeClr val="tx1"/>
          </a:solidFill>
          <a:latin typeface="+mn-lt"/>
          <a:ea typeface="+mn-ea"/>
        </a:defRPr>
      </a:lvl4pPr>
      <a:lvl5pPr marL="2057400" indent="-228600" algn="l" rtl="0" eaLnBrk="0" fontAlgn="base" hangingPunct="0">
        <a:spcBef>
          <a:spcPct val="20000"/>
        </a:spcBef>
        <a:spcAft>
          <a:spcPct val="0"/>
        </a:spcAft>
        <a:buChar char="»"/>
        <a:defRPr kumimoji="1" sz="2000">
          <a:solidFill>
            <a:schemeClr val="tx1"/>
          </a:solidFill>
          <a:latin typeface="+mn-lt"/>
          <a:ea typeface="+mn-ea"/>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1">
            <a:alphaModFix/>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618518"/>
            <a:ext cx="7773338"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2367094"/>
            <a:ext cx="7773339"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5883276"/>
            <a:ext cx="2057400" cy="365125"/>
          </a:xfrm>
          <a:prstGeom prst="rect">
            <a:avLst/>
          </a:prstGeom>
        </p:spPr>
        <p:txBody>
          <a:bodyPr vert="horz" lIns="91440" tIns="45720" rIns="91440" bIns="45720" rtlCol="0" anchor="ctr"/>
          <a:lstStyle>
            <a:lvl1pPr algn="r">
              <a:defRPr sz="1000">
                <a:solidFill>
                  <a:schemeClr val="tx1"/>
                </a:solidFill>
              </a:defRPr>
            </a:lvl1pPr>
          </a:lstStyle>
          <a:p>
            <a:pPr>
              <a:defRPr/>
            </a:pPr>
            <a:fld id="{F4AFC189-73F8-4706-AA45-7D354ED2B7AB}" type="datetime4">
              <a:rPr lang="en-US" altLang="en-US" smtClean="0"/>
              <a:t>March 14, 2024</a:t>
            </a:fld>
            <a:endParaRPr lang="en-US" altLang="en-US"/>
          </a:p>
        </p:txBody>
      </p:sp>
      <p:sp>
        <p:nvSpPr>
          <p:cNvPr id="5" name="Footer Placeholder 4"/>
          <p:cNvSpPr>
            <a:spLocks noGrp="1"/>
          </p:cNvSpPr>
          <p:nvPr>
            <p:ph type="ftr" sz="quarter" idx="3"/>
          </p:nvPr>
        </p:nvSpPr>
        <p:spPr>
          <a:xfrm>
            <a:off x="685331" y="5883276"/>
            <a:ext cx="5004665" cy="365125"/>
          </a:xfrm>
          <a:prstGeom prst="rect">
            <a:avLst/>
          </a:prstGeom>
        </p:spPr>
        <p:txBody>
          <a:bodyPr vert="horz" lIns="91440" tIns="45720" rIns="91440" bIns="45720" rtlCol="0" anchor="ctr"/>
          <a:lstStyle>
            <a:lvl1pPr algn="l">
              <a:defRPr sz="1000">
                <a:solidFill>
                  <a:schemeClr val="tx1"/>
                </a:solidFill>
              </a:defRPr>
            </a:lvl1pPr>
          </a:lstStyle>
          <a:p>
            <a:pPr>
              <a:defRPr/>
            </a:pPr>
            <a:endParaRPr lang="en-US" altLang="en-US"/>
          </a:p>
        </p:txBody>
      </p:sp>
      <p:sp>
        <p:nvSpPr>
          <p:cNvPr id="6" name="Slide Number Placeholder 5"/>
          <p:cNvSpPr>
            <a:spLocks noGrp="1"/>
          </p:cNvSpPr>
          <p:nvPr>
            <p:ph type="sldNum" sz="quarter" idx="4"/>
          </p:nvPr>
        </p:nvSpPr>
        <p:spPr>
          <a:xfrm>
            <a:off x="7885509" y="5883276"/>
            <a:ext cx="573161" cy="365125"/>
          </a:xfrm>
          <a:prstGeom prst="rect">
            <a:avLst/>
          </a:prstGeom>
        </p:spPr>
        <p:txBody>
          <a:bodyPr vert="horz" lIns="91440" tIns="45720" rIns="91440" bIns="45720" rtlCol="0" anchor="ctr"/>
          <a:lstStyle>
            <a:lvl1pPr algn="r">
              <a:defRPr sz="1000">
                <a:solidFill>
                  <a:schemeClr val="tx1"/>
                </a:solidFill>
              </a:defRPr>
            </a:lvl1pPr>
          </a:lstStyle>
          <a:p>
            <a:pPr>
              <a:defRPr/>
            </a:pPr>
            <a:fld id="{413338A4-F343-45A5-B376-B2CFBC9F9823}" type="slidenum">
              <a:rPr lang="en-US" altLang="en-US" smtClean="0"/>
              <a:pPr>
                <a:defRPr/>
              </a:pPr>
              <a:t>‹#›</a:t>
            </a:fld>
            <a:endParaRPr lang="en-US" altLang="en-US"/>
          </a:p>
        </p:txBody>
      </p:sp>
    </p:spTree>
    <p:extLst>
      <p:ext uri="{BB962C8B-B14F-4D97-AF65-F5344CB8AC3E}">
        <p14:creationId xmlns:p14="http://schemas.microsoft.com/office/powerpoint/2010/main" val="1682507621"/>
      </p:ext>
    </p:extLst>
  </p:cSld>
  <p:clrMap bg1="lt1" tx1="dk1" bg2="lt2" tx2="dk2" accent1="accent1" accent2="accent2" accent3="accent3" accent4="accent4" accent5="accent5" accent6="accent6" hlink="hlink" folHlink="folHlink"/>
  <p:sldLayoutIdLst>
    <p:sldLayoutId id="2147484093"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 id="2147484106" r:id="rId14"/>
    <p:sldLayoutId id="2147484107" r:id="rId15"/>
    <p:sldLayoutId id="2147484108" r:id="rId16"/>
    <p:sldLayoutId id="2147484109" r:id="rId17"/>
    <p:sldLayoutId id="2147484110" r:id="rId18"/>
    <p:sldLayoutId id="2147484111" r:id="rId19"/>
  </p:sldLayoutIdLst>
  <p:transition>
    <p:random/>
  </p:transition>
  <p:hf hdr="0" ftr="0"/>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87.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6.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6.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6.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5" Type="http://schemas.openxmlformats.org/officeDocument/2006/relationships/image" Target="../media/image18.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hyperlink" Target="https://www.techtarget.com/searchapparchitecture/definition/Web-services" TargetMode="External"/><Relationship Id="rId2" Type="http://schemas.openxmlformats.org/officeDocument/2006/relationships/hyperlink" Target="https://www.techtarget.com/searchsoftwarequality/definition/application" TargetMode="External"/><Relationship Id="rId1" Type="http://schemas.openxmlformats.org/officeDocument/2006/relationships/slideLayout" Target="../slideLayouts/slideLayout88.xml"/><Relationship Id="rId5" Type="http://schemas.openxmlformats.org/officeDocument/2006/relationships/hyperlink" Target="https://www.techtarget.com/searchcio/definition/e-commerce" TargetMode="External"/><Relationship Id="rId4" Type="http://schemas.openxmlformats.org/officeDocument/2006/relationships/hyperlink" Target="https://www.techtarget.com/searchcloudcomputing/definition/web-application-development"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hyperlink" Target="https://www.imaginarycloud.com/blog/10-types-of-web-applications-and-how-you-can-use-them/#ecommerce" TargetMode="External"/><Relationship Id="rId13" Type="http://schemas.openxmlformats.org/officeDocument/2006/relationships/hyperlink" Target="https://www.imaginarycloud.com/blog/10-types-of-web-applications-and-how-you-can-use-them/#animated" TargetMode="External"/><Relationship Id="rId3" Type="http://schemas.openxmlformats.org/officeDocument/2006/relationships/image" Target="../media/image7.png"/><Relationship Id="rId7" Type="http://schemas.openxmlformats.org/officeDocument/2006/relationships/hyperlink" Target="https://www.imaginarycloud.com/blog/10-types-of-web-applications-and-how-you-can-use-them/#dynamic" TargetMode="External"/><Relationship Id="rId12" Type="http://schemas.openxmlformats.org/officeDocument/2006/relationships/hyperlink" Target="https://www.imaginarycloud.com/blog/10-types-of-web-applications-and-how-you-can-use-them/#portal" TargetMode="External"/><Relationship Id="rId2" Type="http://schemas.openxmlformats.org/officeDocument/2006/relationships/image" Target="../media/image3.png"/><Relationship Id="rId1" Type="http://schemas.openxmlformats.org/officeDocument/2006/relationships/slideLayout" Target="../slideLayouts/slideLayout88.xml"/><Relationship Id="rId6" Type="http://schemas.openxmlformats.org/officeDocument/2006/relationships/hyperlink" Target="https://www.imaginarycloud.com/blog/10-types-of-web-applications-and-how-you-can-use-them/#static" TargetMode="External"/><Relationship Id="rId11" Type="http://schemas.openxmlformats.org/officeDocument/2006/relationships/hyperlink" Target="https://www.imaginarycloud.com/blog/10-types-of-web-applications-and-how-you-can-use-them/#multiples" TargetMode="External"/><Relationship Id="rId5" Type="http://schemas.openxmlformats.org/officeDocument/2006/relationships/hyperlink" Target="https://www.imaginarycloud.com/blog/10-types-of-web-applications-and-how-you-can-use-them/#types" TargetMode="External"/><Relationship Id="rId15" Type="http://schemas.openxmlformats.org/officeDocument/2006/relationships/hyperlink" Target="https://www.imaginarycloud.com/blog/10-types-of-web-applications-and-how-you-can-use-them/#pwa" TargetMode="External"/><Relationship Id="rId10" Type="http://schemas.openxmlformats.org/officeDocument/2006/relationships/hyperlink" Target="https://www.imaginarycloud.com/blog/10-types-of-web-applications-and-how-you-can-use-them/#single" TargetMode="External"/><Relationship Id="rId4" Type="http://schemas.openxmlformats.org/officeDocument/2006/relationships/image" Target="../media/image10.png"/><Relationship Id="rId9" Type="http://schemas.openxmlformats.org/officeDocument/2006/relationships/hyperlink" Target="https://www.imaginarycloud.com/blog/10-types-of-web-applications-and-how-you-can-use-them/#cms" TargetMode="External"/><Relationship Id="rId14" Type="http://schemas.openxmlformats.org/officeDocument/2006/relationships/hyperlink" Target="https://www.imaginarycloud.com/blog/10-types-of-web-applications-and-how-you-can-use-them/#ria"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5" Type="http://schemas.openxmlformats.org/officeDocument/2006/relationships/image" Target="../media/image19.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5" Type="http://schemas.openxmlformats.org/officeDocument/2006/relationships/image" Target="../media/image20.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9">
            <a:extLst>
              <a:ext uri="{FF2B5EF4-FFF2-40B4-BE49-F238E27FC236}">
                <a16:creationId xmlns:a16="http://schemas.microsoft.com/office/drawing/2014/main" id="{BFE811EB-6359-4C0C-BB1F-9DFD3BB1A495}"/>
              </a:ext>
            </a:extLst>
          </p:cNvPr>
          <p:cNvSpPr>
            <a:spLocks noGrp="1" noChangeArrowheads="1"/>
          </p:cNvSpPr>
          <p:nvPr>
            <p:ph type="title"/>
          </p:nvPr>
        </p:nvSpPr>
        <p:spPr>
          <a:xfrm>
            <a:off x="498475" y="1844675"/>
            <a:ext cx="7556500" cy="1719263"/>
          </a:xfrm>
        </p:spPr>
        <p:txBody>
          <a:bodyPr/>
          <a:lstStyle/>
          <a:p>
            <a:pPr algn="ctr" eaLnBrk="1" hangingPunct="1"/>
            <a:r>
              <a:rPr lang="en-US" altLang="en-US" b="1" dirty="0">
                <a:latin typeface="Georgia" panose="02040502050405020303" pitchFamily="18" charset="0"/>
              </a:rPr>
              <a:t>Software Design and </a:t>
            </a:r>
            <a:r>
              <a:rPr lang="en-US" altLang="en-US" b="1" dirty="0" err="1">
                <a:latin typeface="Georgia" panose="02040502050405020303" pitchFamily="18" charset="0"/>
              </a:rPr>
              <a:t>Arcitecture</a:t>
            </a:r>
            <a:r>
              <a:rPr lang="en-US" altLang="en-US" b="1" dirty="0">
                <a:latin typeface="Georgia" panose="02040502050405020303" pitchFamily="18" charset="0"/>
              </a:rPr>
              <a:t>(SDA)</a:t>
            </a:r>
            <a:br>
              <a:rPr lang="en-US" altLang="en-US" b="1" dirty="0">
                <a:latin typeface="Georgia" panose="02040502050405020303" pitchFamily="18" charset="0"/>
              </a:rPr>
            </a:br>
            <a:r>
              <a:rPr lang="en-US" altLang="en-US" sz="3200" dirty="0">
                <a:latin typeface="Georgia" panose="02040502050405020303" pitchFamily="18" charset="0"/>
              </a:rPr>
              <a:t>Lecture 4</a:t>
            </a:r>
            <a:endParaRPr lang="en-US" altLang="en-US" dirty="0"/>
          </a:p>
        </p:txBody>
      </p:sp>
      <p:sp>
        <p:nvSpPr>
          <p:cNvPr id="45059" name="Content Placeholder 10">
            <a:extLst>
              <a:ext uri="{FF2B5EF4-FFF2-40B4-BE49-F238E27FC236}">
                <a16:creationId xmlns:a16="http://schemas.microsoft.com/office/drawing/2014/main" id="{EBB3B385-0FFF-4B23-9F2A-6D64D633E1A6}"/>
              </a:ext>
            </a:extLst>
          </p:cNvPr>
          <p:cNvSpPr>
            <a:spLocks noGrp="1" noChangeArrowheads="1"/>
          </p:cNvSpPr>
          <p:nvPr>
            <p:ph idx="1"/>
          </p:nvPr>
        </p:nvSpPr>
        <p:spPr>
          <a:xfrm>
            <a:off x="498475" y="4076700"/>
            <a:ext cx="7556500" cy="2049463"/>
          </a:xfrm>
        </p:spPr>
        <p:txBody>
          <a:bodyPr/>
          <a:lstStyle/>
          <a:p>
            <a:pPr marL="0" indent="0" eaLnBrk="1" hangingPunct="1">
              <a:lnSpc>
                <a:spcPct val="90000"/>
              </a:lnSpc>
              <a:spcBef>
                <a:spcPts val="1000"/>
              </a:spcBef>
              <a:buClrTx/>
              <a:buSzTx/>
              <a:buFont typeface="Wingdings" panose="05000000000000000000" pitchFamily="2" charset="2"/>
              <a:buNone/>
            </a:pPr>
            <a:r>
              <a:rPr lang="en-US" altLang="en-US" sz="2400" dirty="0" err="1">
                <a:solidFill>
                  <a:srgbClr val="2E75B6"/>
                </a:solidFill>
                <a:latin typeface="Georgia" panose="02040502050405020303" pitchFamily="18" charset="0"/>
              </a:rPr>
              <a:t>Engr.Ramsha</a:t>
            </a:r>
            <a:r>
              <a:rPr lang="en-US" altLang="en-US" sz="2400" dirty="0">
                <a:solidFill>
                  <a:srgbClr val="2E75B6"/>
                </a:solidFill>
                <a:latin typeface="Georgia" panose="02040502050405020303" pitchFamily="18" charset="0"/>
              </a:rPr>
              <a:t> </a:t>
            </a:r>
            <a:r>
              <a:rPr lang="en-US" altLang="en-US" sz="2400" dirty="0" err="1">
                <a:solidFill>
                  <a:srgbClr val="2E75B6"/>
                </a:solidFill>
                <a:latin typeface="Georgia" panose="02040502050405020303" pitchFamily="18" charset="0"/>
              </a:rPr>
              <a:t>Mashood</a:t>
            </a:r>
            <a:endParaRPr lang="en-US" altLang="en-US" sz="2400" dirty="0">
              <a:solidFill>
                <a:srgbClr val="2E75B6"/>
              </a:solidFill>
              <a:latin typeface="Georgia" panose="02040502050405020303" pitchFamily="18" charset="0"/>
            </a:endParaRP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Senior Lecturer</a:t>
            </a: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Department of Software Engineering </a:t>
            </a:r>
          </a:p>
          <a:p>
            <a:pPr marL="0" indent="0" eaLnBrk="1" hangingPunct="1">
              <a:lnSpc>
                <a:spcPct val="90000"/>
              </a:lnSpc>
              <a:spcBef>
                <a:spcPts val="1000"/>
              </a:spcBef>
              <a:buClrTx/>
              <a:buSzTx/>
              <a:buFont typeface="Wingdings" panose="05000000000000000000" pitchFamily="2" charset="2"/>
              <a:buNone/>
            </a:pPr>
            <a:r>
              <a:rPr lang="en-US" altLang="en-US" sz="1800" dirty="0" err="1">
                <a:solidFill>
                  <a:srgbClr val="2E75B6"/>
                </a:solidFill>
                <a:latin typeface="Georgia" panose="02040502050405020303" pitchFamily="18" charset="0"/>
              </a:rPr>
              <a:t>Bahria</a:t>
            </a:r>
            <a:r>
              <a:rPr lang="en-US" altLang="en-US" sz="1800" dirty="0">
                <a:solidFill>
                  <a:srgbClr val="2E75B6"/>
                </a:solidFill>
                <a:latin typeface="Georgia" panose="02040502050405020303" pitchFamily="18" charset="0"/>
              </a:rPr>
              <a:t> University Karachi Campus</a:t>
            </a:r>
          </a:p>
        </p:txBody>
      </p:sp>
      <p:sp>
        <p:nvSpPr>
          <p:cNvPr id="4" name="Date Placeholder 3">
            <a:extLst>
              <a:ext uri="{FF2B5EF4-FFF2-40B4-BE49-F238E27FC236}">
                <a16:creationId xmlns:a16="http://schemas.microsoft.com/office/drawing/2014/main" id="{8609610F-C2C6-D01D-ACEC-C9F5EDDC7484}"/>
              </a:ext>
            </a:extLst>
          </p:cNvPr>
          <p:cNvSpPr>
            <a:spLocks noGrp="1"/>
          </p:cNvSpPr>
          <p:nvPr>
            <p:ph type="dt" sz="half" idx="10"/>
          </p:nvPr>
        </p:nvSpPr>
        <p:spPr/>
        <p:txBody>
          <a:bodyPr/>
          <a:lstStyle/>
          <a:p>
            <a:pPr>
              <a:defRPr/>
            </a:pPr>
            <a:fld id="{983F4EA4-54BB-403D-BA7A-E373D5B7151D}" type="datetime4">
              <a:rPr lang="en-US" altLang="en-US" smtClean="0"/>
              <a:t>March 14, 2024</a:t>
            </a:fld>
            <a:endParaRPr lang="en-US" altLang="en-US"/>
          </a:p>
        </p:txBody>
      </p:sp>
      <p:sp>
        <p:nvSpPr>
          <p:cNvPr id="5" name="Slide Number Placeholder 4">
            <a:extLst>
              <a:ext uri="{FF2B5EF4-FFF2-40B4-BE49-F238E27FC236}">
                <a16:creationId xmlns:a16="http://schemas.microsoft.com/office/drawing/2014/main" id="{62C4F6A9-306A-16D2-9547-434BD53B9AA2}"/>
              </a:ext>
            </a:extLst>
          </p:cNvPr>
          <p:cNvSpPr>
            <a:spLocks noGrp="1"/>
          </p:cNvSpPr>
          <p:nvPr>
            <p:ph type="sldNum" sz="quarter" idx="12"/>
          </p:nvPr>
        </p:nvSpPr>
        <p:spPr/>
        <p:txBody>
          <a:bodyPr/>
          <a:lstStyle/>
          <a:p>
            <a:pPr>
              <a:defRPr/>
            </a:pPr>
            <a:fld id="{5997FF75-9E45-4F6E-9E89-BE68C2AA7735}" type="slidenum">
              <a:rPr lang="en-US" altLang="en-US" smtClean="0"/>
              <a:pPr>
                <a:defRPr/>
              </a:pPr>
              <a:t>1</a:t>
            </a:fld>
            <a:endParaRPr lang="en-US" altLang="en-US"/>
          </a:p>
        </p:txBody>
      </p:sp>
      <p:pic>
        <p:nvPicPr>
          <p:cNvPr id="45060" name="Picture 11">
            <a:extLst>
              <a:ext uri="{FF2B5EF4-FFF2-40B4-BE49-F238E27FC236}">
                <a16:creationId xmlns:a16="http://schemas.microsoft.com/office/drawing/2014/main" id="{32C4D0F8-0285-41AA-876F-63D65A599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0975" y="0"/>
            <a:ext cx="4095750" cy="1114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7125"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7126" name="Picture 47125">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7127" name="Rectangle 471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110" name="Graphic 47109" descr="Computer">
            <a:extLst>
              <a:ext uri="{FF2B5EF4-FFF2-40B4-BE49-F238E27FC236}">
                <a16:creationId xmlns:a16="http://schemas.microsoft.com/office/drawing/2014/main" id="{14C300E6-B83D-2777-C7EC-FD6CADA8E20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946714" y="957486"/>
            <a:ext cx="3285330" cy="3285330"/>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47128" name="Picture 47127">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r="71324"/>
          <a:stretch/>
        </p:blipFill>
        <p:spPr>
          <a:xfrm>
            <a:off x="0" y="0"/>
            <a:ext cx="2622176" cy="6858000"/>
          </a:xfrm>
          <a:prstGeom prst="rect">
            <a:avLst/>
          </a:prstGeom>
        </p:spPr>
      </p:pic>
      <p:sp>
        <p:nvSpPr>
          <p:cNvPr id="47106" name="Title 9">
            <a:extLst>
              <a:ext uri="{FF2B5EF4-FFF2-40B4-BE49-F238E27FC236}">
                <a16:creationId xmlns:a16="http://schemas.microsoft.com/office/drawing/2014/main" id="{74FDEA82-9E3C-4D29-B2F9-0297DB5B62E7}"/>
              </a:ext>
            </a:extLst>
          </p:cNvPr>
          <p:cNvSpPr>
            <a:spLocks noGrp="1" noChangeArrowheads="1"/>
          </p:cNvSpPr>
          <p:nvPr>
            <p:ph type="title"/>
          </p:nvPr>
        </p:nvSpPr>
        <p:spPr>
          <a:xfrm>
            <a:off x="476408" y="4562855"/>
            <a:ext cx="8187274" cy="1137554"/>
          </a:xfrm>
        </p:spPr>
        <p:txBody>
          <a:bodyPr vert="horz" lIns="91440" tIns="45720" rIns="91440" bIns="45720" rtlCol="0" anchor="b">
            <a:normAutofit/>
          </a:bodyPr>
          <a:lstStyle/>
          <a:p>
            <a:pPr marL="66675" marR="0">
              <a:spcBef>
                <a:spcPts val="890"/>
              </a:spcBef>
              <a:spcAft>
                <a:spcPts val="0"/>
              </a:spcAft>
            </a:pPr>
            <a:r>
              <a:rPr lang="en-US" sz="3600" cap="small" dirty="0">
                <a:effectLst/>
                <a:latin typeface="Times New Roman" panose="02020603050405020304" pitchFamily="18" charset="0"/>
                <a:ea typeface="Times New Roman" panose="02020603050405020304" pitchFamily="18" charset="0"/>
              </a:rPr>
              <a:t>Functional</a:t>
            </a:r>
            <a:r>
              <a:rPr lang="en-US" sz="3600" cap="small" spc="-40"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Design;</a:t>
            </a:r>
            <a:r>
              <a:rPr lang="en-US" sz="3600" cap="small" spc="-55"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UI</a:t>
            </a:r>
            <a:r>
              <a:rPr lang="en-US" sz="3600" cap="small" spc="-70"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Design;</a:t>
            </a:r>
            <a:r>
              <a:rPr lang="en-US" sz="3600" cap="small" spc="-55"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Web</a:t>
            </a:r>
            <a:r>
              <a:rPr lang="en-US" sz="3600" cap="small" spc="-10"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Applications</a:t>
            </a:r>
            <a:r>
              <a:rPr lang="en-US" sz="3600" cap="small" spc="5" dirty="0">
                <a:effectLst/>
                <a:latin typeface="Times New Roman" panose="02020603050405020304" pitchFamily="18" charset="0"/>
                <a:ea typeface="Times New Roman" panose="02020603050405020304" pitchFamily="18" charset="0"/>
              </a:rPr>
              <a:t> </a:t>
            </a:r>
            <a:r>
              <a:rPr lang="en-US" sz="3600" cap="small" spc="-10" dirty="0">
                <a:effectLst/>
                <a:latin typeface="Times New Roman" panose="02020603050405020304" pitchFamily="18" charset="0"/>
                <a:ea typeface="Times New Roman" panose="02020603050405020304" pitchFamily="18" charset="0"/>
              </a:rPr>
              <a:t>Design</a:t>
            </a:r>
            <a:endParaRPr lang="en-US" sz="3600" dirty="0">
              <a:effectLst/>
              <a:latin typeface="Times New Roman" panose="02020603050405020304" pitchFamily="18" charset="0"/>
              <a:ea typeface="Times New Roman" panose="02020603050405020304" pitchFamily="18" charset="0"/>
            </a:endParaRPr>
          </a:p>
        </p:txBody>
      </p:sp>
      <p:sp>
        <p:nvSpPr>
          <p:cNvPr id="4" name="Date Placeholder 3">
            <a:extLst>
              <a:ext uri="{FF2B5EF4-FFF2-40B4-BE49-F238E27FC236}">
                <a16:creationId xmlns:a16="http://schemas.microsoft.com/office/drawing/2014/main" id="{56B671C2-DB81-4A30-5231-D5B4B93E075A}"/>
              </a:ext>
            </a:extLst>
          </p:cNvPr>
          <p:cNvSpPr>
            <a:spLocks noGrp="1"/>
          </p:cNvSpPr>
          <p:nvPr>
            <p:ph type="dt" sz="half" idx="10"/>
          </p:nvPr>
        </p:nvSpPr>
        <p:spPr>
          <a:xfrm>
            <a:off x="5759052" y="6354825"/>
            <a:ext cx="2057400" cy="365125"/>
          </a:xfrm>
        </p:spPr>
        <p:txBody>
          <a:bodyPr vert="horz" lIns="91440" tIns="45720" rIns="91440" bIns="45720" rtlCol="0" anchor="ctr">
            <a:normAutofit/>
          </a:bodyPr>
          <a:lstStyle/>
          <a:p>
            <a:pPr eaLnBrk="1" hangingPunct="1">
              <a:spcAft>
                <a:spcPts val="600"/>
              </a:spcAft>
              <a:defRPr/>
            </a:pPr>
            <a:fld id="{43FCFCAC-74A5-48D0-A658-FE49EE2C0C91}" type="datetime4">
              <a:rPr lang="en-US" altLang="en-US" smtClean="0">
                <a:latin typeface="+mn-lt"/>
                <a:ea typeface="+mn-ea"/>
              </a:rPr>
              <a:pPr eaLnBrk="1" hangingPunct="1">
                <a:spcAft>
                  <a:spcPts val="600"/>
                </a:spcAft>
                <a:defRPr/>
              </a:pPr>
              <a:t>March 14, 2024</a:t>
            </a:fld>
            <a:endParaRPr lang="en-US" altLang="en-US">
              <a:latin typeface="+mn-lt"/>
              <a:ea typeface="+mn-ea"/>
            </a:endParaRPr>
          </a:p>
        </p:txBody>
      </p:sp>
      <p:pic>
        <p:nvPicPr>
          <p:cNvPr id="47129" name="Picture 47128">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5" name="Slide Number Placeholder 4">
            <a:extLst>
              <a:ext uri="{FF2B5EF4-FFF2-40B4-BE49-F238E27FC236}">
                <a16:creationId xmlns:a16="http://schemas.microsoft.com/office/drawing/2014/main" id="{2C5FDA99-E5FE-3603-7621-A81A4AFD1D13}"/>
              </a:ext>
            </a:extLst>
          </p:cNvPr>
          <p:cNvSpPr>
            <a:spLocks noGrp="1"/>
          </p:cNvSpPr>
          <p:nvPr>
            <p:ph type="sldNum" sz="quarter" idx="12"/>
          </p:nvPr>
        </p:nvSpPr>
        <p:spPr>
          <a:xfrm>
            <a:off x="7885508" y="6354825"/>
            <a:ext cx="573161" cy="365125"/>
          </a:xfrm>
        </p:spPr>
        <p:txBody>
          <a:bodyPr vert="horz" lIns="91440" tIns="45720" rIns="91440" bIns="45720" rtlCol="0" anchor="ctr">
            <a:normAutofit/>
          </a:bodyPr>
          <a:lstStyle/>
          <a:p>
            <a:pPr eaLnBrk="1" hangingPunct="1">
              <a:spcAft>
                <a:spcPts val="600"/>
              </a:spcAft>
              <a:defRPr/>
            </a:pPr>
            <a:fld id="{04D8FD4F-45E7-4072-8800-E1C10689F0F2}" type="slidenum">
              <a:rPr lang="en-US" altLang="en-US" smtClean="0">
                <a:latin typeface="+mn-lt"/>
                <a:ea typeface="+mn-ea"/>
              </a:rPr>
              <a:pPr eaLnBrk="1" hangingPunct="1">
                <a:spcAft>
                  <a:spcPts val="600"/>
                </a:spcAft>
                <a:defRPr/>
              </a:pPr>
              <a:t>2</a:t>
            </a:fld>
            <a:endParaRPr lang="en-US" altLang="en-US">
              <a:latin typeface="+mn-lt"/>
              <a:ea typeface="+mn-ea"/>
            </a:endParaRPr>
          </a:p>
        </p:txBody>
      </p:sp>
    </p:spTree>
  </p:cSld>
  <p:clrMapOvr>
    <a:masterClrMapping/>
  </p:clrMapOvr>
  <p:transition>
    <p:random/>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8147"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8148" name="Picture 48147">
            <a:extLst>
              <a:ext uri="{FF2B5EF4-FFF2-40B4-BE49-F238E27FC236}">
                <a16:creationId xmlns:a16="http://schemas.microsoft.com/office/drawing/2014/main" id="{765E2D7E-B7BD-404F-9F71-D6620D37B9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8149" name="Rectangle 48148">
            <a:extLst>
              <a:ext uri="{FF2B5EF4-FFF2-40B4-BE49-F238E27FC236}">
                <a16:creationId xmlns:a16="http://schemas.microsoft.com/office/drawing/2014/main" id="{446F2B05-D14A-46C1-B94D-81BAFA34CA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150" name="Graphic 48149" descr="Programmer">
            <a:extLst>
              <a:ext uri="{FF2B5EF4-FFF2-40B4-BE49-F238E27FC236}">
                <a16:creationId xmlns:a16="http://schemas.microsoft.com/office/drawing/2014/main" id="{111E8B78-98F3-5A93-1415-6940050DE5A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10110" y="2004596"/>
            <a:ext cx="2880612" cy="2880612"/>
          </a:xfrm>
          <a:prstGeom prst="rect">
            <a:avLst/>
          </a:prstGeom>
        </p:spPr>
      </p:pic>
      <p:pic>
        <p:nvPicPr>
          <p:cNvPr id="48151" name="Picture 48150">
            <a:extLst>
              <a:ext uri="{FF2B5EF4-FFF2-40B4-BE49-F238E27FC236}">
                <a16:creationId xmlns:a16="http://schemas.microsoft.com/office/drawing/2014/main" id="{DC21F734-A85A-4FEA-8CB8-6C72B8195C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 name="Slide Number Placeholder 2">
            <a:extLst>
              <a:ext uri="{FF2B5EF4-FFF2-40B4-BE49-F238E27FC236}">
                <a16:creationId xmlns:a16="http://schemas.microsoft.com/office/drawing/2014/main" id="{884BE14B-BB45-E670-0ED6-4B60F384DB02}"/>
              </a:ext>
            </a:extLst>
          </p:cNvPr>
          <p:cNvSpPr>
            <a:spLocks noGrp="1"/>
          </p:cNvSpPr>
          <p:nvPr>
            <p:ph type="sldNum" sz="quarter" idx="12"/>
          </p:nvPr>
        </p:nvSpPr>
        <p:spPr>
          <a:xfrm>
            <a:off x="7885508" y="6263640"/>
            <a:ext cx="573161" cy="365125"/>
          </a:xfrm>
        </p:spPr>
        <p:txBody>
          <a:bodyPr vert="horz" lIns="91440" tIns="45720" rIns="91440" bIns="45720" rtlCol="0" anchor="ctr">
            <a:normAutofit/>
          </a:bodyPr>
          <a:lstStyle/>
          <a:p>
            <a:pPr eaLnBrk="1" hangingPunct="1">
              <a:spcAft>
                <a:spcPts val="600"/>
              </a:spcAft>
              <a:defRPr/>
            </a:pPr>
            <a:fld id="{CC516D0E-CD58-4E49-9F6D-689564ED6CA6}" type="slidenum">
              <a:rPr lang="en-US" altLang="en-US" smtClean="0">
                <a:latin typeface="+mn-lt"/>
                <a:ea typeface="+mn-ea"/>
              </a:rPr>
              <a:pPr eaLnBrk="1" hangingPunct="1">
                <a:spcAft>
                  <a:spcPts val="600"/>
                </a:spcAft>
                <a:defRPr/>
              </a:pPr>
              <a:t>3</a:t>
            </a:fld>
            <a:endParaRPr lang="en-US" altLang="en-US">
              <a:latin typeface="+mn-lt"/>
              <a:ea typeface="+mn-ea"/>
            </a:endParaRPr>
          </a:p>
        </p:txBody>
      </p:sp>
      <p:sp>
        <p:nvSpPr>
          <p:cNvPr id="2" name="Date Placeholder 1">
            <a:extLst>
              <a:ext uri="{FF2B5EF4-FFF2-40B4-BE49-F238E27FC236}">
                <a16:creationId xmlns:a16="http://schemas.microsoft.com/office/drawing/2014/main" id="{B8A59F32-2C80-E3CF-4E8F-11224A409AA6}"/>
              </a:ext>
            </a:extLst>
          </p:cNvPr>
          <p:cNvSpPr>
            <a:spLocks noGrp="1"/>
          </p:cNvSpPr>
          <p:nvPr>
            <p:ph type="dt" sz="half" idx="10"/>
          </p:nvPr>
        </p:nvSpPr>
        <p:spPr>
          <a:xfrm>
            <a:off x="5759052" y="6263640"/>
            <a:ext cx="2057400" cy="365125"/>
          </a:xfrm>
        </p:spPr>
        <p:txBody>
          <a:bodyPr vert="horz" lIns="91440" tIns="45720" rIns="91440" bIns="45720" rtlCol="0" anchor="ctr">
            <a:normAutofit/>
          </a:bodyPr>
          <a:lstStyle/>
          <a:p>
            <a:pPr eaLnBrk="1" hangingPunct="1">
              <a:spcAft>
                <a:spcPts val="600"/>
              </a:spcAft>
              <a:defRPr/>
            </a:pPr>
            <a:fld id="{28CBB6C6-97BA-466E-9280-40CB1DB9EF95}" type="datetime4">
              <a:rPr lang="en-US" altLang="en-US" smtClean="0">
                <a:latin typeface="+mn-lt"/>
                <a:ea typeface="+mn-ea"/>
              </a:rPr>
              <a:pPr eaLnBrk="1" hangingPunct="1">
                <a:spcAft>
                  <a:spcPts val="600"/>
                </a:spcAft>
                <a:defRPr/>
              </a:pPr>
              <a:t>March 14, 2024</a:t>
            </a:fld>
            <a:endParaRPr lang="en-US" altLang="en-US">
              <a:latin typeface="+mn-lt"/>
              <a:ea typeface="+mn-ea"/>
            </a:endParaRPr>
          </a:p>
        </p:txBody>
      </p:sp>
      <p:sp>
        <p:nvSpPr>
          <p:cNvPr id="48132" name="Rectangle 2">
            <a:extLst>
              <a:ext uri="{FF2B5EF4-FFF2-40B4-BE49-F238E27FC236}">
                <a16:creationId xmlns:a16="http://schemas.microsoft.com/office/drawing/2014/main" id="{E6FA0602-9C9A-49C1-8B20-57D8FBA725C9}"/>
              </a:ext>
            </a:extLst>
          </p:cNvPr>
          <p:cNvSpPr>
            <a:spLocks noGrp="1" noChangeArrowheads="1"/>
          </p:cNvSpPr>
          <p:nvPr>
            <p:ph type="title" idx="4294967295"/>
          </p:nvPr>
        </p:nvSpPr>
        <p:spPr>
          <a:xfrm>
            <a:off x="3961890" y="618517"/>
            <a:ext cx="4391562" cy="1596177"/>
          </a:xfrm>
        </p:spPr>
        <p:txBody>
          <a:bodyPr vert="horz" lIns="91440" tIns="45720" rIns="91440" bIns="45720" rtlCol="0" anchor="ctr">
            <a:normAutofit/>
          </a:bodyPr>
          <a:lstStyle/>
          <a:p>
            <a:r>
              <a:rPr lang="en-US" altLang="zh-TW" dirty="0"/>
              <a:t> Functional  DESIGN</a:t>
            </a:r>
          </a:p>
        </p:txBody>
      </p:sp>
      <p:pic>
        <p:nvPicPr>
          <p:cNvPr id="5" name="Picture 4">
            <a:extLst>
              <a:ext uri="{FF2B5EF4-FFF2-40B4-BE49-F238E27FC236}">
                <a16:creationId xmlns:a16="http://schemas.microsoft.com/office/drawing/2014/main" id="{3ED2CAE4-46A4-259B-BCAD-F1285C3E76B2}"/>
              </a:ext>
            </a:extLst>
          </p:cNvPr>
          <p:cNvPicPr>
            <a:picLocks noChangeAspect="1"/>
          </p:cNvPicPr>
          <p:nvPr/>
        </p:nvPicPr>
        <p:blipFill>
          <a:blip r:embed="rId6"/>
          <a:stretch>
            <a:fillRect/>
          </a:stretch>
        </p:blipFill>
        <p:spPr>
          <a:xfrm>
            <a:off x="3646883" y="2178909"/>
            <a:ext cx="5192317" cy="3155091"/>
          </a:xfrm>
          <a:prstGeom prst="rect">
            <a:avLst/>
          </a:prstGeom>
        </p:spPr>
      </p:pic>
    </p:spTree>
  </p:cSld>
  <p:clrMapOvr>
    <a:masterClrMapping/>
  </p:clrMapOvr>
  <p:transition>
    <p:random/>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BFAA08-5FE3-84BF-7B28-4A1F4867C6C1}"/>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7B472485-77D8-55A4-24BD-09889D80663B}"/>
              </a:ext>
            </a:extLst>
          </p:cNvPr>
          <p:cNvSpPr>
            <a:spLocks noGrp="1"/>
          </p:cNvSpPr>
          <p:nvPr>
            <p:ph type="sldNum" sz="quarter" idx="12"/>
          </p:nvPr>
        </p:nvSpPr>
        <p:spPr/>
        <p:txBody>
          <a:bodyPr/>
          <a:lstStyle/>
          <a:p>
            <a:pPr>
              <a:defRPr/>
            </a:pPr>
            <a:fld id="{CC516D0E-CD58-4E49-9F6D-689564ED6CA6}" type="slidenum">
              <a:rPr lang="en-US" altLang="en-US" smtClean="0"/>
              <a:pPr>
                <a:defRPr/>
              </a:pPr>
              <a:t>4</a:t>
            </a:fld>
            <a:endParaRPr lang="en-US" altLang="en-US"/>
          </a:p>
        </p:txBody>
      </p:sp>
      <p:sp>
        <p:nvSpPr>
          <p:cNvPr id="5" name="TextBox 4">
            <a:extLst>
              <a:ext uri="{FF2B5EF4-FFF2-40B4-BE49-F238E27FC236}">
                <a16:creationId xmlns:a16="http://schemas.microsoft.com/office/drawing/2014/main" id="{8C3832E1-F649-F31F-2BF3-EE567CACA1FC}"/>
              </a:ext>
            </a:extLst>
          </p:cNvPr>
          <p:cNvSpPr txBox="1"/>
          <p:nvPr/>
        </p:nvSpPr>
        <p:spPr>
          <a:xfrm>
            <a:off x="1143470" y="2551837"/>
            <a:ext cx="7315200" cy="1754326"/>
          </a:xfrm>
          <a:prstGeom prst="rect">
            <a:avLst/>
          </a:prstGeom>
          <a:noFill/>
        </p:spPr>
        <p:txBody>
          <a:bodyPr wrap="square">
            <a:spAutoFit/>
          </a:bodyPr>
          <a:lstStyle/>
          <a:p>
            <a:pPr algn="just"/>
            <a:r>
              <a:rPr lang="en-US" b="0" i="0" dirty="0">
                <a:solidFill>
                  <a:srgbClr val="2B2B2B"/>
                </a:solidFill>
                <a:effectLst/>
                <a:latin typeface="Merriweather" panose="020F0502020204030204" pitchFamily="2" charset="0"/>
              </a:rPr>
              <a:t>User interface (UI) design is the process designers use to build interfaces in software or computerized devices, focusing on looks or style. Designers aim to create interfaces which users find easy to use and pleasurable. UI design refers to graphical user interfaces and other forms—e.g., voice-controlled interfaces.</a:t>
            </a:r>
            <a:endParaRPr lang="en-US" b="0" i="0" dirty="0">
              <a:solidFill>
                <a:srgbClr val="0D0D0D"/>
              </a:solidFill>
              <a:effectLst/>
              <a:latin typeface="Söhne"/>
            </a:endParaRPr>
          </a:p>
        </p:txBody>
      </p:sp>
      <p:sp>
        <p:nvSpPr>
          <p:cNvPr id="6" name="Rectangle 2">
            <a:extLst>
              <a:ext uri="{FF2B5EF4-FFF2-40B4-BE49-F238E27FC236}">
                <a16:creationId xmlns:a16="http://schemas.microsoft.com/office/drawing/2014/main" id="{34C49D3E-A597-BA16-5D1C-D4DE4329D12A}"/>
              </a:ext>
            </a:extLst>
          </p:cNvPr>
          <p:cNvSpPr txBox="1">
            <a:spLocks noChangeArrowheads="1"/>
          </p:cNvSpPr>
          <p:nvPr/>
        </p:nvSpPr>
        <p:spPr>
          <a:xfrm>
            <a:off x="2344433" y="572218"/>
            <a:ext cx="4391562" cy="159617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a:lstStyle>
          <a:p>
            <a:pPr fontAlgn="auto">
              <a:spcAft>
                <a:spcPts val="0"/>
              </a:spcAft>
            </a:pPr>
            <a:r>
              <a:rPr lang="en-US" altLang="zh-TW" dirty="0"/>
              <a:t>User interface design</a:t>
            </a:r>
          </a:p>
        </p:txBody>
      </p:sp>
    </p:spTree>
    <p:extLst>
      <p:ext uri="{BB962C8B-B14F-4D97-AF65-F5344CB8AC3E}">
        <p14:creationId xmlns:p14="http://schemas.microsoft.com/office/powerpoint/2010/main" val="155802820"/>
      </p:ext>
    </p:extLst>
  </p:cSld>
  <p:clrMapOvr>
    <a:masterClrMapping/>
  </p:clrMapOvr>
  <p:transition>
    <p:random/>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BFAA08-5FE3-84BF-7B28-4A1F4867C6C1}"/>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7B472485-77D8-55A4-24BD-09889D80663B}"/>
              </a:ext>
            </a:extLst>
          </p:cNvPr>
          <p:cNvSpPr>
            <a:spLocks noGrp="1"/>
          </p:cNvSpPr>
          <p:nvPr>
            <p:ph type="sldNum" sz="quarter" idx="12"/>
          </p:nvPr>
        </p:nvSpPr>
        <p:spPr/>
        <p:txBody>
          <a:bodyPr/>
          <a:lstStyle/>
          <a:p>
            <a:pPr>
              <a:defRPr/>
            </a:pPr>
            <a:fld id="{CC516D0E-CD58-4E49-9F6D-689564ED6CA6}" type="slidenum">
              <a:rPr lang="en-US" altLang="en-US" smtClean="0"/>
              <a:pPr>
                <a:defRPr/>
              </a:pPr>
              <a:t>5</a:t>
            </a:fld>
            <a:endParaRPr lang="en-US" altLang="en-US"/>
          </a:p>
        </p:txBody>
      </p:sp>
      <p:sp>
        <p:nvSpPr>
          <p:cNvPr id="6" name="Rectangle 2">
            <a:extLst>
              <a:ext uri="{FF2B5EF4-FFF2-40B4-BE49-F238E27FC236}">
                <a16:creationId xmlns:a16="http://schemas.microsoft.com/office/drawing/2014/main" id="{34C49D3E-A597-BA16-5D1C-D4DE4329D12A}"/>
              </a:ext>
            </a:extLst>
          </p:cNvPr>
          <p:cNvSpPr txBox="1">
            <a:spLocks noChangeArrowheads="1"/>
          </p:cNvSpPr>
          <p:nvPr/>
        </p:nvSpPr>
        <p:spPr>
          <a:xfrm>
            <a:off x="2344433" y="572218"/>
            <a:ext cx="4391562" cy="159617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a:lstStyle>
          <a:p>
            <a:pPr fontAlgn="auto">
              <a:spcAft>
                <a:spcPts val="0"/>
              </a:spcAft>
            </a:pPr>
            <a:r>
              <a:rPr lang="en-US" altLang="zh-TW" dirty="0"/>
              <a:t>User interface design</a:t>
            </a:r>
          </a:p>
        </p:txBody>
      </p:sp>
      <p:pic>
        <p:nvPicPr>
          <p:cNvPr id="7" name="Picture 6">
            <a:extLst>
              <a:ext uri="{FF2B5EF4-FFF2-40B4-BE49-F238E27FC236}">
                <a16:creationId xmlns:a16="http://schemas.microsoft.com/office/drawing/2014/main" id="{5F458CE7-0ECE-C192-4448-DCEADE79435F}"/>
              </a:ext>
            </a:extLst>
          </p:cNvPr>
          <p:cNvPicPr>
            <a:picLocks noChangeAspect="1"/>
          </p:cNvPicPr>
          <p:nvPr/>
        </p:nvPicPr>
        <p:blipFill>
          <a:blip r:embed="rId2"/>
          <a:stretch>
            <a:fillRect/>
          </a:stretch>
        </p:blipFill>
        <p:spPr>
          <a:xfrm>
            <a:off x="609600" y="2090736"/>
            <a:ext cx="7849070" cy="3834753"/>
          </a:xfrm>
          <a:prstGeom prst="rect">
            <a:avLst/>
          </a:prstGeom>
        </p:spPr>
      </p:pic>
    </p:spTree>
    <p:extLst>
      <p:ext uri="{BB962C8B-B14F-4D97-AF65-F5344CB8AC3E}">
        <p14:creationId xmlns:p14="http://schemas.microsoft.com/office/powerpoint/2010/main" val="3052508745"/>
      </p:ext>
    </p:extLst>
  </p:cSld>
  <p:clrMapOvr>
    <a:masterClrMapping/>
  </p:clrMapOvr>
  <p:transition>
    <p:rand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A021-F979-AD63-AAAE-EEA4C029795C}"/>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806A9A10-49F7-96B3-BEB4-60B498502512}"/>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26D680F6-DF4B-5A45-5124-367ED89FB4AF}"/>
              </a:ext>
            </a:extLst>
          </p:cNvPr>
          <p:cNvSpPr>
            <a:spLocks noGrp="1"/>
          </p:cNvSpPr>
          <p:nvPr>
            <p:ph type="sldNum" sz="quarter" idx="12"/>
          </p:nvPr>
        </p:nvSpPr>
        <p:spPr/>
        <p:txBody>
          <a:bodyPr/>
          <a:lstStyle/>
          <a:p>
            <a:pPr>
              <a:defRPr/>
            </a:pPr>
            <a:fld id="{CC516D0E-CD58-4E49-9F6D-689564ED6CA6}" type="slidenum">
              <a:rPr lang="en-US" altLang="en-US" smtClean="0"/>
              <a:pPr>
                <a:defRPr/>
              </a:pPr>
              <a:t>6</a:t>
            </a:fld>
            <a:endParaRPr lang="en-US" altLang="en-US"/>
          </a:p>
        </p:txBody>
      </p:sp>
      <p:sp>
        <p:nvSpPr>
          <p:cNvPr id="4" name="Rectangle 2">
            <a:extLst>
              <a:ext uri="{FF2B5EF4-FFF2-40B4-BE49-F238E27FC236}">
                <a16:creationId xmlns:a16="http://schemas.microsoft.com/office/drawing/2014/main" id="{9A6F2C6E-63A4-3163-E9A8-B782A16128CB}"/>
              </a:ext>
            </a:extLst>
          </p:cNvPr>
          <p:cNvSpPr txBox="1">
            <a:spLocks noChangeArrowheads="1"/>
          </p:cNvSpPr>
          <p:nvPr/>
        </p:nvSpPr>
        <p:spPr>
          <a:xfrm>
            <a:off x="2209800" y="116311"/>
            <a:ext cx="4391562" cy="159617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a:lstStyle>
          <a:p>
            <a:pPr fontAlgn="auto">
              <a:spcAft>
                <a:spcPts val="0"/>
              </a:spcAft>
            </a:pPr>
            <a:r>
              <a:rPr lang="en-US" altLang="zh-TW" dirty="0"/>
              <a:t> Types of user interface </a:t>
            </a:r>
          </a:p>
        </p:txBody>
      </p:sp>
      <p:graphicFrame>
        <p:nvGraphicFramePr>
          <p:cNvPr id="6" name="Diagram 5">
            <a:extLst>
              <a:ext uri="{FF2B5EF4-FFF2-40B4-BE49-F238E27FC236}">
                <a16:creationId xmlns:a16="http://schemas.microsoft.com/office/drawing/2014/main" id="{A3937511-61CD-E433-95FC-FD60A611CE89}"/>
              </a:ext>
            </a:extLst>
          </p:cNvPr>
          <p:cNvGraphicFramePr/>
          <p:nvPr>
            <p:extLst>
              <p:ext uri="{D42A27DB-BD31-4B8C-83A1-F6EECF244321}">
                <p14:modId xmlns:p14="http://schemas.microsoft.com/office/powerpoint/2010/main" val="1545686157"/>
              </p:ext>
            </p:extLst>
          </p:nvPr>
        </p:nvGraphicFramePr>
        <p:xfrm>
          <a:off x="1524000" y="1397000"/>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50565348"/>
      </p:ext>
    </p:extLst>
  </p:cSld>
  <p:clrMapOvr>
    <a:masterClrMapping/>
  </p:clrMapOvr>
  <p:transition>
    <p:rand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BCE451-73DE-495A-939D-7705EE5BF1E5}"/>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0842F9B7-7A65-D9B3-EA76-B61ECC397860}"/>
              </a:ext>
            </a:extLst>
          </p:cNvPr>
          <p:cNvSpPr>
            <a:spLocks noGrp="1"/>
          </p:cNvSpPr>
          <p:nvPr>
            <p:ph type="sldNum" sz="quarter" idx="12"/>
          </p:nvPr>
        </p:nvSpPr>
        <p:spPr/>
        <p:txBody>
          <a:bodyPr/>
          <a:lstStyle/>
          <a:p>
            <a:pPr>
              <a:defRPr/>
            </a:pPr>
            <a:fld id="{CC516D0E-CD58-4E49-9F6D-689564ED6CA6}" type="slidenum">
              <a:rPr lang="en-US" altLang="en-US" smtClean="0"/>
              <a:pPr>
                <a:defRPr/>
              </a:pPr>
              <a:t>7</a:t>
            </a:fld>
            <a:endParaRPr lang="en-US" altLang="en-US"/>
          </a:p>
        </p:txBody>
      </p:sp>
      <p:pic>
        <p:nvPicPr>
          <p:cNvPr id="6" name="Picture 5">
            <a:extLst>
              <a:ext uri="{FF2B5EF4-FFF2-40B4-BE49-F238E27FC236}">
                <a16:creationId xmlns:a16="http://schemas.microsoft.com/office/drawing/2014/main" id="{58F50896-FC54-20CF-DF0D-A75E98E6954D}"/>
              </a:ext>
            </a:extLst>
          </p:cNvPr>
          <p:cNvPicPr>
            <a:picLocks noChangeAspect="1"/>
          </p:cNvPicPr>
          <p:nvPr/>
        </p:nvPicPr>
        <p:blipFill>
          <a:blip r:embed="rId2"/>
          <a:stretch>
            <a:fillRect/>
          </a:stretch>
        </p:blipFill>
        <p:spPr>
          <a:xfrm>
            <a:off x="1276350" y="1104900"/>
            <a:ext cx="6591300" cy="4648200"/>
          </a:xfrm>
          <a:prstGeom prst="rect">
            <a:avLst/>
          </a:prstGeom>
        </p:spPr>
      </p:pic>
    </p:spTree>
    <p:extLst>
      <p:ext uri="{BB962C8B-B14F-4D97-AF65-F5344CB8AC3E}">
        <p14:creationId xmlns:p14="http://schemas.microsoft.com/office/powerpoint/2010/main" val="407327219"/>
      </p:ext>
    </p:extLst>
  </p:cSld>
  <p:clrMapOvr>
    <a:masterClrMapping/>
  </p:clrMapOvr>
  <p:transition>
    <p:rand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D3CBE-F2B1-84C1-2CA3-F2E8E818525E}"/>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D14F2765-C7AF-3AC7-9B59-3D24FE53EEB4}"/>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CA396514-CECD-F5E7-48B6-21F24A263633}"/>
              </a:ext>
            </a:extLst>
          </p:cNvPr>
          <p:cNvSpPr>
            <a:spLocks noGrp="1"/>
          </p:cNvSpPr>
          <p:nvPr>
            <p:ph type="sldNum" sz="quarter" idx="12"/>
          </p:nvPr>
        </p:nvSpPr>
        <p:spPr/>
        <p:txBody>
          <a:bodyPr/>
          <a:lstStyle/>
          <a:p>
            <a:pPr>
              <a:defRPr/>
            </a:pPr>
            <a:fld id="{CC516D0E-CD58-4E49-9F6D-689564ED6CA6}" type="slidenum">
              <a:rPr lang="en-US" altLang="en-US" smtClean="0"/>
              <a:pPr>
                <a:defRPr/>
              </a:pPr>
              <a:t>8</a:t>
            </a:fld>
            <a:endParaRPr lang="en-US" altLang="en-US"/>
          </a:p>
        </p:txBody>
      </p:sp>
      <p:sp>
        <p:nvSpPr>
          <p:cNvPr id="4" name="TextBox 3">
            <a:extLst>
              <a:ext uri="{FF2B5EF4-FFF2-40B4-BE49-F238E27FC236}">
                <a16:creationId xmlns:a16="http://schemas.microsoft.com/office/drawing/2014/main" id="{E2041A56-436B-92A1-5FBB-953654F681DF}"/>
              </a:ext>
            </a:extLst>
          </p:cNvPr>
          <p:cNvSpPr txBox="1"/>
          <p:nvPr/>
        </p:nvSpPr>
        <p:spPr>
          <a:xfrm>
            <a:off x="152400" y="742127"/>
            <a:ext cx="8625818" cy="646331"/>
          </a:xfrm>
          <a:prstGeom prst="rect">
            <a:avLst/>
          </a:prstGeom>
          <a:noFill/>
        </p:spPr>
        <p:txBody>
          <a:bodyPr wrap="square">
            <a:spAutoFit/>
          </a:bodyPr>
          <a:lstStyle/>
          <a:p>
            <a:pPr algn="l"/>
            <a:r>
              <a:rPr lang="en-US" sz="3600" cap="all" dirty="0">
                <a:latin typeface="+mj-lt"/>
                <a:ea typeface="+mj-ea"/>
                <a:cs typeface="+mj-cs"/>
              </a:rPr>
              <a:t>User interface 4 distinct framework</a:t>
            </a:r>
          </a:p>
        </p:txBody>
      </p:sp>
      <p:pic>
        <p:nvPicPr>
          <p:cNvPr id="7" name="Picture 6">
            <a:extLst>
              <a:ext uri="{FF2B5EF4-FFF2-40B4-BE49-F238E27FC236}">
                <a16:creationId xmlns:a16="http://schemas.microsoft.com/office/drawing/2014/main" id="{B1E4D7CF-B360-F2BB-BC8A-E306B8ECE1C1}"/>
              </a:ext>
            </a:extLst>
          </p:cNvPr>
          <p:cNvPicPr>
            <a:picLocks noChangeAspect="1"/>
          </p:cNvPicPr>
          <p:nvPr/>
        </p:nvPicPr>
        <p:blipFill>
          <a:blip r:embed="rId2"/>
          <a:stretch>
            <a:fillRect/>
          </a:stretch>
        </p:blipFill>
        <p:spPr>
          <a:xfrm>
            <a:off x="685799" y="1554267"/>
            <a:ext cx="7199709" cy="4483152"/>
          </a:xfrm>
          <a:prstGeom prst="rect">
            <a:avLst/>
          </a:prstGeom>
        </p:spPr>
      </p:pic>
    </p:spTree>
    <p:extLst>
      <p:ext uri="{BB962C8B-B14F-4D97-AF65-F5344CB8AC3E}">
        <p14:creationId xmlns:p14="http://schemas.microsoft.com/office/powerpoint/2010/main" val="2756095573"/>
      </p:ext>
    </p:extLst>
  </p:cSld>
  <p:clrMapOvr>
    <a:masterClrMapping/>
  </p:clrMapOvr>
  <p:transition>
    <p:rand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D3CBE-F2B1-84C1-2CA3-F2E8E818525E}"/>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D14F2765-C7AF-3AC7-9B59-3D24FE53EEB4}"/>
              </a:ext>
            </a:extLst>
          </p:cNvPr>
          <p:cNvSpPr>
            <a:spLocks noGrp="1"/>
          </p:cNvSpPr>
          <p:nvPr>
            <p:ph type="dt" sz="half" idx="10"/>
          </p:nvPr>
        </p:nvSpPr>
        <p:spPr/>
        <p:txBody>
          <a:bodyPr/>
          <a:lstStyle/>
          <a:p>
            <a:pPr>
              <a:defRPr/>
            </a:pPr>
            <a:fld id="{8FC35119-4326-4B12-8C41-028122D81B5B}" type="datetime4">
              <a:rPr lang="en-US" altLang="en-US" smtClean="0"/>
              <a:t>March 14, 2024</a:t>
            </a:fld>
            <a:endParaRPr lang="en-US" altLang="en-US"/>
          </a:p>
        </p:txBody>
      </p:sp>
      <p:sp>
        <p:nvSpPr>
          <p:cNvPr id="3" name="Slide Number Placeholder 2">
            <a:extLst>
              <a:ext uri="{FF2B5EF4-FFF2-40B4-BE49-F238E27FC236}">
                <a16:creationId xmlns:a16="http://schemas.microsoft.com/office/drawing/2014/main" id="{CA396514-CECD-F5E7-48B6-21F24A263633}"/>
              </a:ext>
            </a:extLst>
          </p:cNvPr>
          <p:cNvSpPr>
            <a:spLocks noGrp="1"/>
          </p:cNvSpPr>
          <p:nvPr>
            <p:ph type="sldNum" sz="quarter" idx="12"/>
          </p:nvPr>
        </p:nvSpPr>
        <p:spPr/>
        <p:txBody>
          <a:bodyPr/>
          <a:lstStyle/>
          <a:p>
            <a:pPr>
              <a:defRPr/>
            </a:pPr>
            <a:fld id="{CC516D0E-CD58-4E49-9F6D-689564ED6CA6}" type="slidenum">
              <a:rPr lang="en-US" altLang="en-US" smtClean="0"/>
              <a:pPr>
                <a:defRPr/>
              </a:pPr>
              <a:t>9</a:t>
            </a:fld>
            <a:endParaRPr lang="en-US" altLang="en-US"/>
          </a:p>
        </p:txBody>
      </p:sp>
      <p:sp>
        <p:nvSpPr>
          <p:cNvPr id="4" name="TextBox 3">
            <a:extLst>
              <a:ext uri="{FF2B5EF4-FFF2-40B4-BE49-F238E27FC236}">
                <a16:creationId xmlns:a16="http://schemas.microsoft.com/office/drawing/2014/main" id="{E2041A56-436B-92A1-5FBB-953654F681DF}"/>
              </a:ext>
            </a:extLst>
          </p:cNvPr>
          <p:cNvSpPr txBox="1"/>
          <p:nvPr/>
        </p:nvSpPr>
        <p:spPr>
          <a:xfrm>
            <a:off x="152400" y="742127"/>
            <a:ext cx="8625818" cy="646331"/>
          </a:xfrm>
          <a:prstGeom prst="rect">
            <a:avLst/>
          </a:prstGeom>
          <a:noFill/>
        </p:spPr>
        <p:txBody>
          <a:bodyPr wrap="square">
            <a:spAutoFit/>
          </a:bodyPr>
          <a:lstStyle/>
          <a:p>
            <a:pPr algn="l"/>
            <a:r>
              <a:rPr lang="en-US" sz="3600" cap="all" dirty="0">
                <a:latin typeface="+mj-lt"/>
                <a:ea typeface="+mj-ea"/>
                <a:cs typeface="+mj-cs"/>
              </a:rPr>
              <a:t>User interface 4 distinct framework</a:t>
            </a:r>
          </a:p>
        </p:txBody>
      </p:sp>
      <p:pic>
        <p:nvPicPr>
          <p:cNvPr id="6" name="Picture 5">
            <a:extLst>
              <a:ext uri="{FF2B5EF4-FFF2-40B4-BE49-F238E27FC236}">
                <a16:creationId xmlns:a16="http://schemas.microsoft.com/office/drawing/2014/main" id="{EB603516-905B-86C7-4931-8654D3DDFCAE}"/>
              </a:ext>
            </a:extLst>
          </p:cNvPr>
          <p:cNvPicPr>
            <a:picLocks noChangeAspect="1"/>
          </p:cNvPicPr>
          <p:nvPr/>
        </p:nvPicPr>
        <p:blipFill>
          <a:blip r:embed="rId2"/>
          <a:stretch>
            <a:fillRect/>
          </a:stretch>
        </p:blipFill>
        <p:spPr>
          <a:xfrm>
            <a:off x="685330" y="1676401"/>
            <a:ext cx="7773340" cy="4206876"/>
          </a:xfrm>
          <a:prstGeom prst="rect">
            <a:avLst/>
          </a:prstGeom>
        </p:spPr>
      </p:pic>
    </p:spTree>
    <p:extLst>
      <p:ext uri="{BB962C8B-B14F-4D97-AF65-F5344CB8AC3E}">
        <p14:creationId xmlns:p14="http://schemas.microsoft.com/office/powerpoint/2010/main" val="3795082092"/>
      </p:ext>
    </p:extLst>
  </p:cSld>
  <p:clrMapOvr>
    <a:masterClrMapping/>
  </p:clrMapOvr>
  <p:transition>
    <p:random/>
  </p:transition>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8001000" cy="828675"/>
          </a:xfrm>
        </p:spPr>
        <p:txBody>
          <a:bodyPr vert="horz" lIns="91440" tIns="45720" rIns="91440" bIns="45720" rtlCol="0" anchor="b">
            <a:normAutofit fontScale="90000"/>
          </a:bodyPr>
          <a:lstStyle/>
          <a:p>
            <a:r>
              <a:rPr lang="en-US" altLang="en-US" sz="4800" dirty="0"/>
              <a:t>User interface design activities</a:t>
            </a:r>
          </a:p>
        </p:txBody>
      </p:sp>
      <p:pic>
        <p:nvPicPr>
          <p:cNvPr id="3" name="Picture 2">
            <a:extLst>
              <a:ext uri="{FF2B5EF4-FFF2-40B4-BE49-F238E27FC236}">
                <a16:creationId xmlns:a16="http://schemas.microsoft.com/office/drawing/2014/main" id="{180263DF-1780-1416-F9E0-888D0B3F5F94}"/>
              </a:ext>
            </a:extLst>
          </p:cNvPr>
          <p:cNvPicPr>
            <a:picLocks noChangeAspect="1"/>
          </p:cNvPicPr>
          <p:nvPr/>
        </p:nvPicPr>
        <p:blipFill>
          <a:blip r:embed="rId5"/>
          <a:stretch>
            <a:fillRect/>
          </a:stretch>
        </p:blipFill>
        <p:spPr>
          <a:xfrm>
            <a:off x="1086211" y="1575362"/>
            <a:ext cx="7200177" cy="469792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Description</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7"/>
            <a:ext cx="8213912" cy="1938992"/>
          </a:xfrm>
          <a:prstGeom prst="rect">
            <a:avLst/>
          </a:prstGeom>
          <a:noFill/>
        </p:spPr>
        <p:txBody>
          <a:bodyPr wrap="square">
            <a:spAutoFit/>
          </a:bodyPr>
          <a:lstStyle/>
          <a:p>
            <a:pPr algn="just">
              <a:buFont typeface="Arial" panose="020B0604020202020204" pitchFamily="34" charset="0"/>
              <a:buChar char="•"/>
            </a:pPr>
            <a:r>
              <a:rPr lang="en-US" sz="2400" b="1" i="0" dirty="0">
                <a:solidFill>
                  <a:srgbClr val="000000"/>
                </a:solidFill>
                <a:effectLst/>
                <a:latin typeface="inherit"/>
              </a:rPr>
              <a:t>GUI Requirement Gathering</a:t>
            </a:r>
            <a:r>
              <a:rPr lang="en-US" sz="2400" b="0" i="0" dirty="0">
                <a:solidFill>
                  <a:srgbClr val="000000"/>
                </a:solidFill>
                <a:effectLst/>
                <a:latin typeface="Verdana" panose="020B0604030504040204" pitchFamily="34" charset="0"/>
              </a:rPr>
              <a:t> - </a:t>
            </a:r>
          </a:p>
          <a:p>
            <a:pPr algn="just">
              <a:buFont typeface="Arial" panose="020B0604020202020204" pitchFamily="34" charset="0"/>
              <a:buChar char="•"/>
            </a:pPr>
            <a:r>
              <a:rPr lang="en-US" sz="2400" b="0" i="0" dirty="0">
                <a:solidFill>
                  <a:srgbClr val="000000"/>
                </a:solidFill>
                <a:effectLst/>
                <a:latin typeface="Verdana" panose="020B0604030504040204" pitchFamily="34" charset="0"/>
              </a:rPr>
              <a:t>The designers may like to have list of all functional and non-functional requirements of GUI. </a:t>
            </a:r>
          </a:p>
          <a:p>
            <a:pPr algn="just">
              <a:buFont typeface="Arial" panose="020B0604020202020204" pitchFamily="34" charset="0"/>
              <a:buChar char="•"/>
            </a:pPr>
            <a:r>
              <a:rPr lang="en-US" sz="2400" b="0" i="0" dirty="0">
                <a:solidFill>
                  <a:srgbClr val="000000"/>
                </a:solidFill>
                <a:effectLst/>
                <a:latin typeface="Verdana" panose="020B0604030504040204" pitchFamily="34" charset="0"/>
              </a:rPr>
              <a:t>This can be taken from user and their existing software solution..</a:t>
            </a:r>
          </a:p>
        </p:txBody>
      </p:sp>
    </p:spTree>
    <p:extLst>
      <p:ext uri="{BB962C8B-B14F-4D97-AF65-F5344CB8AC3E}">
        <p14:creationId xmlns:p14="http://schemas.microsoft.com/office/powerpoint/2010/main" val="5731353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Description</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7"/>
            <a:ext cx="8213912" cy="3046988"/>
          </a:xfrm>
          <a:prstGeom prst="rect">
            <a:avLst/>
          </a:prstGeom>
          <a:noFill/>
        </p:spPr>
        <p:txBody>
          <a:bodyPr wrap="square">
            <a:spAutoFit/>
          </a:bodyPr>
          <a:lstStyle/>
          <a:p>
            <a:pPr algn="just"/>
            <a:endParaRPr lang="en-US" sz="2400" b="0" i="0" dirty="0">
              <a:solidFill>
                <a:srgbClr val="000000"/>
              </a:solidFill>
              <a:effectLst/>
              <a:latin typeface="Verdana" panose="020B0604030504040204" pitchFamily="34" charset="0"/>
            </a:endParaRPr>
          </a:p>
          <a:p>
            <a:pPr algn="just">
              <a:buFont typeface="Arial" panose="020B0604020202020204" pitchFamily="34" charset="0"/>
              <a:buChar char="•"/>
            </a:pPr>
            <a:r>
              <a:rPr lang="en-US" sz="2400" b="1" i="0" dirty="0">
                <a:solidFill>
                  <a:srgbClr val="000000"/>
                </a:solidFill>
                <a:effectLst/>
                <a:latin typeface="inherit"/>
              </a:rPr>
              <a:t>User Analysis</a:t>
            </a:r>
            <a:r>
              <a:rPr lang="en-US" sz="2400" b="0" i="0" dirty="0">
                <a:solidFill>
                  <a:srgbClr val="000000"/>
                </a:solidFill>
                <a:effectLst/>
                <a:latin typeface="Verdana" panose="020B0604030504040204" pitchFamily="34" charset="0"/>
              </a:rPr>
              <a:t> - The designer studies who is going to use the software GUI. The target audience matters as the design details change according to the knowledge and competency level of the user. If user is technical savvy, advanced and complex GUI can be incorporated. For a novice user, more information is included on how-to of software.</a:t>
            </a:r>
          </a:p>
        </p:txBody>
      </p:sp>
    </p:spTree>
    <p:extLst>
      <p:ext uri="{BB962C8B-B14F-4D97-AF65-F5344CB8AC3E}">
        <p14:creationId xmlns:p14="http://schemas.microsoft.com/office/powerpoint/2010/main" val="2123449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Description</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2862322"/>
          </a:xfrm>
          <a:prstGeom prst="rect">
            <a:avLst/>
          </a:prstGeom>
          <a:noFill/>
        </p:spPr>
        <p:txBody>
          <a:bodyPr wrap="square">
            <a:spAutoFit/>
          </a:bodyPr>
          <a:lstStyle/>
          <a:p>
            <a:pPr algn="just">
              <a:buFont typeface="Arial" panose="020B0604020202020204" pitchFamily="34" charset="0"/>
              <a:buChar char="•"/>
            </a:pPr>
            <a:r>
              <a:rPr lang="en-US" sz="2000" b="1" i="0" dirty="0">
                <a:solidFill>
                  <a:srgbClr val="000000"/>
                </a:solidFill>
                <a:effectLst/>
                <a:latin typeface="inherit"/>
              </a:rPr>
              <a:t>Task Analysis</a:t>
            </a:r>
            <a:r>
              <a:rPr lang="en-US" sz="2000" b="0" i="0" dirty="0">
                <a:solidFill>
                  <a:srgbClr val="000000"/>
                </a:solidFill>
                <a:effectLst/>
                <a:latin typeface="Verdana" panose="020B0604030504040204" pitchFamily="34" charset="0"/>
              </a:rPr>
              <a:t> -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Designers have to analyze what task is to be done by the software solution. Here in GUI, it does not matter how it will be done.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Tasks can be represented in hierarchical manner taking one major task and dividing it further into smaller sub-tasks.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Tasks provide goals for GUI presentation.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Flow of information among sub-tasks determines the flow of GUI contents in the software.</a:t>
            </a:r>
          </a:p>
        </p:txBody>
      </p:sp>
    </p:spTree>
    <p:extLst>
      <p:ext uri="{BB962C8B-B14F-4D97-AF65-F5344CB8AC3E}">
        <p14:creationId xmlns:p14="http://schemas.microsoft.com/office/powerpoint/2010/main" val="348918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Description</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2246769"/>
          </a:xfrm>
          <a:prstGeom prst="rect">
            <a:avLst/>
          </a:prstGeom>
          <a:noFill/>
        </p:spPr>
        <p:txBody>
          <a:bodyPr wrap="square">
            <a:spAutoFit/>
          </a:bodyPr>
          <a:lstStyle/>
          <a:p>
            <a:pPr algn="just"/>
            <a:endParaRPr lang="en-US" sz="2000" b="0" i="0" dirty="0">
              <a:solidFill>
                <a:srgbClr val="000000"/>
              </a:solidFill>
              <a:effectLst/>
              <a:latin typeface="Verdana" panose="020B0604030504040204" pitchFamily="34" charset="0"/>
            </a:endParaRPr>
          </a:p>
          <a:p>
            <a:pPr algn="just">
              <a:buFont typeface="Arial" panose="020B0604020202020204" pitchFamily="34" charset="0"/>
              <a:buChar char="•"/>
            </a:pPr>
            <a:r>
              <a:rPr lang="en-US" sz="2000" b="1" i="0" dirty="0">
                <a:solidFill>
                  <a:srgbClr val="000000"/>
                </a:solidFill>
                <a:effectLst/>
                <a:latin typeface="inherit"/>
              </a:rPr>
              <a:t>GUI Design &amp; implementation</a:t>
            </a:r>
            <a:r>
              <a:rPr lang="en-US" sz="2000" b="0" i="0" dirty="0">
                <a:solidFill>
                  <a:srgbClr val="000000"/>
                </a:solidFill>
                <a:effectLst/>
                <a:latin typeface="Verdana" panose="020B0604030504040204" pitchFamily="34" charset="0"/>
              </a:rPr>
              <a:t> -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Designers after having information about requirements, tasks and user environment, design the GUI and implements into code and embed the GUI with working or dummy software in the background.</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 It is then self-tested by the developers.</a:t>
            </a:r>
          </a:p>
        </p:txBody>
      </p:sp>
    </p:spTree>
    <p:extLst>
      <p:ext uri="{BB962C8B-B14F-4D97-AF65-F5344CB8AC3E}">
        <p14:creationId xmlns:p14="http://schemas.microsoft.com/office/powerpoint/2010/main" val="9572866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Description</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1938992"/>
          </a:xfrm>
          <a:prstGeom prst="rect">
            <a:avLst/>
          </a:prstGeom>
          <a:noFill/>
        </p:spPr>
        <p:txBody>
          <a:bodyPr wrap="square">
            <a:spAutoFit/>
          </a:bodyPr>
          <a:lstStyle/>
          <a:p>
            <a:pPr algn="just">
              <a:buFont typeface="Arial" panose="020B0604020202020204" pitchFamily="34" charset="0"/>
              <a:buChar char="•"/>
            </a:pPr>
            <a:r>
              <a:rPr lang="en-US" sz="2000" b="1" i="0" dirty="0">
                <a:solidFill>
                  <a:srgbClr val="000000"/>
                </a:solidFill>
                <a:effectLst/>
                <a:latin typeface="inherit"/>
              </a:rPr>
              <a:t>Testing</a:t>
            </a:r>
            <a:r>
              <a:rPr lang="en-US" sz="2000" b="0" i="0" dirty="0">
                <a:solidFill>
                  <a:srgbClr val="000000"/>
                </a:solidFill>
                <a:effectLst/>
                <a:latin typeface="Verdana" panose="020B0604030504040204" pitchFamily="34" charset="0"/>
              </a:rPr>
              <a:t> - GUI testing can be done in various ways.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Organization can have in-house inspection;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direct involvement of users and release of beta version are few of them. </a:t>
            </a:r>
          </a:p>
          <a:p>
            <a:pPr algn="just">
              <a:buFont typeface="Arial" panose="020B0604020202020204" pitchFamily="34" charset="0"/>
              <a:buChar char="•"/>
            </a:pPr>
            <a:r>
              <a:rPr lang="en-US" sz="2000" b="0" i="0" dirty="0">
                <a:solidFill>
                  <a:srgbClr val="000000"/>
                </a:solidFill>
                <a:effectLst/>
                <a:latin typeface="Verdana" panose="020B0604030504040204" pitchFamily="34" charset="0"/>
              </a:rPr>
              <a:t>Testing may include usability, compatibility, user acceptance etc.</a:t>
            </a:r>
          </a:p>
        </p:txBody>
      </p:sp>
    </p:spTree>
    <p:extLst>
      <p:ext uri="{BB962C8B-B14F-4D97-AF65-F5344CB8AC3E}">
        <p14:creationId xmlns:p14="http://schemas.microsoft.com/office/powerpoint/2010/main" val="30827997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fontScale="90000"/>
          </a:bodyPr>
          <a:lstStyle/>
          <a:p>
            <a:r>
              <a:rPr lang="en-US" altLang="en-US" sz="4800" dirty="0"/>
              <a:t>User Interface design patterns</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2246769"/>
          </a:xfrm>
          <a:prstGeom prst="rect">
            <a:avLst/>
          </a:prstGeom>
          <a:noFill/>
        </p:spPr>
        <p:txBody>
          <a:bodyPr wrap="square">
            <a:spAutoFit/>
          </a:bodyPr>
          <a:lstStyle/>
          <a:p>
            <a:pPr marL="457200" indent="-457200" algn="just">
              <a:buFont typeface="Arial" panose="020B0604020202020204" pitchFamily="34" charset="0"/>
              <a:buChar char="•"/>
            </a:pPr>
            <a:r>
              <a:rPr lang="en-US" sz="2000" dirty="0">
                <a:solidFill>
                  <a:srgbClr val="000000"/>
                </a:solidFill>
                <a:latin typeface="Verdana" panose="020B0604030504040204" pitchFamily="34" charset="0"/>
              </a:rPr>
              <a:t>User interface (UI) design patterns are reusable/recurring components which designers use to solve common problems in user interface design.</a:t>
            </a:r>
          </a:p>
          <a:p>
            <a:pPr marL="457200" indent="-457200" algn="just">
              <a:buFont typeface="Arial" panose="020B0604020202020204" pitchFamily="34" charset="0"/>
              <a:buChar char="•"/>
            </a:pPr>
            <a:endParaRPr lang="en-US" sz="2000" dirty="0">
              <a:solidFill>
                <a:srgbClr val="000000"/>
              </a:solidFill>
              <a:latin typeface="Verdana" panose="020B0604030504040204" pitchFamily="34" charset="0"/>
            </a:endParaRPr>
          </a:p>
          <a:p>
            <a:pPr marL="457200" indent="-457200" algn="just">
              <a:buFont typeface="Arial" panose="020B0604020202020204" pitchFamily="34" charset="0"/>
              <a:buChar char="•"/>
            </a:pPr>
            <a:r>
              <a:rPr lang="en-US" sz="2000" dirty="0">
                <a:solidFill>
                  <a:srgbClr val="000000"/>
                </a:solidFill>
                <a:latin typeface="Verdana" panose="020B0604030504040204" pitchFamily="34" charset="0"/>
              </a:rPr>
              <a:t>UI design patterns serve as design blueprints that allow designers to choose the best and most used interfaces for the user's specific context.</a:t>
            </a:r>
          </a:p>
        </p:txBody>
      </p:sp>
    </p:spTree>
    <p:extLst>
      <p:ext uri="{BB962C8B-B14F-4D97-AF65-F5344CB8AC3E}">
        <p14:creationId xmlns:p14="http://schemas.microsoft.com/office/powerpoint/2010/main" val="2630490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fontScale="90000"/>
          </a:bodyPr>
          <a:lstStyle/>
          <a:p>
            <a:r>
              <a:rPr lang="en-US" altLang="en-US" sz="4800" dirty="0"/>
              <a:t>User Interface design patterns</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4893647"/>
          </a:xfrm>
          <a:prstGeom prst="rect">
            <a:avLst/>
          </a:prstGeom>
          <a:noFill/>
        </p:spPr>
        <p:txBody>
          <a:bodyPr wrap="square">
            <a:spAutoFit/>
          </a:bodyPr>
          <a:lstStyle/>
          <a:p>
            <a:pPr marL="457200" indent="-457200" algn="just">
              <a:buFont typeface="Arial" panose="020B0604020202020204" pitchFamily="34" charset="0"/>
              <a:buChar char="•"/>
            </a:pPr>
            <a:r>
              <a:rPr lang="en-US" sz="2400" dirty="0">
                <a:solidFill>
                  <a:srgbClr val="000000"/>
                </a:solidFill>
                <a:latin typeface="Verdana" panose="020B0604030504040204" pitchFamily="34" charset="0"/>
              </a:rPr>
              <a:t>A user’s usability-related problem.</a:t>
            </a:r>
          </a:p>
          <a:p>
            <a:pPr marL="457200" indent="-457200" algn="just">
              <a:buFont typeface="Arial" panose="020B0604020202020204" pitchFamily="34" charset="0"/>
              <a:buChar char="•"/>
            </a:pPr>
            <a:r>
              <a:rPr lang="en-US" sz="2400" dirty="0">
                <a:solidFill>
                  <a:srgbClr val="000000"/>
                </a:solidFill>
                <a:latin typeface="Verdana" panose="020B0604030504040204" pitchFamily="34" charset="0"/>
              </a:rPr>
              <a:t>The </a:t>
            </a:r>
            <a:r>
              <a:rPr lang="en-US" sz="2400" b="1" dirty="0">
                <a:solidFill>
                  <a:srgbClr val="000000"/>
                </a:solidFill>
                <a:latin typeface="Verdana" panose="020B0604030504040204" pitchFamily="34" charset="0"/>
              </a:rPr>
              <a:t>context/situation </a:t>
            </a:r>
            <a:r>
              <a:rPr lang="en-US" sz="2400" dirty="0">
                <a:solidFill>
                  <a:srgbClr val="000000"/>
                </a:solidFill>
                <a:latin typeface="Verdana" panose="020B0604030504040204" pitchFamily="34" charset="0"/>
              </a:rPr>
              <a:t>where that problem happens.</a:t>
            </a:r>
          </a:p>
          <a:p>
            <a:pPr marL="457200" indent="-457200" algn="just">
              <a:buFont typeface="Arial" panose="020B0604020202020204" pitchFamily="34" charset="0"/>
              <a:buChar char="•"/>
            </a:pPr>
            <a:r>
              <a:rPr lang="en-US" sz="2400" dirty="0">
                <a:solidFill>
                  <a:srgbClr val="000000"/>
                </a:solidFill>
                <a:latin typeface="Verdana" panose="020B0604030504040204" pitchFamily="34" charset="0"/>
              </a:rPr>
              <a:t>The </a:t>
            </a:r>
            <a:r>
              <a:rPr lang="en-US" sz="2400" b="1" dirty="0">
                <a:solidFill>
                  <a:srgbClr val="000000"/>
                </a:solidFill>
                <a:latin typeface="Verdana" panose="020B0604030504040204" pitchFamily="34" charset="0"/>
              </a:rPr>
              <a:t>principle</a:t>
            </a:r>
            <a:r>
              <a:rPr lang="en-US" sz="2400" dirty="0">
                <a:solidFill>
                  <a:srgbClr val="000000"/>
                </a:solidFill>
                <a:latin typeface="Verdana" panose="020B0604030504040204" pitchFamily="34" charset="0"/>
              </a:rPr>
              <a:t> involved—e.g., error management.</a:t>
            </a:r>
          </a:p>
          <a:p>
            <a:pPr marL="457200" indent="-457200" algn="just">
              <a:buFont typeface="Arial" panose="020B0604020202020204" pitchFamily="34" charset="0"/>
              <a:buChar char="•"/>
            </a:pPr>
            <a:r>
              <a:rPr lang="en-US" sz="2400" dirty="0">
                <a:solidFill>
                  <a:srgbClr val="000000"/>
                </a:solidFill>
                <a:latin typeface="Verdana" panose="020B0604030504040204" pitchFamily="34" charset="0"/>
              </a:rPr>
              <a:t>The proven solution for the designer to implement to address the core of the problem.</a:t>
            </a:r>
          </a:p>
          <a:p>
            <a:pPr marL="457200" indent="-457200" algn="just">
              <a:buFont typeface="Arial" panose="020B0604020202020204" pitchFamily="34" charset="0"/>
              <a:buChar char="•"/>
            </a:pPr>
            <a:r>
              <a:rPr lang="en-US" sz="2400" b="1" dirty="0">
                <a:solidFill>
                  <a:srgbClr val="000000"/>
                </a:solidFill>
                <a:latin typeface="Verdana" panose="020B0604030504040204" pitchFamily="34" charset="0"/>
              </a:rPr>
              <a:t>Why</a:t>
            </a:r>
            <a:r>
              <a:rPr lang="en-US" sz="2400" dirty="0">
                <a:solidFill>
                  <a:srgbClr val="000000"/>
                </a:solidFill>
                <a:latin typeface="Verdana" panose="020B0604030504040204" pitchFamily="34" charset="0"/>
              </a:rPr>
              <a:t>—the reason for the pattern’s existence and how it can affect usability.</a:t>
            </a:r>
          </a:p>
          <a:p>
            <a:pPr marL="457200" indent="-457200" algn="just">
              <a:buFont typeface="Arial" panose="020B0604020202020204" pitchFamily="34" charset="0"/>
              <a:buChar char="•"/>
            </a:pPr>
            <a:r>
              <a:rPr lang="en-US" sz="2400" b="1" dirty="0">
                <a:solidFill>
                  <a:srgbClr val="000000"/>
                </a:solidFill>
                <a:latin typeface="Verdana" panose="020B0604030504040204" pitchFamily="34" charset="0"/>
              </a:rPr>
              <a:t>Examples</a:t>
            </a:r>
            <a:r>
              <a:rPr lang="en-US" sz="2400" dirty="0">
                <a:solidFill>
                  <a:srgbClr val="000000"/>
                </a:solidFill>
                <a:latin typeface="Verdana" panose="020B0604030504040204" pitchFamily="34" charset="0"/>
              </a:rPr>
              <a:t>—which show the pattern’s successful real-life application (e.g., screenshots and descriptions).</a:t>
            </a:r>
          </a:p>
          <a:p>
            <a:pPr marL="457200" indent="-457200" algn="just">
              <a:buFont typeface="Arial" panose="020B0604020202020204" pitchFamily="34" charset="0"/>
              <a:buChar char="•"/>
            </a:pPr>
            <a:r>
              <a:rPr lang="en-US" sz="2400" b="1" dirty="0">
                <a:solidFill>
                  <a:srgbClr val="000000"/>
                </a:solidFill>
                <a:latin typeface="Verdana" panose="020B0604030504040204" pitchFamily="34" charset="0"/>
              </a:rPr>
              <a:t>Implementation</a:t>
            </a:r>
            <a:r>
              <a:rPr lang="en-US" sz="2400" dirty="0">
                <a:solidFill>
                  <a:srgbClr val="000000"/>
                </a:solidFill>
                <a:latin typeface="Verdana" panose="020B0604030504040204" pitchFamily="34" charset="0"/>
              </a:rPr>
              <a:t>—some patterns include detailed instructions.</a:t>
            </a:r>
          </a:p>
        </p:txBody>
      </p:sp>
    </p:spTree>
    <p:extLst>
      <p:ext uri="{BB962C8B-B14F-4D97-AF65-F5344CB8AC3E}">
        <p14:creationId xmlns:p14="http://schemas.microsoft.com/office/powerpoint/2010/main" val="29727381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D29E4-8B5B-12C0-A736-A88BB5B32068}"/>
              </a:ext>
            </a:extLst>
          </p:cNvPr>
          <p:cNvSpPr>
            <a:spLocks noGrp="1"/>
          </p:cNvSpPr>
          <p:nvPr>
            <p:ph type="title"/>
          </p:nvPr>
        </p:nvSpPr>
        <p:spPr/>
        <p:txBody>
          <a:bodyPr/>
          <a:lstStyle/>
          <a:p>
            <a:r>
              <a:rPr lang="en-US" dirty="0"/>
              <a:t>What is web application</a:t>
            </a:r>
          </a:p>
        </p:txBody>
      </p:sp>
      <p:sp>
        <p:nvSpPr>
          <p:cNvPr id="3" name="Content Placeholder 2">
            <a:extLst>
              <a:ext uri="{FF2B5EF4-FFF2-40B4-BE49-F238E27FC236}">
                <a16:creationId xmlns:a16="http://schemas.microsoft.com/office/drawing/2014/main" id="{37D5FB1C-A770-01B1-A2D1-33062B4C59CA}"/>
              </a:ext>
            </a:extLst>
          </p:cNvPr>
          <p:cNvSpPr>
            <a:spLocks noGrp="1"/>
          </p:cNvSpPr>
          <p:nvPr>
            <p:ph idx="1"/>
          </p:nvPr>
        </p:nvSpPr>
        <p:spPr/>
        <p:txBody>
          <a:bodyPr>
            <a:normAutofit fontScale="85000" lnSpcReduction="20000"/>
          </a:bodyPr>
          <a:lstStyle/>
          <a:p>
            <a:pPr algn="l"/>
            <a:r>
              <a:rPr lang="en-US" b="0" i="0" dirty="0">
                <a:effectLst/>
              </a:rPr>
              <a:t>A web application (web app) is an </a:t>
            </a:r>
            <a:r>
              <a:rPr lang="en-US" b="0" i="0" dirty="0">
                <a:effectLst/>
                <a:hlinkClick r:id="rId2">
                  <a:extLst>
                    <a:ext uri="{A12FA001-AC4F-418D-AE19-62706E023703}">
                      <ahyp:hlinkClr xmlns:ahyp="http://schemas.microsoft.com/office/drawing/2018/hyperlinkcolor" val="tx"/>
                    </a:ext>
                  </a:extLst>
                </a:hlinkClick>
              </a:rPr>
              <a:t>application program</a:t>
            </a:r>
            <a:r>
              <a:rPr lang="en-US" b="0" i="0" dirty="0">
                <a:effectLst/>
              </a:rPr>
              <a:t> that is stored on a remote server and delivered over the internet through a browser interface. </a:t>
            </a:r>
          </a:p>
          <a:p>
            <a:pPr algn="l"/>
            <a:r>
              <a:rPr lang="en-US" b="0" i="0" dirty="0">
                <a:effectLst/>
                <a:hlinkClick r:id="rId3">
                  <a:extLst>
                    <a:ext uri="{A12FA001-AC4F-418D-AE19-62706E023703}">
                      <ahyp:hlinkClr xmlns:ahyp="http://schemas.microsoft.com/office/drawing/2018/hyperlinkcolor" val="tx"/>
                    </a:ext>
                  </a:extLst>
                </a:hlinkClick>
              </a:rPr>
              <a:t>Web services</a:t>
            </a:r>
            <a:r>
              <a:rPr lang="en-US" b="0" i="0" dirty="0">
                <a:effectLst/>
              </a:rPr>
              <a:t> are web apps by definition and many, although not all, websites contain web apps.</a:t>
            </a:r>
          </a:p>
          <a:p>
            <a:pPr algn="l"/>
            <a:r>
              <a:rPr lang="en-US" b="0" i="0" dirty="0">
                <a:effectLst/>
              </a:rPr>
              <a:t>Developers </a:t>
            </a:r>
            <a:r>
              <a:rPr lang="en-US" b="0" i="0" dirty="0">
                <a:effectLst/>
                <a:hlinkClick r:id="rId4">
                  <a:extLst>
                    <a:ext uri="{A12FA001-AC4F-418D-AE19-62706E023703}">
                      <ahyp:hlinkClr xmlns:ahyp="http://schemas.microsoft.com/office/drawing/2018/hyperlinkcolor" val="tx"/>
                    </a:ext>
                  </a:extLst>
                </a:hlinkClick>
              </a:rPr>
              <a:t>design web applications</a:t>
            </a:r>
            <a:r>
              <a:rPr lang="en-US" b="0" i="0" dirty="0">
                <a:effectLst/>
              </a:rPr>
              <a:t> for a wide variety of uses and users, from an organization to an individual for numerous reasons. Commonly used web applications can include webmail, online calculators or </a:t>
            </a:r>
            <a:r>
              <a:rPr lang="en-US" b="0" i="0" dirty="0">
                <a:effectLst/>
                <a:hlinkClick r:id="rId5">
                  <a:extLst>
                    <a:ext uri="{A12FA001-AC4F-418D-AE19-62706E023703}">
                      <ahyp:hlinkClr xmlns:ahyp="http://schemas.microsoft.com/office/drawing/2018/hyperlinkcolor" val="tx"/>
                    </a:ext>
                  </a:extLst>
                </a:hlinkClick>
              </a:rPr>
              <a:t>e-commerce</a:t>
            </a:r>
            <a:r>
              <a:rPr lang="en-US" b="0" i="0" dirty="0">
                <a:effectLst/>
              </a:rPr>
              <a:t> shops. While users can only access some web apps by a specific browser, most are available no matter the browser.</a:t>
            </a:r>
          </a:p>
          <a:p>
            <a:endParaRPr lang="en-US" dirty="0"/>
          </a:p>
        </p:txBody>
      </p:sp>
    </p:spTree>
    <p:extLst>
      <p:ext uri="{BB962C8B-B14F-4D97-AF65-F5344CB8AC3E}">
        <p14:creationId xmlns:p14="http://schemas.microsoft.com/office/powerpoint/2010/main" val="5013938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difference</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3046988"/>
          </a:xfrm>
          <a:prstGeom prst="rect">
            <a:avLst/>
          </a:prstGeom>
          <a:noFill/>
        </p:spPr>
        <p:txBody>
          <a:bodyPr wrap="square">
            <a:spAutoFit/>
          </a:bodyPr>
          <a:lstStyle/>
          <a:p>
            <a:pPr marL="457200" indent="-457200" algn="just">
              <a:buFont typeface="Arial" panose="020B0604020202020204" pitchFamily="34" charset="0"/>
              <a:buChar char="•"/>
            </a:pPr>
            <a:r>
              <a:rPr lang="en-US" sz="2400" b="0" i="1" dirty="0">
                <a:solidFill>
                  <a:srgbClr val="FF0000"/>
                </a:solidFill>
                <a:effectLst/>
                <a:latin typeface="Ambit"/>
              </a:rPr>
              <a:t>Think of the main differences this way: a website displays information and content to visitors and usually stays the same and static. </a:t>
            </a:r>
          </a:p>
          <a:p>
            <a:pPr marL="457200" indent="-457200" algn="just">
              <a:buFont typeface="Arial" panose="020B0604020202020204" pitchFamily="34" charset="0"/>
              <a:buChar char="•"/>
            </a:pPr>
            <a:endParaRPr lang="en-US" sz="2400" i="1" dirty="0">
              <a:solidFill>
                <a:srgbClr val="FF0000"/>
              </a:solidFill>
              <a:latin typeface="Ambit"/>
            </a:endParaRPr>
          </a:p>
          <a:p>
            <a:pPr marL="457200" indent="-457200" algn="just">
              <a:buFont typeface="Arial" panose="020B0604020202020204" pitchFamily="34" charset="0"/>
              <a:buChar char="•"/>
            </a:pPr>
            <a:r>
              <a:rPr lang="en-US" sz="2400" b="0" i="1" dirty="0">
                <a:solidFill>
                  <a:srgbClr val="FF0000"/>
                </a:solidFill>
                <a:effectLst/>
                <a:latin typeface="Ambit"/>
              </a:rPr>
              <a:t>But a web app both displays information and allows users to interact dynamically. Programming-wise, websites are mainly made with HTML or CSS, while web apps can be made with a plethora of programming languages."</a:t>
            </a:r>
            <a:endParaRPr lang="en-US" sz="2400" dirty="0">
              <a:solidFill>
                <a:srgbClr val="FF0000"/>
              </a:solidFill>
              <a:latin typeface="Verdana" panose="020B0604030504040204" pitchFamily="34" charset="0"/>
            </a:endParaRPr>
          </a:p>
        </p:txBody>
      </p:sp>
    </p:spTree>
    <p:extLst>
      <p:ext uri="{BB962C8B-B14F-4D97-AF65-F5344CB8AC3E}">
        <p14:creationId xmlns:p14="http://schemas.microsoft.com/office/powerpoint/2010/main" val="634144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types</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4154984"/>
          </a:xfrm>
          <a:prstGeom prst="rect">
            <a:avLst/>
          </a:prstGeom>
          <a:noFill/>
        </p:spPr>
        <p:txBody>
          <a:bodyPr wrap="square">
            <a:spAutoFit/>
          </a:bodyPr>
          <a:lstStyle/>
          <a:p>
            <a:r>
              <a:rPr lang="en-US" sz="2400" b="0" i="0" u="sng" dirty="0">
                <a:effectLst/>
                <a:latin typeface="Merriweather" panose="00000500000000000000" pitchFamily="2" charset="0"/>
                <a:hlinkClick r:id="rId5">
                  <a:extLst>
                    <a:ext uri="{A12FA001-AC4F-418D-AE19-62706E023703}">
                      <ahyp:hlinkClr xmlns:ahyp="http://schemas.microsoft.com/office/drawing/2018/hyperlinkcolor" val="tx"/>
                    </a:ext>
                  </a:extLst>
                </a:hlinkClick>
              </a:rPr>
              <a:t>Types of web applications</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6">
                  <a:extLst>
                    <a:ext uri="{A12FA001-AC4F-418D-AE19-62706E023703}">
                      <ahyp:hlinkClr xmlns:ahyp="http://schemas.microsoft.com/office/drawing/2018/hyperlinkcolor" val="tx"/>
                    </a:ext>
                  </a:extLst>
                </a:hlinkClick>
              </a:rPr>
              <a:t>Static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7">
                  <a:extLst>
                    <a:ext uri="{A12FA001-AC4F-418D-AE19-62706E023703}">
                      <ahyp:hlinkClr xmlns:ahyp="http://schemas.microsoft.com/office/drawing/2018/hyperlinkcolor" val="tx"/>
                    </a:ext>
                  </a:extLst>
                </a:hlinkClick>
              </a:rPr>
              <a:t>Dynamic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8">
                  <a:extLst>
                    <a:ext uri="{A12FA001-AC4F-418D-AE19-62706E023703}">
                      <ahyp:hlinkClr xmlns:ahyp="http://schemas.microsoft.com/office/drawing/2018/hyperlinkcolor" val="tx"/>
                    </a:ext>
                  </a:extLst>
                </a:hlinkClick>
              </a:rPr>
              <a:t>E-commerce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9">
                  <a:extLst>
                    <a:ext uri="{A12FA001-AC4F-418D-AE19-62706E023703}">
                      <ahyp:hlinkClr xmlns:ahyp="http://schemas.microsoft.com/office/drawing/2018/hyperlinkcolor" val="tx"/>
                    </a:ext>
                  </a:extLst>
                </a:hlinkClick>
              </a:rPr>
              <a:t>Content management system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0">
                  <a:extLst>
                    <a:ext uri="{A12FA001-AC4F-418D-AE19-62706E023703}">
                      <ahyp:hlinkClr xmlns:ahyp="http://schemas.microsoft.com/office/drawing/2018/hyperlinkcolor" val="tx"/>
                    </a:ext>
                  </a:extLst>
                </a:hlinkClick>
              </a:rPr>
              <a:t>Single-page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1">
                  <a:extLst>
                    <a:ext uri="{A12FA001-AC4F-418D-AE19-62706E023703}">
                      <ahyp:hlinkClr xmlns:ahyp="http://schemas.microsoft.com/office/drawing/2018/hyperlinkcolor" val="tx"/>
                    </a:ext>
                  </a:extLst>
                </a:hlinkClick>
              </a:rPr>
              <a:t>Multiple-pages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2">
                  <a:extLst>
                    <a:ext uri="{A12FA001-AC4F-418D-AE19-62706E023703}">
                      <ahyp:hlinkClr xmlns:ahyp="http://schemas.microsoft.com/office/drawing/2018/hyperlinkcolor" val="tx"/>
                    </a:ext>
                  </a:extLst>
                </a:hlinkClick>
              </a:rPr>
              <a:t>Portal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3">
                  <a:extLst>
                    <a:ext uri="{A12FA001-AC4F-418D-AE19-62706E023703}">
                      <ahyp:hlinkClr xmlns:ahyp="http://schemas.microsoft.com/office/drawing/2018/hyperlinkcolor" val="tx"/>
                    </a:ext>
                  </a:extLst>
                </a:hlinkClick>
              </a:rPr>
              <a:t>Animated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4">
                  <a:extLst>
                    <a:ext uri="{A12FA001-AC4F-418D-AE19-62706E023703}">
                      <ahyp:hlinkClr xmlns:ahyp="http://schemas.microsoft.com/office/drawing/2018/hyperlinkcolor" val="tx"/>
                    </a:ext>
                  </a:extLst>
                </a:hlinkClick>
              </a:rPr>
              <a:t>Rich internet web application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5">
                  <a:extLst>
                    <a:ext uri="{A12FA001-AC4F-418D-AE19-62706E023703}">
                      <ahyp:hlinkClr xmlns:ahyp="http://schemas.microsoft.com/office/drawing/2018/hyperlinkcolor" val="tx"/>
                    </a:ext>
                  </a:extLst>
                </a:hlinkClick>
              </a:rPr>
              <a:t>Progressive web application</a:t>
            </a:r>
            <a:endParaRPr lang="en-US" sz="2400" dirty="0">
              <a:latin typeface="Verdana" panose="020B0604030504040204" pitchFamily="34" charset="0"/>
            </a:endParaRPr>
          </a:p>
        </p:txBody>
      </p:sp>
    </p:spTree>
    <p:extLst>
      <p:ext uri="{BB962C8B-B14F-4D97-AF65-F5344CB8AC3E}">
        <p14:creationId xmlns:p14="http://schemas.microsoft.com/office/powerpoint/2010/main" val="4451137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Web app</a:t>
            </a:r>
          </a:p>
        </p:txBody>
      </p:sp>
      <p:pic>
        <p:nvPicPr>
          <p:cNvPr id="4" name="Picture 3">
            <a:extLst>
              <a:ext uri="{FF2B5EF4-FFF2-40B4-BE49-F238E27FC236}">
                <a16:creationId xmlns:a16="http://schemas.microsoft.com/office/drawing/2014/main" id="{D243591F-E4F3-BEF8-AF31-B05464504326}"/>
              </a:ext>
            </a:extLst>
          </p:cNvPr>
          <p:cNvPicPr>
            <a:picLocks noChangeAspect="1"/>
          </p:cNvPicPr>
          <p:nvPr/>
        </p:nvPicPr>
        <p:blipFill>
          <a:blip r:embed="rId5"/>
          <a:stretch>
            <a:fillRect/>
          </a:stretch>
        </p:blipFill>
        <p:spPr>
          <a:xfrm>
            <a:off x="1162050" y="1813721"/>
            <a:ext cx="6819900" cy="3873030"/>
          </a:xfrm>
          <a:prstGeom prst="rect">
            <a:avLst/>
          </a:prstGeom>
        </p:spPr>
      </p:pic>
    </p:spTree>
    <p:extLst>
      <p:ext uri="{BB962C8B-B14F-4D97-AF65-F5344CB8AC3E}">
        <p14:creationId xmlns:p14="http://schemas.microsoft.com/office/powerpoint/2010/main" val="8360440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Web app</a:t>
            </a:r>
          </a:p>
        </p:txBody>
      </p:sp>
      <p:pic>
        <p:nvPicPr>
          <p:cNvPr id="3" name="Picture 2">
            <a:extLst>
              <a:ext uri="{FF2B5EF4-FFF2-40B4-BE49-F238E27FC236}">
                <a16:creationId xmlns:a16="http://schemas.microsoft.com/office/drawing/2014/main" id="{2D706A62-45B9-3BF7-7DC0-6E1B8F7CA273}"/>
              </a:ext>
            </a:extLst>
          </p:cNvPr>
          <p:cNvPicPr>
            <a:picLocks noChangeAspect="1"/>
          </p:cNvPicPr>
          <p:nvPr/>
        </p:nvPicPr>
        <p:blipFill>
          <a:blip r:embed="rId5"/>
          <a:stretch>
            <a:fillRect/>
          </a:stretch>
        </p:blipFill>
        <p:spPr>
          <a:xfrm>
            <a:off x="1300162" y="1457325"/>
            <a:ext cx="6543675" cy="3943350"/>
          </a:xfrm>
          <a:prstGeom prst="rect">
            <a:avLst/>
          </a:prstGeom>
        </p:spPr>
      </p:pic>
    </p:spTree>
    <p:extLst>
      <p:ext uri="{BB962C8B-B14F-4D97-AF65-F5344CB8AC3E}">
        <p14:creationId xmlns:p14="http://schemas.microsoft.com/office/powerpoint/2010/main" val="2375530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05566-1C61-5295-DBF3-164E95C2FFF4}"/>
              </a:ext>
            </a:extLst>
          </p:cNvPr>
          <p:cNvSpPr>
            <a:spLocks noGrp="1"/>
          </p:cNvSpPr>
          <p:nvPr>
            <p:ph type="title"/>
          </p:nvPr>
        </p:nvSpPr>
        <p:spPr/>
        <p:txBody>
          <a:bodyPr/>
          <a:lstStyle/>
          <a:p>
            <a:r>
              <a:rPr lang="en-US" dirty="0"/>
              <a:t>Some Links </a:t>
            </a:r>
          </a:p>
        </p:txBody>
      </p:sp>
      <p:sp>
        <p:nvSpPr>
          <p:cNvPr id="3" name="Content Placeholder 2">
            <a:extLst>
              <a:ext uri="{FF2B5EF4-FFF2-40B4-BE49-F238E27FC236}">
                <a16:creationId xmlns:a16="http://schemas.microsoft.com/office/drawing/2014/main" id="{5EEBC369-8362-EFB0-7E48-AF808FDE95C9}"/>
              </a:ext>
            </a:extLst>
          </p:cNvPr>
          <p:cNvSpPr>
            <a:spLocks noGrp="1"/>
          </p:cNvSpPr>
          <p:nvPr>
            <p:ph idx="1"/>
          </p:nvPr>
        </p:nvSpPr>
        <p:spPr/>
        <p:txBody>
          <a:bodyPr/>
          <a:lstStyle/>
          <a:p>
            <a:r>
              <a:rPr lang="en-US" dirty="0"/>
              <a:t>https://ui-patterns.com/patterns</a:t>
            </a:r>
          </a:p>
        </p:txBody>
      </p:sp>
    </p:spTree>
    <p:extLst>
      <p:ext uri="{BB962C8B-B14F-4D97-AF65-F5344CB8AC3E}">
        <p14:creationId xmlns:p14="http://schemas.microsoft.com/office/powerpoint/2010/main" val="648131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1E0AD64-9592-9058-08EB-A5937A510195}"/>
              </a:ext>
            </a:extLst>
          </p:cNvPr>
          <p:cNvSpPr>
            <a:spLocks noGrp="1"/>
          </p:cNvSpPr>
          <p:nvPr>
            <p:ph idx="1"/>
          </p:nvPr>
        </p:nvSpPr>
        <p:spPr>
          <a:xfrm>
            <a:off x="1341164" y="2971800"/>
            <a:ext cx="7773339" cy="3424107"/>
          </a:xfrm>
        </p:spPr>
        <p:txBody>
          <a:bodyPr>
            <a:normAutofit/>
          </a:bodyPr>
          <a:lstStyle/>
          <a:p>
            <a:pPr marL="0" indent="0">
              <a:buNone/>
            </a:pPr>
            <a:r>
              <a:rPr lang="en-US" sz="4400"/>
              <a:t>Continue….</a:t>
            </a:r>
          </a:p>
          <a:p>
            <a:pPr marL="0" indent="0">
              <a:buNone/>
            </a:pPr>
            <a:r>
              <a:rPr lang="en-US" sz="4400" dirty="0"/>
              <a:t>Any thing to ask ??</a:t>
            </a:r>
          </a:p>
        </p:txBody>
      </p:sp>
    </p:spTree>
    <p:extLst>
      <p:ext uri="{BB962C8B-B14F-4D97-AF65-F5344CB8AC3E}">
        <p14:creationId xmlns:p14="http://schemas.microsoft.com/office/powerpoint/2010/main" val="4079085215"/>
      </p:ext>
    </p:extLst>
  </p:cSld>
  <p:clrMapOvr>
    <a:masterClrMapping/>
  </p:clrMapOvr>
</p:sld>
</file>

<file path=ppt/theme/theme1.xml><?xml version="1.0" encoding="utf-8"?>
<a:theme xmlns:a="http://schemas.openxmlformats.org/drawingml/2006/main" name="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dvantage">
  <a:themeElements>
    <a:clrScheme name="Advantage">
      <a:dk1>
        <a:sysClr val="windowText" lastClr="000000"/>
      </a:dk1>
      <a:lt1>
        <a:sysClr val="window" lastClr="FFFFFF"/>
      </a:lt1>
      <a:dk2>
        <a:srgbClr val="2B142D"/>
      </a:dk2>
      <a:lt2>
        <a:srgbClr val="C3AFCC"/>
      </a:lt2>
      <a:accent1>
        <a:srgbClr val="663366"/>
      </a:accent1>
      <a:accent2>
        <a:srgbClr val="330F42"/>
      </a:accent2>
      <a:accent3>
        <a:srgbClr val="666699"/>
      </a:accent3>
      <a:accent4>
        <a:srgbClr val="999966"/>
      </a:accent4>
      <a:accent5>
        <a:srgbClr val="F7901E"/>
      </a:accent5>
      <a:accent6>
        <a:srgbClr val="A3A101"/>
      </a:accent6>
      <a:hlink>
        <a:srgbClr val="BC5FBC"/>
      </a:hlink>
      <a:folHlink>
        <a:srgbClr val="9775A7"/>
      </a:folHlink>
    </a:clrScheme>
    <a:fontScheme name="Advantage">
      <a:majorFont>
        <a:latin typeface="Rockwell"/>
        <a:ea typeface=""/>
        <a:cs typeface=""/>
        <a:font script="Jpan" typeface="ＭＳ ゴシック"/>
      </a:majorFont>
      <a:minorFont>
        <a:latin typeface="Rockwell"/>
        <a:ea typeface=""/>
        <a:cs typeface=""/>
        <a:font script="Jpan" typeface="ＭＳ ゴシック"/>
      </a:minorFont>
    </a:fontScheme>
    <a:fmtScheme name="Advantage">
      <a:fillStyleLst>
        <a:solidFill>
          <a:schemeClr val="phClr"/>
        </a:solidFill>
        <a:gradFill rotWithShape="1">
          <a:gsLst>
            <a:gs pos="0">
              <a:schemeClr val="phClr">
                <a:tint val="100000"/>
                <a:shade val="40000"/>
                <a:alpha val="100000"/>
                <a:satMod val="150000"/>
                <a:lumMod val="100000"/>
              </a:schemeClr>
            </a:gs>
            <a:gs pos="100000">
              <a:schemeClr val="phClr">
                <a:tint val="70000"/>
                <a:shade val="100000"/>
                <a:alpha val="100000"/>
                <a:satMod val="200000"/>
                <a:lumMod val="100000"/>
              </a:schemeClr>
            </a:gs>
          </a:gsLst>
          <a:lin ang="6000000" scaled="1"/>
        </a:gradFill>
        <a:gradFill rotWithShape="1">
          <a:gsLst>
            <a:gs pos="0">
              <a:schemeClr val="phClr">
                <a:shade val="40000"/>
                <a:alpha val="100000"/>
                <a:satMod val="150000"/>
                <a:lumMod val="100000"/>
              </a:schemeClr>
            </a:gs>
            <a:gs pos="100000">
              <a:schemeClr val="phClr">
                <a:tint val="70000"/>
                <a:shade val="100000"/>
                <a:alpha val="100000"/>
                <a:satMod val="200000"/>
                <a:lumMod val="100000"/>
              </a:schemeClr>
            </a:gs>
          </a:gsLst>
          <a:lin ang="54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innerShdw blurRad="50800" dist="25400" dir="13500000">
              <a:srgbClr val="FFFFFF">
                <a:alpha val="75000"/>
              </a:srgbClr>
            </a:innerShdw>
            <a:outerShdw blurRad="63500" dist="25400" dir="5400000" rotWithShape="0">
              <a:srgbClr val="808080">
                <a:alpha val="75000"/>
              </a:srgbClr>
            </a:outerShdw>
          </a:effectLst>
        </a:effectStyle>
        <a:effectStyle>
          <a:effectLst/>
          <a:scene3d>
            <a:camera prst="orthographicFront">
              <a:rot lat="0" lon="0" rev="0"/>
            </a:camera>
            <a:lightRig rig="twoPt" dir="tl">
              <a:rot lat="0" lon="0" rev="4500000"/>
            </a:lightRig>
          </a:scene3d>
          <a:sp3d>
            <a:bevelT w="63500" h="50800"/>
          </a:sp3d>
        </a:effectStyle>
      </a:effectStyleLst>
      <a:bgFillStyleLst>
        <a:solidFill>
          <a:schemeClr val="phClr"/>
        </a:solidFill>
        <a:gradFill rotWithShape="1">
          <a:gsLst>
            <a:gs pos="0">
              <a:schemeClr val="phClr">
                <a:tint val="40000"/>
                <a:satMod val="1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iab97">
  <a:themeElements>
    <a:clrScheme name="">
      <a:dk1>
        <a:srgbClr val="000000"/>
      </a:dk1>
      <a:lt1>
        <a:srgbClr val="FFFFFF"/>
      </a:lt1>
      <a:dk2>
        <a:srgbClr val="000082"/>
      </a:dk2>
      <a:lt2>
        <a:srgbClr val="C0C0C0"/>
      </a:lt2>
      <a:accent1>
        <a:srgbClr val="D01608"/>
      </a:accent1>
      <a:accent2>
        <a:srgbClr val="000082"/>
      </a:accent2>
      <a:accent3>
        <a:srgbClr val="FFFFFF"/>
      </a:accent3>
      <a:accent4>
        <a:srgbClr val="000000"/>
      </a:accent4>
      <a:accent5>
        <a:srgbClr val="E4ABAA"/>
      </a:accent5>
      <a:accent6>
        <a:srgbClr val="000075"/>
      </a:accent6>
      <a:hlink>
        <a:srgbClr val="00C000"/>
      </a:hlink>
      <a:folHlink>
        <a:srgbClr val="800080"/>
      </a:folHlink>
    </a:clrScheme>
    <a:fontScheme name="iab97">
      <a:majorFont>
        <a:latin typeface="Book Antiqua"/>
        <a:ea typeface="新細明體"/>
        <a:cs typeface=""/>
      </a:majorFont>
      <a:minorFont>
        <a:latin typeface="Book Antiqua"/>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iab97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iab97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iab97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iab97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iab97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iab97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iab97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自訂設計">
  <a:themeElements>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訂設計">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訂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訂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訂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訂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訂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訂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訂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訂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訂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訂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訂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3929</TotalTime>
  <Words>848</Words>
  <Application>Microsoft Office PowerPoint</Application>
  <PresentationFormat>On-screen Show (4:3)</PresentationFormat>
  <Paragraphs>92</Paragraphs>
  <Slides>24</Slides>
  <Notes>1</Notes>
  <HiddenSlides>0</HiddenSlides>
  <MMClips>0</MMClips>
  <ScaleCrop>false</ScaleCrop>
  <HeadingPairs>
    <vt:vector size="6" baseType="variant">
      <vt:variant>
        <vt:lpstr>Fonts Used</vt:lpstr>
      </vt:variant>
      <vt:variant>
        <vt:i4>14</vt:i4>
      </vt:variant>
      <vt:variant>
        <vt:lpstr>Theme</vt:lpstr>
      </vt:variant>
      <vt:variant>
        <vt:i4>6</vt:i4>
      </vt:variant>
      <vt:variant>
        <vt:lpstr>Slide Titles</vt:lpstr>
      </vt:variant>
      <vt:variant>
        <vt:i4>24</vt:i4>
      </vt:variant>
    </vt:vector>
  </HeadingPairs>
  <TitlesOfParts>
    <vt:vector size="44" baseType="lpstr">
      <vt:lpstr>Ambit</vt:lpstr>
      <vt:lpstr>-apple-system</vt:lpstr>
      <vt:lpstr>Arial</vt:lpstr>
      <vt:lpstr>Book Antiqua</vt:lpstr>
      <vt:lpstr>Georgia</vt:lpstr>
      <vt:lpstr>inherit</vt:lpstr>
      <vt:lpstr>Merriweather</vt:lpstr>
      <vt:lpstr>Rockwell</vt:lpstr>
      <vt:lpstr>Söhne</vt:lpstr>
      <vt:lpstr>Times New Roman</vt:lpstr>
      <vt:lpstr>Tw Cen MT</vt:lpstr>
      <vt:lpstr>Verdana</vt:lpstr>
      <vt:lpstr>Wingdings</vt:lpstr>
      <vt:lpstr>Wingdings 2</vt:lpstr>
      <vt:lpstr>Layers</vt:lpstr>
      <vt:lpstr>Advantage</vt:lpstr>
      <vt:lpstr>1_Layers</vt:lpstr>
      <vt:lpstr>iab97</vt:lpstr>
      <vt:lpstr>自訂設計</vt:lpstr>
      <vt:lpstr>Droplet</vt:lpstr>
      <vt:lpstr>Software Design and Arcitecture(SDA) Lecture 4</vt:lpstr>
      <vt:lpstr>Functional Design; UI Design; Web Applications Design</vt:lpstr>
      <vt:lpstr> Functional  DESIGN</vt:lpstr>
      <vt:lpstr>PowerPoint Presentation</vt:lpstr>
      <vt:lpstr>PowerPoint Presentation</vt:lpstr>
      <vt:lpstr>PowerPoint Presentation</vt:lpstr>
      <vt:lpstr>PowerPoint Presentation</vt:lpstr>
      <vt:lpstr>PowerPoint Presentation</vt:lpstr>
      <vt:lpstr>PowerPoint Presentation</vt:lpstr>
      <vt:lpstr>User interface design activities</vt:lpstr>
      <vt:lpstr>Description</vt:lpstr>
      <vt:lpstr>Description</vt:lpstr>
      <vt:lpstr>Description</vt:lpstr>
      <vt:lpstr>Description</vt:lpstr>
      <vt:lpstr>Description</vt:lpstr>
      <vt:lpstr>User Interface design patterns</vt:lpstr>
      <vt:lpstr>User Interface design patterns</vt:lpstr>
      <vt:lpstr>What is web application</vt:lpstr>
      <vt:lpstr>difference</vt:lpstr>
      <vt:lpstr>types</vt:lpstr>
      <vt:lpstr>Web app</vt:lpstr>
      <vt:lpstr>Web app</vt:lpstr>
      <vt:lpstr>Some Links </vt:lpstr>
      <vt:lpstr>PowerPoint Presentation</vt:lpstr>
    </vt:vector>
  </TitlesOfParts>
  <Manager/>
  <Company>Kasetsart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Organization and Architecture</dc:title>
  <dc:subject/>
  <dc:creator>Pradondet Nilagupta</dc:creator>
  <cp:keywords/>
  <dc:description/>
  <cp:lastModifiedBy>Ramsha Mashood BUKC</cp:lastModifiedBy>
  <cp:revision>128</cp:revision>
  <cp:lastPrinted>1601-01-01T00:00:00Z</cp:lastPrinted>
  <dcterms:created xsi:type="dcterms:W3CDTF">2007-10-31T16:45:31Z</dcterms:created>
  <dcterms:modified xsi:type="dcterms:W3CDTF">2024-03-14T06:48:40Z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TC102037551033</vt:lpwstr>
  </property>
</Properties>
</file>