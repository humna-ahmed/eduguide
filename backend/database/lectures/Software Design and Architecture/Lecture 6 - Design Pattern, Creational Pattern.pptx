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3.xml" ContentType="application/vnd.openxmlformats-officedocument.theme+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4.xml" ContentType="application/vnd.openxmlformats-officedocument.theme+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5.xml" ContentType="application/vnd.openxmlformats-officedocument.theme+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7" r:id="rId1"/>
    <p:sldMasterId id="2147483679" r:id="rId2"/>
    <p:sldMasterId id="2147483703" r:id="rId3"/>
    <p:sldMasterId id="2147483716" r:id="rId4"/>
    <p:sldMasterId id="2147483729" r:id="rId5"/>
    <p:sldMasterId id="2147484092" r:id="rId6"/>
  </p:sldMasterIdLst>
  <p:notesMasterIdLst>
    <p:notesMasterId r:id="rId56"/>
  </p:notesMasterIdLst>
  <p:sldIdLst>
    <p:sldId id="386" r:id="rId7"/>
    <p:sldId id="387" r:id="rId8"/>
    <p:sldId id="275" r:id="rId9"/>
    <p:sldId id="483" r:id="rId10"/>
    <p:sldId id="258" r:id="rId11"/>
    <p:sldId id="313" r:id="rId12"/>
    <p:sldId id="484" r:id="rId13"/>
    <p:sldId id="485" r:id="rId14"/>
    <p:sldId id="260" r:id="rId15"/>
    <p:sldId id="486" r:id="rId16"/>
    <p:sldId id="487" r:id="rId17"/>
    <p:sldId id="488" r:id="rId18"/>
    <p:sldId id="489" r:id="rId19"/>
    <p:sldId id="268" r:id="rId20"/>
    <p:sldId id="266" r:id="rId21"/>
    <p:sldId id="490" r:id="rId22"/>
    <p:sldId id="267" r:id="rId23"/>
    <p:sldId id="491" r:id="rId24"/>
    <p:sldId id="492" r:id="rId25"/>
    <p:sldId id="494" r:id="rId26"/>
    <p:sldId id="495" r:id="rId27"/>
    <p:sldId id="496" r:id="rId28"/>
    <p:sldId id="498" r:id="rId29"/>
    <p:sldId id="502" r:id="rId30"/>
    <p:sldId id="503" r:id="rId31"/>
    <p:sldId id="504" r:id="rId32"/>
    <p:sldId id="501" r:id="rId33"/>
    <p:sldId id="257" r:id="rId34"/>
    <p:sldId id="505" r:id="rId35"/>
    <p:sldId id="259" r:id="rId36"/>
    <p:sldId id="261" r:id="rId37"/>
    <p:sldId id="506" r:id="rId38"/>
    <p:sldId id="265" r:id="rId39"/>
    <p:sldId id="508" r:id="rId40"/>
    <p:sldId id="510" r:id="rId41"/>
    <p:sldId id="507" r:id="rId42"/>
    <p:sldId id="512" r:id="rId43"/>
    <p:sldId id="509" r:id="rId44"/>
    <p:sldId id="271" r:id="rId45"/>
    <p:sldId id="511" r:id="rId46"/>
    <p:sldId id="269" r:id="rId47"/>
    <p:sldId id="513" r:id="rId48"/>
    <p:sldId id="514" r:id="rId49"/>
    <p:sldId id="276" r:id="rId50"/>
    <p:sldId id="277" r:id="rId51"/>
    <p:sldId id="515" r:id="rId52"/>
    <p:sldId id="516" r:id="rId53"/>
    <p:sldId id="493" r:id="rId54"/>
    <p:sldId id="432" r:id="rId55"/>
  </p:sldIdLst>
  <p:sldSz cx="9144000" cy="6858000" type="screen4x3"/>
  <p:notesSz cx="7099300" cy="10234613"/>
  <p:defaultTextStyle>
    <a:defPPr>
      <a:defRPr lang="th-TH"/>
    </a:defPPr>
    <a:lvl1pPr algn="l" rtl="0" eaLnBrk="0" fontAlgn="base" hangingPunct="0">
      <a:spcBef>
        <a:spcPct val="0"/>
      </a:spcBef>
      <a:spcAft>
        <a:spcPct val="0"/>
      </a:spcAft>
      <a:defRPr kern="1200">
        <a:solidFill>
          <a:schemeClr val="tx1"/>
        </a:solidFill>
        <a:latin typeface="Arial" panose="020B0604020202020204" pitchFamily="34" charset="0"/>
        <a:ea typeface="Angsana New" panose="02020603050405020304" pitchFamily="18" charset="-34"/>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Angsana New" panose="02020603050405020304" pitchFamily="18" charset="-34"/>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Angsana New" panose="02020603050405020304" pitchFamily="18" charset="-34"/>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Angsana New" panose="02020603050405020304" pitchFamily="18" charset="-34"/>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Angsana New" panose="02020603050405020304" pitchFamily="18" charset="-34"/>
        <a:cs typeface="+mn-cs"/>
      </a:defRPr>
    </a:lvl5pPr>
    <a:lvl6pPr marL="2286000" algn="l" defTabSz="914400" rtl="0" eaLnBrk="1" latinLnBrk="0" hangingPunct="1">
      <a:defRPr kern="1200">
        <a:solidFill>
          <a:schemeClr val="tx1"/>
        </a:solidFill>
        <a:latin typeface="Arial" panose="020B0604020202020204" pitchFamily="34" charset="0"/>
        <a:ea typeface="Angsana New" panose="02020603050405020304" pitchFamily="18" charset="-34"/>
        <a:cs typeface="+mn-cs"/>
      </a:defRPr>
    </a:lvl6pPr>
    <a:lvl7pPr marL="2743200" algn="l" defTabSz="914400" rtl="0" eaLnBrk="1" latinLnBrk="0" hangingPunct="1">
      <a:defRPr kern="1200">
        <a:solidFill>
          <a:schemeClr val="tx1"/>
        </a:solidFill>
        <a:latin typeface="Arial" panose="020B0604020202020204" pitchFamily="34" charset="0"/>
        <a:ea typeface="Angsana New" panose="02020603050405020304" pitchFamily="18" charset="-34"/>
        <a:cs typeface="+mn-cs"/>
      </a:defRPr>
    </a:lvl7pPr>
    <a:lvl8pPr marL="3200400" algn="l" defTabSz="914400" rtl="0" eaLnBrk="1" latinLnBrk="0" hangingPunct="1">
      <a:defRPr kern="1200">
        <a:solidFill>
          <a:schemeClr val="tx1"/>
        </a:solidFill>
        <a:latin typeface="Arial" panose="020B0604020202020204" pitchFamily="34" charset="0"/>
        <a:ea typeface="Angsana New" panose="02020603050405020304" pitchFamily="18" charset="-34"/>
        <a:cs typeface="+mn-cs"/>
      </a:defRPr>
    </a:lvl8pPr>
    <a:lvl9pPr marL="3657600" algn="l" defTabSz="914400" rtl="0" eaLnBrk="1" latinLnBrk="0" hangingPunct="1">
      <a:defRPr kern="1200">
        <a:solidFill>
          <a:schemeClr val="tx1"/>
        </a:solidFill>
        <a:latin typeface="Arial" panose="020B0604020202020204" pitchFamily="34" charset="0"/>
        <a:ea typeface="Angsana New" panose="02020603050405020304" pitchFamily="18" charset="-34"/>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66FF"/>
    <a:srgbClr val="800080"/>
    <a:srgbClr val="339966"/>
    <a:srgbClr val="CC3300"/>
    <a:srgbClr val="4924A4"/>
    <a:srgbClr val="542ABC"/>
    <a:srgbClr val="8EC1D8"/>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68" autoAdjust="0"/>
    <p:restoredTop sz="94660"/>
  </p:normalViewPr>
  <p:slideViewPr>
    <p:cSldViewPr>
      <p:cViewPr varScale="1">
        <p:scale>
          <a:sx n="65" d="100"/>
          <a:sy n="65" d="100"/>
        </p:scale>
        <p:origin x="810"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slide" Target="slides/slide41.xml"/><Relationship Id="rId50" Type="http://schemas.openxmlformats.org/officeDocument/2006/relationships/slide" Target="slides/slide44.xml"/><Relationship Id="rId55" Type="http://schemas.openxmlformats.org/officeDocument/2006/relationships/slide" Target="slides/slide49.xml"/><Relationship Id="rId7" Type="http://schemas.openxmlformats.org/officeDocument/2006/relationships/slide" Target="slides/slide1.xml"/><Relationship Id="rId2" Type="http://schemas.openxmlformats.org/officeDocument/2006/relationships/slideMaster" Target="slideMasters/slideMaster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viewProps" Target="viewProps.xml"/><Relationship Id="rId5" Type="http://schemas.openxmlformats.org/officeDocument/2006/relationships/slideMaster" Target="slideMasters/slideMaster5.xml"/><Relationship Id="rId19" Type="http://schemas.openxmlformats.org/officeDocument/2006/relationships/slide" Target="slides/slide13.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notesMaster" Target="notesMasters/notesMaster1.xml"/><Relationship Id="rId8" Type="http://schemas.openxmlformats.org/officeDocument/2006/relationships/slide" Target="slides/slide2.xml"/><Relationship Id="rId51" Type="http://schemas.openxmlformats.org/officeDocument/2006/relationships/slide" Target="slides/slide45.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theme" Target="theme/theme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presProps" Target="presProps.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diagrams/_rels/data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svg"/><Relationship Id="rId1" Type="http://schemas.openxmlformats.org/officeDocument/2006/relationships/image" Target="../media/image21.png"/><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diagrams/_rels/data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svg"/><Relationship Id="rId1" Type="http://schemas.openxmlformats.org/officeDocument/2006/relationships/image" Target="../media/image52.png"/><Relationship Id="rId4" Type="http://schemas.openxmlformats.org/officeDocument/2006/relationships/image" Target="../media/image5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diagrams/_rels/drawing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svg"/><Relationship Id="rId1" Type="http://schemas.openxmlformats.org/officeDocument/2006/relationships/image" Target="../media/image21.png"/><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diagrams/_rels/drawing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svg"/><Relationship Id="rId1" Type="http://schemas.openxmlformats.org/officeDocument/2006/relationships/image" Target="../media/image52.png"/><Relationship Id="rId4" Type="http://schemas.openxmlformats.org/officeDocument/2006/relationships/image" Target="../media/image55.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4A24552-044E-4D83-9201-AA9A4B8DE380}"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C1BC2C05-AE5D-4CAC-8CA4-E1F81D44A3D5}">
      <dgm:prSet/>
      <dgm:spPr/>
      <dgm:t>
        <a:bodyPr/>
        <a:lstStyle/>
        <a:p>
          <a:r>
            <a:rPr lang="en-US" baseline="0"/>
            <a:t>Shared language of design – Increases communication bandwidth – Decreases misunderstandings </a:t>
          </a:r>
          <a:endParaRPr lang="en-US"/>
        </a:p>
      </dgm:t>
    </dgm:pt>
    <dgm:pt modelId="{93E882F9-1FA2-4871-AE3B-6125FA8FE207}" type="parTrans" cxnId="{A34B9C87-871C-41E9-9D68-9D7408AA7258}">
      <dgm:prSet/>
      <dgm:spPr/>
      <dgm:t>
        <a:bodyPr/>
        <a:lstStyle/>
        <a:p>
          <a:endParaRPr lang="en-US"/>
        </a:p>
      </dgm:t>
    </dgm:pt>
    <dgm:pt modelId="{78FF361E-B631-4F2E-81B5-638F3A6D92FA}" type="sibTrans" cxnId="{A34B9C87-871C-41E9-9D68-9D7408AA7258}">
      <dgm:prSet/>
      <dgm:spPr/>
      <dgm:t>
        <a:bodyPr/>
        <a:lstStyle/>
        <a:p>
          <a:endParaRPr lang="en-US"/>
        </a:p>
      </dgm:t>
    </dgm:pt>
    <dgm:pt modelId="{0CDD21FD-AB6E-4C15-B9D7-CDC1608535CF}">
      <dgm:prSet/>
      <dgm:spPr/>
      <dgm:t>
        <a:bodyPr/>
        <a:lstStyle/>
        <a:p>
          <a:r>
            <a:rPr lang="en-US" baseline="0"/>
            <a:t>Learn from experience – Becoming a good designer is hard </a:t>
          </a:r>
          <a:endParaRPr lang="en-US"/>
        </a:p>
      </dgm:t>
    </dgm:pt>
    <dgm:pt modelId="{EE23BDDE-847D-4FE6-BC7B-6BB3E828D0F6}" type="parTrans" cxnId="{B76600B3-D925-4D14-B832-B959BAA50B89}">
      <dgm:prSet/>
      <dgm:spPr/>
      <dgm:t>
        <a:bodyPr/>
        <a:lstStyle/>
        <a:p>
          <a:endParaRPr lang="en-US"/>
        </a:p>
      </dgm:t>
    </dgm:pt>
    <dgm:pt modelId="{3EC3B381-103F-494C-9C66-DACCD94DD9DD}" type="sibTrans" cxnId="{B76600B3-D925-4D14-B832-B959BAA50B89}">
      <dgm:prSet/>
      <dgm:spPr/>
      <dgm:t>
        <a:bodyPr/>
        <a:lstStyle/>
        <a:p>
          <a:endParaRPr lang="en-US"/>
        </a:p>
      </dgm:t>
    </dgm:pt>
    <dgm:pt modelId="{399AC0D0-9422-41ED-A063-D1BA81BB391C}">
      <dgm:prSet/>
      <dgm:spPr/>
      <dgm:t>
        <a:bodyPr/>
        <a:lstStyle/>
        <a:p>
          <a:r>
            <a:rPr lang="en-US" baseline="0"/>
            <a:t>Understanding good designs is a first step – Tested solutions to common problems</a:t>
          </a:r>
          <a:endParaRPr lang="en-US"/>
        </a:p>
      </dgm:t>
    </dgm:pt>
    <dgm:pt modelId="{5FA7BF23-5050-49D6-8355-70C66AD56971}" type="parTrans" cxnId="{A095E069-DA97-419D-8173-055AAB54F944}">
      <dgm:prSet/>
      <dgm:spPr/>
      <dgm:t>
        <a:bodyPr/>
        <a:lstStyle/>
        <a:p>
          <a:endParaRPr lang="en-US"/>
        </a:p>
      </dgm:t>
    </dgm:pt>
    <dgm:pt modelId="{09D28284-B983-43C8-9FCD-79C8E4D9A2BC}" type="sibTrans" cxnId="{A095E069-DA97-419D-8173-055AAB54F944}">
      <dgm:prSet/>
      <dgm:spPr/>
      <dgm:t>
        <a:bodyPr/>
        <a:lstStyle/>
        <a:p>
          <a:endParaRPr lang="en-US"/>
        </a:p>
      </dgm:t>
    </dgm:pt>
    <dgm:pt modelId="{E8830FD4-F901-4E77-A892-06F1FC86FFF6}" type="pres">
      <dgm:prSet presAssocID="{54A24552-044E-4D83-9201-AA9A4B8DE380}" presName="root" presStyleCnt="0">
        <dgm:presLayoutVars>
          <dgm:dir/>
          <dgm:resizeHandles val="exact"/>
        </dgm:presLayoutVars>
      </dgm:prSet>
      <dgm:spPr/>
    </dgm:pt>
    <dgm:pt modelId="{DBB248F8-1EDF-4E04-BE50-5624373BFF64}" type="pres">
      <dgm:prSet presAssocID="{C1BC2C05-AE5D-4CAC-8CA4-E1F81D44A3D5}" presName="compNode" presStyleCnt="0"/>
      <dgm:spPr/>
    </dgm:pt>
    <dgm:pt modelId="{1A0667F1-A51E-4D21-AF33-FF02E628BDA5}" type="pres">
      <dgm:prSet presAssocID="{C1BC2C05-AE5D-4CAC-8CA4-E1F81D44A3D5}" presName="bgRect" presStyleLbl="bgShp" presStyleIdx="0" presStyleCnt="3"/>
      <dgm:spPr/>
    </dgm:pt>
    <dgm:pt modelId="{0D0B2F40-FC5D-4F92-BC24-8C860EE76E41}" type="pres">
      <dgm:prSet presAssocID="{C1BC2C05-AE5D-4CAC-8CA4-E1F81D44A3D5}"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at"/>
        </a:ext>
      </dgm:extLst>
    </dgm:pt>
    <dgm:pt modelId="{162D0309-DF1D-458F-82E7-66FBA53C5EA6}" type="pres">
      <dgm:prSet presAssocID="{C1BC2C05-AE5D-4CAC-8CA4-E1F81D44A3D5}" presName="spaceRect" presStyleCnt="0"/>
      <dgm:spPr/>
    </dgm:pt>
    <dgm:pt modelId="{5C0FC52D-0A40-40C8-86AF-1133B942D3BC}" type="pres">
      <dgm:prSet presAssocID="{C1BC2C05-AE5D-4CAC-8CA4-E1F81D44A3D5}" presName="parTx" presStyleLbl="revTx" presStyleIdx="0" presStyleCnt="3">
        <dgm:presLayoutVars>
          <dgm:chMax val="0"/>
          <dgm:chPref val="0"/>
        </dgm:presLayoutVars>
      </dgm:prSet>
      <dgm:spPr/>
    </dgm:pt>
    <dgm:pt modelId="{1F730FCD-1CDC-4FFD-A448-1689AEC5E367}" type="pres">
      <dgm:prSet presAssocID="{78FF361E-B631-4F2E-81B5-638F3A6D92FA}" presName="sibTrans" presStyleCnt="0"/>
      <dgm:spPr/>
    </dgm:pt>
    <dgm:pt modelId="{0998B374-2305-41D1-9FA8-7FDE13102C9D}" type="pres">
      <dgm:prSet presAssocID="{0CDD21FD-AB6E-4C15-B9D7-CDC1608535CF}" presName="compNode" presStyleCnt="0"/>
      <dgm:spPr/>
    </dgm:pt>
    <dgm:pt modelId="{17A71F3D-A879-4614-B8DB-9147597278F2}" type="pres">
      <dgm:prSet presAssocID="{0CDD21FD-AB6E-4C15-B9D7-CDC1608535CF}" presName="bgRect" presStyleLbl="bgShp" presStyleIdx="1" presStyleCnt="3"/>
      <dgm:spPr/>
    </dgm:pt>
    <dgm:pt modelId="{992744A1-17C2-4F20-80E6-A7F39968D89F}" type="pres">
      <dgm:prSet presAssocID="{0CDD21FD-AB6E-4C15-B9D7-CDC1608535CF}"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assroom"/>
        </a:ext>
      </dgm:extLst>
    </dgm:pt>
    <dgm:pt modelId="{8FC4D045-610A-498E-84C5-4CC6B88091BB}" type="pres">
      <dgm:prSet presAssocID="{0CDD21FD-AB6E-4C15-B9D7-CDC1608535CF}" presName="spaceRect" presStyleCnt="0"/>
      <dgm:spPr/>
    </dgm:pt>
    <dgm:pt modelId="{FA38DEAC-5B68-4BA5-8A4B-36DB51FA8101}" type="pres">
      <dgm:prSet presAssocID="{0CDD21FD-AB6E-4C15-B9D7-CDC1608535CF}" presName="parTx" presStyleLbl="revTx" presStyleIdx="1" presStyleCnt="3">
        <dgm:presLayoutVars>
          <dgm:chMax val="0"/>
          <dgm:chPref val="0"/>
        </dgm:presLayoutVars>
      </dgm:prSet>
      <dgm:spPr/>
    </dgm:pt>
    <dgm:pt modelId="{6B1C24F7-2372-4FAC-B931-AA55FE6AA852}" type="pres">
      <dgm:prSet presAssocID="{3EC3B381-103F-494C-9C66-DACCD94DD9DD}" presName="sibTrans" presStyleCnt="0"/>
      <dgm:spPr/>
    </dgm:pt>
    <dgm:pt modelId="{0A22040A-9606-4A7A-80E1-2BAF67F47BD1}" type="pres">
      <dgm:prSet presAssocID="{399AC0D0-9422-41ED-A063-D1BA81BB391C}" presName="compNode" presStyleCnt="0"/>
      <dgm:spPr/>
    </dgm:pt>
    <dgm:pt modelId="{3B91446B-3464-41DD-8953-FF57E484EC18}" type="pres">
      <dgm:prSet presAssocID="{399AC0D0-9422-41ED-A063-D1BA81BB391C}" presName="bgRect" presStyleLbl="bgShp" presStyleIdx="2" presStyleCnt="3"/>
      <dgm:spPr/>
    </dgm:pt>
    <dgm:pt modelId="{C21E785D-F2C5-4DA0-80D2-1DB269D08E43}" type="pres">
      <dgm:prSet presAssocID="{399AC0D0-9422-41ED-A063-D1BA81BB391C}"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Light Bulb and Gear"/>
        </a:ext>
      </dgm:extLst>
    </dgm:pt>
    <dgm:pt modelId="{8C619397-B47E-49A9-BA97-E05DEFBCA773}" type="pres">
      <dgm:prSet presAssocID="{399AC0D0-9422-41ED-A063-D1BA81BB391C}" presName="spaceRect" presStyleCnt="0"/>
      <dgm:spPr/>
    </dgm:pt>
    <dgm:pt modelId="{D48250DA-930F-4459-A716-2E82D178C240}" type="pres">
      <dgm:prSet presAssocID="{399AC0D0-9422-41ED-A063-D1BA81BB391C}" presName="parTx" presStyleLbl="revTx" presStyleIdx="2" presStyleCnt="3">
        <dgm:presLayoutVars>
          <dgm:chMax val="0"/>
          <dgm:chPref val="0"/>
        </dgm:presLayoutVars>
      </dgm:prSet>
      <dgm:spPr/>
    </dgm:pt>
  </dgm:ptLst>
  <dgm:cxnLst>
    <dgm:cxn modelId="{764BA705-D4BE-4AA7-B1E2-0B5AB321F354}" type="presOf" srcId="{C1BC2C05-AE5D-4CAC-8CA4-E1F81D44A3D5}" destId="{5C0FC52D-0A40-40C8-86AF-1133B942D3BC}" srcOrd="0" destOrd="0" presId="urn:microsoft.com/office/officeart/2018/2/layout/IconVerticalSolidList"/>
    <dgm:cxn modelId="{A095E069-DA97-419D-8173-055AAB54F944}" srcId="{54A24552-044E-4D83-9201-AA9A4B8DE380}" destId="{399AC0D0-9422-41ED-A063-D1BA81BB391C}" srcOrd="2" destOrd="0" parTransId="{5FA7BF23-5050-49D6-8355-70C66AD56971}" sibTransId="{09D28284-B983-43C8-9FCD-79C8E4D9A2BC}"/>
    <dgm:cxn modelId="{15DE2572-99AC-4498-8284-8853378E1355}" type="presOf" srcId="{0CDD21FD-AB6E-4C15-B9D7-CDC1608535CF}" destId="{FA38DEAC-5B68-4BA5-8A4B-36DB51FA8101}" srcOrd="0" destOrd="0" presId="urn:microsoft.com/office/officeart/2018/2/layout/IconVerticalSolidList"/>
    <dgm:cxn modelId="{0F9F0177-8E7E-452F-92BD-4B43D2201201}" type="presOf" srcId="{399AC0D0-9422-41ED-A063-D1BA81BB391C}" destId="{D48250DA-930F-4459-A716-2E82D178C240}" srcOrd="0" destOrd="0" presId="urn:microsoft.com/office/officeart/2018/2/layout/IconVerticalSolidList"/>
    <dgm:cxn modelId="{A34B9C87-871C-41E9-9D68-9D7408AA7258}" srcId="{54A24552-044E-4D83-9201-AA9A4B8DE380}" destId="{C1BC2C05-AE5D-4CAC-8CA4-E1F81D44A3D5}" srcOrd="0" destOrd="0" parTransId="{93E882F9-1FA2-4871-AE3B-6125FA8FE207}" sibTransId="{78FF361E-B631-4F2E-81B5-638F3A6D92FA}"/>
    <dgm:cxn modelId="{1E988CA1-39E4-4A8B-B0CB-DFEE599045C8}" type="presOf" srcId="{54A24552-044E-4D83-9201-AA9A4B8DE380}" destId="{E8830FD4-F901-4E77-A892-06F1FC86FFF6}" srcOrd="0" destOrd="0" presId="urn:microsoft.com/office/officeart/2018/2/layout/IconVerticalSolidList"/>
    <dgm:cxn modelId="{B76600B3-D925-4D14-B832-B959BAA50B89}" srcId="{54A24552-044E-4D83-9201-AA9A4B8DE380}" destId="{0CDD21FD-AB6E-4C15-B9D7-CDC1608535CF}" srcOrd="1" destOrd="0" parTransId="{EE23BDDE-847D-4FE6-BC7B-6BB3E828D0F6}" sibTransId="{3EC3B381-103F-494C-9C66-DACCD94DD9DD}"/>
    <dgm:cxn modelId="{7D643AC5-4A9F-44CB-AE24-F5F542522B57}" type="presParOf" srcId="{E8830FD4-F901-4E77-A892-06F1FC86FFF6}" destId="{DBB248F8-1EDF-4E04-BE50-5624373BFF64}" srcOrd="0" destOrd="0" presId="urn:microsoft.com/office/officeart/2018/2/layout/IconVerticalSolidList"/>
    <dgm:cxn modelId="{70C4D552-28A3-4D3B-8DF5-4AAF7C086C9A}" type="presParOf" srcId="{DBB248F8-1EDF-4E04-BE50-5624373BFF64}" destId="{1A0667F1-A51E-4D21-AF33-FF02E628BDA5}" srcOrd="0" destOrd="0" presId="urn:microsoft.com/office/officeart/2018/2/layout/IconVerticalSolidList"/>
    <dgm:cxn modelId="{12EE19BF-CA76-4AAE-BDBA-DF2B9659F911}" type="presParOf" srcId="{DBB248F8-1EDF-4E04-BE50-5624373BFF64}" destId="{0D0B2F40-FC5D-4F92-BC24-8C860EE76E41}" srcOrd="1" destOrd="0" presId="urn:microsoft.com/office/officeart/2018/2/layout/IconVerticalSolidList"/>
    <dgm:cxn modelId="{23E0F77D-42AF-49A3-989F-46844907B1FC}" type="presParOf" srcId="{DBB248F8-1EDF-4E04-BE50-5624373BFF64}" destId="{162D0309-DF1D-458F-82E7-66FBA53C5EA6}" srcOrd="2" destOrd="0" presId="urn:microsoft.com/office/officeart/2018/2/layout/IconVerticalSolidList"/>
    <dgm:cxn modelId="{C2291403-ACAB-48DA-9336-E1C7A11BB6C1}" type="presParOf" srcId="{DBB248F8-1EDF-4E04-BE50-5624373BFF64}" destId="{5C0FC52D-0A40-40C8-86AF-1133B942D3BC}" srcOrd="3" destOrd="0" presId="urn:microsoft.com/office/officeart/2018/2/layout/IconVerticalSolidList"/>
    <dgm:cxn modelId="{EE84BC80-2EA5-4F06-B19B-0EE981A452F8}" type="presParOf" srcId="{E8830FD4-F901-4E77-A892-06F1FC86FFF6}" destId="{1F730FCD-1CDC-4FFD-A448-1689AEC5E367}" srcOrd="1" destOrd="0" presId="urn:microsoft.com/office/officeart/2018/2/layout/IconVerticalSolidList"/>
    <dgm:cxn modelId="{6A1517C7-BF6C-4C1B-9F2E-CEF85B5F5FB5}" type="presParOf" srcId="{E8830FD4-F901-4E77-A892-06F1FC86FFF6}" destId="{0998B374-2305-41D1-9FA8-7FDE13102C9D}" srcOrd="2" destOrd="0" presId="urn:microsoft.com/office/officeart/2018/2/layout/IconVerticalSolidList"/>
    <dgm:cxn modelId="{9E0E7385-6788-4BCB-AC5A-C04B1A4D7791}" type="presParOf" srcId="{0998B374-2305-41D1-9FA8-7FDE13102C9D}" destId="{17A71F3D-A879-4614-B8DB-9147597278F2}" srcOrd="0" destOrd="0" presId="urn:microsoft.com/office/officeart/2018/2/layout/IconVerticalSolidList"/>
    <dgm:cxn modelId="{8ACA64EE-2A1E-4AAB-ABFC-CA8B42778E2C}" type="presParOf" srcId="{0998B374-2305-41D1-9FA8-7FDE13102C9D}" destId="{992744A1-17C2-4F20-80E6-A7F39968D89F}" srcOrd="1" destOrd="0" presId="urn:microsoft.com/office/officeart/2018/2/layout/IconVerticalSolidList"/>
    <dgm:cxn modelId="{AAF6294D-05FC-4E73-85D0-52CF6B9AC93A}" type="presParOf" srcId="{0998B374-2305-41D1-9FA8-7FDE13102C9D}" destId="{8FC4D045-610A-498E-84C5-4CC6B88091BB}" srcOrd="2" destOrd="0" presId="urn:microsoft.com/office/officeart/2018/2/layout/IconVerticalSolidList"/>
    <dgm:cxn modelId="{3F4AE172-CCE4-4AF4-A513-0D70F13AD104}" type="presParOf" srcId="{0998B374-2305-41D1-9FA8-7FDE13102C9D}" destId="{FA38DEAC-5B68-4BA5-8A4B-36DB51FA8101}" srcOrd="3" destOrd="0" presId="urn:microsoft.com/office/officeart/2018/2/layout/IconVerticalSolidList"/>
    <dgm:cxn modelId="{32A2DC06-9BA7-4822-83B8-01F87FDB9288}" type="presParOf" srcId="{E8830FD4-F901-4E77-A892-06F1FC86FFF6}" destId="{6B1C24F7-2372-4FAC-B931-AA55FE6AA852}" srcOrd="3" destOrd="0" presId="urn:microsoft.com/office/officeart/2018/2/layout/IconVerticalSolidList"/>
    <dgm:cxn modelId="{17A435DC-3412-4260-8CFA-2129785E4275}" type="presParOf" srcId="{E8830FD4-F901-4E77-A892-06F1FC86FFF6}" destId="{0A22040A-9606-4A7A-80E1-2BAF67F47BD1}" srcOrd="4" destOrd="0" presId="urn:microsoft.com/office/officeart/2018/2/layout/IconVerticalSolidList"/>
    <dgm:cxn modelId="{2011BB5C-AA83-4CDA-9A2B-82F4477F95A9}" type="presParOf" srcId="{0A22040A-9606-4A7A-80E1-2BAF67F47BD1}" destId="{3B91446B-3464-41DD-8953-FF57E484EC18}" srcOrd="0" destOrd="0" presId="urn:microsoft.com/office/officeart/2018/2/layout/IconVerticalSolidList"/>
    <dgm:cxn modelId="{13D4528F-8F63-4CAF-A2D3-72D22D287410}" type="presParOf" srcId="{0A22040A-9606-4A7A-80E1-2BAF67F47BD1}" destId="{C21E785D-F2C5-4DA0-80D2-1DB269D08E43}" srcOrd="1" destOrd="0" presId="urn:microsoft.com/office/officeart/2018/2/layout/IconVerticalSolidList"/>
    <dgm:cxn modelId="{788116A2-8732-408D-969F-F916AA65B6A1}" type="presParOf" srcId="{0A22040A-9606-4A7A-80E1-2BAF67F47BD1}" destId="{8C619397-B47E-49A9-BA97-E05DEFBCA773}" srcOrd="2" destOrd="0" presId="urn:microsoft.com/office/officeart/2018/2/layout/IconVerticalSolidList"/>
    <dgm:cxn modelId="{3F3138C8-D709-49B6-B892-C596891B6D6F}" type="presParOf" srcId="{0A22040A-9606-4A7A-80E1-2BAF67F47BD1}" destId="{D48250DA-930F-4459-A716-2E82D178C240}" srcOrd="3" destOrd="0" presId="urn:microsoft.com/office/officeart/2018/2/layout/IconVerticalSolid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E650380-C0C6-4100-B433-BBDF1C6F31D7}"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C4D26B11-D6D2-45A4-86CB-B26A6CAB1548}">
      <dgm:prSet custT="1"/>
      <dgm:spPr/>
      <dgm:t>
        <a:bodyPr/>
        <a:lstStyle/>
        <a:p>
          <a:r>
            <a:rPr lang="en-US" sz="2000" b="1" i="0" dirty="0"/>
            <a:t>Creational patterns</a:t>
          </a:r>
          <a:r>
            <a:rPr lang="en-US" sz="2000" b="0" i="0" dirty="0"/>
            <a:t> provide object creation mechanisms that increase flexibility and reuse of existing code.</a:t>
          </a:r>
          <a:endParaRPr lang="en-US" sz="2000" dirty="0"/>
        </a:p>
      </dgm:t>
    </dgm:pt>
    <dgm:pt modelId="{EF532AF6-9BCE-4985-A788-26C70ABDD2BA}" type="parTrans" cxnId="{07EAC5EC-3374-4C78-89BE-F94187D580D7}">
      <dgm:prSet/>
      <dgm:spPr/>
      <dgm:t>
        <a:bodyPr/>
        <a:lstStyle/>
        <a:p>
          <a:endParaRPr lang="en-US" sz="2400"/>
        </a:p>
      </dgm:t>
    </dgm:pt>
    <dgm:pt modelId="{C539648A-B25B-4CEA-ABA4-564587F65DA5}" type="sibTrans" cxnId="{07EAC5EC-3374-4C78-89BE-F94187D580D7}">
      <dgm:prSet/>
      <dgm:spPr/>
      <dgm:t>
        <a:bodyPr/>
        <a:lstStyle/>
        <a:p>
          <a:endParaRPr lang="en-US" sz="2400"/>
        </a:p>
      </dgm:t>
    </dgm:pt>
    <dgm:pt modelId="{01F6E035-0A34-4CDC-81F6-E7F04B0D62E8}">
      <dgm:prSet custT="1"/>
      <dgm:spPr/>
      <dgm:t>
        <a:bodyPr/>
        <a:lstStyle/>
        <a:p>
          <a:r>
            <a:rPr lang="en-US" sz="2000" b="1" i="0" dirty="0"/>
            <a:t>Structural patterns</a:t>
          </a:r>
          <a:r>
            <a:rPr lang="en-US" sz="2000" b="0" i="0" dirty="0"/>
            <a:t> explain how to assemble objects and classes into larger structures, while keeping these structures flexible and efficient.</a:t>
          </a:r>
          <a:endParaRPr lang="en-US" sz="2000" dirty="0"/>
        </a:p>
      </dgm:t>
    </dgm:pt>
    <dgm:pt modelId="{A271A239-19ED-4EFE-BA63-DD1754B04B8D}" type="parTrans" cxnId="{5FA21356-9A0B-4F35-8D0B-976456EC01EC}">
      <dgm:prSet/>
      <dgm:spPr/>
      <dgm:t>
        <a:bodyPr/>
        <a:lstStyle/>
        <a:p>
          <a:endParaRPr lang="en-US" sz="2400"/>
        </a:p>
      </dgm:t>
    </dgm:pt>
    <dgm:pt modelId="{154545DC-95F2-4C04-8259-4D7BF729AB71}" type="sibTrans" cxnId="{5FA21356-9A0B-4F35-8D0B-976456EC01EC}">
      <dgm:prSet/>
      <dgm:spPr/>
      <dgm:t>
        <a:bodyPr/>
        <a:lstStyle/>
        <a:p>
          <a:endParaRPr lang="en-US" sz="2400"/>
        </a:p>
      </dgm:t>
    </dgm:pt>
    <dgm:pt modelId="{4E5FE68E-6A20-4340-8E80-6CE787CA242D}">
      <dgm:prSet custT="1"/>
      <dgm:spPr/>
      <dgm:t>
        <a:bodyPr/>
        <a:lstStyle/>
        <a:p>
          <a:r>
            <a:rPr lang="en-US" sz="2000" b="1" i="0"/>
            <a:t>Behavioral patterns</a:t>
          </a:r>
          <a:r>
            <a:rPr lang="en-US" sz="2000" b="0" i="0"/>
            <a:t> take care of effective communication and the assignment of responsibilities between objects.</a:t>
          </a:r>
          <a:endParaRPr lang="en-US" sz="2000"/>
        </a:p>
      </dgm:t>
    </dgm:pt>
    <dgm:pt modelId="{4EA181D7-81BC-445E-85AA-9B2EBC50362B}" type="parTrans" cxnId="{58F66503-4F55-4106-B23D-BE30766105ED}">
      <dgm:prSet/>
      <dgm:spPr/>
      <dgm:t>
        <a:bodyPr/>
        <a:lstStyle/>
        <a:p>
          <a:endParaRPr lang="en-US" sz="2400"/>
        </a:p>
      </dgm:t>
    </dgm:pt>
    <dgm:pt modelId="{C67AD150-016B-4BC5-B9B7-E8F4575508A6}" type="sibTrans" cxnId="{58F66503-4F55-4106-B23D-BE30766105ED}">
      <dgm:prSet/>
      <dgm:spPr/>
      <dgm:t>
        <a:bodyPr/>
        <a:lstStyle/>
        <a:p>
          <a:endParaRPr lang="en-US" sz="2400"/>
        </a:p>
      </dgm:t>
    </dgm:pt>
    <dgm:pt modelId="{6071C018-6C23-4A5B-9B08-8A606A6A66B6}" type="pres">
      <dgm:prSet presAssocID="{4E650380-C0C6-4100-B433-BBDF1C6F31D7}" presName="root" presStyleCnt="0">
        <dgm:presLayoutVars>
          <dgm:dir/>
          <dgm:resizeHandles val="exact"/>
        </dgm:presLayoutVars>
      </dgm:prSet>
      <dgm:spPr/>
    </dgm:pt>
    <dgm:pt modelId="{FE124D00-9A64-4D53-8678-7130646C6169}" type="pres">
      <dgm:prSet presAssocID="{C4D26B11-D6D2-45A4-86CB-B26A6CAB1548}" presName="compNode" presStyleCnt="0"/>
      <dgm:spPr/>
    </dgm:pt>
    <dgm:pt modelId="{5D2FBA89-8E02-4C67-AB1F-E55C215CFF24}" type="pres">
      <dgm:prSet presAssocID="{C4D26B11-D6D2-45A4-86CB-B26A6CAB1548}" presName="bgRect" presStyleLbl="bgShp" presStyleIdx="0" presStyleCnt="3"/>
      <dgm:spPr/>
    </dgm:pt>
    <dgm:pt modelId="{077B5366-912A-41D7-BF71-A33FE883C97A}" type="pres">
      <dgm:prSet presAssocID="{C4D26B11-D6D2-45A4-86CB-B26A6CAB1548}"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sor"/>
        </a:ext>
      </dgm:extLst>
    </dgm:pt>
    <dgm:pt modelId="{4C9AFFCF-D4B1-4A94-A5C1-2F6D3E11515B}" type="pres">
      <dgm:prSet presAssocID="{C4D26B11-D6D2-45A4-86CB-B26A6CAB1548}" presName="spaceRect" presStyleCnt="0"/>
      <dgm:spPr/>
    </dgm:pt>
    <dgm:pt modelId="{F09E5CF0-358C-4D02-93E6-3E399ACEEC8D}" type="pres">
      <dgm:prSet presAssocID="{C4D26B11-D6D2-45A4-86CB-B26A6CAB1548}" presName="parTx" presStyleLbl="revTx" presStyleIdx="0" presStyleCnt="3">
        <dgm:presLayoutVars>
          <dgm:chMax val="0"/>
          <dgm:chPref val="0"/>
        </dgm:presLayoutVars>
      </dgm:prSet>
      <dgm:spPr/>
    </dgm:pt>
    <dgm:pt modelId="{A93250C7-DFE0-407A-BD52-40A1BD747686}" type="pres">
      <dgm:prSet presAssocID="{C539648A-B25B-4CEA-ABA4-564587F65DA5}" presName="sibTrans" presStyleCnt="0"/>
      <dgm:spPr/>
    </dgm:pt>
    <dgm:pt modelId="{F57875F3-2A08-4793-AAA4-FA0CD945A64B}" type="pres">
      <dgm:prSet presAssocID="{01F6E035-0A34-4CDC-81F6-E7F04B0D62E8}" presName="compNode" presStyleCnt="0"/>
      <dgm:spPr/>
    </dgm:pt>
    <dgm:pt modelId="{11DEC19B-28C8-4D91-92E7-63C756D02525}" type="pres">
      <dgm:prSet presAssocID="{01F6E035-0A34-4CDC-81F6-E7F04B0D62E8}" presName="bgRect" presStyleLbl="bgShp" presStyleIdx="1" presStyleCnt="3"/>
      <dgm:spPr/>
    </dgm:pt>
    <dgm:pt modelId="{5AB1CFC8-FE9F-4AAD-BBE3-9664AE551BD2}" type="pres">
      <dgm:prSet presAssocID="{01F6E035-0A34-4CDC-81F6-E7F04B0D62E8}"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uilding"/>
        </a:ext>
      </dgm:extLst>
    </dgm:pt>
    <dgm:pt modelId="{DFCEE849-1144-4F6B-BC8F-0F6FB96BC08D}" type="pres">
      <dgm:prSet presAssocID="{01F6E035-0A34-4CDC-81F6-E7F04B0D62E8}" presName="spaceRect" presStyleCnt="0"/>
      <dgm:spPr/>
    </dgm:pt>
    <dgm:pt modelId="{10FA04FA-D765-4408-B7AD-D96C25F52EDF}" type="pres">
      <dgm:prSet presAssocID="{01F6E035-0A34-4CDC-81F6-E7F04B0D62E8}" presName="parTx" presStyleLbl="revTx" presStyleIdx="1" presStyleCnt="3">
        <dgm:presLayoutVars>
          <dgm:chMax val="0"/>
          <dgm:chPref val="0"/>
        </dgm:presLayoutVars>
      </dgm:prSet>
      <dgm:spPr/>
    </dgm:pt>
    <dgm:pt modelId="{A661E8C5-35C1-477E-9380-990A32D6D210}" type="pres">
      <dgm:prSet presAssocID="{154545DC-95F2-4C04-8259-4D7BF729AB71}" presName="sibTrans" presStyleCnt="0"/>
      <dgm:spPr/>
    </dgm:pt>
    <dgm:pt modelId="{486962A9-BC9A-407D-BC71-9D77CAA39596}" type="pres">
      <dgm:prSet presAssocID="{4E5FE68E-6A20-4340-8E80-6CE787CA242D}" presName="compNode" presStyleCnt="0"/>
      <dgm:spPr/>
    </dgm:pt>
    <dgm:pt modelId="{EF5222EB-9B6E-4947-A975-519797504A16}" type="pres">
      <dgm:prSet presAssocID="{4E5FE68E-6A20-4340-8E80-6CE787CA242D}" presName="bgRect" presStyleLbl="bgShp" presStyleIdx="2" presStyleCnt="3"/>
      <dgm:spPr/>
    </dgm:pt>
    <dgm:pt modelId="{289F1CA6-35E0-4B8E-B8A0-66FCC522E417}" type="pres">
      <dgm:prSet presAssocID="{4E5FE68E-6A20-4340-8E80-6CE787CA242D}"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ead with Gears"/>
        </a:ext>
      </dgm:extLst>
    </dgm:pt>
    <dgm:pt modelId="{3E44798A-A925-43F4-9F5A-059301128625}" type="pres">
      <dgm:prSet presAssocID="{4E5FE68E-6A20-4340-8E80-6CE787CA242D}" presName="spaceRect" presStyleCnt="0"/>
      <dgm:spPr/>
    </dgm:pt>
    <dgm:pt modelId="{8AF0A8B7-20CE-4228-AEC3-B10719ABB06F}" type="pres">
      <dgm:prSet presAssocID="{4E5FE68E-6A20-4340-8E80-6CE787CA242D}" presName="parTx" presStyleLbl="revTx" presStyleIdx="2" presStyleCnt="3">
        <dgm:presLayoutVars>
          <dgm:chMax val="0"/>
          <dgm:chPref val="0"/>
        </dgm:presLayoutVars>
      </dgm:prSet>
      <dgm:spPr/>
    </dgm:pt>
  </dgm:ptLst>
  <dgm:cxnLst>
    <dgm:cxn modelId="{58F66503-4F55-4106-B23D-BE30766105ED}" srcId="{4E650380-C0C6-4100-B433-BBDF1C6F31D7}" destId="{4E5FE68E-6A20-4340-8E80-6CE787CA242D}" srcOrd="2" destOrd="0" parTransId="{4EA181D7-81BC-445E-85AA-9B2EBC50362B}" sibTransId="{C67AD150-016B-4BC5-B9B7-E8F4575508A6}"/>
    <dgm:cxn modelId="{97FD0112-A8B0-45EA-BA77-2FA0A066224E}" type="presOf" srcId="{01F6E035-0A34-4CDC-81F6-E7F04B0D62E8}" destId="{10FA04FA-D765-4408-B7AD-D96C25F52EDF}" srcOrd="0" destOrd="0" presId="urn:microsoft.com/office/officeart/2018/2/layout/IconVerticalSolidList"/>
    <dgm:cxn modelId="{5D176C1E-0313-4BD7-88DF-4570B23975E7}" type="presOf" srcId="{C4D26B11-D6D2-45A4-86CB-B26A6CAB1548}" destId="{F09E5CF0-358C-4D02-93E6-3E399ACEEC8D}" srcOrd="0" destOrd="0" presId="urn:microsoft.com/office/officeart/2018/2/layout/IconVerticalSolidList"/>
    <dgm:cxn modelId="{5FA21356-9A0B-4F35-8D0B-976456EC01EC}" srcId="{4E650380-C0C6-4100-B433-BBDF1C6F31D7}" destId="{01F6E035-0A34-4CDC-81F6-E7F04B0D62E8}" srcOrd="1" destOrd="0" parTransId="{A271A239-19ED-4EFE-BA63-DD1754B04B8D}" sibTransId="{154545DC-95F2-4C04-8259-4D7BF729AB71}"/>
    <dgm:cxn modelId="{7BE7B1B3-D629-45FE-B629-FDE8F3F1681D}" type="presOf" srcId="{4E5FE68E-6A20-4340-8E80-6CE787CA242D}" destId="{8AF0A8B7-20CE-4228-AEC3-B10719ABB06F}" srcOrd="0" destOrd="0" presId="urn:microsoft.com/office/officeart/2018/2/layout/IconVerticalSolidList"/>
    <dgm:cxn modelId="{07EAC5EC-3374-4C78-89BE-F94187D580D7}" srcId="{4E650380-C0C6-4100-B433-BBDF1C6F31D7}" destId="{C4D26B11-D6D2-45A4-86CB-B26A6CAB1548}" srcOrd="0" destOrd="0" parTransId="{EF532AF6-9BCE-4985-A788-26C70ABDD2BA}" sibTransId="{C539648A-B25B-4CEA-ABA4-564587F65DA5}"/>
    <dgm:cxn modelId="{176625FD-414F-48DD-B5CA-5B41FEAC3470}" type="presOf" srcId="{4E650380-C0C6-4100-B433-BBDF1C6F31D7}" destId="{6071C018-6C23-4A5B-9B08-8A606A6A66B6}" srcOrd="0" destOrd="0" presId="urn:microsoft.com/office/officeart/2018/2/layout/IconVerticalSolidList"/>
    <dgm:cxn modelId="{F13E61DA-2A00-4BE6-B448-EBC232FC295D}" type="presParOf" srcId="{6071C018-6C23-4A5B-9B08-8A606A6A66B6}" destId="{FE124D00-9A64-4D53-8678-7130646C6169}" srcOrd="0" destOrd="0" presId="urn:microsoft.com/office/officeart/2018/2/layout/IconVerticalSolidList"/>
    <dgm:cxn modelId="{E5785A64-BDF1-4025-B407-FB5CD86122E4}" type="presParOf" srcId="{FE124D00-9A64-4D53-8678-7130646C6169}" destId="{5D2FBA89-8E02-4C67-AB1F-E55C215CFF24}" srcOrd="0" destOrd="0" presId="urn:microsoft.com/office/officeart/2018/2/layout/IconVerticalSolidList"/>
    <dgm:cxn modelId="{160CAA5B-5A36-48C4-904E-68DDD01A26FB}" type="presParOf" srcId="{FE124D00-9A64-4D53-8678-7130646C6169}" destId="{077B5366-912A-41D7-BF71-A33FE883C97A}" srcOrd="1" destOrd="0" presId="urn:microsoft.com/office/officeart/2018/2/layout/IconVerticalSolidList"/>
    <dgm:cxn modelId="{D7F289D5-3B3D-442F-BD11-1D2496B142ED}" type="presParOf" srcId="{FE124D00-9A64-4D53-8678-7130646C6169}" destId="{4C9AFFCF-D4B1-4A94-A5C1-2F6D3E11515B}" srcOrd="2" destOrd="0" presId="urn:microsoft.com/office/officeart/2018/2/layout/IconVerticalSolidList"/>
    <dgm:cxn modelId="{B912134A-CFC5-4625-B781-FE2F4D8C618D}" type="presParOf" srcId="{FE124D00-9A64-4D53-8678-7130646C6169}" destId="{F09E5CF0-358C-4D02-93E6-3E399ACEEC8D}" srcOrd="3" destOrd="0" presId="urn:microsoft.com/office/officeart/2018/2/layout/IconVerticalSolidList"/>
    <dgm:cxn modelId="{65061CD2-7059-4878-AE8C-F0E259195235}" type="presParOf" srcId="{6071C018-6C23-4A5B-9B08-8A606A6A66B6}" destId="{A93250C7-DFE0-407A-BD52-40A1BD747686}" srcOrd="1" destOrd="0" presId="urn:microsoft.com/office/officeart/2018/2/layout/IconVerticalSolidList"/>
    <dgm:cxn modelId="{135B5178-8881-4E4F-AE87-40540F5F279E}" type="presParOf" srcId="{6071C018-6C23-4A5B-9B08-8A606A6A66B6}" destId="{F57875F3-2A08-4793-AAA4-FA0CD945A64B}" srcOrd="2" destOrd="0" presId="urn:microsoft.com/office/officeart/2018/2/layout/IconVerticalSolidList"/>
    <dgm:cxn modelId="{4C14DB85-36EE-4BFB-96F8-2395A82B7A0A}" type="presParOf" srcId="{F57875F3-2A08-4793-AAA4-FA0CD945A64B}" destId="{11DEC19B-28C8-4D91-92E7-63C756D02525}" srcOrd="0" destOrd="0" presId="urn:microsoft.com/office/officeart/2018/2/layout/IconVerticalSolidList"/>
    <dgm:cxn modelId="{A4D261BA-2B91-4AB9-9033-06B50B563CF2}" type="presParOf" srcId="{F57875F3-2A08-4793-AAA4-FA0CD945A64B}" destId="{5AB1CFC8-FE9F-4AAD-BBE3-9664AE551BD2}" srcOrd="1" destOrd="0" presId="urn:microsoft.com/office/officeart/2018/2/layout/IconVerticalSolidList"/>
    <dgm:cxn modelId="{388EFD2A-7899-4180-B494-3AE3553AE8C7}" type="presParOf" srcId="{F57875F3-2A08-4793-AAA4-FA0CD945A64B}" destId="{DFCEE849-1144-4F6B-BC8F-0F6FB96BC08D}" srcOrd="2" destOrd="0" presId="urn:microsoft.com/office/officeart/2018/2/layout/IconVerticalSolidList"/>
    <dgm:cxn modelId="{23E62EC5-F7BD-4BE8-BF6E-F2BA40E8C349}" type="presParOf" srcId="{F57875F3-2A08-4793-AAA4-FA0CD945A64B}" destId="{10FA04FA-D765-4408-B7AD-D96C25F52EDF}" srcOrd="3" destOrd="0" presId="urn:microsoft.com/office/officeart/2018/2/layout/IconVerticalSolidList"/>
    <dgm:cxn modelId="{CF2C0110-CC35-440D-818C-B9FB72A499A5}" type="presParOf" srcId="{6071C018-6C23-4A5B-9B08-8A606A6A66B6}" destId="{A661E8C5-35C1-477E-9380-990A32D6D210}" srcOrd="3" destOrd="0" presId="urn:microsoft.com/office/officeart/2018/2/layout/IconVerticalSolidList"/>
    <dgm:cxn modelId="{56291AA5-93C2-4D3F-8B77-5798E656735C}" type="presParOf" srcId="{6071C018-6C23-4A5B-9B08-8A606A6A66B6}" destId="{486962A9-BC9A-407D-BC71-9D77CAA39596}" srcOrd="4" destOrd="0" presId="urn:microsoft.com/office/officeart/2018/2/layout/IconVerticalSolidList"/>
    <dgm:cxn modelId="{AAC75DBB-56BF-48BB-BF80-AFCDB807ACA2}" type="presParOf" srcId="{486962A9-BC9A-407D-BC71-9D77CAA39596}" destId="{EF5222EB-9B6E-4947-A975-519797504A16}" srcOrd="0" destOrd="0" presId="urn:microsoft.com/office/officeart/2018/2/layout/IconVerticalSolidList"/>
    <dgm:cxn modelId="{B3663067-EA17-4658-9D92-CBCD20AC30F9}" type="presParOf" srcId="{486962A9-BC9A-407D-BC71-9D77CAA39596}" destId="{289F1CA6-35E0-4B8E-B8A0-66FCC522E417}" srcOrd="1" destOrd="0" presId="urn:microsoft.com/office/officeart/2018/2/layout/IconVerticalSolidList"/>
    <dgm:cxn modelId="{D29CE162-1285-4B4B-ACFD-CFCC5B66152B}" type="presParOf" srcId="{486962A9-BC9A-407D-BC71-9D77CAA39596}" destId="{3E44798A-A925-43F4-9F5A-059301128625}" srcOrd="2" destOrd="0" presId="urn:microsoft.com/office/officeart/2018/2/layout/IconVerticalSolidList"/>
    <dgm:cxn modelId="{F7BF3E07-9499-4DB5-B8C1-40D4EA0CF941}" type="presParOf" srcId="{486962A9-BC9A-407D-BC71-9D77CAA39596}" destId="{8AF0A8B7-20CE-4228-AEC3-B10719ABB06F}" srcOrd="3" destOrd="0" presId="urn:microsoft.com/office/officeart/2018/2/layout/IconVerticalSolid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32EF5EE-E9A2-48A9-A743-71C68F484C9C}"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83999BE7-A801-4127-831C-7147E8BD8CD2}">
      <dgm:prSet/>
      <dgm:spPr/>
      <dgm:t>
        <a:bodyPr/>
        <a:lstStyle/>
        <a:p>
          <a:pPr>
            <a:lnSpc>
              <a:spcPct val="100000"/>
            </a:lnSpc>
            <a:defRPr cap="all"/>
          </a:pPr>
          <a:r>
            <a:rPr lang="en-US" baseline="0"/>
            <a:t>Continue….</a:t>
          </a:r>
          <a:endParaRPr lang="en-US"/>
        </a:p>
      </dgm:t>
    </dgm:pt>
    <dgm:pt modelId="{F1B82A8E-B9F5-4F1E-82A3-E2D78B42CA6D}" type="parTrans" cxnId="{6466FC50-D381-4C82-AE80-706412AB5D42}">
      <dgm:prSet/>
      <dgm:spPr/>
      <dgm:t>
        <a:bodyPr/>
        <a:lstStyle/>
        <a:p>
          <a:endParaRPr lang="en-US"/>
        </a:p>
      </dgm:t>
    </dgm:pt>
    <dgm:pt modelId="{63DF31CB-795D-460E-B73F-D1BDBC6AAE38}" type="sibTrans" cxnId="{6466FC50-D381-4C82-AE80-706412AB5D42}">
      <dgm:prSet/>
      <dgm:spPr/>
      <dgm:t>
        <a:bodyPr/>
        <a:lstStyle/>
        <a:p>
          <a:endParaRPr lang="en-US"/>
        </a:p>
      </dgm:t>
    </dgm:pt>
    <dgm:pt modelId="{18A73C39-DB6D-45F5-8158-2F09C0A16A13}">
      <dgm:prSet/>
      <dgm:spPr/>
      <dgm:t>
        <a:bodyPr/>
        <a:lstStyle/>
        <a:p>
          <a:pPr>
            <a:lnSpc>
              <a:spcPct val="100000"/>
            </a:lnSpc>
            <a:defRPr cap="all"/>
          </a:pPr>
          <a:r>
            <a:rPr lang="en-US" baseline="0"/>
            <a:t>Any thing to ask ??</a:t>
          </a:r>
          <a:endParaRPr lang="en-US"/>
        </a:p>
      </dgm:t>
    </dgm:pt>
    <dgm:pt modelId="{2F435F0D-F6FE-41CB-94D1-FCD42309A24E}" type="parTrans" cxnId="{60600C4F-1623-41E8-B219-E212CD40979A}">
      <dgm:prSet/>
      <dgm:spPr/>
      <dgm:t>
        <a:bodyPr/>
        <a:lstStyle/>
        <a:p>
          <a:endParaRPr lang="en-US"/>
        </a:p>
      </dgm:t>
    </dgm:pt>
    <dgm:pt modelId="{1F780F22-08BA-4E47-9B23-1986336A02B5}" type="sibTrans" cxnId="{60600C4F-1623-41E8-B219-E212CD40979A}">
      <dgm:prSet/>
      <dgm:spPr/>
      <dgm:t>
        <a:bodyPr/>
        <a:lstStyle/>
        <a:p>
          <a:endParaRPr lang="en-US"/>
        </a:p>
      </dgm:t>
    </dgm:pt>
    <dgm:pt modelId="{98738B24-6F9B-44AF-B205-212FC0A2BA32}" type="pres">
      <dgm:prSet presAssocID="{932EF5EE-E9A2-48A9-A743-71C68F484C9C}" presName="root" presStyleCnt="0">
        <dgm:presLayoutVars>
          <dgm:dir/>
          <dgm:resizeHandles val="exact"/>
        </dgm:presLayoutVars>
      </dgm:prSet>
      <dgm:spPr/>
    </dgm:pt>
    <dgm:pt modelId="{4FADF25B-51AA-4C54-B845-32D7B9976760}" type="pres">
      <dgm:prSet presAssocID="{83999BE7-A801-4127-831C-7147E8BD8CD2}" presName="compNode" presStyleCnt="0"/>
      <dgm:spPr/>
    </dgm:pt>
    <dgm:pt modelId="{1D99C13F-C867-4479-B693-3AFE974EE0DD}" type="pres">
      <dgm:prSet presAssocID="{83999BE7-A801-4127-831C-7147E8BD8CD2}" presName="iconBgRect" presStyleLbl="bgShp" presStyleIdx="0" presStyleCnt="2"/>
      <dgm:spPr>
        <a:prstGeom prst="round2DiagRect">
          <a:avLst>
            <a:gd name="adj1" fmla="val 29727"/>
            <a:gd name="adj2" fmla="val 0"/>
          </a:avLst>
        </a:prstGeom>
      </dgm:spPr>
    </dgm:pt>
    <dgm:pt modelId="{01FFF199-E143-43B7-9516-3962AF4D00EA}" type="pres">
      <dgm:prSet presAssocID="{83999BE7-A801-4127-831C-7147E8BD8CD2}"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eginning"/>
        </a:ext>
      </dgm:extLst>
    </dgm:pt>
    <dgm:pt modelId="{61B9E5EC-7221-4A88-A6EB-2265445AF70A}" type="pres">
      <dgm:prSet presAssocID="{83999BE7-A801-4127-831C-7147E8BD8CD2}" presName="spaceRect" presStyleCnt="0"/>
      <dgm:spPr/>
    </dgm:pt>
    <dgm:pt modelId="{419C95DF-4ADE-4AB1-9759-B3F6DE43E2A0}" type="pres">
      <dgm:prSet presAssocID="{83999BE7-A801-4127-831C-7147E8BD8CD2}" presName="textRect" presStyleLbl="revTx" presStyleIdx="0" presStyleCnt="2">
        <dgm:presLayoutVars>
          <dgm:chMax val="1"/>
          <dgm:chPref val="1"/>
        </dgm:presLayoutVars>
      </dgm:prSet>
      <dgm:spPr/>
    </dgm:pt>
    <dgm:pt modelId="{AFFA1592-3A7C-4A7F-988D-B5353E4C764A}" type="pres">
      <dgm:prSet presAssocID="{63DF31CB-795D-460E-B73F-D1BDBC6AAE38}" presName="sibTrans" presStyleCnt="0"/>
      <dgm:spPr/>
    </dgm:pt>
    <dgm:pt modelId="{A9E89FBF-3E81-4BA6-857D-E769E63ED80B}" type="pres">
      <dgm:prSet presAssocID="{18A73C39-DB6D-45F5-8158-2F09C0A16A13}" presName="compNode" presStyleCnt="0"/>
      <dgm:spPr/>
    </dgm:pt>
    <dgm:pt modelId="{C07AEB07-F129-4A81-A1B0-B1A7A7056C50}" type="pres">
      <dgm:prSet presAssocID="{18A73C39-DB6D-45F5-8158-2F09C0A16A13}" presName="iconBgRect" presStyleLbl="bgShp" presStyleIdx="1" presStyleCnt="2"/>
      <dgm:spPr>
        <a:prstGeom prst="round2DiagRect">
          <a:avLst>
            <a:gd name="adj1" fmla="val 29727"/>
            <a:gd name="adj2" fmla="val 0"/>
          </a:avLst>
        </a:prstGeom>
      </dgm:spPr>
    </dgm:pt>
    <dgm:pt modelId="{7E64E044-1FBF-42C8-83F4-CE3CAB024BA9}" type="pres">
      <dgm:prSet presAssocID="{18A73C39-DB6D-45F5-8158-2F09C0A16A13}"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Question mark"/>
        </a:ext>
      </dgm:extLst>
    </dgm:pt>
    <dgm:pt modelId="{F31725AC-1F2E-462B-9AB8-A9D1F0FD2DD1}" type="pres">
      <dgm:prSet presAssocID="{18A73C39-DB6D-45F5-8158-2F09C0A16A13}" presName="spaceRect" presStyleCnt="0"/>
      <dgm:spPr/>
    </dgm:pt>
    <dgm:pt modelId="{24FDB169-6826-46DA-BC84-554DEA75B280}" type="pres">
      <dgm:prSet presAssocID="{18A73C39-DB6D-45F5-8158-2F09C0A16A13}" presName="textRect" presStyleLbl="revTx" presStyleIdx="1" presStyleCnt="2">
        <dgm:presLayoutVars>
          <dgm:chMax val="1"/>
          <dgm:chPref val="1"/>
        </dgm:presLayoutVars>
      </dgm:prSet>
      <dgm:spPr/>
    </dgm:pt>
  </dgm:ptLst>
  <dgm:cxnLst>
    <dgm:cxn modelId="{BC04DF4B-48B4-4357-A3AE-502A98E098FC}" type="presOf" srcId="{18A73C39-DB6D-45F5-8158-2F09C0A16A13}" destId="{24FDB169-6826-46DA-BC84-554DEA75B280}" srcOrd="0" destOrd="0" presId="urn:microsoft.com/office/officeart/2018/5/layout/IconLeafLabelList"/>
    <dgm:cxn modelId="{60600C4F-1623-41E8-B219-E212CD40979A}" srcId="{932EF5EE-E9A2-48A9-A743-71C68F484C9C}" destId="{18A73C39-DB6D-45F5-8158-2F09C0A16A13}" srcOrd="1" destOrd="0" parTransId="{2F435F0D-F6FE-41CB-94D1-FCD42309A24E}" sibTransId="{1F780F22-08BA-4E47-9B23-1986336A02B5}"/>
    <dgm:cxn modelId="{6466FC50-D381-4C82-AE80-706412AB5D42}" srcId="{932EF5EE-E9A2-48A9-A743-71C68F484C9C}" destId="{83999BE7-A801-4127-831C-7147E8BD8CD2}" srcOrd="0" destOrd="0" parTransId="{F1B82A8E-B9F5-4F1E-82A3-E2D78B42CA6D}" sibTransId="{63DF31CB-795D-460E-B73F-D1BDBC6AAE38}"/>
    <dgm:cxn modelId="{D17C3876-4A80-416C-A36D-AA8A079F0036}" type="presOf" srcId="{83999BE7-A801-4127-831C-7147E8BD8CD2}" destId="{419C95DF-4ADE-4AB1-9759-B3F6DE43E2A0}" srcOrd="0" destOrd="0" presId="urn:microsoft.com/office/officeart/2018/5/layout/IconLeafLabelList"/>
    <dgm:cxn modelId="{C9C75F57-478C-489F-A777-F37D2529E0C9}" type="presOf" srcId="{932EF5EE-E9A2-48A9-A743-71C68F484C9C}" destId="{98738B24-6F9B-44AF-B205-212FC0A2BA32}" srcOrd="0" destOrd="0" presId="urn:microsoft.com/office/officeart/2018/5/layout/IconLeafLabelList"/>
    <dgm:cxn modelId="{4DCC2757-9715-4078-BE49-C68ECDABD380}" type="presParOf" srcId="{98738B24-6F9B-44AF-B205-212FC0A2BA32}" destId="{4FADF25B-51AA-4C54-B845-32D7B9976760}" srcOrd="0" destOrd="0" presId="urn:microsoft.com/office/officeart/2018/5/layout/IconLeafLabelList"/>
    <dgm:cxn modelId="{CDFFBCE1-68D6-443B-A56B-AC5DFE75E989}" type="presParOf" srcId="{4FADF25B-51AA-4C54-B845-32D7B9976760}" destId="{1D99C13F-C867-4479-B693-3AFE974EE0DD}" srcOrd="0" destOrd="0" presId="urn:microsoft.com/office/officeart/2018/5/layout/IconLeafLabelList"/>
    <dgm:cxn modelId="{F0255C21-5BA3-44AA-9A7F-C386148EBDA4}" type="presParOf" srcId="{4FADF25B-51AA-4C54-B845-32D7B9976760}" destId="{01FFF199-E143-43B7-9516-3962AF4D00EA}" srcOrd="1" destOrd="0" presId="urn:microsoft.com/office/officeart/2018/5/layout/IconLeafLabelList"/>
    <dgm:cxn modelId="{C86C1066-3026-49CB-B93C-1519034618F3}" type="presParOf" srcId="{4FADF25B-51AA-4C54-B845-32D7B9976760}" destId="{61B9E5EC-7221-4A88-A6EB-2265445AF70A}" srcOrd="2" destOrd="0" presId="urn:microsoft.com/office/officeart/2018/5/layout/IconLeafLabelList"/>
    <dgm:cxn modelId="{36B2A881-BF13-4108-80B4-3B2E2A8AFAAF}" type="presParOf" srcId="{4FADF25B-51AA-4C54-B845-32D7B9976760}" destId="{419C95DF-4ADE-4AB1-9759-B3F6DE43E2A0}" srcOrd="3" destOrd="0" presId="urn:microsoft.com/office/officeart/2018/5/layout/IconLeafLabelList"/>
    <dgm:cxn modelId="{C9B1BBE0-CD61-434E-9AB3-717180E3FFD2}" type="presParOf" srcId="{98738B24-6F9B-44AF-B205-212FC0A2BA32}" destId="{AFFA1592-3A7C-4A7F-988D-B5353E4C764A}" srcOrd="1" destOrd="0" presId="urn:microsoft.com/office/officeart/2018/5/layout/IconLeafLabelList"/>
    <dgm:cxn modelId="{E5713F8F-FE87-4B52-8403-16469C7945FB}" type="presParOf" srcId="{98738B24-6F9B-44AF-B205-212FC0A2BA32}" destId="{A9E89FBF-3E81-4BA6-857D-E769E63ED80B}" srcOrd="2" destOrd="0" presId="urn:microsoft.com/office/officeart/2018/5/layout/IconLeafLabelList"/>
    <dgm:cxn modelId="{05CFA2E0-9B01-4B84-BE0B-75E78081DA85}" type="presParOf" srcId="{A9E89FBF-3E81-4BA6-857D-E769E63ED80B}" destId="{C07AEB07-F129-4A81-A1B0-B1A7A7056C50}" srcOrd="0" destOrd="0" presId="urn:microsoft.com/office/officeart/2018/5/layout/IconLeafLabelList"/>
    <dgm:cxn modelId="{0B39F8E7-00FF-416F-9316-66D055BD47B0}" type="presParOf" srcId="{A9E89FBF-3E81-4BA6-857D-E769E63ED80B}" destId="{7E64E044-1FBF-42C8-83F4-CE3CAB024BA9}" srcOrd="1" destOrd="0" presId="urn:microsoft.com/office/officeart/2018/5/layout/IconLeafLabelList"/>
    <dgm:cxn modelId="{0137E0AD-A6DF-4938-B2E0-DFE626532932}" type="presParOf" srcId="{A9E89FBF-3E81-4BA6-857D-E769E63ED80B}" destId="{F31725AC-1F2E-462B-9AB8-A9D1F0FD2DD1}" srcOrd="2" destOrd="0" presId="urn:microsoft.com/office/officeart/2018/5/layout/IconLeafLabelList"/>
    <dgm:cxn modelId="{37368F36-410F-4C32-BA97-63914DA2DC35}" type="presParOf" srcId="{A9E89FBF-3E81-4BA6-857D-E769E63ED80B}" destId="{24FDB169-6826-46DA-BC84-554DEA75B280}" srcOrd="3" destOrd="0" presId="urn:microsoft.com/office/officeart/2018/5/layout/IconLeafLabel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0667F1-A51E-4D21-AF33-FF02E628BDA5}">
      <dsp:nvSpPr>
        <dsp:cNvPr id="0" name=""/>
        <dsp:cNvSpPr/>
      </dsp:nvSpPr>
      <dsp:spPr>
        <a:xfrm>
          <a:off x="0" y="562"/>
          <a:ext cx="5012532" cy="131594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D0B2F40-FC5D-4F92-BC24-8C860EE76E41}">
      <dsp:nvSpPr>
        <dsp:cNvPr id="0" name=""/>
        <dsp:cNvSpPr/>
      </dsp:nvSpPr>
      <dsp:spPr>
        <a:xfrm>
          <a:off x="398072" y="296649"/>
          <a:ext cx="723768" cy="72376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C0FC52D-0A40-40C8-86AF-1133B942D3BC}">
      <dsp:nvSpPr>
        <dsp:cNvPr id="0" name=""/>
        <dsp:cNvSpPr/>
      </dsp:nvSpPr>
      <dsp:spPr>
        <a:xfrm>
          <a:off x="1519914" y="562"/>
          <a:ext cx="3492617" cy="13159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9271" tIns="139271" rIns="139271" bIns="139271" numCol="1" spcCol="1270" anchor="ctr" anchorCtr="0">
          <a:noAutofit/>
        </a:bodyPr>
        <a:lstStyle/>
        <a:p>
          <a:pPr marL="0" lvl="0" indent="0" algn="l" defTabSz="889000">
            <a:lnSpc>
              <a:spcPct val="90000"/>
            </a:lnSpc>
            <a:spcBef>
              <a:spcPct val="0"/>
            </a:spcBef>
            <a:spcAft>
              <a:spcPct val="35000"/>
            </a:spcAft>
            <a:buNone/>
          </a:pPr>
          <a:r>
            <a:rPr lang="en-US" sz="2000" kern="1200" baseline="0"/>
            <a:t>Shared language of design – Increases communication bandwidth – Decreases misunderstandings </a:t>
          </a:r>
          <a:endParaRPr lang="en-US" sz="2000" kern="1200"/>
        </a:p>
      </dsp:txBody>
      <dsp:txXfrm>
        <a:off x="1519914" y="562"/>
        <a:ext cx="3492617" cy="1315942"/>
      </dsp:txXfrm>
    </dsp:sp>
    <dsp:sp modelId="{17A71F3D-A879-4614-B8DB-9147597278F2}">
      <dsp:nvSpPr>
        <dsp:cNvPr id="0" name=""/>
        <dsp:cNvSpPr/>
      </dsp:nvSpPr>
      <dsp:spPr>
        <a:xfrm>
          <a:off x="0" y="1645491"/>
          <a:ext cx="5012532" cy="131594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92744A1-17C2-4F20-80E6-A7F39968D89F}">
      <dsp:nvSpPr>
        <dsp:cNvPr id="0" name=""/>
        <dsp:cNvSpPr/>
      </dsp:nvSpPr>
      <dsp:spPr>
        <a:xfrm>
          <a:off x="398072" y="1941578"/>
          <a:ext cx="723768" cy="72376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A38DEAC-5B68-4BA5-8A4B-36DB51FA8101}">
      <dsp:nvSpPr>
        <dsp:cNvPr id="0" name=""/>
        <dsp:cNvSpPr/>
      </dsp:nvSpPr>
      <dsp:spPr>
        <a:xfrm>
          <a:off x="1519914" y="1645491"/>
          <a:ext cx="3492617" cy="13159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9271" tIns="139271" rIns="139271" bIns="139271" numCol="1" spcCol="1270" anchor="ctr" anchorCtr="0">
          <a:noAutofit/>
        </a:bodyPr>
        <a:lstStyle/>
        <a:p>
          <a:pPr marL="0" lvl="0" indent="0" algn="l" defTabSz="889000">
            <a:lnSpc>
              <a:spcPct val="90000"/>
            </a:lnSpc>
            <a:spcBef>
              <a:spcPct val="0"/>
            </a:spcBef>
            <a:spcAft>
              <a:spcPct val="35000"/>
            </a:spcAft>
            <a:buNone/>
          </a:pPr>
          <a:r>
            <a:rPr lang="en-US" sz="2000" kern="1200" baseline="0"/>
            <a:t>Learn from experience – Becoming a good designer is hard </a:t>
          </a:r>
          <a:endParaRPr lang="en-US" sz="2000" kern="1200"/>
        </a:p>
      </dsp:txBody>
      <dsp:txXfrm>
        <a:off x="1519914" y="1645491"/>
        <a:ext cx="3492617" cy="1315942"/>
      </dsp:txXfrm>
    </dsp:sp>
    <dsp:sp modelId="{3B91446B-3464-41DD-8953-FF57E484EC18}">
      <dsp:nvSpPr>
        <dsp:cNvPr id="0" name=""/>
        <dsp:cNvSpPr/>
      </dsp:nvSpPr>
      <dsp:spPr>
        <a:xfrm>
          <a:off x="0" y="3290419"/>
          <a:ext cx="5012532" cy="131594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21E785D-F2C5-4DA0-80D2-1DB269D08E43}">
      <dsp:nvSpPr>
        <dsp:cNvPr id="0" name=""/>
        <dsp:cNvSpPr/>
      </dsp:nvSpPr>
      <dsp:spPr>
        <a:xfrm>
          <a:off x="398072" y="3586506"/>
          <a:ext cx="723768" cy="72376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48250DA-930F-4459-A716-2E82D178C240}">
      <dsp:nvSpPr>
        <dsp:cNvPr id="0" name=""/>
        <dsp:cNvSpPr/>
      </dsp:nvSpPr>
      <dsp:spPr>
        <a:xfrm>
          <a:off x="1519914" y="3290419"/>
          <a:ext cx="3492617" cy="13159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9271" tIns="139271" rIns="139271" bIns="139271" numCol="1" spcCol="1270" anchor="ctr" anchorCtr="0">
          <a:noAutofit/>
        </a:bodyPr>
        <a:lstStyle/>
        <a:p>
          <a:pPr marL="0" lvl="0" indent="0" algn="l" defTabSz="889000">
            <a:lnSpc>
              <a:spcPct val="90000"/>
            </a:lnSpc>
            <a:spcBef>
              <a:spcPct val="0"/>
            </a:spcBef>
            <a:spcAft>
              <a:spcPct val="35000"/>
            </a:spcAft>
            <a:buNone/>
          </a:pPr>
          <a:r>
            <a:rPr lang="en-US" sz="2000" kern="1200" baseline="0"/>
            <a:t>Understanding good designs is a first step – Tested solutions to common problems</a:t>
          </a:r>
          <a:endParaRPr lang="en-US" sz="2000" kern="1200"/>
        </a:p>
      </dsp:txBody>
      <dsp:txXfrm>
        <a:off x="1519914" y="3290419"/>
        <a:ext cx="3492617" cy="131594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D2FBA89-8E02-4C67-AB1F-E55C215CFF24}">
      <dsp:nvSpPr>
        <dsp:cNvPr id="0" name=""/>
        <dsp:cNvSpPr/>
      </dsp:nvSpPr>
      <dsp:spPr>
        <a:xfrm>
          <a:off x="0" y="4725"/>
          <a:ext cx="5622133" cy="149001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77B5366-912A-41D7-BF71-A33FE883C97A}">
      <dsp:nvSpPr>
        <dsp:cNvPr id="0" name=""/>
        <dsp:cNvSpPr/>
      </dsp:nvSpPr>
      <dsp:spPr>
        <a:xfrm>
          <a:off x="450729" y="339978"/>
          <a:ext cx="820308" cy="81950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09E5CF0-358C-4D02-93E6-3E399ACEEC8D}">
      <dsp:nvSpPr>
        <dsp:cNvPr id="0" name=""/>
        <dsp:cNvSpPr/>
      </dsp:nvSpPr>
      <dsp:spPr>
        <a:xfrm>
          <a:off x="1721767" y="4725"/>
          <a:ext cx="3832907" cy="14914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7847" tIns="157847" rIns="157847" bIns="157847" numCol="1" spcCol="1270" anchor="ctr" anchorCtr="0">
          <a:noAutofit/>
        </a:bodyPr>
        <a:lstStyle/>
        <a:p>
          <a:pPr marL="0" lvl="0" indent="0" algn="l" defTabSz="889000">
            <a:lnSpc>
              <a:spcPct val="90000"/>
            </a:lnSpc>
            <a:spcBef>
              <a:spcPct val="0"/>
            </a:spcBef>
            <a:spcAft>
              <a:spcPct val="35000"/>
            </a:spcAft>
            <a:buNone/>
          </a:pPr>
          <a:r>
            <a:rPr lang="en-US" sz="2000" b="1" i="0" kern="1200" dirty="0"/>
            <a:t>Creational patterns</a:t>
          </a:r>
          <a:r>
            <a:rPr lang="en-US" sz="2000" b="0" i="0" kern="1200" dirty="0"/>
            <a:t> provide object creation mechanisms that increase flexibility and reuse of existing code.</a:t>
          </a:r>
          <a:endParaRPr lang="en-US" sz="2000" kern="1200" dirty="0"/>
        </a:p>
      </dsp:txBody>
      <dsp:txXfrm>
        <a:off x="1721767" y="4725"/>
        <a:ext cx="3832907" cy="1491470"/>
      </dsp:txXfrm>
    </dsp:sp>
    <dsp:sp modelId="{11DEC19B-28C8-4D91-92E7-63C756D02525}">
      <dsp:nvSpPr>
        <dsp:cNvPr id="0" name=""/>
        <dsp:cNvSpPr/>
      </dsp:nvSpPr>
      <dsp:spPr>
        <a:xfrm>
          <a:off x="0" y="1857764"/>
          <a:ext cx="5622133" cy="149001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AB1CFC8-FE9F-4AAD-BBE3-9664AE551BD2}">
      <dsp:nvSpPr>
        <dsp:cNvPr id="0" name=""/>
        <dsp:cNvSpPr/>
      </dsp:nvSpPr>
      <dsp:spPr>
        <a:xfrm>
          <a:off x="450729" y="2193017"/>
          <a:ext cx="820308" cy="81950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0FA04FA-D765-4408-B7AD-D96C25F52EDF}">
      <dsp:nvSpPr>
        <dsp:cNvPr id="0" name=""/>
        <dsp:cNvSpPr/>
      </dsp:nvSpPr>
      <dsp:spPr>
        <a:xfrm>
          <a:off x="1721767" y="1857764"/>
          <a:ext cx="3832907" cy="14914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7847" tIns="157847" rIns="157847" bIns="157847" numCol="1" spcCol="1270" anchor="ctr" anchorCtr="0">
          <a:noAutofit/>
        </a:bodyPr>
        <a:lstStyle/>
        <a:p>
          <a:pPr marL="0" lvl="0" indent="0" algn="l" defTabSz="889000">
            <a:lnSpc>
              <a:spcPct val="90000"/>
            </a:lnSpc>
            <a:spcBef>
              <a:spcPct val="0"/>
            </a:spcBef>
            <a:spcAft>
              <a:spcPct val="35000"/>
            </a:spcAft>
            <a:buNone/>
          </a:pPr>
          <a:r>
            <a:rPr lang="en-US" sz="2000" b="1" i="0" kern="1200" dirty="0"/>
            <a:t>Structural patterns</a:t>
          </a:r>
          <a:r>
            <a:rPr lang="en-US" sz="2000" b="0" i="0" kern="1200" dirty="0"/>
            <a:t> explain how to assemble objects and classes into larger structures, while keeping these structures flexible and efficient.</a:t>
          </a:r>
          <a:endParaRPr lang="en-US" sz="2000" kern="1200" dirty="0"/>
        </a:p>
      </dsp:txBody>
      <dsp:txXfrm>
        <a:off x="1721767" y="1857764"/>
        <a:ext cx="3832907" cy="1491470"/>
      </dsp:txXfrm>
    </dsp:sp>
    <dsp:sp modelId="{EF5222EB-9B6E-4947-A975-519797504A16}">
      <dsp:nvSpPr>
        <dsp:cNvPr id="0" name=""/>
        <dsp:cNvSpPr/>
      </dsp:nvSpPr>
      <dsp:spPr>
        <a:xfrm>
          <a:off x="0" y="3710804"/>
          <a:ext cx="5622133" cy="149001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89F1CA6-35E0-4B8E-B8A0-66FCC522E417}">
      <dsp:nvSpPr>
        <dsp:cNvPr id="0" name=""/>
        <dsp:cNvSpPr/>
      </dsp:nvSpPr>
      <dsp:spPr>
        <a:xfrm>
          <a:off x="450729" y="4046057"/>
          <a:ext cx="820308" cy="81950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AF0A8B7-20CE-4228-AEC3-B10719ABB06F}">
      <dsp:nvSpPr>
        <dsp:cNvPr id="0" name=""/>
        <dsp:cNvSpPr/>
      </dsp:nvSpPr>
      <dsp:spPr>
        <a:xfrm>
          <a:off x="1721767" y="3710804"/>
          <a:ext cx="3832907" cy="14914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7847" tIns="157847" rIns="157847" bIns="157847" numCol="1" spcCol="1270" anchor="ctr" anchorCtr="0">
          <a:noAutofit/>
        </a:bodyPr>
        <a:lstStyle/>
        <a:p>
          <a:pPr marL="0" lvl="0" indent="0" algn="l" defTabSz="889000">
            <a:lnSpc>
              <a:spcPct val="90000"/>
            </a:lnSpc>
            <a:spcBef>
              <a:spcPct val="0"/>
            </a:spcBef>
            <a:spcAft>
              <a:spcPct val="35000"/>
            </a:spcAft>
            <a:buNone/>
          </a:pPr>
          <a:r>
            <a:rPr lang="en-US" sz="2000" b="1" i="0" kern="1200"/>
            <a:t>Behavioral patterns</a:t>
          </a:r>
          <a:r>
            <a:rPr lang="en-US" sz="2000" b="0" i="0" kern="1200"/>
            <a:t> take care of effective communication and the assignment of responsibilities between objects.</a:t>
          </a:r>
          <a:endParaRPr lang="en-US" sz="2000" kern="1200"/>
        </a:p>
      </dsp:txBody>
      <dsp:txXfrm>
        <a:off x="1721767" y="3710804"/>
        <a:ext cx="3832907" cy="149147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99C13F-C867-4479-B693-3AFE974EE0DD}">
      <dsp:nvSpPr>
        <dsp:cNvPr id="0" name=""/>
        <dsp:cNvSpPr/>
      </dsp:nvSpPr>
      <dsp:spPr>
        <a:xfrm>
          <a:off x="1325840" y="7033"/>
          <a:ext cx="1749937" cy="1749937"/>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1FFF199-E143-43B7-9516-3962AF4D00EA}">
      <dsp:nvSpPr>
        <dsp:cNvPr id="0" name=""/>
        <dsp:cNvSpPr/>
      </dsp:nvSpPr>
      <dsp:spPr>
        <a:xfrm>
          <a:off x="1698778" y="379971"/>
          <a:ext cx="1004062" cy="100406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19C95DF-4ADE-4AB1-9759-B3F6DE43E2A0}">
      <dsp:nvSpPr>
        <dsp:cNvPr id="0" name=""/>
        <dsp:cNvSpPr/>
      </dsp:nvSpPr>
      <dsp:spPr>
        <a:xfrm>
          <a:off x="766434" y="2302033"/>
          <a:ext cx="286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55700">
            <a:lnSpc>
              <a:spcPct val="100000"/>
            </a:lnSpc>
            <a:spcBef>
              <a:spcPct val="0"/>
            </a:spcBef>
            <a:spcAft>
              <a:spcPct val="35000"/>
            </a:spcAft>
            <a:buNone/>
            <a:defRPr cap="all"/>
          </a:pPr>
          <a:r>
            <a:rPr lang="en-US" sz="2600" kern="1200" baseline="0"/>
            <a:t>Continue….</a:t>
          </a:r>
          <a:endParaRPr lang="en-US" sz="2600" kern="1200"/>
        </a:p>
      </dsp:txBody>
      <dsp:txXfrm>
        <a:off x="766434" y="2302033"/>
        <a:ext cx="2868750" cy="720000"/>
      </dsp:txXfrm>
    </dsp:sp>
    <dsp:sp modelId="{C07AEB07-F129-4A81-A1B0-B1A7A7056C50}">
      <dsp:nvSpPr>
        <dsp:cNvPr id="0" name=""/>
        <dsp:cNvSpPr/>
      </dsp:nvSpPr>
      <dsp:spPr>
        <a:xfrm>
          <a:off x="4696621" y="7033"/>
          <a:ext cx="1749937" cy="1749937"/>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E64E044-1FBF-42C8-83F4-CE3CAB024BA9}">
      <dsp:nvSpPr>
        <dsp:cNvPr id="0" name=""/>
        <dsp:cNvSpPr/>
      </dsp:nvSpPr>
      <dsp:spPr>
        <a:xfrm>
          <a:off x="5069559" y="379971"/>
          <a:ext cx="1004062" cy="100406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4FDB169-6826-46DA-BC84-554DEA75B280}">
      <dsp:nvSpPr>
        <dsp:cNvPr id="0" name=""/>
        <dsp:cNvSpPr/>
      </dsp:nvSpPr>
      <dsp:spPr>
        <a:xfrm>
          <a:off x="4137215" y="2302033"/>
          <a:ext cx="286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55700">
            <a:lnSpc>
              <a:spcPct val="100000"/>
            </a:lnSpc>
            <a:spcBef>
              <a:spcPct val="0"/>
            </a:spcBef>
            <a:spcAft>
              <a:spcPct val="35000"/>
            </a:spcAft>
            <a:buNone/>
            <a:defRPr cap="all"/>
          </a:pPr>
          <a:r>
            <a:rPr lang="en-US" sz="2600" kern="1200" baseline="0"/>
            <a:t>Any thing to ask ??</a:t>
          </a:r>
          <a:endParaRPr lang="en-US" sz="2600" kern="1200"/>
        </a:p>
      </dsp:txBody>
      <dsp:txXfrm>
        <a:off x="4137215" y="2302033"/>
        <a:ext cx="2868750" cy="72000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1858" name="Rectangle 2">
            <a:extLst>
              <a:ext uri="{FF2B5EF4-FFF2-40B4-BE49-F238E27FC236}">
                <a16:creationId xmlns:a16="http://schemas.microsoft.com/office/drawing/2014/main" id="{0A90D812-285E-45BA-991F-3B053307A42D}"/>
              </a:ext>
            </a:extLst>
          </p:cNvPr>
          <p:cNvSpPr>
            <a:spLocks noGrp="1" noChangeArrowheads="1"/>
          </p:cNvSpPr>
          <p:nvPr>
            <p:ph type="hdr" sz="quarter"/>
          </p:nvPr>
        </p:nvSpPr>
        <p:spPr bwMode="auto">
          <a:xfrm>
            <a:off x="0"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lvl1pPr defTabSz="990600" eaLnBrk="1" hangingPunct="1">
              <a:defRPr sz="1300">
                <a:ea typeface="Angsana New" panose="02020603050405020304" pitchFamily="18" charset="-34"/>
                <a:cs typeface="Angsana New" panose="02020603050405020304" pitchFamily="18" charset="-34"/>
              </a:defRPr>
            </a:lvl1pPr>
          </a:lstStyle>
          <a:p>
            <a:pPr>
              <a:defRPr/>
            </a:pPr>
            <a:endParaRPr lang="th-TH" altLang="en-US"/>
          </a:p>
        </p:txBody>
      </p:sp>
      <p:sp>
        <p:nvSpPr>
          <p:cNvPr id="121859" name="Rectangle 3">
            <a:extLst>
              <a:ext uri="{FF2B5EF4-FFF2-40B4-BE49-F238E27FC236}">
                <a16:creationId xmlns:a16="http://schemas.microsoft.com/office/drawing/2014/main" id="{0F67A946-3E2C-4C51-977C-26A29244F098}"/>
              </a:ext>
            </a:extLst>
          </p:cNvPr>
          <p:cNvSpPr>
            <a:spLocks noGrp="1" noChangeArrowheads="1"/>
          </p:cNvSpPr>
          <p:nvPr>
            <p:ph type="dt" idx="1"/>
          </p:nvPr>
        </p:nvSpPr>
        <p:spPr bwMode="auto">
          <a:xfrm>
            <a:off x="4021138"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lvl1pPr algn="r" defTabSz="990600" eaLnBrk="1" hangingPunct="1">
              <a:defRPr sz="1300">
                <a:ea typeface="Angsana New" panose="02020603050405020304" pitchFamily="18" charset="-34"/>
                <a:cs typeface="Angsana New" panose="02020603050405020304" pitchFamily="18" charset="-34"/>
              </a:defRPr>
            </a:lvl1pPr>
          </a:lstStyle>
          <a:p>
            <a:pPr>
              <a:defRPr/>
            </a:pPr>
            <a:endParaRPr lang="th-TH" altLang="en-US"/>
          </a:p>
        </p:txBody>
      </p:sp>
      <p:sp>
        <p:nvSpPr>
          <p:cNvPr id="44036" name="Rectangle 4">
            <a:extLst>
              <a:ext uri="{FF2B5EF4-FFF2-40B4-BE49-F238E27FC236}">
                <a16:creationId xmlns:a16="http://schemas.microsoft.com/office/drawing/2014/main" id="{15225186-8A11-432F-AA98-2D5E5BDD3642}"/>
              </a:ext>
            </a:extLst>
          </p:cNvPr>
          <p:cNvSpPr>
            <a:spLocks noGrp="1" noRot="1" noChangeAspect="1" noChangeArrowheads="1" noTextEdit="1"/>
          </p:cNvSpPr>
          <p:nvPr>
            <p:ph type="sldImg" idx="2"/>
          </p:nvPr>
        </p:nvSpPr>
        <p:spPr bwMode="auto">
          <a:xfrm>
            <a:off x="990600" y="768350"/>
            <a:ext cx="5118100" cy="3836988"/>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21861" name="Rectangle 5">
            <a:extLst>
              <a:ext uri="{FF2B5EF4-FFF2-40B4-BE49-F238E27FC236}">
                <a16:creationId xmlns:a16="http://schemas.microsoft.com/office/drawing/2014/main" id="{9BC1CC21-6C5F-4763-87E7-383E478E4E08}"/>
              </a:ext>
            </a:extLst>
          </p:cNvPr>
          <p:cNvSpPr>
            <a:spLocks noGrp="1" noChangeArrowheads="1"/>
          </p:cNvSpPr>
          <p:nvPr>
            <p:ph type="body" sz="quarter" idx="3"/>
          </p:nvPr>
        </p:nvSpPr>
        <p:spPr bwMode="auto">
          <a:xfrm>
            <a:off x="709613" y="4860925"/>
            <a:ext cx="5680075" cy="4605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p>
            <a:pPr lvl="0"/>
            <a:r>
              <a:rPr lang="th-TH" altLang="en-US" noProof="0"/>
              <a:t>Click to edit Master text styles</a:t>
            </a:r>
          </a:p>
          <a:p>
            <a:pPr lvl="1"/>
            <a:r>
              <a:rPr lang="th-TH" altLang="en-US" noProof="0"/>
              <a:t>Second level</a:t>
            </a:r>
          </a:p>
          <a:p>
            <a:pPr lvl="2"/>
            <a:r>
              <a:rPr lang="th-TH" altLang="en-US" noProof="0"/>
              <a:t>Third level</a:t>
            </a:r>
          </a:p>
          <a:p>
            <a:pPr lvl="3"/>
            <a:r>
              <a:rPr lang="th-TH" altLang="en-US" noProof="0"/>
              <a:t>Fourth level</a:t>
            </a:r>
          </a:p>
          <a:p>
            <a:pPr lvl="4"/>
            <a:r>
              <a:rPr lang="th-TH" altLang="en-US" noProof="0"/>
              <a:t>Fifth level</a:t>
            </a:r>
          </a:p>
        </p:txBody>
      </p:sp>
      <p:sp>
        <p:nvSpPr>
          <p:cNvPr id="121862" name="Rectangle 6">
            <a:extLst>
              <a:ext uri="{FF2B5EF4-FFF2-40B4-BE49-F238E27FC236}">
                <a16:creationId xmlns:a16="http://schemas.microsoft.com/office/drawing/2014/main" id="{64EBE8B3-3F9B-456F-B901-2F004D5B654A}"/>
              </a:ext>
            </a:extLst>
          </p:cNvPr>
          <p:cNvSpPr>
            <a:spLocks noGrp="1" noChangeArrowheads="1"/>
          </p:cNvSpPr>
          <p:nvPr>
            <p:ph type="ftr" sz="quarter" idx="4"/>
          </p:nvPr>
        </p:nvSpPr>
        <p:spPr bwMode="auto">
          <a:xfrm>
            <a:off x="0"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prstTxWarp prst="textNoShape">
              <a:avLst/>
            </a:prstTxWarp>
          </a:bodyPr>
          <a:lstStyle>
            <a:lvl1pPr defTabSz="990600" eaLnBrk="1" hangingPunct="1">
              <a:defRPr sz="1300">
                <a:ea typeface="Angsana New" panose="02020603050405020304" pitchFamily="18" charset="-34"/>
                <a:cs typeface="Angsana New" panose="02020603050405020304" pitchFamily="18" charset="-34"/>
              </a:defRPr>
            </a:lvl1pPr>
          </a:lstStyle>
          <a:p>
            <a:pPr>
              <a:defRPr/>
            </a:pPr>
            <a:endParaRPr lang="th-TH" altLang="en-US"/>
          </a:p>
        </p:txBody>
      </p:sp>
      <p:sp>
        <p:nvSpPr>
          <p:cNvPr id="121863" name="Rectangle 7">
            <a:extLst>
              <a:ext uri="{FF2B5EF4-FFF2-40B4-BE49-F238E27FC236}">
                <a16:creationId xmlns:a16="http://schemas.microsoft.com/office/drawing/2014/main" id="{3D2FC271-3D65-4025-B92F-C7BB2C360095}"/>
              </a:ext>
            </a:extLst>
          </p:cNvPr>
          <p:cNvSpPr>
            <a:spLocks noGrp="1" noChangeArrowheads="1"/>
          </p:cNvSpPr>
          <p:nvPr>
            <p:ph type="sldNum" sz="quarter" idx="5"/>
          </p:nvPr>
        </p:nvSpPr>
        <p:spPr bwMode="auto">
          <a:xfrm>
            <a:off x="4021138"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prstTxWarp prst="textNoShape">
              <a:avLst/>
            </a:prstTxWarp>
          </a:bodyPr>
          <a:lstStyle>
            <a:lvl1pPr algn="r" defTabSz="990600" eaLnBrk="1" hangingPunct="1">
              <a:defRPr sz="1300">
                <a:ea typeface="Angsana New" panose="02020603050405020304" pitchFamily="18" charset="-34"/>
                <a:cs typeface="Angsana New" panose="02020603050405020304" pitchFamily="18" charset="-34"/>
              </a:defRPr>
            </a:lvl1pPr>
          </a:lstStyle>
          <a:p>
            <a:pPr>
              <a:defRPr/>
            </a:pPr>
            <a:fld id="{C07C3744-6EC3-4E79-A53A-5EE949019065}" type="slidenum">
              <a:rPr lang="en-US" altLang="en-US"/>
              <a:pPr>
                <a:defRPr/>
              </a:pPr>
              <a:t>‹#›</a:t>
            </a:fld>
            <a:endParaRPr lang="th-TH"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a:extLst>
              <a:ext uri="{FF2B5EF4-FFF2-40B4-BE49-F238E27FC236}">
                <a16:creationId xmlns:a16="http://schemas.microsoft.com/office/drawing/2014/main" id="{E927BB22-7120-44A8-9731-A2D2E90B1390}"/>
              </a:ext>
            </a:extLst>
          </p:cNvPr>
          <p:cNvSpPr>
            <a:spLocks noGrp="1" noRot="1" noChangeAspect="1" noChangeArrowheads="1" noTextEdit="1"/>
          </p:cNvSpPr>
          <p:nvPr>
            <p:ph type="sldImg"/>
          </p:nvPr>
        </p:nvSpPr>
        <p:spPr>
          <a:xfrm>
            <a:off x="1150938" y="692150"/>
            <a:ext cx="4556125" cy="3416300"/>
          </a:xfrm>
          <a:ln/>
        </p:spPr>
      </p:sp>
      <p:sp>
        <p:nvSpPr>
          <p:cNvPr id="46083" name="Notes Placeholder 2">
            <a:extLst>
              <a:ext uri="{FF2B5EF4-FFF2-40B4-BE49-F238E27FC236}">
                <a16:creationId xmlns:a16="http://schemas.microsoft.com/office/drawing/2014/main" id="{B1D4B81E-0CC1-4B34-931C-D8E6CA34197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46084" name="Footer Placeholder 3">
            <a:extLst>
              <a:ext uri="{FF2B5EF4-FFF2-40B4-BE49-F238E27FC236}">
                <a16:creationId xmlns:a16="http://schemas.microsoft.com/office/drawing/2014/main" id="{484F9F28-10A3-46CF-9C5F-2B4FA1BD8BE1}"/>
              </a:ext>
            </a:extLst>
          </p:cNvPr>
          <p:cNvSpPr>
            <a:spLocks noGrp="1"/>
          </p:cNvSpPr>
          <p:nvPr>
            <p:ph type="ftr" sz="quarter" idx="4"/>
          </p:nvPr>
        </p:nvSpPr>
        <p:spPr>
          <a:xfrm>
            <a:off x="0" y="8686800"/>
            <a:ext cx="2971800" cy="457200"/>
          </a:xfrm>
          <a:noFill/>
        </p:spPr>
        <p:txBody>
          <a:bodyPr/>
          <a:lstStyle>
            <a:lvl1pPr defTabSz="990600">
              <a:defRPr>
                <a:solidFill>
                  <a:schemeClr val="tx1"/>
                </a:solidFill>
                <a:latin typeface="Arial" panose="020B0604020202020204" pitchFamily="34" charset="0"/>
                <a:ea typeface="Angsana New" panose="02020603050405020304" pitchFamily="18" charset="-34"/>
              </a:defRPr>
            </a:lvl1pPr>
            <a:lvl2pPr marL="742950" indent="-285750" defTabSz="990600">
              <a:defRPr>
                <a:solidFill>
                  <a:schemeClr val="tx1"/>
                </a:solidFill>
                <a:latin typeface="Arial" panose="020B0604020202020204" pitchFamily="34" charset="0"/>
                <a:ea typeface="Angsana New" panose="02020603050405020304" pitchFamily="18" charset="-34"/>
              </a:defRPr>
            </a:lvl2pPr>
            <a:lvl3pPr marL="1143000" indent="-228600" defTabSz="990600">
              <a:defRPr>
                <a:solidFill>
                  <a:schemeClr val="tx1"/>
                </a:solidFill>
                <a:latin typeface="Arial" panose="020B0604020202020204" pitchFamily="34" charset="0"/>
                <a:ea typeface="Angsana New" panose="02020603050405020304" pitchFamily="18" charset="-34"/>
              </a:defRPr>
            </a:lvl3pPr>
            <a:lvl4pPr marL="1600200" indent="-228600" defTabSz="990600">
              <a:defRPr>
                <a:solidFill>
                  <a:schemeClr val="tx1"/>
                </a:solidFill>
                <a:latin typeface="Arial" panose="020B0604020202020204" pitchFamily="34" charset="0"/>
                <a:ea typeface="Angsana New" panose="02020603050405020304" pitchFamily="18" charset="-34"/>
              </a:defRPr>
            </a:lvl4pPr>
            <a:lvl5pPr marL="2057400" indent="-228600" defTabSz="990600">
              <a:defRPr>
                <a:solidFill>
                  <a:schemeClr val="tx1"/>
                </a:solidFill>
                <a:latin typeface="Arial" panose="020B0604020202020204" pitchFamily="34" charset="0"/>
                <a:ea typeface="Angsana New" panose="02020603050405020304" pitchFamily="18" charset="-34"/>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9pPr>
          </a:lstStyle>
          <a:p>
            <a:r>
              <a:rPr lang="en-US" altLang="en-US"/>
              <a:t>© 2016 Pearson Education, Inc., Hoboken, NJ. All rights reserved.</a:t>
            </a:r>
          </a:p>
        </p:txBody>
      </p:sp>
      <p:sp>
        <p:nvSpPr>
          <p:cNvPr id="46085" name="Slide Number Placeholder 4">
            <a:extLst>
              <a:ext uri="{FF2B5EF4-FFF2-40B4-BE49-F238E27FC236}">
                <a16:creationId xmlns:a16="http://schemas.microsoft.com/office/drawing/2014/main" id="{32185DEE-BFE2-45E2-8220-BC578E7C10C4}"/>
              </a:ext>
            </a:extLst>
          </p:cNvPr>
          <p:cNvSpPr>
            <a:spLocks noGrp="1" noChangeArrowheads="1"/>
          </p:cNvSpPr>
          <p:nvPr>
            <p:ph type="sldNum" sz="quarter" idx="5"/>
          </p:nvPr>
        </p:nvSpPr>
        <p:spPr>
          <a:xfrm>
            <a:off x="3886200" y="8686800"/>
            <a:ext cx="29718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9638">
              <a:defRPr>
                <a:solidFill>
                  <a:schemeClr val="tx1"/>
                </a:solidFill>
                <a:latin typeface="Arial" panose="020B0604020202020204" pitchFamily="34" charset="0"/>
                <a:ea typeface="Angsana New" panose="02020603050405020304" pitchFamily="18" charset="-34"/>
              </a:defRPr>
            </a:lvl1pPr>
            <a:lvl2pPr marL="742950" indent="-285750" defTabSz="909638">
              <a:defRPr>
                <a:solidFill>
                  <a:schemeClr val="tx1"/>
                </a:solidFill>
                <a:latin typeface="Arial" panose="020B0604020202020204" pitchFamily="34" charset="0"/>
                <a:ea typeface="Angsana New" panose="02020603050405020304" pitchFamily="18" charset="-34"/>
              </a:defRPr>
            </a:lvl2pPr>
            <a:lvl3pPr marL="1143000" indent="-228600" defTabSz="909638">
              <a:defRPr>
                <a:solidFill>
                  <a:schemeClr val="tx1"/>
                </a:solidFill>
                <a:latin typeface="Arial" panose="020B0604020202020204" pitchFamily="34" charset="0"/>
                <a:ea typeface="Angsana New" panose="02020603050405020304" pitchFamily="18" charset="-34"/>
              </a:defRPr>
            </a:lvl3pPr>
            <a:lvl4pPr marL="1600200" indent="-228600" defTabSz="909638">
              <a:defRPr>
                <a:solidFill>
                  <a:schemeClr val="tx1"/>
                </a:solidFill>
                <a:latin typeface="Arial" panose="020B0604020202020204" pitchFamily="34" charset="0"/>
                <a:ea typeface="Angsana New" panose="02020603050405020304" pitchFamily="18" charset="-34"/>
              </a:defRPr>
            </a:lvl4pPr>
            <a:lvl5pPr marL="2057400" indent="-228600" defTabSz="909638">
              <a:defRPr>
                <a:solidFill>
                  <a:schemeClr val="tx1"/>
                </a:solidFill>
                <a:latin typeface="Arial" panose="020B0604020202020204" pitchFamily="34" charset="0"/>
                <a:ea typeface="Angsana New" panose="02020603050405020304" pitchFamily="18" charset="-34"/>
              </a:defRPr>
            </a:lvl5pPr>
            <a:lvl6pPr marL="2514600" indent="-228600" defTabSz="909638"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6pPr>
            <a:lvl7pPr marL="2971800" indent="-228600" defTabSz="909638"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7pPr>
            <a:lvl8pPr marL="3429000" indent="-228600" defTabSz="909638"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8pPr>
            <a:lvl9pPr marL="3886200" indent="-228600" defTabSz="909638"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9pPr>
          </a:lstStyle>
          <a:p>
            <a:fld id="{404B7AD8-E783-48AE-9303-16B5B68B1C49}" type="slidenum">
              <a:rPr lang="en-US" altLang="en-US" sz="1000" i="1" smtClean="0">
                <a:latin typeface="Times New Roman" panose="02020603050405020304" pitchFamily="18" charset="0"/>
                <a:ea typeface="新細明體" panose="02020500000000000000" pitchFamily="18" charset="-120"/>
              </a:rPr>
              <a:pPr/>
              <a:t>1</a:t>
            </a:fld>
            <a:endParaRPr lang="en-US" altLang="en-US" sz="1000" i="1">
              <a:latin typeface="Times New Roman" panose="02020603050405020304" pitchFamily="18" charset="0"/>
              <a:ea typeface="新細明體" panose="02020500000000000000" pitchFamily="18" charset="-12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CA7BF0AF-4BD3-456F-876E-731944C7CF1E}"/>
              </a:ext>
            </a:extLst>
          </p:cNvPr>
          <p:cNvGrpSpPr>
            <a:grpSpLocks/>
          </p:cNvGrpSpPr>
          <p:nvPr/>
        </p:nvGrpSpPr>
        <p:grpSpPr bwMode="auto">
          <a:xfrm>
            <a:off x="0" y="0"/>
            <a:ext cx="8763000" cy="5943600"/>
            <a:chOff x="0" y="0"/>
            <a:chExt cx="5520" cy="3744"/>
          </a:xfrm>
        </p:grpSpPr>
        <p:sp>
          <p:nvSpPr>
            <p:cNvPr id="5" name="Rectangle 3">
              <a:extLst>
                <a:ext uri="{FF2B5EF4-FFF2-40B4-BE49-F238E27FC236}">
                  <a16:creationId xmlns:a16="http://schemas.microsoft.com/office/drawing/2014/main" id="{66A0F1AE-2137-46E3-93A2-7105D8B0B170}"/>
                </a:ext>
              </a:extLst>
            </p:cNvPr>
            <p:cNvSpPr>
              <a:spLocks noChangeArrowheads="1"/>
            </p:cNvSpPr>
            <p:nvPr/>
          </p:nvSpPr>
          <p:spPr bwMode="auto">
            <a:xfrm>
              <a:off x="0" y="0"/>
              <a:ext cx="1104" cy="3072"/>
            </a:xfrm>
            <a:prstGeom prst="rect">
              <a:avLst/>
            </a:prstGeom>
            <a:solidFill>
              <a:schemeClr val="accent1"/>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Angsana New" panose="02020603050405020304" pitchFamily="18" charset="-34"/>
                </a:defRPr>
              </a:lvl1pPr>
              <a:lvl2pPr marL="742950" indent="-285750">
                <a:defRPr>
                  <a:solidFill>
                    <a:schemeClr val="tx1"/>
                  </a:solidFill>
                  <a:latin typeface="Arial" panose="020B0604020202020204" pitchFamily="34" charset="0"/>
                  <a:ea typeface="Angsana New" panose="02020603050405020304" pitchFamily="18" charset="-34"/>
                </a:defRPr>
              </a:lvl2pPr>
              <a:lvl3pPr marL="1143000" indent="-228600">
                <a:defRPr>
                  <a:solidFill>
                    <a:schemeClr val="tx1"/>
                  </a:solidFill>
                  <a:latin typeface="Arial" panose="020B0604020202020204" pitchFamily="34" charset="0"/>
                  <a:ea typeface="Angsana New" panose="02020603050405020304" pitchFamily="18" charset="-34"/>
                </a:defRPr>
              </a:lvl3pPr>
              <a:lvl4pPr marL="1600200" indent="-228600">
                <a:defRPr>
                  <a:solidFill>
                    <a:schemeClr val="tx1"/>
                  </a:solidFill>
                  <a:latin typeface="Arial" panose="020B0604020202020204" pitchFamily="34" charset="0"/>
                  <a:ea typeface="Angsana New" panose="02020603050405020304" pitchFamily="18" charset="-34"/>
                </a:defRPr>
              </a:lvl4pPr>
              <a:lvl5pPr marL="2057400" indent="-228600">
                <a:defRPr>
                  <a:solidFill>
                    <a:schemeClr val="tx1"/>
                  </a:solidFill>
                  <a:latin typeface="Arial" panose="020B0604020202020204" pitchFamily="34" charset="0"/>
                  <a:ea typeface="Angsana New" panose="02020603050405020304" pitchFamily="18" charset="-34"/>
                </a:defRPr>
              </a:lvl5pPr>
              <a:lvl6pPr marL="25146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6pPr>
              <a:lvl7pPr marL="29718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7pPr>
              <a:lvl8pPr marL="34290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8pPr>
              <a:lvl9pPr marL="38862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9pPr>
            </a:lstStyle>
            <a:p>
              <a:pPr algn="ctr" eaLnBrk="1" hangingPunct="1">
                <a:defRPr/>
              </a:pPr>
              <a:endParaRPr lang="en-US" altLang="en-US" sz="2400">
                <a:latin typeface="Times New Roman" panose="02020603050405020304" pitchFamily="18" charset="0"/>
              </a:endParaRPr>
            </a:p>
          </p:txBody>
        </p:sp>
        <p:grpSp>
          <p:nvGrpSpPr>
            <p:cNvPr id="6" name="Group 4">
              <a:extLst>
                <a:ext uri="{FF2B5EF4-FFF2-40B4-BE49-F238E27FC236}">
                  <a16:creationId xmlns:a16="http://schemas.microsoft.com/office/drawing/2014/main" id="{2926F480-999F-4E5A-A679-2CC66462FF7A}"/>
                </a:ext>
              </a:extLst>
            </p:cNvPr>
            <p:cNvGrpSpPr>
              <a:grpSpLocks/>
            </p:cNvGrpSpPr>
            <p:nvPr userDrawn="1"/>
          </p:nvGrpSpPr>
          <p:grpSpPr bwMode="auto">
            <a:xfrm>
              <a:off x="0" y="2208"/>
              <a:ext cx="5520" cy="1536"/>
              <a:chOff x="0" y="2208"/>
              <a:chExt cx="5520" cy="1536"/>
            </a:xfrm>
          </p:grpSpPr>
          <p:sp>
            <p:nvSpPr>
              <p:cNvPr id="10" name="Rectangle 5">
                <a:extLst>
                  <a:ext uri="{FF2B5EF4-FFF2-40B4-BE49-F238E27FC236}">
                    <a16:creationId xmlns:a16="http://schemas.microsoft.com/office/drawing/2014/main" id="{787588DD-AA41-4277-9C17-B221A4E03C4C}"/>
                  </a:ext>
                </a:extLst>
              </p:cNvPr>
              <p:cNvSpPr>
                <a:spLocks noChangeArrowheads="1"/>
              </p:cNvSpPr>
              <p:nvPr/>
            </p:nvSpPr>
            <p:spPr bwMode="ltGray">
              <a:xfrm>
                <a:off x="624" y="2208"/>
                <a:ext cx="4896" cy="1536"/>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Angsana New" panose="02020603050405020304" pitchFamily="18" charset="-34"/>
                  </a:defRPr>
                </a:lvl1pPr>
                <a:lvl2pPr marL="742950" indent="-285750">
                  <a:defRPr>
                    <a:solidFill>
                      <a:schemeClr val="tx1"/>
                    </a:solidFill>
                    <a:latin typeface="Arial" panose="020B0604020202020204" pitchFamily="34" charset="0"/>
                    <a:ea typeface="Angsana New" panose="02020603050405020304" pitchFamily="18" charset="-34"/>
                  </a:defRPr>
                </a:lvl2pPr>
                <a:lvl3pPr marL="1143000" indent="-228600">
                  <a:defRPr>
                    <a:solidFill>
                      <a:schemeClr val="tx1"/>
                    </a:solidFill>
                    <a:latin typeface="Arial" panose="020B0604020202020204" pitchFamily="34" charset="0"/>
                    <a:ea typeface="Angsana New" panose="02020603050405020304" pitchFamily="18" charset="-34"/>
                  </a:defRPr>
                </a:lvl3pPr>
                <a:lvl4pPr marL="1600200" indent="-228600">
                  <a:defRPr>
                    <a:solidFill>
                      <a:schemeClr val="tx1"/>
                    </a:solidFill>
                    <a:latin typeface="Arial" panose="020B0604020202020204" pitchFamily="34" charset="0"/>
                    <a:ea typeface="Angsana New" panose="02020603050405020304" pitchFamily="18" charset="-34"/>
                  </a:defRPr>
                </a:lvl4pPr>
                <a:lvl5pPr marL="2057400" indent="-228600">
                  <a:defRPr>
                    <a:solidFill>
                      <a:schemeClr val="tx1"/>
                    </a:solidFill>
                    <a:latin typeface="Arial" panose="020B0604020202020204" pitchFamily="34" charset="0"/>
                    <a:ea typeface="Angsana New" panose="02020603050405020304" pitchFamily="18" charset="-34"/>
                  </a:defRPr>
                </a:lvl5pPr>
                <a:lvl6pPr marL="25146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6pPr>
                <a:lvl7pPr marL="29718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7pPr>
                <a:lvl8pPr marL="34290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8pPr>
                <a:lvl9pPr marL="38862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9pPr>
              </a:lstStyle>
              <a:p>
                <a:pPr algn="ctr" eaLnBrk="1" hangingPunct="1">
                  <a:defRPr/>
                </a:pPr>
                <a:endParaRPr lang="en-US" altLang="en-US" sz="2400">
                  <a:latin typeface="Times New Roman" panose="02020603050405020304" pitchFamily="18" charset="0"/>
                </a:endParaRPr>
              </a:p>
            </p:txBody>
          </p:sp>
          <p:sp>
            <p:nvSpPr>
              <p:cNvPr id="11" name="Rectangle 6">
                <a:extLst>
                  <a:ext uri="{FF2B5EF4-FFF2-40B4-BE49-F238E27FC236}">
                    <a16:creationId xmlns:a16="http://schemas.microsoft.com/office/drawing/2014/main" id="{DF66D16C-F975-445F-861F-4D4E68151433}"/>
                  </a:ext>
                </a:extLst>
              </p:cNvPr>
              <p:cNvSpPr>
                <a:spLocks noChangeArrowheads="1"/>
              </p:cNvSpPr>
              <p:nvPr/>
            </p:nvSpPr>
            <p:spPr bwMode="white">
              <a:xfrm>
                <a:off x="654" y="2352"/>
                <a:ext cx="4818" cy="134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Angsana New" panose="02020603050405020304" pitchFamily="18" charset="-34"/>
                  </a:defRPr>
                </a:lvl1pPr>
                <a:lvl2pPr marL="742950" indent="-285750">
                  <a:defRPr>
                    <a:solidFill>
                      <a:schemeClr val="tx1"/>
                    </a:solidFill>
                    <a:latin typeface="Arial" panose="020B0604020202020204" pitchFamily="34" charset="0"/>
                    <a:ea typeface="Angsana New" panose="02020603050405020304" pitchFamily="18" charset="-34"/>
                  </a:defRPr>
                </a:lvl2pPr>
                <a:lvl3pPr marL="1143000" indent="-228600">
                  <a:defRPr>
                    <a:solidFill>
                      <a:schemeClr val="tx1"/>
                    </a:solidFill>
                    <a:latin typeface="Arial" panose="020B0604020202020204" pitchFamily="34" charset="0"/>
                    <a:ea typeface="Angsana New" panose="02020603050405020304" pitchFamily="18" charset="-34"/>
                  </a:defRPr>
                </a:lvl3pPr>
                <a:lvl4pPr marL="1600200" indent="-228600">
                  <a:defRPr>
                    <a:solidFill>
                      <a:schemeClr val="tx1"/>
                    </a:solidFill>
                    <a:latin typeface="Arial" panose="020B0604020202020204" pitchFamily="34" charset="0"/>
                    <a:ea typeface="Angsana New" panose="02020603050405020304" pitchFamily="18" charset="-34"/>
                  </a:defRPr>
                </a:lvl4pPr>
                <a:lvl5pPr marL="2057400" indent="-228600">
                  <a:defRPr>
                    <a:solidFill>
                      <a:schemeClr val="tx1"/>
                    </a:solidFill>
                    <a:latin typeface="Arial" panose="020B0604020202020204" pitchFamily="34" charset="0"/>
                    <a:ea typeface="Angsana New" panose="02020603050405020304" pitchFamily="18" charset="-34"/>
                  </a:defRPr>
                </a:lvl5pPr>
                <a:lvl6pPr marL="25146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6pPr>
                <a:lvl7pPr marL="29718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7pPr>
                <a:lvl8pPr marL="34290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8pPr>
                <a:lvl9pPr marL="38862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9pPr>
              </a:lstStyle>
              <a:p>
                <a:pPr algn="ctr" eaLnBrk="1" hangingPunct="1">
                  <a:defRPr/>
                </a:pPr>
                <a:endParaRPr lang="en-US" altLang="en-US" sz="2400">
                  <a:latin typeface="Times New Roman" panose="02020603050405020304" pitchFamily="18" charset="0"/>
                </a:endParaRPr>
              </a:p>
            </p:txBody>
          </p:sp>
          <p:sp>
            <p:nvSpPr>
              <p:cNvPr id="12" name="Line 7">
                <a:extLst>
                  <a:ext uri="{FF2B5EF4-FFF2-40B4-BE49-F238E27FC236}">
                    <a16:creationId xmlns:a16="http://schemas.microsoft.com/office/drawing/2014/main" id="{6E705887-AB71-4B76-B1F4-8D7F77EAE8CC}"/>
                  </a:ext>
                </a:extLst>
              </p:cNvPr>
              <p:cNvSpPr>
                <a:spLocks noChangeShapeType="1"/>
              </p:cNvSpPr>
              <p:nvPr/>
            </p:nvSpPr>
            <p:spPr bwMode="auto">
              <a:xfrm>
                <a:off x="0" y="3072"/>
                <a:ext cx="624" cy="0"/>
              </a:xfrm>
              <a:prstGeom prst="line">
                <a:avLst/>
              </a:prstGeom>
              <a:noFill/>
              <a:ln w="508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7" name="Group 8">
              <a:extLst>
                <a:ext uri="{FF2B5EF4-FFF2-40B4-BE49-F238E27FC236}">
                  <a16:creationId xmlns:a16="http://schemas.microsoft.com/office/drawing/2014/main" id="{BB03B609-8F28-44A4-AC11-5F5379FF134A}"/>
                </a:ext>
              </a:extLst>
            </p:cNvPr>
            <p:cNvGrpSpPr>
              <a:grpSpLocks/>
            </p:cNvGrpSpPr>
            <p:nvPr userDrawn="1"/>
          </p:nvGrpSpPr>
          <p:grpSpPr bwMode="auto">
            <a:xfrm>
              <a:off x="400" y="336"/>
              <a:ext cx="5088" cy="192"/>
              <a:chOff x="400" y="336"/>
              <a:chExt cx="5088" cy="192"/>
            </a:xfrm>
          </p:grpSpPr>
          <p:sp>
            <p:nvSpPr>
              <p:cNvPr id="8" name="Rectangle 9">
                <a:extLst>
                  <a:ext uri="{FF2B5EF4-FFF2-40B4-BE49-F238E27FC236}">
                    <a16:creationId xmlns:a16="http://schemas.microsoft.com/office/drawing/2014/main" id="{C3C17E7D-EFC9-4005-8EDE-8E4466AE8642}"/>
                  </a:ext>
                </a:extLst>
              </p:cNvPr>
              <p:cNvSpPr>
                <a:spLocks noChangeArrowheads="1"/>
              </p:cNvSpPr>
              <p:nvPr/>
            </p:nvSpPr>
            <p:spPr bwMode="auto">
              <a:xfrm>
                <a:off x="3952" y="336"/>
                <a:ext cx="1536" cy="19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Angsana New" panose="02020603050405020304" pitchFamily="18" charset="-34"/>
                  </a:defRPr>
                </a:lvl1pPr>
                <a:lvl2pPr marL="742950" indent="-285750">
                  <a:defRPr>
                    <a:solidFill>
                      <a:schemeClr val="tx1"/>
                    </a:solidFill>
                    <a:latin typeface="Arial" panose="020B0604020202020204" pitchFamily="34" charset="0"/>
                    <a:ea typeface="Angsana New" panose="02020603050405020304" pitchFamily="18" charset="-34"/>
                  </a:defRPr>
                </a:lvl2pPr>
                <a:lvl3pPr marL="1143000" indent="-228600">
                  <a:defRPr>
                    <a:solidFill>
                      <a:schemeClr val="tx1"/>
                    </a:solidFill>
                    <a:latin typeface="Arial" panose="020B0604020202020204" pitchFamily="34" charset="0"/>
                    <a:ea typeface="Angsana New" panose="02020603050405020304" pitchFamily="18" charset="-34"/>
                  </a:defRPr>
                </a:lvl3pPr>
                <a:lvl4pPr marL="1600200" indent="-228600">
                  <a:defRPr>
                    <a:solidFill>
                      <a:schemeClr val="tx1"/>
                    </a:solidFill>
                    <a:latin typeface="Arial" panose="020B0604020202020204" pitchFamily="34" charset="0"/>
                    <a:ea typeface="Angsana New" panose="02020603050405020304" pitchFamily="18" charset="-34"/>
                  </a:defRPr>
                </a:lvl4pPr>
                <a:lvl5pPr marL="2057400" indent="-228600">
                  <a:defRPr>
                    <a:solidFill>
                      <a:schemeClr val="tx1"/>
                    </a:solidFill>
                    <a:latin typeface="Arial" panose="020B0604020202020204" pitchFamily="34" charset="0"/>
                    <a:ea typeface="Angsana New" panose="02020603050405020304" pitchFamily="18" charset="-34"/>
                  </a:defRPr>
                </a:lvl5pPr>
                <a:lvl6pPr marL="25146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6pPr>
                <a:lvl7pPr marL="29718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7pPr>
                <a:lvl8pPr marL="34290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8pPr>
                <a:lvl9pPr marL="38862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9pPr>
              </a:lstStyle>
              <a:p>
                <a:pPr algn="ctr" eaLnBrk="1" hangingPunct="1">
                  <a:defRPr/>
                </a:pPr>
                <a:endParaRPr lang="en-US" altLang="en-US" sz="2400">
                  <a:latin typeface="Times New Roman" panose="02020603050405020304" pitchFamily="18" charset="0"/>
                </a:endParaRPr>
              </a:p>
            </p:txBody>
          </p:sp>
          <p:sp>
            <p:nvSpPr>
              <p:cNvPr id="9" name="Line 10">
                <a:extLst>
                  <a:ext uri="{FF2B5EF4-FFF2-40B4-BE49-F238E27FC236}">
                    <a16:creationId xmlns:a16="http://schemas.microsoft.com/office/drawing/2014/main" id="{792123B1-DDFD-4680-AB10-CFA32939CBCF}"/>
                  </a:ext>
                </a:extLst>
              </p:cNvPr>
              <p:cNvSpPr>
                <a:spLocks noChangeShapeType="1"/>
              </p:cNvSpPr>
              <p:nvPr/>
            </p:nvSpPr>
            <p:spPr bwMode="auto">
              <a:xfrm>
                <a:off x="400" y="432"/>
                <a:ext cx="5088" cy="0"/>
              </a:xfrm>
              <a:prstGeom prst="line">
                <a:avLst/>
              </a:prstGeom>
              <a:noFill/>
              <a:ln w="444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pic>
        <p:nvPicPr>
          <p:cNvPr id="13" name="Picture 16" descr="emu_300x300_72dpi_black">
            <a:extLst>
              <a:ext uri="{FF2B5EF4-FFF2-40B4-BE49-F238E27FC236}">
                <a16:creationId xmlns:a16="http://schemas.microsoft.com/office/drawing/2014/main" id="{A6F507B9-BBC3-4F9E-B5B3-1F84BF9FAC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313" y="115888"/>
            <a:ext cx="574675"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8027" name="Rectangle 11"/>
          <p:cNvSpPr>
            <a:spLocks noGrp="1" noChangeArrowheads="1"/>
          </p:cNvSpPr>
          <p:nvPr>
            <p:ph type="ctrTitle"/>
          </p:nvPr>
        </p:nvSpPr>
        <p:spPr>
          <a:xfrm>
            <a:off x="2057400" y="1143000"/>
            <a:ext cx="6629400" cy="2209800"/>
          </a:xfrm>
        </p:spPr>
        <p:txBody>
          <a:bodyPr/>
          <a:lstStyle>
            <a:lvl1pPr>
              <a:defRPr sz="4800"/>
            </a:lvl1pPr>
          </a:lstStyle>
          <a:p>
            <a:pPr lvl="0"/>
            <a:r>
              <a:rPr lang="en-US" altLang="en-US" noProof="0"/>
              <a:t>Click to edit Master title style</a:t>
            </a:r>
          </a:p>
        </p:txBody>
      </p:sp>
      <p:sp>
        <p:nvSpPr>
          <p:cNvPr id="598028" name="Rectangle 12"/>
          <p:cNvSpPr>
            <a:spLocks noGrp="1" noChangeArrowheads="1"/>
          </p:cNvSpPr>
          <p:nvPr>
            <p:ph type="subTitle" idx="1"/>
          </p:nvPr>
        </p:nvSpPr>
        <p:spPr>
          <a:xfrm>
            <a:off x="1371600" y="3962400"/>
            <a:ext cx="6858000" cy="1600200"/>
          </a:xfrm>
        </p:spPr>
        <p:txBody>
          <a:bodyPr anchor="ctr"/>
          <a:lstStyle>
            <a:lvl1pPr marL="0" indent="0" algn="ctr">
              <a:buFont typeface="Wingdings" panose="05000000000000000000" pitchFamily="2" charset="2"/>
              <a:buNone/>
              <a:defRPr/>
            </a:lvl1pPr>
          </a:lstStyle>
          <a:p>
            <a:pPr lvl="0"/>
            <a:r>
              <a:rPr lang="en-US" altLang="en-US" noProof="0"/>
              <a:t>Click to edit Master subtitle style</a:t>
            </a:r>
          </a:p>
        </p:txBody>
      </p:sp>
      <p:sp>
        <p:nvSpPr>
          <p:cNvPr id="14" name="Date Placeholder 13">
            <a:extLst>
              <a:ext uri="{FF2B5EF4-FFF2-40B4-BE49-F238E27FC236}">
                <a16:creationId xmlns:a16="http://schemas.microsoft.com/office/drawing/2014/main" id="{0F1BC169-C2A2-45B5-A374-71F2EBA035EC}"/>
              </a:ext>
            </a:extLst>
          </p:cNvPr>
          <p:cNvSpPr>
            <a:spLocks noGrp="1" noChangeArrowheads="1"/>
          </p:cNvSpPr>
          <p:nvPr>
            <p:ph type="dt" sz="half" idx="10"/>
          </p:nvPr>
        </p:nvSpPr>
        <p:spPr>
          <a:xfrm>
            <a:off x="912813" y="6251575"/>
            <a:ext cx="1905000" cy="457200"/>
          </a:xfrm>
        </p:spPr>
        <p:txBody>
          <a:bodyPr/>
          <a:lstStyle>
            <a:lvl1pPr>
              <a:defRPr/>
            </a:lvl1pPr>
          </a:lstStyle>
          <a:p>
            <a:pPr>
              <a:defRPr/>
            </a:pPr>
            <a:fld id="{5BC5A4B5-26F4-4CC4-A8C9-7256B7BDEED5}" type="datetime4">
              <a:rPr lang="en-US" altLang="en-US" smtClean="0"/>
              <a:t>March 26, 2024</a:t>
            </a:fld>
            <a:endParaRPr lang="en-US" altLang="en-US"/>
          </a:p>
        </p:txBody>
      </p:sp>
      <p:sp>
        <p:nvSpPr>
          <p:cNvPr id="15" name="Footer Placeholder 14">
            <a:extLst>
              <a:ext uri="{FF2B5EF4-FFF2-40B4-BE49-F238E27FC236}">
                <a16:creationId xmlns:a16="http://schemas.microsoft.com/office/drawing/2014/main" id="{2790513F-446A-47CC-8086-B585B729A85A}"/>
              </a:ext>
            </a:extLst>
          </p:cNvPr>
          <p:cNvSpPr>
            <a:spLocks noGrp="1" noChangeArrowheads="1"/>
          </p:cNvSpPr>
          <p:nvPr>
            <p:ph type="ftr" sz="quarter" idx="11"/>
          </p:nvPr>
        </p:nvSpPr>
        <p:spPr>
          <a:xfrm>
            <a:off x="3354388" y="6248400"/>
            <a:ext cx="2895600" cy="457200"/>
          </a:xfrm>
        </p:spPr>
        <p:txBody>
          <a:bodyPr/>
          <a:lstStyle>
            <a:lvl1pPr>
              <a:defRPr/>
            </a:lvl1pPr>
          </a:lstStyle>
          <a:p>
            <a:pPr>
              <a:defRPr/>
            </a:pPr>
            <a:endParaRPr lang="en-US" altLang="en-US"/>
          </a:p>
        </p:txBody>
      </p:sp>
      <p:sp>
        <p:nvSpPr>
          <p:cNvPr id="16" name="Slide Number Placeholder 15">
            <a:extLst>
              <a:ext uri="{FF2B5EF4-FFF2-40B4-BE49-F238E27FC236}">
                <a16:creationId xmlns:a16="http://schemas.microsoft.com/office/drawing/2014/main" id="{44DC9E00-0C42-4E33-9791-DB74392E7DDC}"/>
              </a:ext>
            </a:extLst>
          </p:cNvPr>
          <p:cNvSpPr>
            <a:spLocks noGrp="1" noChangeArrowheads="1"/>
          </p:cNvSpPr>
          <p:nvPr>
            <p:ph type="sldNum" sz="quarter" idx="12"/>
          </p:nvPr>
        </p:nvSpPr>
        <p:spPr>
          <a:xfrm>
            <a:off x="6781800" y="6248400"/>
            <a:ext cx="1905000" cy="457200"/>
          </a:xfrm>
        </p:spPr>
        <p:txBody>
          <a:bodyPr/>
          <a:lstStyle>
            <a:lvl1pPr>
              <a:defRPr/>
            </a:lvl1pPr>
          </a:lstStyle>
          <a:p>
            <a:pPr>
              <a:defRPr/>
            </a:pPr>
            <a:fld id="{FCA2A49A-F948-456B-8433-624613035A24}" type="slidenum">
              <a:rPr lang="en-US" altLang="en-US"/>
              <a:pPr>
                <a:defRPr/>
              </a:pPr>
              <a:t>‹#›</a:t>
            </a:fld>
            <a:endParaRPr lang="en-US" altLang="en-US"/>
          </a:p>
        </p:txBody>
      </p:sp>
    </p:spTree>
    <p:extLst>
      <p:ext uri="{BB962C8B-B14F-4D97-AF65-F5344CB8AC3E}">
        <p14:creationId xmlns:p14="http://schemas.microsoft.com/office/powerpoint/2010/main" val="4081891055"/>
      </p:ext>
    </p:extLst>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a:extLst>
              <a:ext uri="{FF2B5EF4-FFF2-40B4-BE49-F238E27FC236}">
                <a16:creationId xmlns:a16="http://schemas.microsoft.com/office/drawing/2014/main" id="{CF9C34EE-72F3-48EA-B932-2A64C2038FE7}"/>
              </a:ext>
            </a:extLst>
          </p:cNvPr>
          <p:cNvSpPr>
            <a:spLocks noGrp="1" noChangeArrowheads="1"/>
          </p:cNvSpPr>
          <p:nvPr>
            <p:ph type="dt" sz="half" idx="10"/>
          </p:nvPr>
        </p:nvSpPr>
        <p:spPr>
          <a:ln/>
        </p:spPr>
        <p:txBody>
          <a:bodyPr/>
          <a:lstStyle>
            <a:lvl1pPr>
              <a:defRPr/>
            </a:lvl1pPr>
          </a:lstStyle>
          <a:p>
            <a:pPr>
              <a:defRPr/>
            </a:pPr>
            <a:fld id="{9827BBBE-186A-4024-8E62-590462448208}" type="datetime4">
              <a:rPr lang="en-US" altLang="en-US" smtClean="0"/>
              <a:t>March 26, 2024</a:t>
            </a:fld>
            <a:endParaRPr lang="en-US" altLang="en-US"/>
          </a:p>
        </p:txBody>
      </p:sp>
      <p:sp>
        <p:nvSpPr>
          <p:cNvPr id="5" name="Rectangle 10">
            <a:extLst>
              <a:ext uri="{FF2B5EF4-FFF2-40B4-BE49-F238E27FC236}">
                <a16:creationId xmlns:a16="http://schemas.microsoft.com/office/drawing/2014/main" id="{C590B3F9-588F-420A-B941-CFF2AA2EA9F4}"/>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11">
            <a:extLst>
              <a:ext uri="{FF2B5EF4-FFF2-40B4-BE49-F238E27FC236}">
                <a16:creationId xmlns:a16="http://schemas.microsoft.com/office/drawing/2014/main" id="{B8035C69-28AB-4877-8601-E8807E4BE94F}"/>
              </a:ext>
            </a:extLst>
          </p:cNvPr>
          <p:cNvSpPr>
            <a:spLocks noGrp="1" noChangeArrowheads="1"/>
          </p:cNvSpPr>
          <p:nvPr>
            <p:ph type="sldNum" sz="quarter" idx="12"/>
          </p:nvPr>
        </p:nvSpPr>
        <p:spPr>
          <a:ln/>
        </p:spPr>
        <p:txBody>
          <a:bodyPr/>
          <a:lstStyle>
            <a:lvl1pPr>
              <a:defRPr/>
            </a:lvl1pPr>
          </a:lstStyle>
          <a:p>
            <a:pPr>
              <a:defRPr/>
            </a:pPr>
            <a:fld id="{50DA9C81-8C0B-420A-8765-3A9516626B09}" type="slidenum">
              <a:rPr lang="en-US" altLang="en-US"/>
              <a:pPr>
                <a:defRPr/>
              </a:pPr>
              <a:t>‹#›</a:t>
            </a:fld>
            <a:endParaRPr lang="en-US" altLang="en-US"/>
          </a:p>
        </p:txBody>
      </p:sp>
    </p:spTree>
    <p:extLst>
      <p:ext uri="{BB962C8B-B14F-4D97-AF65-F5344CB8AC3E}">
        <p14:creationId xmlns:p14="http://schemas.microsoft.com/office/powerpoint/2010/main" val="3406192934"/>
      </p:ext>
    </p:extLst>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
        <p:nvSpPr>
          <p:cNvPr id="4" name="Rectangle 9">
            <a:extLst>
              <a:ext uri="{FF2B5EF4-FFF2-40B4-BE49-F238E27FC236}">
                <a16:creationId xmlns:a16="http://schemas.microsoft.com/office/drawing/2014/main" id="{C4234A2A-5D0C-44C8-887E-D10DDFC7AA53}"/>
              </a:ext>
            </a:extLst>
          </p:cNvPr>
          <p:cNvSpPr>
            <a:spLocks noGrp="1" noChangeArrowheads="1"/>
          </p:cNvSpPr>
          <p:nvPr>
            <p:ph type="dt" sz="half" idx="10"/>
          </p:nvPr>
        </p:nvSpPr>
        <p:spPr>
          <a:ln/>
        </p:spPr>
        <p:txBody>
          <a:bodyPr/>
          <a:lstStyle>
            <a:lvl1pPr>
              <a:defRPr/>
            </a:lvl1pPr>
          </a:lstStyle>
          <a:p>
            <a:pPr>
              <a:defRPr/>
            </a:pPr>
            <a:fld id="{68994EEA-CDE1-4CF0-B97E-F046BC99017A}" type="datetime4">
              <a:rPr lang="en-US" altLang="en-US" smtClean="0"/>
              <a:t>March 26, 2024</a:t>
            </a:fld>
            <a:endParaRPr lang="en-US" altLang="en-US"/>
          </a:p>
        </p:txBody>
      </p:sp>
      <p:sp>
        <p:nvSpPr>
          <p:cNvPr id="5" name="Rectangle 10">
            <a:extLst>
              <a:ext uri="{FF2B5EF4-FFF2-40B4-BE49-F238E27FC236}">
                <a16:creationId xmlns:a16="http://schemas.microsoft.com/office/drawing/2014/main" id="{04E8673F-D3A8-4270-A880-5464CB01F963}"/>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11">
            <a:extLst>
              <a:ext uri="{FF2B5EF4-FFF2-40B4-BE49-F238E27FC236}">
                <a16:creationId xmlns:a16="http://schemas.microsoft.com/office/drawing/2014/main" id="{EB1F1F1B-8663-4447-B9F0-E50D78F34EFB}"/>
              </a:ext>
            </a:extLst>
          </p:cNvPr>
          <p:cNvSpPr>
            <a:spLocks noGrp="1" noChangeArrowheads="1"/>
          </p:cNvSpPr>
          <p:nvPr>
            <p:ph type="sldNum" sz="quarter" idx="12"/>
          </p:nvPr>
        </p:nvSpPr>
        <p:spPr>
          <a:ln/>
        </p:spPr>
        <p:txBody>
          <a:bodyPr/>
          <a:lstStyle>
            <a:lvl1pPr>
              <a:defRPr/>
            </a:lvl1pPr>
          </a:lstStyle>
          <a:p>
            <a:pPr>
              <a:defRPr/>
            </a:pPr>
            <a:fld id="{99E7F0A4-9658-43EF-876F-1B09C1E0A41F}" type="slidenum">
              <a:rPr lang="en-US" altLang="en-US"/>
              <a:pPr>
                <a:defRPr/>
              </a:pPr>
              <a:t>‹#›</a:t>
            </a:fld>
            <a:endParaRPr lang="en-US" altLang="en-US"/>
          </a:p>
        </p:txBody>
      </p:sp>
    </p:spTree>
    <p:extLst>
      <p:ext uri="{BB962C8B-B14F-4D97-AF65-F5344CB8AC3E}">
        <p14:creationId xmlns:p14="http://schemas.microsoft.com/office/powerpoint/2010/main" val="2982120886"/>
      </p:ext>
    </p:extLst>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066800"/>
            <a:ext cx="3962400" cy="5181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00600" y="1066800"/>
            <a:ext cx="3962400" cy="5181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9">
            <a:extLst>
              <a:ext uri="{FF2B5EF4-FFF2-40B4-BE49-F238E27FC236}">
                <a16:creationId xmlns:a16="http://schemas.microsoft.com/office/drawing/2014/main" id="{BEDEDA5F-0A5D-4CA4-A1C5-E0BBCA7D32B1}"/>
              </a:ext>
            </a:extLst>
          </p:cNvPr>
          <p:cNvSpPr>
            <a:spLocks noGrp="1" noChangeArrowheads="1"/>
          </p:cNvSpPr>
          <p:nvPr>
            <p:ph type="dt" sz="half" idx="10"/>
          </p:nvPr>
        </p:nvSpPr>
        <p:spPr>
          <a:ln/>
        </p:spPr>
        <p:txBody>
          <a:bodyPr/>
          <a:lstStyle>
            <a:lvl1pPr>
              <a:defRPr/>
            </a:lvl1pPr>
          </a:lstStyle>
          <a:p>
            <a:pPr>
              <a:defRPr/>
            </a:pPr>
            <a:fld id="{AE36E2F7-403A-4BD1-97B2-954E718C0676}" type="datetime4">
              <a:rPr lang="en-US" altLang="en-US" smtClean="0"/>
              <a:t>March 26, 2024</a:t>
            </a:fld>
            <a:endParaRPr lang="en-US" altLang="en-US"/>
          </a:p>
        </p:txBody>
      </p:sp>
      <p:sp>
        <p:nvSpPr>
          <p:cNvPr id="6" name="Rectangle 10">
            <a:extLst>
              <a:ext uri="{FF2B5EF4-FFF2-40B4-BE49-F238E27FC236}">
                <a16:creationId xmlns:a16="http://schemas.microsoft.com/office/drawing/2014/main" id="{4C2AD675-B79B-4C82-8BB7-A5BB8E849A2A}"/>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11">
            <a:extLst>
              <a:ext uri="{FF2B5EF4-FFF2-40B4-BE49-F238E27FC236}">
                <a16:creationId xmlns:a16="http://schemas.microsoft.com/office/drawing/2014/main" id="{FA6E5F42-4825-4052-A411-7C9668ACCC14}"/>
              </a:ext>
            </a:extLst>
          </p:cNvPr>
          <p:cNvSpPr>
            <a:spLocks noGrp="1" noChangeArrowheads="1"/>
          </p:cNvSpPr>
          <p:nvPr>
            <p:ph type="sldNum" sz="quarter" idx="12"/>
          </p:nvPr>
        </p:nvSpPr>
        <p:spPr>
          <a:ln/>
        </p:spPr>
        <p:txBody>
          <a:bodyPr/>
          <a:lstStyle>
            <a:lvl1pPr>
              <a:defRPr/>
            </a:lvl1pPr>
          </a:lstStyle>
          <a:p>
            <a:pPr>
              <a:defRPr/>
            </a:pPr>
            <a:fld id="{2A030BC2-7CF3-4AF3-91D9-2A59AC404433}" type="slidenum">
              <a:rPr lang="en-US" altLang="en-US"/>
              <a:pPr>
                <a:defRPr/>
              </a:pPr>
              <a:t>‹#›</a:t>
            </a:fld>
            <a:endParaRPr lang="en-US" altLang="en-US"/>
          </a:p>
        </p:txBody>
      </p:sp>
    </p:spTree>
    <p:extLst>
      <p:ext uri="{BB962C8B-B14F-4D97-AF65-F5344CB8AC3E}">
        <p14:creationId xmlns:p14="http://schemas.microsoft.com/office/powerpoint/2010/main" val="762873303"/>
      </p:ext>
    </p:extLst>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9">
            <a:extLst>
              <a:ext uri="{FF2B5EF4-FFF2-40B4-BE49-F238E27FC236}">
                <a16:creationId xmlns:a16="http://schemas.microsoft.com/office/drawing/2014/main" id="{B4B9A3CC-A69C-4380-B243-FF56F5877D4A}"/>
              </a:ext>
            </a:extLst>
          </p:cNvPr>
          <p:cNvSpPr>
            <a:spLocks noGrp="1" noChangeArrowheads="1"/>
          </p:cNvSpPr>
          <p:nvPr>
            <p:ph type="dt" sz="half" idx="10"/>
          </p:nvPr>
        </p:nvSpPr>
        <p:spPr>
          <a:ln/>
        </p:spPr>
        <p:txBody>
          <a:bodyPr/>
          <a:lstStyle>
            <a:lvl1pPr>
              <a:defRPr/>
            </a:lvl1pPr>
          </a:lstStyle>
          <a:p>
            <a:pPr>
              <a:defRPr/>
            </a:pPr>
            <a:fld id="{53C47519-7D6C-4277-A527-EC8BF8B7D20D}" type="datetime4">
              <a:rPr lang="en-US" altLang="en-US" smtClean="0"/>
              <a:t>March 26, 2024</a:t>
            </a:fld>
            <a:endParaRPr lang="en-US" altLang="en-US"/>
          </a:p>
        </p:txBody>
      </p:sp>
      <p:sp>
        <p:nvSpPr>
          <p:cNvPr id="8" name="Rectangle 10">
            <a:extLst>
              <a:ext uri="{FF2B5EF4-FFF2-40B4-BE49-F238E27FC236}">
                <a16:creationId xmlns:a16="http://schemas.microsoft.com/office/drawing/2014/main" id="{4BB100D0-7C52-4FE4-BB69-6A02DD958353}"/>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9" name="Rectangle 11">
            <a:extLst>
              <a:ext uri="{FF2B5EF4-FFF2-40B4-BE49-F238E27FC236}">
                <a16:creationId xmlns:a16="http://schemas.microsoft.com/office/drawing/2014/main" id="{8BE3667C-9E53-4554-BDEC-26A785705C60}"/>
              </a:ext>
            </a:extLst>
          </p:cNvPr>
          <p:cNvSpPr>
            <a:spLocks noGrp="1" noChangeArrowheads="1"/>
          </p:cNvSpPr>
          <p:nvPr>
            <p:ph type="sldNum" sz="quarter" idx="12"/>
          </p:nvPr>
        </p:nvSpPr>
        <p:spPr>
          <a:ln/>
        </p:spPr>
        <p:txBody>
          <a:bodyPr/>
          <a:lstStyle>
            <a:lvl1pPr>
              <a:defRPr/>
            </a:lvl1pPr>
          </a:lstStyle>
          <a:p>
            <a:pPr>
              <a:defRPr/>
            </a:pPr>
            <a:fld id="{4E8385E0-B45E-4570-A3AA-0856022418D9}" type="slidenum">
              <a:rPr lang="en-US" altLang="en-US"/>
              <a:pPr>
                <a:defRPr/>
              </a:pPr>
              <a:t>‹#›</a:t>
            </a:fld>
            <a:endParaRPr lang="en-US" altLang="en-US"/>
          </a:p>
        </p:txBody>
      </p:sp>
    </p:spTree>
    <p:extLst>
      <p:ext uri="{BB962C8B-B14F-4D97-AF65-F5344CB8AC3E}">
        <p14:creationId xmlns:p14="http://schemas.microsoft.com/office/powerpoint/2010/main" val="3859124618"/>
      </p:ext>
    </p:extLst>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9">
            <a:extLst>
              <a:ext uri="{FF2B5EF4-FFF2-40B4-BE49-F238E27FC236}">
                <a16:creationId xmlns:a16="http://schemas.microsoft.com/office/drawing/2014/main" id="{75C9C638-878C-4E40-8D06-96E4C1B412DE}"/>
              </a:ext>
            </a:extLst>
          </p:cNvPr>
          <p:cNvSpPr>
            <a:spLocks noGrp="1" noChangeArrowheads="1"/>
          </p:cNvSpPr>
          <p:nvPr>
            <p:ph type="dt" sz="half" idx="10"/>
          </p:nvPr>
        </p:nvSpPr>
        <p:spPr>
          <a:ln/>
        </p:spPr>
        <p:txBody>
          <a:bodyPr/>
          <a:lstStyle>
            <a:lvl1pPr>
              <a:defRPr/>
            </a:lvl1pPr>
          </a:lstStyle>
          <a:p>
            <a:pPr>
              <a:defRPr/>
            </a:pPr>
            <a:fld id="{5DCB4BA1-EF4A-46E7-A043-BEC20C08A882}" type="datetime4">
              <a:rPr lang="en-US" altLang="en-US" smtClean="0"/>
              <a:t>March 26, 2024</a:t>
            </a:fld>
            <a:endParaRPr lang="en-US" altLang="en-US"/>
          </a:p>
        </p:txBody>
      </p:sp>
      <p:sp>
        <p:nvSpPr>
          <p:cNvPr id="4" name="Rectangle 10">
            <a:extLst>
              <a:ext uri="{FF2B5EF4-FFF2-40B4-BE49-F238E27FC236}">
                <a16:creationId xmlns:a16="http://schemas.microsoft.com/office/drawing/2014/main" id="{3310315F-DE20-461D-BB40-598604683D4F}"/>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5" name="Rectangle 11">
            <a:extLst>
              <a:ext uri="{FF2B5EF4-FFF2-40B4-BE49-F238E27FC236}">
                <a16:creationId xmlns:a16="http://schemas.microsoft.com/office/drawing/2014/main" id="{45B671E4-A185-4AAA-BFEE-B5DA72854E32}"/>
              </a:ext>
            </a:extLst>
          </p:cNvPr>
          <p:cNvSpPr>
            <a:spLocks noGrp="1" noChangeArrowheads="1"/>
          </p:cNvSpPr>
          <p:nvPr>
            <p:ph type="sldNum" sz="quarter" idx="12"/>
          </p:nvPr>
        </p:nvSpPr>
        <p:spPr>
          <a:ln/>
        </p:spPr>
        <p:txBody>
          <a:bodyPr/>
          <a:lstStyle>
            <a:lvl1pPr>
              <a:defRPr/>
            </a:lvl1pPr>
          </a:lstStyle>
          <a:p>
            <a:pPr>
              <a:defRPr/>
            </a:pPr>
            <a:fld id="{A92DC3B9-A196-4109-8661-49D33AF61530}" type="slidenum">
              <a:rPr lang="en-US" altLang="en-US"/>
              <a:pPr>
                <a:defRPr/>
              </a:pPr>
              <a:t>‹#›</a:t>
            </a:fld>
            <a:endParaRPr lang="en-US" altLang="en-US"/>
          </a:p>
        </p:txBody>
      </p:sp>
    </p:spTree>
    <p:extLst>
      <p:ext uri="{BB962C8B-B14F-4D97-AF65-F5344CB8AC3E}">
        <p14:creationId xmlns:p14="http://schemas.microsoft.com/office/powerpoint/2010/main" val="45112132"/>
      </p:ext>
    </p:extLst>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5C476D0D-B5BB-40B1-97F5-041B0BB00038}"/>
              </a:ext>
            </a:extLst>
          </p:cNvPr>
          <p:cNvSpPr>
            <a:spLocks noGrp="1" noChangeArrowheads="1"/>
          </p:cNvSpPr>
          <p:nvPr>
            <p:ph type="dt" sz="half" idx="10"/>
          </p:nvPr>
        </p:nvSpPr>
        <p:spPr>
          <a:ln/>
        </p:spPr>
        <p:txBody>
          <a:bodyPr/>
          <a:lstStyle>
            <a:lvl1pPr>
              <a:defRPr/>
            </a:lvl1pPr>
          </a:lstStyle>
          <a:p>
            <a:pPr>
              <a:defRPr/>
            </a:pPr>
            <a:fld id="{331896EC-27A3-4DEC-9EAE-1715D1EE9CB2}" type="datetime4">
              <a:rPr lang="en-US" altLang="en-US" smtClean="0"/>
              <a:t>March 26, 2024</a:t>
            </a:fld>
            <a:endParaRPr lang="en-US" altLang="en-US"/>
          </a:p>
        </p:txBody>
      </p:sp>
      <p:sp>
        <p:nvSpPr>
          <p:cNvPr id="3" name="Rectangle 10">
            <a:extLst>
              <a:ext uri="{FF2B5EF4-FFF2-40B4-BE49-F238E27FC236}">
                <a16:creationId xmlns:a16="http://schemas.microsoft.com/office/drawing/2014/main" id="{584D7CD9-03DE-48D5-8B6F-A09B7D332F85}"/>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4" name="Rectangle 11">
            <a:extLst>
              <a:ext uri="{FF2B5EF4-FFF2-40B4-BE49-F238E27FC236}">
                <a16:creationId xmlns:a16="http://schemas.microsoft.com/office/drawing/2014/main" id="{4B50E0DF-BFAF-460E-AA43-87A734A1C027}"/>
              </a:ext>
            </a:extLst>
          </p:cNvPr>
          <p:cNvSpPr>
            <a:spLocks noGrp="1" noChangeArrowheads="1"/>
          </p:cNvSpPr>
          <p:nvPr>
            <p:ph type="sldNum" sz="quarter" idx="12"/>
          </p:nvPr>
        </p:nvSpPr>
        <p:spPr>
          <a:ln/>
        </p:spPr>
        <p:txBody>
          <a:bodyPr/>
          <a:lstStyle>
            <a:lvl1pPr>
              <a:defRPr/>
            </a:lvl1pPr>
          </a:lstStyle>
          <a:p>
            <a:pPr>
              <a:defRPr/>
            </a:pPr>
            <a:fld id="{EB21815A-02CE-4946-BC74-B18050342953}" type="slidenum">
              <a:rPr lang="en-US" altLang="en-US"/>
              <a:pPr>
                <a:defRPr/>
              </a:pPr>
              <a:t>‹#›</a:t>
            </a:fld>
            <a:endParaRPr lang="en-US" altLang="en-US"/>
          </a:p>
        </p:txBody>
      </p:sp>
    </p:spTree>
    <p:extLst>
      <p:ext uri="{BB962C8B-B14F-4D97-AF65-F5344CB8AC3E}">
        <p14:creationId xmlns:p14="http://schemas.microsoft.com/office/powerpoint/2010/main" val="4045836488"/>
      </p:ext>
    </p:extLst>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Rectangle 9">
            <a:extLst>
              <a:ext uri="{FF2B5EF4-FFF2-40B4-BE49-F238E27FC236}">
                <a16:creationId xmlns:a16="http://schemas.microsoft.com/office/drawing/2014/main" id="{9765C9AE-0CF0-4AA4-A848-0E2835A2EE33}"/>
              </a:ext>
            </a:extLst>
          </p:cNvPr>
          <p:cNvSpPr>
            <a:spLocks noGrp="1" noChangeArrowheads="1"/>
          </p:cNvSpPr>
          <p:nvPr>
            <p:ph type="dt" sz="half" idx="10"/>
          </p:nvPr>
        </p:nvSpPr>
        <p:spPr>
          <a:ln/>
        </p:spPr>
        <p:txBody>
          <a:bodyPr/>
          <a:lstStyle>
            <a:lvl1pPr>
              <a:defRPr/>
            </a:lvl1pPr>
          </a:lstStyle>
          <a:p>
            <a:pPr>
              <a:defRPr/>
            </a:pPr>
            <a:fld id="{6F01F57A-160C-4DBD-8129-F74AC5E4C8FF}" type="datetime4">
              <a:rPr lang="en-US" altLang="en-US" smtClean="0"/>
              <a:t>March 26, 2024</a:t>
            </a:fld>
            <a:endParaRPr lang="en-US" altLang="en-US"/>
          </a:p>
        </p:txBody>
      </p:sp>
      <p:sp>
        <p:nvSpPr>
          <p:cNvPr id="6" name="Rectangle 10">
            <a:extLst>
              <a:ext uri="{FF2B5EF4-FFF2-40B4-BE49-F238E27FC236}">
                <a16:creationId xmlns:a16="http://schemas.microsoft.com/office/drawing/2014/main" id="{FC78EA8E-2184-4C93-A632-2F9F0776E0C3}"/>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11">
            <a:extLst>
              <a:ext uri="{FF2B5EF4-FFF2-40B4-BE49-F238E27FC236}">
                <a16:creationId xmlns:a16="http://schemas.microsoft.com/office/drawing/2014/main" id="{1C0FE5F5-94B2-4263-8EC5-9430AB9C03D8}"/>
              </a:ext>
            </a:extLst>
          </p:cNvPr>
          <p:cNvSpPr>
            <a:spLocks noGrp="1" noChangeArrowheads="1"/>
          </p:cNvSpPr>
          <p:nvPr>
            <p:ph type="sldNum" sz="quarter" idx="12"/>
          </p:nvPr>
        </p:nvSpPr>
        <p:spPr>
          <a:ln/>
        </p:spPr>
        <p:txBody>
          <a:bodyPr/>
          <a:lstStyle>
            <a:lvl1pPr>
              <a:defRPr/>
            </a:lvl1pPr>
          </a:lstStyle>
          <a:p>
            <a:pPr>
              <a:defRPr/>
            </a:pPr>
            <a:fld id="{0DE921B3-5AA3-40B2-BD1E-81A7FD4E636B}" type="slidenum">
              <a:rPr lang="en-US" altLang="en-US"/>
              <a:pPr>
                <a:defRPr/>
              </a:pPr>
              <a:t>‹#›</a:t>
            </a:fld>
            <a:endParaRPr lang="en-US" altLang="en-US"/>
          </a:p>
        </p:txBody>
      </p:sp>
    </p:spTree>
    <p:extLst>
      <p:ext uri="{BB962C8B-B14F-4D97-AF65-F5344CB8AC3E}">
        <p14:creationId xmlns:p14="http://schemas.microsoft.com/office/powerpoint/2010/main" val="4154247001"/>
      </p:ext>
    </p:extLst>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Rectangle 9">
            <a:extLst>
              <a:ext uri="{FF2B5EF4-FFF2-40B4-BE49-F238E27FC236}">
                <a16:creationId xmlns:a16="http://schemas.microsoft.com/office/drawing/2014/main" id="{0E467AB0-774D-43D9-8198-193CB588BACB}"/>
              </a:ext>
            </a:extLst>
          </p:cNvPr>
          <p:cNvSpPr>
            <a:spLocks noGrp="1" noChangeArrowheads="1"/>
          </p:cNvSpPr>
          <p:nvPr>
            <p:ph type="dt" sz="half" idx="10"/>
          </p:nvPr>
        </p:nvSpPr>
        <p:spPr>
          <a:ln/>
        </p:spPr>
        <p:txBody>
          <a:bodyPr/>
          <a:lstStyle>
            <a:lvl1pPr>
              <a:defRPr/>
            </a:lvl1pPr>
          </a:lstStyle>
          <a:p>
            <a:pPr>
              <a:defRPr/>
            </a:pPr>
            <a:fld id="{AAB558D7-F0E0-4297-ADF6-FEC8ACB68C6B}" type="datetime4">
              <a:rPr lang="en-US" altLang="en-US" smtClean="0"/>
              <a:t>March 26, 2024</a:t>
            </a:fld>
            <a:endParaRPr lang="en-US" altLang="en-US"/>
          </a:p>
        </p:txBody>
      </p:sp>
      <p:sp>
        <p:nvSpPr>
          <p:cNvPr id="6" name="Rectangle 10">
            <a:extLst>
              <a:ext uri="{FF2B5EF4-FFF2-40B4-BE49-F238E27FC236}">
                <a16:creationId xmlns:a16="http://schemas.microsoft.com/office/drawing/2014/main" id="{7B808355-42A5-4D0E-8518-E0F4FD43197E}"/>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11">
            <a:extLst>
              <a:ext uri="{FF2B5EF4-FFF2-40B4-BE49-F238E27FC236}">
                <a16:creationId xmlns:a16="http://schemas.microsoft.com/office/drawing/2014/main" id="{3BAF7EF2-E2DF-47AB-891C-D84081527129}"/>
              </a:ext>
            </a:extLst>
          </p:cNvPr>
          <p:cNvSpPr>
            <a:spLocks noGrp="1" noChangeArrowheads="1"/>
          </p:cNvSpPr>
          <p:nvPr>
            <p:ph type="sldNum" sz="quarter" idx="12"/>
          </p:nvPr>
        </p:nvSpPr>
        <p:spPr>
          <a:ln/>
        </p:spPr>
        <p:txBody>
          <a:bodyPr/>
          <a:lstStyle>
            <a:lvl1pPr>
              <a:defRPr/>
            </a:lvl1pPr>
          </a:lstStyle>
          <a:p>
            <a:pPr>
              <a:defRPr/>
            </a:pPr>
            <a:fld id="{CCB248BD-9539-4CAF-93DC-A2CA13CA5E98}" type="slidenum">
              <a:rPr lang="en-US" altLang="en-US"/>
              <a:pPr>
                <a:defRPr/>
              </a:pPr>
              <a:t>‹#›</a:t>
            </a:fld>
            <a:endParaRPr lang="en-US" altLang="en-US"/>
          </a:p>
        </p:txBody>
      </p:sp>
    </p:spTree>
    <p:extLst>
      <p:ext uri="{BB962C8B-B14F-4D97-AF65-F5344CB8AC3E}">
        <p14:creationId xmlns:p14="http://schemas.microsoft.com/office/powerpoint/2010/main" val="1270631338"/>
      </p:ext>
    </p:extLst>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a:extLst>
              <a:ext uri="{FF2B5EF4-FFF2-40B4-BE49-F238E27FC236}">
                <a16:creationId xmlns:a16="http://schemas.microsoft.com/office/drawing/2014/main" id="{4DFEB8B6-9CBD-44BF-A7E4-D3D886E91852}"/>
              </a:ext>
            </a:extLst>
          </p:cNvPr>
          <p:cNvSpPr>
            <a:spLocks noGrp="1" noChangeArrowheads="1"/>
          </p:cNvSpPr>
          <p:nvPr>
            <p:ph type="dt" sz="half" idx="10"/>
          </p:nvPr>
        </p:nvSpPr>
        <p:spPr>
          <a:ln/>
        </p:spPr>
        <p:txBody>
          <a:bodyPr/>
          <a:lstStyle>
            <a:lvl1pPr>
              <a:defRPr/>
            </a:lvl1pPr>
          </a:lstStyle>
          <a:p>
            <a:pPr>
              <a:defRPr/>
            </a:pPr>
            <a:fld id="{2EE4C2D4-AED4-49A9-9EFA-2DD204261EE7}" type="datetime4">
              <a:rPr lang="en-US" altLang="en-US" smtClean="0"/>
              <a:t>March 26, 2024</a:t>
            </a:fld>
            <a:endParaRPr lang="en-US" altLang="en-US"/>
          </a:p>
        </p:txBody>
      </p:sp>
      <p:sp>
        <p:nvSpPr>
          <p:cNvPr id="5" name="Rectangle 10">
            <a:extLst>
              <a:ext uri="{FF2B5EF4-FFF2-40B4-BE49-F238E27FC236}">
                <a16:creationId xmlns:a16="http://schemas.microsoft.com/office/drawing/2014/main" id="{E0908BF4-CB10-49D2-9638-F9AF6998E68F}"/>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11">
            <a:extLst>
              <a:ext uri="{FF2B5EF4-FFF2-40B4-BE49-F238E27FC236}">
                <a16:creationId xmlns:a16="http://schemas.microsoft.com/office/drawing/2014/main" id="{D8A2F6A0-8795-460A-8A6C-6A0D79743EA3}"/>
              </a:ext>
            </a:extLst>
          </p:cNvPr>
          <p:cNvSpPr>
            <a:spLocks noGrp="1" noChangeArrowheads="1"/>
          </p:cNvSpPr>
          <p:nvPr>
            <p:ph type="sldNum" sz="quarter" idx="12"/>
          </p:nvPr>
        </p:nvSpPr>
        <p:spPr>
          <a:ln/>
        </p:spPr>
        <p:txBody>
          <a:bodyPr/>
          <a:lstStyle>
            <a:lvl1pPr>
              <a:defRPr/>
            </a:lvl1pPr>
          </a:lstStyle>
          <a:p>
            <a:pPr>
              <a:defRPr/>
            </a:pPr>
            <a:fld id="{DE73F2B1-D81C-4169-96DE-C2961E383EAB}" type="slidenum">
              <a:rPr lang="en-US" altLang="en-US"/>
              <a:pPr>
                <a:defRPr/>
              </a:pPr>
              <a:t>‹#›</a:t>
            </a:fld>
            <a:endParaRPr lang="en-US" altLang="en-US"/>
          </a:p>
        </p:txBody>
      </p:sp>
    </p:spTree>
    <p:extLst>
      <p:ext uri="{BB962C8B-B14F-4D97-AF65-F5344CB8AC3E}">
        <p14:creationId xmlns:p14="http://schemas.microsoft.com/office/powerpoint/2010/main" val="3553602119"/>
      </p:ext>
    </p:extLst>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3700" y="152400"/>
            <a:ext cx="2019300" cy="6096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152400"/>
            <a:ext cx="5905500" cy="60960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a:extLst>
              <a:ext uri="{FF2B5EF4-FFF2-40B4-BE49-F238E27FC236}">
                <a16:creationId xmlns:a16="http://schemas.microsoft.com/office/drawing/2014/main" id="{1DBC7B38-5070-4237-8553-69481B5B89E3}"/>
              </a:ext>
            </a:extLst>
          </p:cNvPr>
          <p:cNvSpPr>
            <a:spLocks noGrp="1" noChangeArrowheads="1"/>
          </p:cNvSpPr>
          <p:nvPr>
            <p:ph type="dt" sz="half" idx="10"/>
          </p:nvPr>
        </p:nvSpPr>
        <p:spPr>
          <a:ln/>
        </p:spPr>
        <p:txBody>
          <a:bodyPr/>
          <a:lstStyle>
            <a:lvl1pPr>
              <a:defRPr/>
            </a:lvl1pPr>
          </a:lstStyle>
          <a:p>
            <a:pPr>
              <a:defRPr/>
            </a:pPr>
            <a:fld id="{845C5BC7-25FB-48F9-9ECD-E148693D6F39}" type="datetime4">
              <a:rPr lang="en-US" altLang="en-US" smtClean="0"/>
              <a:t>March 26, 2024</a:t>
            </a:fld>
            <a:endParaRPr lang="en-US" altLang="en-US"/>
          </a:p>
        </p:txBody>
      </p:sp>
      <p:sp>
        <p:nvSpPr>
          <p:cNvPr id="5" name="Rectangle 10">
            <a:extLst>
              <a:ext uri="{FF2B5EF4-FFF2-40B4-BE49-F238E27FC236}">
                <a16:creationId xmlns:a16="http://schemas.microsoft.com/office/drawing/2014/main" id="{48EF8B06-6A73-463B-8148-0D54FBA1B4F1}"/>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11">
            <a:extLst>
              <a:ext uri="{FF2B5EF4-FFF2-40B4-BE49-F238E27FC236}">
                <a16:creationId xmlns:a16="http://schemas.microsoft.com/office/drawing/2014/main" id="{4E710C1B-376F-4EEA-81E0-1E3990D393E9}"/>
              </a:ext>
            </a:extLst>
          </p:cNvPr>
          <p:cNvSpPr>
            <a:spLocks noGrp="1" noChangeArrowheads="1"/>
          </p:cNvSpPr>
          <p:nvPr>
            <p:ph type="sldNum" sz="quarter" idx="12"/>
          </p:nvPr>
        </p:nvSpPr>
        <p:spPr>
          <a:ln/>
        </p:spPr>
        <p:txBody>
          <a:bodyPr/>
          <a:lstStyle>
            <a:lvl1pPr>
              <a:defRPr/>
            </a:lvl1pPr>
          </a:lstStyle>
          <a:p>
            <a:pPr>
              <a:defRPr/>
            </a:pPr>
            <a:fld id="{CE560F63-EACA-4932-AF9B-D14368E73A48}" type="slidenum">
              <a:rPr lang="en-US" altLang="en-US"/>
              <a:pPr>
                <a:defRPr/>
              </a:pPr>
              <a:t>‹#›</a:t>
            </a:fld>
            <a:endParaRPr lang="en-US" altLang="en-US"/>
          </a:p>
        </p:txBody>
      </p:sp>
    </p:spTree>
    <p:extLst>
      <p:ext uri="{BB962C8B-B14F-4D97-AF65-F5344CB8AC3E}">
        <p14:creationId xmlns:p14="http://schemas.microsoft.com/office/powerpoint/2010/main" val="3187015778"/>
      </p:ext>
    </p:extLst>
  </p:cSld>
  <p:clrMapOvr>
    <a:masterClrMapping/>
  </p:clrMapOvr>
  <p:transition>
    <p:rand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D6549AE-72E3-47BE-AD73-E71A3EA949A1}"/>
              </a:ext>
            </a:extLst>
          </p:cNvPr>
          <p:cNvSpPr/>
          <p:nvPr/>
        </p:nvSpPr>
        <p:spPr>
          <a:xfrm>
            <a:off x="282575" y="228600"/>
            <a:ext cx="4235450" cy="41878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5" name="Rectangle 4">
            <a:extLst>
              <a:ext uri="{FF2B5EF4-FFF2-40B4-BE49-F238E27FC236}">
                <a16:creationId xmlns:a16="http://schemas.microsoft.com/office/drawing/2014/main" id="{39EC22C5-F716-4404-9C88-99D11E2E0C45}"/>
              </a:ext>
            </a:extLst>
          </p:cNvPr>
          <p:cNvSpPr/>
          <p:nvPr/>
        </p:nvSpPr>
        <p:spPr>
          <a:xfrm>
            <a:off x="6802438" y="228600"/>
            <a:ext cx="2057400" cy="203835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6" name="Rectangle 5">
            <a:extLst>
              <a:ext uri="{FF2B5EF4-FFF2-40B4-BE49-F238E27FC236}">
                <a16:creationId xmlns:a16="http://schemas.microsoft.com/office/drawing/2014/main" id="{8F9F2FC3-1FDA-44A6-9B5F-C8C03570B5AB}"/>
              </a:ext>
            </a:extLst>
          </p:cNvPr>
          <p:cNvSpPr/>
          <p:nvPr/>
        </p:nvSpPr>
        <p:spPr>
          <a:xfrm>
            <a:off x="4624388" y="2378075"/>
            <a:ext cx="2057400" cy="203835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7" name="TextBox 6">
            <a:extLst>
              <a:ext uri="{FF2B5EF4-FFF2-40B4-BE49-F238E27FC236}">
                <a16:creationId xmlns:a16="http://schemas.microsoft.com/office/drawing/2014/main" id="{3A8AF5D0-F3E1-4ABD-8A1F-F331D59F0408}"/>
              </a:ext>
            </a:extLst>
          </p:cNvPr>
          <p:cNvSpPr txBox="1">
            <a:spLocks noChangeArrowheads="1"/>
          </p:cNvSpPr>
          <p:nvPr/>
        </p:nvSpPr>
        <p:spPr bwMode="auto">
          <a:xfrm>
            <a:off x="425450" y="174625"/>
            <a:ext cx="41275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5400" b="1">
                <a:solidFill>
                  <a:srgbClr val="B870B8"/>
                </a:solidFill>
                <a:cs typeface="Arial" panose="020B0604020202020204" pitchFamily="34" charset="0"/>
              </a:rPr>
              <a:t>+</a:t>
            </a:r>
          </a:p>
        </p:txBody>
      </p:sp>
      <p:sp>
        <p:nvSpPr>
          <p:cNvPr id="8" name="Rectangle 7">
            <a:extLst>
              <a:ext uri="{FF2B5EF4-FFF2-40B4-BE49-F238E27FC236}">
                <a16:creationId xmlns:a16="http://schemas.microsoft.com/office/drawing/2014/main" id="{60510EAD-8477-4A4C-8F7B-CAE19A6CB78E}"/>
              </a:ext>
            </a:extLst>
          </p:cNvPr>
          <p:cNvSpPr/>
          <p:nvPr/>
        </p:nvSpPr>
        <p:spPr>
          <a:xfrm>
            <a:off x="4624388" y="228600"/>
            <a:ext cx="2057400" cy="203835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9" name="Rectangle 8">
            <a:extLst>
              <a:ext uri="{FF2B5EF4-FFF2-40B4-BE49-F238E27FC236}">
                <a16:creationId xmlns:a16="http://schemas.microsoft.com/office/drawing/2014/main" id="{6E6F5103-6E1E-41E2-A621-C0B09AD9ACB2}"/>
              </a:ext>
            </a:extLst>
          </p:cNvPr>
          <p:cNvSpPr/>
          <p:nvPr/>
        </p:nvSpPr>
        <p:spPr>
          <a:xfrm>
            <a:off x="6802438" y="2378075"/>
            <a:ext cx="2057400" cy="20383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10" name="Date Placeholder 3">
            <a:extLst>
              <a:ext uri="{FF2B5EF4-FFF2-40B4-BE49-F238E27FC236}">
                <a16:creationId xmlns:a16="http://schemas.microsoft.com/office/drawing/2014/main" id="{206B4422-FDBB-451A-80A3-E1AF08DE1A22}"/>
              </a:ext>
            </a:extLst>
          </p:cNvPr>
          <p:cNvSpPr>
            <a:spLocks noGrp="1"/>
          </p:cNvSpPr>
          <p:nvPr>
            <p:ph type="dt" sz="half" idx="10"/>
          </p:nvPr>
        </p:nvSpPr>
        <p:spPr>
          <a:xfrm>
            <a:off x="4800600" y="6426200"/>
            <a:ext cx="1231900" cy="365125"/>
          </a:xfrm>
        </p:spPr>
        <p:txBody>
          <a:bodyPr/>
          <a:lstStyle>
            <a:lvl1pPr algn="l">
              <a:defRPr/>
            </a:lvl1pPr>
          </a:lstStyle>
          <a:p>
            <a:pPr>
              <a:defRPr/>
            </a:pPr>
            <a:fld id="{51752509-2F43-4E42-9C46-F67640C7B1B0}" type="datetime4">
              <a:rPr lang="en-US" altLang="en-US" smtClean="0"/>
              <a:t>March 26, 2024</a:t>
            </a:fld>
            <a:endParaRPr lang="en-US" altLang="en-US"/>
          </a:p>
        </p:txBody>
      </p:sp>
      <p:sp>
        <p:nvSpPr>
          <p:cNvPr id="11" name="Footer Placeholder 4">
            <a:extLst>
              <a:ext uri="{FF2B5EF4-FFF2-40B4-BE49-F238E27FC236}">
                <a16:creationId xmlns:a16="http://schemas.microsoft.com/office/drawing/2014/main" id="{F2442541-6637-473A-8646-7A5B17DAAB20}"/>
              </a:ext>
            </a:extLst>
          </p:cNvPr>
          <p:cNvSpPr>
            <a:spLocks noGrp="1"/>
          </p:cNvSpPr>
          <p:nvPr>
            <p:ph type="ftr" sz="quarter" idx="11"/>
          </p:nvPr>
        </p:nvSpPr>
        <p:spPr>
          <a:xfrm>
            <a:off x="6311900" y="6426200"/>
            <a:ext cx="2616200" cy="365125"/>
          </a:xfrm>
        </p:spPr>
        <p:txBody>
          <a:bodyPr/>
          <a:lstStyle>
            <a:lvl1pPr algn="r">
              <a:defRPr/>
            </a:lvl1pPr>
          </a:lstStyle>
          <a:p>
            <a:pPr>
              <a:defRPr/>
            </a:pPr>
            <a:endParaRPr lang="en-US" altLang="en-US"/>
          </a:p>
        </p:txBody>
      </p:sp>
    </p:spTree>
    <p:extLst>
      <p:ext uri="{BB962C8B-B14F-4D97-AF65-F5344CB8AC3E}">
        <p14:creationId xmlns:p14="http://schemas.microsoft.com/office/powerpoint/2010/main" val="3095534497"/>
      </p:ext>
    </p:extLst>
  </p:cSld>
  <p:clrMapOvr>
    <a:masterClrMapping/>
  </p:clrMapOvr>
  <p:transition>
    <p:rand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Title and Content">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5A05DE3-C201-4B11-9666-0C6166F80377}"/>
              </a:ext>
            </a:extLst>
          </p:cNvPr>
          <p:cNvSpPr txBox="1">
            <a:spLocks noChangeArrowheads="1"/>
          </p:cNvSpPr>
          <p:nvPr/>
        </p:nvSpPr>
        <p:spPr bwMode="auto">
          <a:xfrm>
            <a:off x="223838" y="228600"/>
            <a:ext cx="26035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3600" b="1">
                <a:solidFill>
                  <a:srgbClr val="B870B8"/>
                </a:solidFill>
                <a:cs typeface="Arial" panose="020B0604020202020204" pitchFamily="34" charset="0"/>
              </a:rPr>
              <a:t>+</a:t>
            </a:r>
          </a:p>
        </p:txBody>
      </p:sp>
      <p:sp>
        <p:nvSpPr>
          <p:cNvPr id="2" name="Title 1"/>
          <p:cNvSpPr>
            <a:spLocks noGrp="1"/>
          </p:cNvSpPr>
          <p:nvPr>
            <p:ph type="title"/>
          </p:nvPr>
        </p:nvSpPr>
        <p:spPr/>
        <p:txBody>
          <a:bodyPr/>
          <a:lstStyle>
            <a:lvl1pPr>
              <a:defRPr>
                <a:solidFill>
                  <a:srgbClr val="FF0000"/>
                </a:solidFill>
              </a:defRPr>
            </a:lvl1pPr>
          </a:lstStyle>
          <a:p>
            <a:r>
              <a:rPr lang="en-US"/>
              <a:t>Click to edit Master title style</a:t>
            </a:r>
            <a:endParaRPr dirty="0"/>
          </a:p>
        </p:txBody>
      </p:sp>
      <p:sp>
        <p:nvSpPr>
          <p:cNvPr id="3" name="Content Placeholder 2"/>
          <p:cNvSpPr>
            <a:spLocks noGrp="1"/>
          </p:cNvSpPr>
          <p:nvPr>
            <p:ph idx="1"/>
          </p:nvPr>
        </p:nvSpPr>
        <p:spPr/>
        <p:txBody>
          <a:bodyPr/>
          <a:lstStyle>
            <a:lvl1pPr>
              <a:defRPr>
                <a:solidFill>
                  <a:srgbClr val="0070C0"/>
                </a:solidFill>
              </a:defRPr>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3">
            <a:extLst>
              <a:ext uri="{FF2B5EF4-FFF2-40B4-BE49-F238E27FC236}">
                <a16:creationId xmlns:a16="http://schemas.microsoft.com/office/drawing/2014/main" id="{84101D24-BFA7-4899-9B74-B8A3EFA117AF}"/>
              </a:ext>
            </a:extLst>
          </p:cNvPr>
          <p:cNvSpPr>
            <a:spLocks noGrp="1"/>
          </p:cNvSpPr>
          <p:nvPr>
            <p:ph type="dt" sz="half" idx="10"/>
          </p:nvPr>
        </p:nvSpPr>
        <p:spPr/>
        <p:txBody>
          <a:bodyPr/>
          <a:lstStyle>
            <a:lvl1pPr>
              <a:defRPr/>
            </a:lvl1pPr>
          </a:lstStyle>
          <a:p>
            <a:pPr>
              <a:defRPr/>
            </a:pPr>
            <a:fld id="{13F99C14-10D9-4321-B3FF-0E9B3870EC11}" type="datetime4">
              <a:rPr lang="en-US" altLang="en-US" smtClean="0"/>
              <a:t>March 26, 2024</a:t>
            </a:fld>
            <a:endParaRPr lang="en-US" altLang="en-US"/>
          </a:p>
        </p:txBody>
      </p:sp>
      <p:sp>
        <p:nvSpPr>
          <p:cNvPr id="6" name="Footer Placeholder 4">
            <a:extLst>
              <a:ext uri="{FF2B5EF4-FFF2-40B4-BE49-F238E27FC236}">
                <a16:creationId xmlns:a16="http://schemas.microsoft.com/office/drawing/2014/main" id="{6E967D6C-DA6F-4253-9972-3ACF725B5CB4}"/>
              </a:ext>
            </a:extLst>
          </p:cNvPr>
          <p:cNvSpPr>
            <a:spLocks noGrp="1"/>
          </p:cNvSpPr>
          <p:nvPr>
            <p:ph type="ftr" sz="quarter" idx="11"/>
          </p:nvPr>
        </p:nvSpPr>
        <p:spPr/>
        <p:txBody>
          <a:bodyPr/>
          <a:lstStyle>
            <a:lvl1pPr>
              <a:defRPr/>
            </a:lvl1pPr>
          </a:lstStyle>
          <a:p>
            <a:pPr>
              <a:defRPr/>
            </a:pPr>
            <a:endParaRPr lang="en-US" altLang="en-US"/>
          </a:p>
        </p:txBody>
      </p:sp>
      <p:sp>
        <p:nvSpPr>
          <p:cNvPr id="7" name="Slide Number Placeholder 5">
            <a:extLst>
              <a:ext uri="{FF2B5EF4-FFF2-40B4-BE49-F238E27FC236}">
                <a16:creationId xmlns:a16="http://schemas.microsoft.com/office/drawing/2014/main" id="{3A360E86-5EA3-4476-88D3-5048B6BF470E}"/>
              </a:ext>
            </a:extLst>
          </p:cNvPr>
          <p:cNvSpPr>
            <a:spLocks noGrp="1"/>
          </p:cNvSpPr>
          <p:nvPr>
            <p:ph type="sldNum" sz="quarter" idx="12"/>
          </p:nvPr>
        </p:nvSpPr>
        <p:spPr/>
        <p:txBody>
          <a:bodyPr/>
          <a:lstStyle>
            <a:lvl1pPr>
              <a:defRPr/>
            </a:lvl1pPr>
          </a:lstStyle>
          <a:p>
            <a:pPr>
              <a:defRPr/>
            </a:pPr>
            <a:fld id="{5997FF75-9E45-4F6E-9E89-BE68C2AA7735}" type="slidenum">
              <a:rPr lang="en-US" altLang="en-US"/>
              <a:pPr>
                <a:defRPr/>
              </a:pPr>
              <a:t>‹#›</a:t>
            </a:fld>
            <a:endParaRPr lang="en-US" altLang="en-US"/>
          </a:p>
        </p:txBody>
      </p:sp>
    </p:spTree>
    <p:extLst>
      <p:ext uri="{BB962C8B-B14F-4D97-AF65-F5344CB8AC3E}">
        <p14:creationId xmlns:p14="http://schemas.microsoft.com/office/powerpoint/2010/main" val="3026629825"/>
      </p:ext>
    </p:extLst>
  </p:cSld>
  <p:clrMapOvr>
    <a:masterClrMapping/>
  </p:clrMapOvr>
  <p:transition>
    <p:random/>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Title and Content, Al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9CC2ECC-E059-4618-997A-65107B4AD2CF}"/>
              </a:ext>
            </a:extLst>
          </p:cNvPr>
          <p:cNvSpPr/>
          <p:nvPr/>
        </p:nvSpPr>
        <p:spPr>
          <a:xfrm>
            <a:off x="8166100" y="282575"/>
            <a:ext cx="685800" cy="1600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6" name="TextBox 5">
            <a:extLst>
              <a:ext uri="{FF2B5EF4-FFF2-40B4-BE49-F238E27FC236}">
                <a16:creationId xmlns:a16="http://schemas.microsoft.com/office/drawing/2014/main" id="{C96F8D73-B495-4145-B486-D69B73FDAB72}"/>
              </a:ext>
            </a:extLst>
          </p:cNvPr>
          <p:cNvSpPr txBox="1">
            <a:spLocks noChangeArrowheads="1"/>
          </p:cNvSpPr>
          <p:nvPr/>
        </p:nvSpPr>
        <p:spPr bwMode="auto">
          <a:xfrm>
            <a:off x="223838" y="228600"/>
            <a:ext cx="26035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3600" b="1">
                <a:solidFill>
                  <a:srgbClr val="B870B8"/>
                </a:solidFill>
                <a:cs typeface="Arial" panose="020B0604020202020204" pitchFamily="34" charset="0"/>
              </a:rPr>
              <a:t>+</a:t>
            </a:r>
          </a:p>
        </p:txBody>
      </p:sp>
      <p:sp>
        <p:nvSpPr>
          <p:cNvPr id="2" name="Title 1"/>
          <p:cNvSpPr>
            <a:spLocks noGrp="1"/>
          </p:cNvSpPr>
          <p:nvPr>
            <p:ph type="title"/>
          </p:nvPr>
        </p:nvSpPr>
        <p:spPr>
          <a:xfrm>
            <a:off x="498474" y="134471"/>
            <a:ext cx="7556313" cy="995082"/>
          </a:xfrm>
        </p:spPr>
        <p:txBody>
          <a:bodyPr anchor="b"/>
          <a:lstStyle>
            <a:lvl1pPr>
              <a:defRPr>
                <a:solidFill>
                  <a:srgbClr val="FF0000"/>
                </a:solidFill>
              </a:defRPr>
            </a:lvl1pPr>
          </a:lstStyle>
          <a:p>
            <a:r>
              <a:rPr lang="en-US"/>
              <a:t>Click to edit Master title style</a:t>
            </a:r>
            <a:endParaRPr dirty="0"/>
          </a:p>
        </p:txBody>
      </p:sp>
      <p:sp>
        <p:nvSpPr>
          <p:cNvPr id="3" name="Content Placeholder 2"/>
          <p:cNvSpPr>
            <a:spLocks noGrp="1"/>
          </p:cNvSpPr>
          <p:nvPr>
            <p:ph idx="1"/>
          </p:nvPr>
        </p:nvSpPr>
        <p:spPr/>
        <p:txBody>
          <a:bodyPr/>
          <a:lstStyle>
            <a:lvl1pPr>
              <a:defRPr>
                <a:solidFill>
                  <a:srgbClr val="0070C0"/>
                </a:solidFill>
              </a:defRPr>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0" name="Text Placeholder 3"/>
          <p:cNvSpPr>
            <a:spLocks noGrp="1"/>
          </p:cNvSpPr>
          <p:nvPr>
            <p:ph type="body" sz="half" idx="2"/>
          </p:nvPr>
        </p:nvSpPr>
        <p:spPr>
          <a:xfrm>
            <a:off x="498518" y="1129553"/>
            <a:ext cx="7558960" cy="774700"/>
          </a:xfrm>
        </p:spPr>
        <p:txBody>
          <a:bodyPr rtlCol="0">
            <a:noAutofit/>
          </a:bodyPr>
          <a:lstStyle>
            <a:lvl1pPr marL="0" indent="0">
              <a:buNone/>
              <a:defRPr kumimoji="0" sz="2400" b="0" i="0" u="none" strike="noStrike" kern="1200" cap="none" spc="0" normalizeH="0" baseline="0">
                <a:ln>
                  <a:noFill/>
                </a:ln>
                <a:solidFill>
                  <a:schemeClr val="accent3"/>
                </a:solidFill>
                <a:effectLst/>
                <a:uLnTx/>
                <a:uFillTx/>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7" name="Date Placeholder 3">
            <a:extLst>
              <a:ext uri="{FF2B5EF4-FFF2-40B4-BE49-F238E27FC236}">
                <a16:creationId xmlns:a16="http://schemas.microsoft.com/office/drawing/2014/main" id="{65019766-081A-47D0-BAEA-0C15F0721F57}"/>
              </a:ext>
            </a:extLst>
          </p:cNvPr>
          <p:cNvSpPr>
            <a:spLocks noGrp="1"/>
          </p:cNvSpPr>
          <p:nvPr>
            <p:ph type="dt" sz="half" idx="10"/>
          </p:nvPr>
        </p:nvSpPr>
        <p:spPr/>
        <p:txBody>
          <a:bodyPr/>
          <a:lstStyle>
            <a:lvl1pPr>
              <a:defRPr/>
            </a:lvl1pPr>
          </a:lstStyle>
          <a:p>
            <a:pPr>
              <a:defRPr/>
            </a:pPr>
            <a:fld id="{42F4B6AC-63EB-4180-A36B-8AD10E9CDD5C}" type="datetime4">
              <a:rPr lang="en-US" altLang="en-US" smtClean="0"/>
              <a:t>March 26, 2024</a:t>
            </a:fld>
            <a:endParaRPr lang="en-US" altLang="en-US"/>
          </a:p>
        </p:txBody>
      </p:sp>
      <p:sp>
        <p:nvSpPr>
          <p:cNvPr id="8" name="Footer Placeholder 4">
            <a:extLst>
              <a:ext uri="{FF2B5EF4-FFF2-40B4-BE49-F238E27FC236}">
                <a16:creationId xmlns:a16="http://schemas.microsoft.com/office/drawing/2014/main" id="{7423F56D-9BA3-4A25-B9BA-424A70868E6D}"/>
              </a:ext>
            </a:extLst>
          </p:cNvPr>
          <p:cNvSpPr>
            <a:spLocks noGrp="1"/>
          </p:cNvSpPr>
          <p:nvPr>
            <p:ph type="ftr" sz="quarter" idx="11"/>
          </p:nvPr>
        </p:nvSpPr>
        <p:spPr/>
        <p:txBody>
          <a:bodyPr/>
          <a:lstStyle>
            <a:lvl1pPr>
              <a:defRPr/>
            </a:lvl1pPr>
          </a:lstStyle>
          <a:p>
            <a:pPr>
              <a:defRPr/>
            </a:pPr>
            <a:endParaRPr lang="en-US" altLang="en-US"/>
          </a:p>
        </p:txBody>
      </p:sp>
      <p:sp>
        <p:nvSpPr>
          <p:cNvPr id="9" name="Slide Number Placeholder 5">
            <a:extLst>
              <a:ext uri="{FF2B5EF4-FFF2-40B4-BE49-F238E27FC236}">
                <a16:creationId xmlns:a16="http://schemas.microsoft.com/office/drawing/2014/main" id="{5488EADA-FED8-4753-AAF3-AC9BBB764650}"/>
              </a:ext>
            </a:extLst>
          </p:cNvPr>
          <p:cNvSpPr>
            <a:spLocks noGrp="1"/>
          </p:cNvSpPr>
          <p:nvPr>
            <p:ph type="sldNum" sz="quarter" idx="12"/>
          </p:nvPr>
        </p:nvSpPr>
        <p:spPr/>
        <p:txBody>
          <a:bodyPr/>
          <a:lstStyle>
            <a:lvl1pPr>
              <a:defRPr/>
            </a:lvl1pPr>
          </a:lstStyle>
          <a:p>
            <a:pPr>
              <a:defRPr/>
            </a:pPr>
            <a:fld id="{F9DC72B3-6AE1-4353-8D4C-88EC00346497}" type="slidenum">
              <a:rPr lang="en-US" altLang="en-US"/>
              <a:pPr>
                <a:defRPr/>
              </a:pPr>
              <a:t>‹#›</a:t>
            </a:fld>
            <a:endParaRPr lang="en-US" altLang="en-US"/>
          </a:p>
        </p:txBody>
      </p:sp>
    </p:spTree>
    <p:extLst>
      <p:ext uri="{BB962C8B-B14F-4D97-AF65-F5344CB8AC3E}">
        <p14:creationId xmlns:p14="http://schemas.microsoft.com/office/powerpoint/2010/main" val="18716590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Title Slide with 2 Picture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A5716B2-1D51-4842-A52B-1B7BE135F4E1}"/>
              </a:ext>
            </a:extLst>
          </p:cNvPr>
          <p:cNvSpPr/>
          <p:nvPr/>
        </p:nvSpPr>
        <p:spPr>
          <a:xfrm>
            <a:off x="282575" y="228600"/>
            <a:ext cx="4235450" cy="41878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8" name="Rectangle 7">
            <a:extLst>
              <a:ext uri="{FF2B5EF4-FFF2-40B4-BE49-F238E27FC236}">
                <a16:creationId xmlns:a16="http://schemas.microsoft.com/office/drawing/2014/main" id="{B6F670D2-C111-4D1B-B50D-F3432ABD194E}"/>
              </a:ext>
            </a:extLst>
          </p:cNvPr>
          <p:cNvSpPr/>
          <p:nvPr/>
        </p:nvSpPr>
        <p:spPr>
          <a:xfrm>
            <a:off x="6802438" y="228600"/>
            <a:ext cx="2057400" cy="203835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9" name="Rectangle 8">
            <a:extLst>
              <a:ext uri="{FF2B5EF4-FFF2-40B4-BE49-F238E27FC236}">
                <a16:creationId xmlns:a16="http://schemas.microsoft.com/office/drawing/2014/main" id="{E1D2165C-0B75-4EB3-A9E4-0F14A4B84006}"/>
              </a:ext>
            </a:extLst>
          </p:cNvPr>
          <p:cNvSpPr/>
          <p:nvPr/>
        </p:nvSpPr>
        <p:spPr>
          <a:xfrm>
            <a:off x="4624388" y="2378075"/>
            <a:ext cx="2057400" cy="203835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10" name="TextBox 9">
            <a:extLst>
              <a:ext uri="{FF2B5EF4-FFF2-40B4-BE49-F238E27FC236}">
                <a16:creationId xmlns:a16="http://schemas.microsoft.com/office/drawing/2014/main" id="{BE03CB60-55F5-44EE-92D5-52256DA7E5F3}"/>
              </a:ext>
            </a:extLst>
          </p:cNvPr>
          <p:cNvSpPr txBox="1">
            <a:spLocks noChangeArrowheads="1"/>
          </p:cNvSpPr>
          <p:nvPr/>
        </p:nvSpPr>
        <p:spPr bwMode="auto">
          <a:xfrm>
            <a:off x="425450" y="174625"/>
            <a:ext cx="41275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5400" b="1">
                <a:solidFill>
                  <a:srgbClr val="B870B8"/>
                </a:solidFill>
                <a:cs typeface="Arial" panose="020B0604020202020204" pitchFamily="34" charset="0"/>
              </a:rPr>
              <a:t>+</a:t>
            </a:r>
          </a:p>
        </p:txBody>
      </p:sp>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13" name="Picture Placeholder 12"/>
          <p:cNvSpPr>
            <a:spLocks noGrp="1"/>
          </p:cNvSpPr>
          <p:nvPr>
            <p:ph type="pic" sz="quarter" idx="12"/>
          </p:nvPr>
        </p:nvSpPr>
        <p:spPr>
          <a:xfrm>
            <a:off x="4624388" y="228600"/>
            <a:ext cx="2057400" cy="2039112"/>
          </a:xfrm>
        </p:spPr>
        <p:txBody>
          <a:bodyPr rtlCol="0">
            <a:normAutofit/>
          </a:bodyPr>
          <a:lstStyle>
            <a:lvl1pPr>
              <a:buNone/>
              <a:defRPr/>
            </a:lvl1pPr>
          </a:lstStyle>
          <a:p>
            <a:pPr lvl="0"/>
            <a:r>
              <a:rPr lang="en-US" noProof="0"/>
              <a:t>Click icon to add picture</a:t>
            </a:r>
            <a:endParaRPr noProof="0" dirty="0"/>
          </a:p>
        </p:txBody>
      </p:sp>
      <p:sp>
        <p:nvSpPr>
          <p:cNvPr id="14" name="Picture Placeholder 12"/>
          <p:cNvSpPr>
            <a:spLocks noGrp="1"/>
          </p:cNvSpPr>
          <p:nvPr>
            <p:ph type="pic" sz="quarter" idx="13"/>
          </p:nvPr>
        </p:nvSpPr>
        <p:spPr>
          <a:xfrm>
            <a:off x="6802438" y="2377440"/>
            <a:ext cx="2057400" cy="2039112"/>
          </a:xfrm>
        </p:spPr>
        <p:txBody>
          <a:bodyPr rtlCol="0">
            <a:normAutofit/>
          </a:bodyPr>
          <a:lstStyle>
            <a:lvl1pPr>
              <a:buNone/>
              <a:defRPr/>
            </a:lvl1pPr>
          </a:lstStyle>
          <a:p>
            <a:pPr lvl="0"/>
            <a:r>
              <a:rPr lang="en-US" noProof="0"/>
              <a:t>Click icon to add picture</a:t>
            </a:r>
            <a:endParaRPr noProof="0" dirty="0"/>
          </a:p>
        </p:txBody>
      </p:sp>
      <p:sp>
        <p:nvSpPr>
          <p:cNvPr id="16" name="Text Placeholder 3"/>
          <p:cNvSpPr>
            <a:spLocks noGrp="1"/>
          </p:cNvSpPr>
          <p:nvPr>
            <p:ph type="body" sz="half" idx="2"/>
          </p:nvPr>
        </p:nvSpPr>
        <p:spPr>
          <a:xfrm>
            <a:off x="857250" y="1779494"/>
            <a:ext cx="3086100" cy="3089666"/>
          </a:xfrm>
        </p:spPr>
        <p:txBody>
          <a:bodyPr lIns="45720" rIns="45720">
            <a:noAutofit/>
          </a:bodyPr>
          <a:lstStyle>
            <a:lvl1pPr marL="0" indent="0" algn="ctr">
              <a:buNone/>
              <a:defRPr sz="4600">
                <a:solidFill>
                  <a:srgbClr val="FF0000"/>
                </a:solidFill>
              </a:defRPr>
            </a:lvl1pPr>
            <a:lvl2pPr>
              <a:defRPr sz="1200"/>
            </a:lvl2pPr>
            <a:lvl3pPr>
              <a:defRPr sz="1000"/>
            </a:lvl3pPr>
            <a:lvl4pPr>
              <a:defRPr sz="900"/>
            </a:lvl4pPr>
            <a:lvl5pPr>
              <a:defRPr sz="900"/>
            </a:lvl5pPr>
          </a:lstStyle>
          <a:p>
            <a:pPr lvl="0"/>
            <a:r>
              <a:rPr lang="en-US"/>
              <a:t>Edit Master text styles</a:t>
            </a:r>
          </a:p>
        </p:txBody>
      </p:sp>
      <p:sp>
        <p:nvSpPr>
          <p:cNvPr id="11" name="Date Placeholder 3">
            <a:extLst>
              <a:ext uri="{FF2B5EF4-FFF2-40B4-BE49-F238E27FC236}">
                <a16:creationId xmlns:a16="http://schemas.microsoft.com/office/drawing/2014/main" id="{2844C491-3D0C-48E4-BD99-E1F9E0A64DC8}"/>
              </a:ext>
            </a:extLst>
          </p:cNvPr>
          <p:cNvSpPr>
            <a:spLocks noGrp="1"/>
          </p:cNvSpPr>
          <p:nvPr>
            <p:ph type="dt" sz="half" idx="14"/>
          </p:nvPr>
        </p:nvSpPr>
        <p:spPr>
          <a:xfrm>
            <a:off x="4800600" y="6426200"/>
            <a:ext cx="1231900" cy="365125"/>
          </a:xfrm>
        </p:spPr>
        <p:txBody>
          <a:bodyPr/>
          <a:lstStyle>
            <a:lvl1pPr algn="l">
              <a:defRPr/>
            </a:lvl1pPr>
          </a:lstStyle>
          <a:p>
            <a:pPr>
              <a:defRPr/>
            </a:pPr>
            <a:fld id="{5947DAE1-A49F-4D70-A911-88A3EB474968}" type="datetime4">
              <a:rPr lang="en-US" altLang="en-US" smtClean="0"/>
              <a:t>March 26, 2024</a:t>
            </a:fld>
            <a:endParaRPr lang="en-US" altLang="en-US"/>
          </a:p>
        </p:txBody>
      </p:sp>
      <p:sp>
        <p:nvSpPr>
          <p:cNvPr id="12" name="Footer Placeholder 4">
            <a:extLst>
              <a:ext uri="{FF2B5EF4-FFF2-40B4-BE49-F238E27FC236}">
                <a16:creationId xmlns:a16="http://schemas.microsoft.com/office/drawing/2014/main" id="{C7A89449-B2CD-4D8E-96E7-C3D05CA65A71}"/>
              </a:ext>
            </a:extLst>
          </p:cNvPr>
          <p:cNvSpPr>
            <a:spLocks noGrp="1"/>
          </p:cNvSpPr>
          <p:nvPr>
            <p:ph type="ftr" sz="quarter" idx="15"/>
          </p:nvPr>
        </p:nvSpPr>
        <p:spPr>
          <a:xfrm>
            <a:off x="6311900" y="6426200"/>
            <a:ext cx="2616200" cy="365125"/>
          </a:xfrm>
        </p:spPr>
        <p:txBody>
          <a:bodyPr/>
          <a:lstStyle>
            <a:lvl1pPr algn="r">
              <a:defRPr/>
            </a:lvl1pPr>
          </a:lstStyle>
          <a:p>
            <a:pPr>
              <a:defRPr/>
            </a:pPr>
            <a:endParaRPr lang="en-US" altLang="en-US"/>
          </a:p>
        </p:txBody>
      </p:sp>
    </p:spTree>
    <p:extLst>
      <p:ext uri="{BB962C8B-B14F-4D97-AF65-F5344CB8AC3E}">
        <p14:creationId xmlns:p14="http://schemas.microsoft.com/office/powerpoint/2010/main" val="19001412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911DE96-FAFC-4CF6-98C3-243C9D9B03D7}"/>
              </a:ext>
            </a:extLst>
          </p:cNvPr>
          <p:cNvSpPr/>
          <p:nvPr/>
        </p:nvSpPr>
        <p:spPr>
          <a:xfrm>
            <a:off x="658813" y="211138"/>
            <a:ext cx="8201025" cy="634523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2" name="Title 1"/>
          <p:cNvSpPr>
            <a:spLocks noGrp="1"/>
          </p:cNvSpPr>
          <p:nvPr>
            <p:ph type="title"/>
          </p:nvPr>
        </p:nvSpPr>
        <p:spPr>
          <a:xfrm>
            <a:off x="661903" y="3133725"/>
            <a:ext cx="7313240" cy="1362075"/>
          </a:xfrm>
        </p:spPr>
        <p:txBody>
          <a:bodyPr anchor="b">
            <a:normAutofit/>
          </a:bodyPr>
          <a:lstStyle>
            <a:lvl1pPr algn="l">
              <a:defRPr sz="3200" b="0" cap="none" baseline="0">
                <a:solidFill>
                  <a:srgbClr val="FF0000"/>
                </a:solidFill>
              </a:defRPr>
            </a:lvl1pPr>
          </a:lstStyle>
          <a:p>
            <a:r>
              <a:rPr lang="en-US"/>
              <a:t>Click to edit Master title style</a:t>
            </a:r>
            <a:endParaRPr dirty="0"/>
          </a:p>
        </p:txBody>
      </p:sp>
      <p:sp>
        <p:nvSpPr>
          <p:cNvPr id="3" name="Text Placeholder 2"/>
          <p:cNvSpPr>
            <a:spLocks noGrp="1"/>
          </p:cNvSpPr>
          <p:nvPr>
            <p:ph type="body" idx="1"/>
          </p:nvPr>
        </p:nvSpPr>
        <p:spPr>
          <a:xfrm>
            <a:off x="658906" y="4725144"/>
            <a:ext cx="7265894" cy="1270843"/>
          </a:xfrm>
        </p:spPr>
        <p:txBody>
          <a:bodyPr>
            <a:normAutofit/>
          </a:bodyPr>
          <a:lstStyle>
            <a:lvl1pPr marL="0" indent="0">
              <a:spcBef>
                <a:spcPts val="300"/>
              </a:spcBef>
              <a:buNone/>
              <a:defRPr sz="1400" cap="none" baseline="0">
                <a:solidFill>
                  <a:srgbClr val="0070C0"/>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5" name="Date Placeholder 3">
            <a:extLst>
              <a:ext uri="{FF2B5EF4-FFF2-40B4-BE49-F238E27FC236}">
                <a16:creationId xmlns:a16="http://schemas.microsoft.com/office/drawing/2014/main" id="{CE00B8D7-84F4-46D1-83F3-DB8DA019BD9F}"/>
              </a:ext>
            </a:extLst>
          </p:cNvPr>
          <p:cNvSpPr>
            <a:spLocks noGrp="1"/>
          </p:cNvSpPr>
          <p:nvPr>
            <p:ph type="dt" sz="half" idx="10"/>
          </p:nvPr>
        </p:nvSpPr>
        <p:spPr>
          <a:xfrm>
            <a:off x="658813" y="6248400"/>
            <a:ext cx="1474787" cy="365125"/>
          </a:xfrm>
        </p:spPr>
        <p:txBody>
          <a:bodyPr/>
          <a:lstStyle>
            <a:lvl1pPr algn="l">
              <a:defRPr>
                <a:solidFill>
                  <a:schemeClr val="bg1"/>
                </a:solidFill>
              </a:defRPr>
            </a:lvl1pPr>
          </a:lstStyle>
          <a:p>
            <a:pPr>
              <a:defRPr/>
            </a:pPr>
            <a:fld id="{BCD013CE-67C9-4988-A823-7D0EB71D023D}" type="datetime4">
              <a:rPr lang="en-US" altLang="en-US" smtClean="0"/>
              <a:t>March 26, 2024</a:t>
            </a:fld>
            <a:endParaRPr lang="en-US" altLang="en-US"/>
          </a:p>
        </p:txBody>
      </p:sp>
      <p:sp>
        <p:nvSpPr>
          <p:cNvPr id="6" name="Footer Placeholder 4">
            <a:extLst>
              <a:ext uri="{FF2B5EF4-FFF2-40B4-BE49-F238E27FC236}">
                <a16:creationId xmlns:a16="http://schemas.microsoft.com/office/drawing/2014/main" id="{F5407CD7-AE9E-410F-8F94-A4A372B8F1AC}"/>
              </a:ext>
            </a:extLst>
          </p:cNvPr>
          <p:cNvSpPr>
            <a:spLocks noGrp="1"/>
          </p:cNvSpPr>
          <p:nvPr>
            <p:ph type="ftr" sz="quarter" idx="11"/>
          </p:nvPr>
        </p:nvSpPr>
        <p:spPr>
          <a:xfrm>
            <a:off x="2286000" y="6248400"/>
            <a:ext cx="5638800" cy="365125"/>
          </a:xfrm>
        </p:spPr>
        <p:txBody>
          <a:bodyPr/>
          <a:lstStyle>
            <a:lvl1pPr>
              <a:defRPr>
                <a:solidFill>
                  <a:schemeClr val="bg1"/>
                </a:solidFill>
              </a:defRPr>
            </a:lvl1pPr>
          </a:lstStyle>
          <a:p>
            <a:pPr>
              <a:defRPr/>
            </a:pPr>
            <a:endParaRPr lang="en-US" altLang="en-US"/>
          </a:p>
        </p:txBody>
      </p:sp>
      <p:sp>
        <p:nvSpPr>
          <p:cNvPr id="7" name="Slide Number Placeholder 5">
            <a:extLst>
              <a:ext uri="{FF2B5EF4-FFF2-40B4-BE49-F238E27FC236}">
                <a16:creationId xmlns:a16="http://schemas.microsoft.com/office/drawing/2014/main" id="{9606D7A1-CF24-46FC-A3CA-970975891FAB}"/>
              </a:ext>
            </a:extLst>
          </p:cNvPr>
          <p:cNvSpPr>
            <a:spLocks noGrp="1"/>
          </p:cNvSpPr>
          <p:nvPr>
            <p:ph type="sldNum" sz="quarter" idx="12"/>
          </p:nvPr>
        </p:nvSpPr>
        <p:spPr>
          <a:xfrm>
            <a:off x="8305800" y="6248400"/>
            <a:ext cx="554038" cy="365125"/>
          </a:xfrm>
        </p:spPr>
        <p:txBody>
          <a:bodyPr/>
          <a:lstStyle>
            <a:lvl1pPr>
              <a:defRPr/>
            </a:lvl1pPr>
          </a:lstStyle>
          <a:p>
            <a:pPr>
              <a:defRPr/>
            </a:pPr>
            <a:fld id="{04D8FD4F-45E7-4072-8800-E1C10689F0F2}" type="slidenum">
              <a:rPr lang="en-US" altLang="en-US"/>
              <a:pPr>
                <a:defRPr/>
              </a:pPr>
              <a:t>‹#›</a:t>
            </a:fld>
            <a:endParaRPr lang="en-US" altLang="en-US"/>
          </a:p>
        </p:txBody>
      </p:sp>
    </p:spTree>
    <p:extLst>
      <p:ext uri="{BB962C8B-B14F-4D97-AF65-F5344CB8AC3E}">
        <p14:creationId xmlns:p14="http://schemas.microsoft.com/office/powerpoint/2010/main" val="1771318624"/>
      </p:ext>
    </p:extLst>
  </p:cSld>
  <p:clrMapOvr>
    <a:masterClrMapping/>
  </p:clrMapOvr>
  <p:transition>
    <p:random/>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Two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D9E9D7C-56A6-4B82-9A3D-FD28902E34D6}"/>
              </a:ext>
            </a:extLst>
          </p:cNvPr>
          <p:cNvSpPr/>
          <p:nvPr/>
        </p:nvSpPr>
        <p:spPr>
          <a:xfrm>
            <a:off x="8210550" y="282575"/>
            <a:ext cx="641350" cy="1600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6" name="Rectangle 5">
            <a:extLst>
              <a:ext uri="{FF2B5EF4-FFF2-40B4-BE49-F238E27FC236}">
                <a16:creationId xmlns:a16="http://schemas.microsoft.com/office/drawing/2014/main" id="{99B451A8-D956-4804-BB56-30E8F32ADC46}"/>
              </a:ext>
            </a:extLst>
          </p:cNvPr>
          <p:cNvSpPr/>
          <p:nvPr/>
        </p:nvSpPr>
        <p:spPr>
          <a:xfrm>
            <a:off x="8067675" y="282575"/>
            <a:ext cx="92075" cy="1600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7" name="TextBox 6">
            <a:extLst>
              <a:ext uri="{FF2B5EF4-FFF2-40B4-BE49-F238E27FC236}">
                <a16:creationId xmlns:a16="http://schemas.microsoft.com/office/drawing/2014/main" id="{21727635-677E-4A10-B4D7-6A52FF43DEC0}"/>
              </a:ext>
            </a:extLst>
          </p:cNvPr>
          <p:cNvSpPr txBox="1">
            <a:spLocks noChangeArrowheads="1"/>
          </p:cNvSpPr>
          <p:nvPr/>
        </p:nvSpPr>
        <p:spPr bwMode="auto">
          <a:xfrm>
            <a:off x="223838" y="228600"/>
            <a:ext cx="26035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3600" b="1">
                <a:solidFill>
                  <a:srgbClr val="B870B8"/>
                </a:solidFill>
                <a:cs typeface="Arial" panose="020B0604020202020204" pitchFamily="34" charset="0"/>
              </a:rPr>
              <a:t>+</a:t>
            </a:r>
          </a:p>
        </p:txBody>
      </p:sp>
      <p:sp>
        <p:nvSpPr>
          <p:cNvPr id="2" name="Title 1"/>
          <p:cNvSpPr>
            <a:spLocks noGrp="1"/>
          </p:cNvSpPr>
          <p:nvPr>
            <p:ph type="title"/>
          </p:nvPr>
        </p:nvSpPr>
        <p:spPr/>
        <p:txBody>
          <a:bodyPr/>
          <a:lstStyle>
            <a:lvl1pPr>
              <a:defRPr>
                <a:solidFill>
                  <a:srgbClr val="FF0000"/>
                </a:solidFill>
              </a:defRPr>
            </a:lvl1pPr>
          </a:lstStyle>
          <a:p>
            <a:r>
              <a:rPr lang="en-US"/>
              <a:t>Click to edit Master title style</a:t>
            </a:r>
            <a:endParaRPr dirty="0"/>
          </a:p>
        </p:txBody>
      </p:sp>
      <p:sp>
        <p:nvSpPr>
          <p:cNvPr id="3" name="Content Placeholder 2"/>
          <p:cNvSpPr>
            <a:spLocks noGrp="1"/>
          </p:cNvSpPr>
          <p:nvPr>
            <p:ph sz="half" idx="1"/>
          </p:nvPr>
        </p:nvSpPr>
        <p:spPr>
          <a:xfrm>
            <a:off x="498518" y="1985963"/>
            <a:ext cx="3657600" cy="4140200"/>
          </a:xfrm>
        </p:spPr>
        <p:txBody>
          <a:bodyPr>
            <a:normAutofit/>
          </a:bodyPr>
          <a:lstStyle>
            <a:lvl1pPr>
              <a:defRPr sz="1800">
                <a:solidFill>
                  <a:srgbClr val="0070C0"/>
                </a:solidFill>
              </a:defRPr>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4399878" y="1985963"/>
            <a:ext cx="3657600" cy="4140200"/>
          </a:xfrm>
        </p:spPr>
        <p:txBody>
          <a:bodyPr>
            <a:normAutofit/>
          </a:bodyPr>
          <a:lstStyle>
            <a:lvl1pPr>
              <a:defRPr sz="1800">
                <a:solidFill>
                  <a:srgbClr val="0070C0"/>
                </a:solidFill>
              </a:defRPr>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8" name="Date Placeholder 4">
            <a:extLst>
              <a:ext uri="{FF2B5EF4-FFF2-40B4-BE49-F238E27FC236}">
                <a16:creationId xmlns:a16="http://schemas.microsoft.com/office/drawing/2014/main" id="{425FEDAF-E190-476B-8D80-2FDBE98012B4}"/>
              </a:ext>
            </a:extLst>
          </p:cNvPr>
          <p:cNvSpPr>
            <a:spLocks noGrp="1"/>
          </p:cNvSpPr>
          <p:nvPr>
            <p:ph type="dt" sz="half" idx="10"/>
          </p:nvPr>
        </p:nvSpPr>
        <p:spPr/>
        <p:txBody>
          <a:bodyPr/>
          <a:lstStyle>
            <a:lvl1pPr>
              <a:defRPr/>
            </a:lvl1pPr>
          </a:lstStyle>
          <a:p>
            <a:pPr>
              <a:defRPr/>
            </a:pPr>
            <a:fld id="{8BBC6A0A-016D-4814-87E7-5BE84E79FE1C}" type="datetime4">
              <a:rPr lang="en-US" altLang="en-US" smtClean="0"/>
              <a:t>March 26, 2024</a:t>
            </a:fld>
            <a:endParaRPr lang="en-US" altLang="en-US"/>
          </a:p>
        </p:txBody>
      </p:sp>
      <p:sp>
        <p:nvSpPr>
          <p:cNvPr id="9" name="Footer Placeholder 5">
            <a:extLst>
              <a:ext uri="{FF2B5EF4-FFF2-40B4-BE49-F238E27FC236}">
                <a16:creationId xmlns:a16="http://schemas.microsoft.com/office/drawing/2014/main" id="{40575C56-64B6-4D3B-B150-E0F913949005}"/>
              </a:ext>
            </a:extLst>
          </p:cNvPr>
          <p:cNvSpPr>
            <a:spLocks noGrp="1"/>
          </p:cNvSpPr>
          <p:nvPr>
            <p:ph type="ftr" sz="quarter" idx="11"/>
          </p:nvPr>
        </p:nvSpPr>
        <p:spPr/>
        <p:txBody>
          <a:bodyPr/>
          <a:lstStyle>
            <a:lvl1pPr>
              <a:defRPr/>
            </a:lvl1pPr>
          </a:lstStyle>
          <a:p>
            <a:pPr>
              <a:defRPr/>
            </a:pPr>
            <a:endParaRPr lang="en-US" altLang="en-US"/>
          </a:p>
        </p:txBody>
      </p:sp>
      <p:sp>
        <p:nvSpPr>
          <p:cNvPr id="10" name="Slide Number Placeholder 6">
            <a:extLst>
              <a:ext uri="{FF2B5EF4-FFF2-40B4-BE49-F238E27FC236}">
                <a16:creationId xmlns:a16="http://schemas.microsoft.com/office/drawing/2014/main" id="{9651D746-2E4D-4F42-8E33-B5C7C189907E}"/>
              </a:ext>
            </a:extLst>
          </p:cNvPr>
          <p:cNvSpPr>
            <a:spLocks noGrp="1"/>
          </p:cNvSpPr>
          <p:nvPr>
            <p:ph type="sldNum" sz="quarter" idx="12"/>
          </p:nvPr>
        </p:nvSpPr>
        <p:spPr/>
        <p:txBody>
          <a:bodyPr/>
          <a:lstStyle>
            <a:lvl1pPr>
              <a:defRPr/>
            </a:lvl1pPr>
          </a:lstStyle>
          <a:p>
            <a:pPr>
              <a:defRPr/>
            </a:pPr>
            <a:fld id="{32C62F03-27E2-4C96-967C-2B7425AF4137}" type="slidenum">
              <a:rPr lang="en-US" altLang="en-US"/>
              <a:pPr>
                <a:defRPr/>
              </a:pPr>
              <a:t>‹#›</a:t>
            </a:fld>
            <a:endParaRPr lang="en-US" altLang="en-US"/>
          </a:p>
        </p:txBody>
      </p:sp>
    </p:spTree>
    <p:extLst>
      <p:ext uri="{BB962C8B-B14F-4D97-AF65-F5344CB8AC3E}">
        <p14:creationId xmlns:p14="http://schemas.microsoft.com/office/powerpoint/2010/main" val="2109593391"/>
      </p:ext>
    </p:extLst>
  </p:cSld>
  <p:clrMapOvr>
    <a:masterClrMapping/>
  </p:clrMapOvr>
  <p:transition>
    <p:random/>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mparison">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57B07C5-F853-4FE7-ADE4-312152A861F7}"/>
              </a:ext>
            </a:extLst>
          </p:cNvPr>
          <p:cNvSpPr/>
          <p:nvPr/>
        </p:nvSpPr>
        <p:spPr>
          <a:xfrm>
            <a:off x="8166100" y="282575"/>
            <a:ext cx="685800" cy="1600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8" name="TextBox 7">
            <a:extLst>
              <a:ext uri="{FF2B5EF4-FFF2-40B4-BE49-F238E27FC236}">
                <a16:creationId xmlns:a16="http://schemas.microsoft.com/office/drawing/2014/main" id="{DDC0CEFD-742B-4BDB-AB85-DD99C8FFB610}"/>
              </a:ext>
            </a:extLst>
          </p:cNvPr>
          <p:cNvSpPr txBox="1">
            <a:spLocks noChangeArrowheads="1"/>
          </p:cNvSpPr>
          <p:nvPr/>
        </p:nvSpPr>
        <p:spPr bwMode="auto">
          <a:xfrm>
            <a:off x="223838" y="228600"/>
            <a:ext cx="26035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3600" b="1">
                <a:solidFill>
                  <a:srgbClr val="B870B8"/>
                </a:solidFill>
                <a:cs typeface="Arial" panose="020B0604020202020204" pitchFamily="34" charset="0"/>
              </a:rPr>
              <a:t>+</a:t>
            </a:r>
          </a:p>
        </p:txBody>
      </p:sp>
      <p:sp>
        <p:nvSpPr>
          <p:cNvPr id="2" name="Title 1"/>
          <p:cNvSpPr>
            <a:spLocks noGrp="1"/>
          </p:cNvSpPr>
          <p:nvPr>
            <p:ph type="title"/>
          </p:nvPr>
        </p:nvSpPr>
        <p:spPr/>
        <p:txBody>
          <a:bodyPr/>
          <a:lstStyle>
            <a:lvl1pPr>
              <a:defRPr>
                <a:solidFill>
                  <a:srgbClr val="FF0000"/>
                </a:solidFill>
              </a:defRPr>
            </a:lvl1pPr>
          </a:lstStyle>
          <a:p>
            <a:r>
              <a:rPr lang="en-US"/>
              <a:t>Click to edit Master title style</a:t>
            </a:r>
            <a:endParaRPr dirty="0"/>
          </a:p>
        </p:txBody>
      </p:sp>
      <p:sp>
        <p:nvSpPr>
          <p:cNvPr id="4" name="Content Placeholder 3"/>
          <p:cNvSpPr>
            <a:spLocks noGrp="1"/>
          </p:cNvSpPr>
          <p:nvPr>
            <p:ph sz="half" idx="2"/>
          </p:nvPr>
        </p:nvSpPr>
        <p:spPr>
          <a:xfrm>
            <a:off x="497541"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Content Placeholder 5"/>
          <p:cNvSpPr>
            <a:spLocks noGrp="1"/>
          </p:cNvSpPr>
          <p:nvPr>
            <p:ph sz="quarter" idx="4"/>
          </p:nvPr>
        </p:nvSpPr>
        <p:spPr>
          <a:xfrm>
            <a:off x="4399878"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3" name="Text Placeholder 2"/>
          <p:cNvSpPr>
            <a:spLocks noGrp="1"/>
          </p:cNvSpPr>
          <p:nvPr>
            <p:ph type="body" idx="1"/>
          </p:nvPr>
        </p:nvSpPr>
        <p:spPr>
          <a:xfrm>
            <a:off x="497541" y="2070847"/>
            <a:ext cx="3657600" cy="322729"/>
          </a:xfrm>
          <a:prstGeom prst="rect">
            <a:avLst/>
          </a:prstGeom>
          <a:solidFill>
            <a:schemeClr val="accent3"/>
          </a:solidFill>
        </p:spPr>
        <p:txBody>
          <a:bodyPr tIns="0" bIns="0" anchor="ctr">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5" name="Text Placeholder 4"/>
          <p:cNvSpPr>
            <a:spLocks noGrp="1"/>
          </p:cNvSpPr>
          <p:nvPr>
            <p:ph type="body" sz="quarter" idx="3"/>
          </p:nvPr>
        </p:nvSpPr>
        <p:spPr>
          <a:xfrm>
            <a:off x="4399878" y="2070847"/>
            <a:ext cx="3657600" cy="322729"/>
          </a:xfrm>
          <a:prstGeom prst="rect">
            <a:avLst/>
          </a:prstGeom>
          <a:solidFill>
            <a:schemeClr val="accent3">
              <a:lumMod val="60000"/>
              <a:lumOff val="40000"/>
            </a:schemeClr>
          </a:solidFill>
        </p:spPr>
        <p:txBody>
          <a:bodyPr tIns="0" bIns="0" anchor="ctr">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9" name="Date Placeholder 6">
            <a:extLst>
              <a:ext uri="{FF2B5EF4-FFF2-40B4-BE49-F238E27FC236}">
                <a16:creationId xmlns:a16="http://schemas.microsoft.com/office/drawing/2014/main" id="{71386DFB-7C38-465D-B19A-F9BC200863BD}"/>
              </a:ext>
            </a:extLst>
          </p:cNvPr>
          <p:cNvSpPr>
            <a:spLocks noGrp="1"/>
          </p:cNvSpPr>
          <p:nvPr>
            <p:ph type="dt" sz="half" idx="10"/>
          </p:nvPr>
        </p:nvSpPr>
        <p:spPr/>
        <p:txBody>
          <a:bodyPr/>
          <a:lstStyle>
            <a:lvl1pPr>
              <a:defRPr/>
            </a:lvl1pPr>
          </a:lstStyle>
          <a:p>
            <a:pPr>
              <a:defRPr/>
            </a:pPr>
            <a:fld id="{A6840219-0E5D-43E8-BC46-7B446F82A6CC}" type="datetime4">
              <a:rPr lang="en-US" altLang="en-US" smtClean="0"/>
              <a:t>March 26, 2024</a:t>
            </a:fld>
            <a:endParaRPr lang="en-US" altLang="en-US"/>
          </a:p>
        </p:txBody>
      </p:sp>
      <p:sp>
        <p:nvSpPr>
          <p:cNvPr id="10" name="Footer Placeholder 7">
            <a:extLst>
              <a:ext uri="{FF2B5EF4-FFF2-40B4-BE49-F238E27FC236}">
                <a16:creationId xmlns:a16="http://schemas.microsoft.com/office/drawing/2014/main" id="{AFB72559-48AF-4D8B-BCDA-85DFE5A30C08}"/>
              </a:ext>
            </a:extLst>
          </p:cNvPr>
          <p:cNvSpPr>
            <a:spLocks noGrp="1"/>
          </p:cNvSpPr>
          <p:nvPr>
            <p:ph type="ftr" sz="quarter" idx="11"/>
          </p:nvPr>
        </p:nvSpPr>
        <p:spPr/>
        <p:txBody>
          <a:bodyPr/>
          <a:lstStyle>
            <a:lvl1pPr>
              <a:defRPr/>
            </a:lvl1pPr>
          </a:lstStyle>
          <a:p>
            <a:pPr>
              <a:defRPr/>
            </a:pPr>
            <a:endParaRPr lang="en-US" altLang="en-US"/>
          </a:p>
        </p:txBody>
      </p:sp>
      <p:sp>
        <p:nvSpPr>
          <p:cNvPr id="11" name="Slide Number Placeholder 8">
            <a:extLst>
              <a:ext uri="{FF2B5EF4-FFF2-40B4-BE49-F238E27FC236}">
                <a16:creationId xmlns:a16="http://schemas.microsoft.com/office/drawing/2014/main" id="{C46A864C-2A70-42AC-91B7-3B12616E7B00}"/>
              </a:ext>
            </a:extLst>
          </p:cNvPr>
          <p:cNvSpPr>
            <a:spLocks noGrp="1"/>
          </p:cNvSpPr>
          <p:nvPr>
            <p:ph type="sldNum" sz="quarter" idx="12"/>
          </p:nvPr>
        </p:nvSpPr>
        <p:spPr/>
        <p:txBody>
          <a:bodyPr/>
          <a:lstStyle>
            <a:lvl1pPr>
              <a:defRPr/>
            </a:lvl1pPr>
          </a:lstStyle>
          <a:p>
            <a:pPr>
              <a:defRPr/>
            </a:pPr>
            <a:fld id="{5CC1C16B-91CF-4A52-B7DA-A9E2A0689885}" type="slidenum">
              <a:rPr lang="en-US" altLang="en-US"/>
              <a:pPr>
                <a:defRPr/>
              </a:pPr>
              <a:t>‹#›</a:t>
            </a:fld>
            <a:endParaRPr lang="en-US" altLang="en-US"/>
          </a:p>
        </p:txBody>
      </p:sp>
    </p:spTree>
    <p:extLst>
      <p:ext uri="{BB962C8B-B14F-4D97-AF65-F5344CB8AC3E}">
        <p14:creationId xmlns:p14="http://schemas.microsoft.com/office/powerpoint/2010/main" val="2024414672"/>
      </p:ext>
    </p:extLst>
  </p:cSld>
  <p:clrMapOvr>
    <a:masterClrMapping/>
  </p:clrMapOvr>
  <p:transition>
    <p:random/>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2 Content, Top and Bottom">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2040DC1-CC49-4062-B731-108D0938F7B1}"/>
              </a:ext>
            </a:extLst>
          </p:cNvPr>
          <p:cNvSpPr txBox="1">
            <a:spLocks noChangeArrowheads="1"/>
          </p:cNvSpPr>
          <p:nvPr/>
        </p:nvSpPr>
        <p:spPr bwMode="auto">
          <a:xfrm>
            <a:off x="223838" y="228600"/>
            <a:ext cx="26035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3600" b="1">
                <a:solidFill>
                  <a:srgbClr val="B870B8"/>
                </a:solidFill>
                <a:cs typeface="Arial" panose="020B0604020202020204" pitchFamily="34" charset="0"/>
              </a:rPr>
              <a:t>+</a:t>
            </a:r>
          </a:p>
        </p:txBody>
      </p:sp>
      <p:sp>
        <p:nvSpPr>
          <p:cNvPr id="6" name="Rectangle 5">
            <a:extLst>
              <a:ext uri="{FF2B5EF4-FFF2-40B4-BE49-F238E27FC236}">
                <a16:creationId xmlns:a16="http://schemas.microsoft.com/office/drawing/2014/main" id="{F76B2E1C-83DC-48FB-87B4-6C04ED0E78E1}"/>
              </a:ext>
            </a:extLst>
          </p:cNvPr>
          <p:cNvSpPr/>
          <p:nvPr/>
        </p:nvSpPr>
        <p:spPr>
          <a:xfrm>
            <a:off x="8166100" y="282575"/>
            <a:ext cx="685800" cy="1600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2" name="Title 1"/>
          <p:cNvSpPr>
            <a:spLocks noGrp="1"/>
          </p:cNvSpPr>
          <p:nvPr>
            <p:ph type="title"/>
          </p:nvPr>
        </p:nvSpPr>
        <p:spPr/>
        <p:txBody>
          <a:bodyPr/>
          <a:lstStyle>
            <a:lvl1pPr>
              <a:defRPr>
                <a:solidFill>
                  <a:srgbClr val="FF0000"/>
                </a:solidFill>
              </a:defRPr>
            </a:lvl1pPr>
          </a:lstStyle>
          <a:p>
            <a:r>
              <a:rPr lang="en-US"/>
              <a:t>Click to edit Master title style</a:t>
            </a:r>
            <a:endParaRPr dirty="0"/>
          </a:p>
        </p:txBody>
      </p:sp>
      <p:sp>
        <p:nvSpPr>
          <p:cNvPr id="3" name="Content Placeholder 2"/>
          <p:cNvSpPr>
            <a:spLocks noGrp="1"/>
          </p:cNvSpPr>
          <p:nvPr>
            <p:ph sz="half" idx="1"/>
          </p:nvPr>
        </p:nvSpPr>
        <p:spPr>
          <a:xfrm>
            <a:off x="498517" y="1985963"/>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3" name="Content Placeholder 2"/>
          <p:cNvSpPr>
            <a:spLocks noGrp="1"/>
          </p:cNvSpPr>
          <p:nvPr>
            <p:ph sz="half" idx="14"/>
          </p:nvPr>
        </p:nvSpPr>
        <p:spPr>
          <a:xfrm>
            <a:off x="498517" y="4164965"/>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4">
            <a:extLst>
              <a:ext uri="{FF2B5EF4-FFF2-40B4-BE49-F238E27FC236}">
                <a16:creationId xmlns:a16="http://schemas.microsoft.com/office/drawing/2014/main" id="{40692EE1-AA7B-43BD-AC16-CED9312B3818}"/>
              </a:ext>
            </a:extLst>
          </p:cNvPr>
          <p:cNvSpPr>
            <a:spLocks noGrp="1"/>
          </p:cNvSpPr>
          <p:nvPr>
            <p:ph type="dt" sz="half" idx="15"/>
          </p:nvPr>
        </p:nvSpPr>
        <p:spPr/>
        <p:txBody>
          <a:bodyPr/>
          <a:lstStyle>
            <a:lvl1pPr>
              <a:defRPr/>
            </a:lvl1pPr>
          </a:lstStyle>
          <a:p>
            <a:pPr>
              <a:defRPr/>
            </a:pPr>
            <a:fld id="{367BF1C9-1025-4FC5-95F3-643E4B2392A1}" type="datetime4">
              <a:rPr lang="en-US" altLang="en-US" smtClean="0"/>
              <a:t>March 26, 2024</a:t>
            </a:fld>
            <a:endParaRPr lang="en-US" altLang="en-US"/>
          </a:p>
        </p:txBody>
      </p:sp>
      <p:sp>
        <p:nvSpPr>
          <p:cNvPr id="8" name="Footer Placeholder 5">
            <a:extLst>
              <a:ext uri="{FF2B5EF4-FFF2-40B4-BE49-F238E27FC236}">
                <a16:creationId xmlns:a16="http://schemas.microsoft.com/office/drawing/2014/main" id="{AEB1AA61-3E07-4BA7-BD71-ED9C67738005}"/>
              </a:ext>
            </a:extLst>
          </p:cNvPr>
          <p:cNvSpPr>
            <a:spLocks noGrp="1"/>
          </p:cNvSpPr>
          <p:nvPr>
            <p:ph type="ftr" sz="quarter" idx="16"/>
          </p:nvPr>
        </p:nvSpPr>
        <p:spPr/>
        <p:txBody>
          <a:bodyPr/>
          <a:lstStyle>
            <a:lvl1pPr>
              <a:defRPr/>
            </a:lvl1pPr>
          </a:lstStyle>
          <a:p>
            <a:pPr>
              <a:defRPr/>
            </a:pPr>
            <a:endParaRPr lang="en-US" altLang="en-US"/>
          </a:p>
        </p:txBody>
      </p:sp>
      <p:sp>
        <p:nvSpPr>
          <p:cNvPr id="9" name="Slide Number Placeholder 6">
            <a:extLst>
              <a:ext uri="{FF2B5EF4-FFF2-40B4-BE49-F238E27FC236}">
                <a16:creationId xmlns:a16="http://schemas.microsoft.com/office/drawing/2014/main" id="{A485EDA6-A543-44FE-A126-0BC3B380D774}"/>
              </a:ext>
            </a:extLst>
          </p:cNvPr>
          <p:cNvSpPr>
            <a:spLocks noGrp="1"/>
          </p:cNvSpPr>
          <p:nvPr>
            <p:ph type="sldNum" sz="quarter" idx="17"/>
          </p:nvPr>
        </p:nvSpPr>
        <p:spPr/>
        <p:txBody>
          <a:bodyPr/>
          <a:lstStyle>
            <a:lvl1pPr>
              <a:defRPr/>
            </a:lvl1pPr>
          </a:lstStyle>
          <a:p>
            <a:pPr>
              <a:defRPr/>
            </a:pPr>
            <a:fld id="{B55F4DCD-43D8-4193-A279-26DED609CF35}" type="slidenum">
              <a:rPr lang="en-US" altLang="en-US"/>
              <a:pPr>
                <a:defRPr/>
              </a:pPr>
              <a:t>‹#›</a:t>
            </a:fld>
            <a:endParaRPr lang="en-US" altLang="en-US"/>
          </a:p>
        </p:txBody>
      </p:sp>
    </p:spTree>
    <p:extLst>
      <p:ext uri="{BB962C8B-B14F-4D97-AF65-F5344CB8AC3E}">
        <p14:creationId xmlns:p14="http://schemas.microsoft.com/office/powerpoint/2010/main" val="411924319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3 Conten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36A625E-3694-4DB5-98E8-2D8D318A7935}"/>
              </a:ext>
            </a:extLst>
          </p:cNvPr>
          <p:cNvSpPr/>
          <p:nvPr/>
        </p:nvSpPr>
        <p:spPr>
          <a:xfrm>
            <a:off x="8166100" y="282575"/>
            <a:ext cx="685800" cy="1600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7" name="TextBox 6">
            <a:extLst>
              <a:ext uri="{FF2B5EF4-FFF2-40B4-BE49-F238E27FC236}">
                <a16:creationId xmlns:a16="http://schemas.microsoft.com/office/drawing/2014/main" id="{FA87372B-B1EB-4EEE-BA49-610CBBE37C2A}"/>
              </a:ext>
            </a:extLst>
          </p:cNvPr>
          <p:cNvSpPr txBox="1">
            <a:spLocks noChangeArrowheads="1"/>
          </p:cNvSpPr>
          <p:nvPr/>
        </p:nvSpPr>
        <p:spPr bwMode="auto">
          <a:xfrm>
            <a:off x="223838" y="228600"/>
            <a:ext cx="26035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3600" b="1">
                <a:solidFill>
                  <a:srgbClr val="B870B8"/>
                </a:solidFill>
                <a:cs typeface="Arial" panose="020B0604020202020204" pitchFamily="34" charset="0"/>
              </a:rPr>
              <a:t>+</a:t>
            </a: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1" name="Content Placeholder 2"/>
          <p:cNvSpPr>
            <a:spLocks noGrp="1"/>
          </p:cNvSpPr>
          <p:nvPr>
            <p:ph sz="half" idx="15"/>
          </p:nvPr>
        </p:nvSpPr>
        <p:spPr>
          <a:xfrm>
            <a:off x="49851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3"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Date Placeholder 4">
            <a:extLst>
              <a:ext uri="{FF2B5EF4-FFF2-40B4-BE49-F238E27FC236}">
                <a16:creationId xmlns:a16="http://schemas.microsoft.com/office/drawing/2014/main" id="{A442E16E-8AE9-49E1-B987-A2C09660BFBA}"/>
              </a:ext>
            </a:extLst>
          </p:cNvPr>
          <p:cNvSpPr>
            <a:spLocks noGrp="1"/>
          </p:cNvSpPr>
          <p:nvPr>
            <p:ph type="dt" sz="half" idx="17"/>
          </p:nvPr>
        </p:nvSpPr>
        <p:spPr/>
        <p:txBody>
          <a:bodyPr/>
          <a:lstStyle>
            <a:lvl1pPr>
              <a:defRPr/>
            </a:lvl1pPr>
          </a:lstStyle>
          <a:p>
            <a:pPr>
              <a:defRPr/>
            </a:pPr>
            <a:fld id="{89BDB295-AA0E-4913-8F70-E7AE12812FB4}" type="datetime4">
              <a:rPr lang="en-US" altLang="en-US" smtClean="0"/>
              <a:t>March 26, 2024</a:t>
            </a:fld>
            <a:endParaRPr lang="en-US" altLang="en-US"/>
          </a:p>
        </p:txBody>
      </p:sp>
      <p:sp>
        <p:nvSpPr>
          <p:cNvPr id="9" name="Footer Placeholder 5">
            <a:extLst>
              <a:ext uri="{FF2B5EF4-FFF2-40B4-BE49-F238E27FC236}">
                <a16:creationId xmlns:a16="http://schemas.microsoft.com/office/drawing/2014/main" id="{EFF88378-3EBD-4A53-AAEB-BA3788A9F54D}"/>
              </a:ext>
            </a:extLst>
          </p:cNvPr>
          <p:cNvSpPr>
            <a:spLocks noGrp="1"/>
          </p:cNvSpPr>
          <p:nvPr>
            <p:ph type="ftr" sz="quarter" idx="18"/>
          </p:nvPr>
        </p:nvSpPr>
        <p:spPr/>
        <p:txBody>
          <a:bodyPr/>
          <a:lstStyle>
            <a:lvl1pPr>
              <a:defRPr/>
            </a:lvl1pPr>
          </a:lstStyle>
          <a:p>
            <a:pPr>
              <a:defRPr/>
            </a:pPr>
            <a:endParaRPr lang="en-US" altLang="en-US"/>
          </a:p>
        </p:txBody>
      </p:sp>
      <p:sp>
        <p:nvSpPr>
          <p:cNvPr id="10" name="Slide Number Placeholder 6">
            <a:extLst>
              <a:ext uri="{FF2B5EF4-FFF2-40B4-BE49-F238E27FC236}">
                <a16:creationId xmlns:a16="http://schemas.microsoft.com/office/drawing/2014/main" id="{0A6F8EB9-B8BD-478C-B0C5-CEB182208DD8}"/>
              </a:ext>
            </a:extLst>
          </p:cNvPr>
          <p:cNvSpPr>
            <a:spLocks noGrp="1"/>
          </p:cNvSpPr>
          <p:nvPr>
            <p:ph type="sldNum" sz="quarter" idx="19"/>
          </p:nvPr>
        </p:nvSpPr>
        <p:spPr/>
        <p:txBody>
          <a:bodyPr/>
          <a:lstStyle>
            <a:lvl1pPr>
              <a:defRPr/>
            </a:lvl1pPr>
          </a:lstStyle>
          <a:p>
            <a:pPr>
              <a:defRPr/>
            </a:pPr>
            <a:fld id="{F1E81321-7CA3-455E-B242-7CD20CFE3562}" type="slidenum">
              <a:rPr lang="en-US" altLang="en-US"/>
              <a:pPr>
                <a:defRPr/>
              </a:pPr>
              <a:t>‹#›</a:t>
            </a:fld>
            <a:endParaRPr lang="en-US" altLang="en-US"/>
          </a:p>
        </p:txBody>
      </p:sp>
    </p:spTree>
    <p:extLst>
      <p:ext uri="{BB962C8B-B14F-4D97-AF65-F5344CB8AC3E}">
        <p14:creationId xmlns:p14="http://schemas.microsoft.com/office/powerpoint/2010/main" val="253316420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4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1347075-7758-4CEC-9F96-6FCEEB078727}"/>
              </a:ext>
            </a:extLst>
          </p:cNvPr>
          <p:cNvSpPr/>
          <p:nvPr/>
        </p:nvSpPr>
        <p:spPr>
          <a:xfrm>
            <a:off x="8166100" y="282575"/>
            <a:ext cx="685800" cy="1600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8" name="TextBox 7">
            <a:extLst>
              <a:ext uri="{FF2B5EF4-FFF2-40B4-BE49-F238E27FC236}">
                <a16:creationId xmlns:a16="http://schemas.microsoft.com/office/drawing/2014/main" id="{7352A13F-FE25-4561-A63F-562F49A24EC0}"/>
              </a:ext>
            </a:extLst>
          </p:cNvPr>
          <p:cNvSpPr txBox="1">
            <a:spLocks noChangeArrowheads="1"/>
          </p:cNvSpPr>
          <p:nvPr/>
        </p:nvSpPr>
        <p:spPr bwMode="auto">
          <a:xfrm>
            <a:off x="223838" y="228600"/>
            <a:ext cx="26035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3600" b="1">
                <a:solidFill>
                  <a:srgbClr val="B870B8"/>
                </a:solidFill>
                <a:cs typeface="Arial" panose="020B0604020202020204" pitchFamily="34" charset="0"/>
              </a:rPr>
              <a:t>+</a:t>
            </a:r>
          </a:p>
        </p:txBody>
      </p:sp>
      <p:sp>
        <p:nvSpPr>
          <p:cNvPr id="2" name="Title 1"/>
          <p:cNvSpPr>
            <a:spLocks noGrp="1"/>
          </p:cNvSpPr>
          <p:nvPr>
            <p:ph type="title"/>
          </p:nvPr>
        </p:nvSpPr>
        <p:spPr/>
        <p:txBody>
          <a:bodyPr/>
          <a:lstStyle/>
          <a:p>
            <a:r>
              <a:rPr lang="en-US"/>
              <a:t>Click to edit Master title style</a:t>
            </a:r>
            <a:endParaRPr/>
          </a:p>
        </p:txBody>
      </p:sp>
      <p:sp>
        <p:nvSpPr>
          <p:cNvPr id="12" name="Content Placeholder 2"/>
          <p:cNvSpPr>
            <a:spLocks noGrp="1"/>
          </p:cNvSpPr>
          <p:nvPr>
            <p:ph sz="half" idx="17"/>
          </p:nvPr>
        </p:nvSpPr>
        <p:spPr>
          <a:xfrm>
            <a:off x="502920" y="1985963"/>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4" name="Content Placeholder 2"/>
          <p:cNvSpPr>
            <a:spLocks noGrp="1"/>
          </p:cNvSpPr>
          <p:nvPr>
            <p:ph sz="half" idx="18"/>
          </p:nvPr>
        </p:nvSpPr>
        <p:spPr>
          <a:xfrm>
            <a:off x="502920" y="4164965"/>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5"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6"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9" name="Date Placeholder 4">
            <a:extLst>
              <a:ext uri="{FF2B5EF4-FFF2-40B4-BE49-F238E27FC236}">
                <a16:creationId xmlns:a16="http://schemas.microsoft.com/office/drawing/2014/main" id="{8CA10872-C456-40D3-AEDF-ECC579776C64}"/>
              </a:ext>
            </a:extLst>
          </p:cNvPr>
          <p:cNvSpPr>
            <a:spLocks noGrp="1"/>
          </p:cNvSpPr>
          <p:nvPr>
            <p:ph type="dt" sz="half" idx="19"/>
          </p:nvPr>
        </p:nvSpPr>
        <p:spPr/>
        <p:txBody>
          <a:bodyPr/>
          <a:lstStyle>
            <a:lvl1pPr>
              <a:defRPr/>
            </a:lvl1pPr>
          </a:lstStyle>
          <a:p>
            <a:pPr>
              <a:defRPr/>
            </a:pPr>
            <a:fld id="{1D6746FD-7CE6-4784-B555-E150A698D221}" type="datetime4">
              <a:rPr lang="en-US" altLang="en-US" smtClean="0"/>
              <a:t>March 26, 2024</a:t>
            </a:fld>
            <a:endParaRPr lang="en-US" altLang="en-US"/>
          </a:p>
        </p:txBody>
      </p:sp>
      <p:sp>
        <p:nvSpPr>
          <p:cNvPr id="10" name="Footer Placeholder 5">
            <a:extLst>
              <a:ext uri="{FF2B5EF4-FFF2-40B4-BE49-F238E27FC236}">
                <a16:creationId xmlns:a16="http://schemas.microsoft.com/office/drawing/2014/main" id="{FB6C643F-279E-4508-88CB-5D027FFA15FC}"/>
              </a:ext>
            </a:extLst>
          </p:cNvPr>
          <p:cNvSpPr>
            <a:spLocks noGrp="1"/>
          </p:cNvSpPr>
          <p:nvPr>
            <p:ph type="ftr" sz="quarter" idx="20"/>
          </p:nvPr>
        </p:nvSpPr>
        <p:spPr/>
        <p:txBody>
          <a:bodyPr/>
          <a:lstStyle>
            <a:lvl1pPr>
              <a:defRPr/>
            </a:lvl1pPr>
          </a:lstStyle>
          <a:p>
            <a:pPr>
              <a:defRPr/>
            </a:pPr>
            <a:endParaRPr lang="en-US" altLang="en-US"/>
          </a:p>
        </p:txBody>
      </p:sp>
      <p:sp>
        <p:nvSpPr>
          <p:cNvPr id="11" name="Slide Number Placeholder 6">
            <a:extLst>
              <a:ext uri="{FF2B5EF4-FFF2-40B4-BE49-F238E27FC236}">
                <a16:creationId xmlns:a16="http://schemas.microsoft.com/office/drawing/2014/main" id="{C7FE2F1D-C54D-49CF-AA62-F961BBB73A03}"/>
              </a:ext>
            </a:extLst>
          </p:cNvPr>
          <p:cNvSpPr>
            <a:spLocks noGrp="1"/>
          </p:cNvSpPr>
          <p:nvPr>
            <p:ph type="sldNum" sz="quarter" idx="21"/>
          </p:nvPr>
        </p:nvSpPr>
        <p:spPr/>
        <p:txBody>
          <a:bodyPr/>
          <a:lstStyle>
            <a:lvl1pPr>
              <a:defRPr/>
            </a:lvl1pPr>
          </a:lstStyle>
          <a:p>
            <a:pPr>
              <a:defRPr/>
            </a:pPr>
            <a:fld id="{BD5F9E64-AC8D-4934-A522-F84ADA989424}" type="slidenum">
              <a:rPr lang="en-US" altLang="en-US"/>
              <a:pPr>
                <a:defRPr/>
              </a:pPr>
              <a:t>‹#›</a:t>
            </a:fld>
            <a:endParaRPr lang="en-US" altLang="en-US"/>
          </a:p>
        </p:txBody>
      </p:sp>
    </p:spTree>
    <p:extLst>
      <p:ext uri="{BB962C8B-B14F-4D97-AF65-F5344CB8AC3E}">
        <p14:creationId xmlns:p14="http://schemas.microsoft.com/office/powerpoint/2010/main" val="387659558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Title Onl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93EEB36-E5FF-4FAC-BCEC-EEE3993A2257}"/>
              </a:ext>
            </a:extLst>
          </p:cNvPr>
          <p:cNvSpPr/>
          <p:nvPr/>
        </p:nvSpPr>
        <p:spPr>
          <a:xfrm>
            <a:off x="8166100" y="282575"/>
            <a:ext cx="685800" cy="1600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4" name="TextBox 3">
            <a:extLst>
              <a:ext uri="{FF2B5EF4-FFF2-40B4-BE49-F238E27FC236}">
                <a16:creationId xmlns:a16="http://schemas.microsoft.com/office/drawing/2014/main" id="{45A7B1F7-B66E-4360-933D-20F9FE30A2EA}"/>
              </a:ext>
            </a:extLst>
          </p:cNvPr>
          <p:cNvSpPr txBox="1">
            <a:spLocks noChangeArrowheads="1"/>
          </p:cNvSpPr>
          <p:nvPr/>
        </p:nvSpPr>
        <p:spPr bwMode="auto">
          <a:xfrm>
            <a:off x="223838" y="228600"/>
            <a:ext cx="26035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3600" b="1">
                <a:solidFill>
                  <a:srgbClr val="B870B8"/>
                </a:solidFill>
                <a:cs typeface="Arial" panose="020B0604020202020204" pitchFamily="34" charset="0"/>
              </a:rPr>
              <a:t>+</a:t>
            </a:r>
          </a:p>
        </p:txBody>
      </p:sp>
      <p:sp>
        <p:nvSpPr>
          <p:cNvPr id="2" name="Title 1"/>
          <p:cNvSpPr>
            <a:spLocks noGrp="1"/>
          </p:cNvSpPr>
          <p:nvPr>
            <p:ph type="title"/>
          </p:nvPr>
        </p:nvSpPr>
        <p:spPr/>
        <p:txBody>
          <a:bodyPr/>
          <a:lstStyle/>
          <a:p>
            <a:r>
              <a:rPr lang="en-US"/>
              <a:t>Click to edit Master title style</a:t>
            </a:r>
            <a:endParaRPr/>
          </a:p>
        </p:txBody>
      </p:sp>
      <p:sp>
        <p:nvSpPr>
          <p:cNvPr id="5" name="Date Placeholder 2">
            <a:extLst>
              <a:ext uri="{FF2B5EF4-FFF2-40B4-BE49-F238E27FC236}">
                <a16:creationId xmlns:a16="http://schemas.microsoft.com/office/drawing/2014/main" id="{A60D05BF-08A0-4D82-87B7-25B380F494B0}"/>
              </a:ext>
            </a:extLst>
          </p:cNvPr>
          <p:cNvSpPr>
            <a:spLocks noGrp="1"/>
          </p:cNvSpPr>
          <p:nvPr>
            <p:ph type="dt" sz="half" idx="10"/>
          </p:nvPr>
        </p:nvSpPr>
        <p:spPr/>
        <p:txBody>
          <a:bodyPr/>
          <a:lstStyle>
            <a:lvl1pPr>
              <a:defRPr/>
            </a:lvl1pPr>
          </a:lstStyle>
          <a:p>
            <a:pPr>
              <a:defRPr/>
            </a:pPr>
            <a:fld id="{3A100575-81D0-4836-BDA5-88ECA2DF1A30}" type="datetime4">
              <a:rPr lang="en-US" altLang="en-US" smtClean="0"/>
              <a:t>March 26, 2024</a:t>
            </a:fld>
            <a:endParaRPr lang="en-US" altLang="en-US"/>
          </a:p>
        </p:txBody>
      </p:sp>
      <p:sp>
        <p:nvSpPr>
          <p:cNvPr id="6" name="Footer Placeholder 3">
            <a:extLst>
              <a:ext uri="{FF2B5EF4-FFF2-40B4-BE49-F238E27FC236}">
                <a16:creationId xmlns:a16="http://schemas.microsoft.com/office/drawing/2014/main" id="{70CBB09B-E9D1-4963-9352-60DD2D041409}"/>
              </a:ext>
            </a:extLst>
          </p:cNvPr>
          <p:cNvSpPr>
            <a:spLocks noGrp="1"/>
          </p:cNvSpPr>
          <p:nvPr>
            <p:ph type="ftr" sz="quarter" idx="11"/>
          </p:nvPr>
        </p:nvSpPr>
        <p:spPr/>
        <p:txBody>
          <a:bodyPr/>
          <a:lstStyle>
            <a:lvl1pPr>
              <a:defRPr/>
            </a:lvl1pPr>
          </a:lstStyle>
          <a:p>
            <a:pPr>
              <a:defRPr/>
            </a:pPr>
            <a:endParaRPr lang="en-US" altLang="en-US"/>
          </a:p>
        </p:txBody>
      </p:sp>
      <p:sp>
        <p:nvSpPr>
          <p:cNvPr id="7" name="Slide Number Placeholder 4">
            <a:extLst>
              <a:ext uri="{FF2B5EF4-FFF2-40B4-BE49-F238E27FC236}">
                <a16:creationId xmlns:a16="http://schemas.microsoft.com/office/drawing/2014/main" id="{AAAE83DB-9197-4A51-B3DF-1B22AAB29DD7}"/>
              </a:ext>
            </a:extLst>
          </p:cNvPr>
          <p:cNvSpPr>
            <a:spLocks noGrp="1"/>
          </p:cNvSpPr>
          <p:nvPr>
            <p:ph type="sldNum" sz="quarter" idx="12"/>
          </p:nvPr>
        </p:nvSpPr>
        <p:spPr/>
        <p:txBody>
          <a:bodyPr/>
          <a:lstStyle>
            <a:lvl1pPr>
              <a:defRPr/>
            </a:lvl1pPr>
          </a:lstStyle>
          <a:p>
            <a:pPr>
              <a:defRPr/>
            </a:pPr>
            <a:fld id="{F02FF4ED-2B23-4CC6-834A-FCFA22AF88CD}" type="slidenum">
              <a:rPr lang="en-US" altLang="en-US"/>
              <a:pPr>
                <a:defRPr/>
              </a:pPr>
              <a:t>‹#›</a:t>
            </a:fld>
            <a:endParaRPr lang="en-US" altLang="en-US"/>
          </a:p>
        </p:txBody>
      </p:sp>
    </p:spTree>
    <p:extLst>
      <p:ext uri="{BB962C8B-B14F-4D97-AF65-F5344CB8AC3E}">
        <p14:creationId xmlns:p14="http://schemas.microsoft.com/office/powerpoint/2010/main" val="4037457812"/>
      </p:ext>
    </p:extLst>
  </p:cSld>
  <p:clrMapOvr>
    <a:masterClrMapping/>
  </p:clrMapOvr>
  <p:transition>
    <p:random/>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A297824-E7C6-4F94-94AE-2F0773C2EC4D}"/>
              </a:ext>
            </a:extLst>
          </p:cNvPr>
          <p:cNvSpPr/>
          <p:nvPr/>
        </p:nvSpPr>
        <p:spPr>
          <a:xfrm>
            <a:off x="8166100" y="282575"/>
            <a:ext cx="685800" cy="3016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3" name="Date Placeholder 1">
            <a:extLst>
              <a:ext uri="{FF2B5EF4-FFF2-40B4-BE49-F238E27FC236}">
                <a16:creationId xmlns:a16="http://schemas.microsoft.com/office/drawing/2014/main" id="{BF1A20FE-9E92-4C73-9A74-8F0A2A08F047}"/>
              </a:ext>
            </a:extLst>
          </p:cNvPr>
          <p:cNvSpPr>
            <a:spLocks noGrp="1"/>
          </p:cNvSpPr>
          <p:nvPr>
            <p:ph type="dt" sz="half" idx="10"/>
          </p:nvPr>
        </p:nvSpPr>
        <p:spPr/>
        <p:txBody>
          <a:bodyPr/>
          <a:lstStyle>
            <a:lvl1pPr>
              <a:defRPr/>
            </a:lvl1pPr>
          </a:lstStyle>
          <a:p>
            <a:pPr>
              <a:defRPr/>
            </a:pPr>
            <a:fld id="{8FC35119-4326-4B12-8C41-028122D81B5B}" type="datetime4">
              <a:rPr lang="en-US" altLang="en-US" smtClean="0"/>
              <a:t>March 26, 2024</a:t>
            </a:fld>
            <a:endParaRPr lang="en-US" altLang="en-US"/>
          </a:p>
        </p:txBody>
      </p:sp>
      <p:sp>
        <p:nvSpPr>
          <p:cNvPr id="4" name="Footer Placeholder 2">
            <a:extLst>
              <a:ext uri="{FF2B5EF4-FFF2-40B4-BE49-F238E27FC236}">
                <a16:creationId xmlns:a16="http://schemas.microsoft.com/office/drawing/2014/main" id="{BC591D13-7F35-46DA-90AE-1E6C0A5693DA}"/>
              </a:ext>
            </a:extLst>
          </p:cNvPr>
          <p:cNvSpPr>
            <a:spLocks noGrp="1"/>
          </p:cNvSpPr>
          <p:nvPr>
            <p:ph type="ftr" sz="quarter" idx="11"/>
          </p:nvPr>
        </p:nvSpPr>
        <p:spPr/>
        <p:txBody>
          <a:bodyPr/>
          <a:lstStyle>
            <a:lvl1pPr>
              <a:defRPr/>
            </a:lvl1pPr>
          </a:lstStyle>
          <a:p>
            <a:pPr>
              <a:defRPr/>
            </a:pPr>
            <a:endParaRPr lang="en-US" altLang="en-US"/>
          </a:p>
        </p:txBody>
      </p:sp>
      <p:sp>
        <p:nvSpPr>
          <p:cNvPr id="5" name="Slide Number Placeholder 3">
            <a:extLst>
              <a:ext uri="{FF2B5EF4-FFF2-40B4-BE49-F238E27FC236}">
                <a16:creationId xmlns:a16="http://schemas.microsoft.com/office/drawing/2014/main" id="{AF78DFFF-F6E0-474D-BCE0-10BBC4065D09}"/>
              </a:ext>
            </a:extLst>
          </p:cNvPr>
          <p:cNvSpPr>
            <a:spLocks noGrp="1"/>
          </p:cNvSpPr>
          <p:nvPr>
            <p:ph type="sldNum" sz="quarter" idx="12"/>
          </p:nvPr>
        </p:nvSpPr>
        <p:spPr/>
        <p:txBody>
          <a:bodyPr/>
          <a:lstStyle>
            <a:lvl1pPr>
              <a:defRPr/>
            </a:lvl1pPr>
          </a:lstStyle>
          <a:p>
            <a:pPr>
              <a:defRPr/>
            </a:pPr>
            <a:fld id="{CC516D0E-CD58-4E49-9F6D-689564ED6CA6}" type="slidenum">
              <a:rPr lang="en-US" altLang="en-US"/>
              <a:pPr>
                <a:defRPr/>
              </a:pPr>
              <a:t>‹#›</a:t>
            </a:fld>
            <a:endParaRPr lang="en-US" altLang="en-US"/>
          </a:p>
        </p:txBody>
      </p:sp>
    </p:spTree>
    <p:extLst>
      <p:ext uri="{BB962C8B-B14F-4D97-AF65-F5344CB8AC3E}">
        <p14:creationId xmlns:p14="http://schemas.microsoft.com/office/powerpoint/2010/main" val="2728158440"/>
      </p:ext>
    </p:extLst>
  </p:cSld>
  <p:clrMapOvr>
    <a:masterClrMapping/>
  </p:clrMapOvr>
  <p:transition>
    <p:random/>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81A3E6C-E078-4B52-8583-2B5D165EB6EC}"/>
              </a:ext>
            </a:extLst>
          </p:cNvPr>
          <p:cNvSpPr/>
          <p:nvPr/>
        </p:nvSpPr>
        <p:spPr>
          <a:xfrm>
            <a:off x="282575" y="228600"/>
            <a:ext cx="3451225" cy="63452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6" name="TextBox 5">
            <a:extLst>
              <a:ext uri="{FF2B5EF4-FFF2-40B4-BE49-F238E27FC236}">
                <a16:creationId xmlns:a16="http://schemas.microsoft.com/office/drawing/2014/main" id="{DA61FBA7-0B22-48B0-89DE-EE8F5CC10736}"/>
              </a:ext>
            </a:extLst>
          </p:cNvPr>
          <p:cNvSpPr txBox="1">
            <a:spLocks noChangeArrowheads="1"/>
          </p:cNvSpPr>
          <p:nvPr/>
        </p:nvSpPr>
        <p:spPr bwMode="auto">
          <a:xfrm>
            <a:off x="425450" y="174625"/>
            <a:ext cx="41275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5400" b="1">
                <a:solidFill>
                  <a:srgbClr val="B870B8"/>
                </a:solidFill>
                <a:cs typeface="Arial" panose="020B0604020202020204" pitchFamily="34" charset="0"/>
              </a:rPr>
              <a:t>+</a:t>
            </a:r>
          </a:p>
        </p:txBody>
      </p:sp>
      <p:sp>
        <p:nvSpPr>
          <p:cNvPr id="2" name="Title 1"/>
          <p:cNvSpPr>
            <a:spLocks noGrp="1"/>
          </p:cNvSpPr>
          <p:nvPr>
            <p:ph type="title"/>
          </p:nvPr>
        </p:nvSpPr>
        <p:spPr>
          <a:xfrm>
            <a:off x="380555" y="2571750"/>
            <a:ext cx="3255264" cy="1162050"/>
          </a:xfrm>
        </p:spPr>
        <p:txBody>
          <a:bodyPr anchor="b">
            <a:normAutofit/>
          </a:bodyPr>
          <a:lstStyle>
            <a:lvl1pPr algn="l">
              <a:defRPr sz="2600" b="0">
                <a:solidFill>
                  <a:srgbClr val="FF0000"/>
                </a:solidFill>
              </a:defRPr>
            </a:lvl1pPr>
          </a:lstStyle>
          <a:p>
            <a:r>
              <a:rPr lang="en-US"/>
              <a:t>Click to edit Master title style</a:t>
            </a:r>
            <a:endParaRPr dirty="0"/>
          </a:p>
        </p:txBody>
      </p:sp>
      <p:sp>
        <p:nvSpPr>
          <p:cNvPr id="3" name="Content Placeholder 2"/>
          <p:cNvSpPr>
            <a:spLocks noGrp="1"/>
          </p:cNvSpPr>
          <p:nvPr>
            <p:ph idx="1"/>
          </p:nvPr>
        </p:nvSpPr>
        <p:spPr>
          <a:xfrm>
            <a:off x="4168775" y="273050"/>
            <a:ext cx="4597399" cy="5853113"/>
          </a:xfrm>
        </p:spPr>
        <p:txBody>
          <a:bodyPr>
            <a:normAutofit/>
          </a:bodyPr>
          <a:lstStyle>
            <a:lvl1pPr>
              <a:defRPr sz="1800">
                <a:solidFill>
                  <a:srgbClr val="0070C0"/>
                </a:solidFill>
              </a:defRPr>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Text Placeholder 3"/>
          <p:cNvSpPr>
            <a:spLocks noGrp="1"/>
          </p:cNvSpPr>
          <p:nvPr>
            <p:ph type="body" sz="half" idx="2"/>
          </p:nvPr>
        </p:nvSpPr>
        <p:spPr>
          <a:xfrm>
            <a:off x="381093" y="3733800"/>
            <a:ext cx="3255264" cy="2392363"/>
          </a:xfrm>
        </p:spPr>
        <p:txBody>
          <a:bodyPr/>
          <a:lstStyle>
            <a:lvl1pPr marL="0" indent="0">
              <a:buNone/>
              <a:defRPr sz="1400">
                <a:solidFill>
                  <a:srgbClr val="0070C0"/>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7" name="Date Placeholder 4">
            <a:extLst>
              <a:ext uri="{FF2B5EF4-FFF2-40B4-BE49-F238E27FC236}">
                <a16:creationId xmlns:a16="http://schemas.microsoft.com/office/drawing/2014/main" id="{C8CDD739-01DD-46AE-92AD-B19AA301B917}"/>
              </a:ext>
            </a:extLst>
          </p:cNvPr>
          <p:cNvSpPr>
            <a:spLocks noGrp="1"/>
          </p:cNvSpPr>
          <p:nvPr>
            <p:ph type="dt" sz="half" idx="10"/>
          </p:nvPr>
        </p:nvSpPr>
        <p:spPr>
          <a:xfrm>
            <a:off x="7391400" y="6423025"/>
            <a:ext cx="1536700" cy="365125"/>
          </a:xfrm>
        </p:spPr>
        <p:txBody>
          <a:bodyPr/>
          <a:lstStyle>
            <a:lvl1pPr>
              <a:defRPr/>
            </a:lvl1pPr>
          </a:lstStyle>
          <a:p>
            <a:pPr>
              <a:defRPr/>
            </a:pPr>
            <a:fld id="{82402E1E-AC80-476C-BD21-E5D946B2FBAA}" type="datetime4">
              <a:rPr lang="en-US" altLang="en-US" smtClean="0"/>
              <a:t>March 26, 2024</a:t>
            </a:fld>
            <a:endParaRPr lang="en-US" altLang="en-US"/>
          </a:p>
        </p:txBody>
      </p:sp>
      <p:sp>
        <p:nvSpPr>
          <p:cNvPr id="8" name="Footer Placeholder 5">
            <a:extLst>
              <a:ext uri="{FF2B5EF4-FFF2-40B4-BE49-F238E27FC236}">
                <a16:creationId xmlns:a16="http://schemas.microsoft.com/office/drawing/2014/main" id="{2559E1EB-BD5D-43C2-93DB-7E5B72874347}"/>
              </a:ext>
            </a:extLst>
          </p:cNvPr>
          <p:cNvSpPr>
            <a:spLocks noGrp="1"/>
          </p:cNvSpPr>
          <p:nvPr>
            <p:ph type="ftr" sz="quarter" idx="11"/>
          </p:nvPr>
        </p:nvSpPr>
        <p:spPr>
          <a:xfrm>
            <a:off x="3859213" y="6423025"/>
            <a:ext cx="3316287" cy="365125"/>
          </a:xfrm>
        </p:spPr>
        <p:txBody>
          <a:bodyPr/>
          <a:lstStyle>
            <a:lvl1pPr>
              <a:defRPr/>
            </a:lvl1pPr>
          </a:lstStyle>
          <a:p>
            <a:pPr>
              <a:defRPr/>
            </a:pPr>
            <a:endParaRPr lang="en-US" altLang="en-US"/>
          </a:p>
        </p:txBody>
      </p:sp>
    </p:spTree>
    <p:extLst>
      <p:ext uri="{BB962C8B-B14F-4D97-AF65-F5344CB8AC3E}">
        <p14:creationId xmlns:p14="http://schemas.microsoft.com/office/powerpoint/2010/main" val="3306687756"/>
      </p:ext>
    </p:extLst>
  </p:cSld>
  <p:clrMapOvr>
    <a:masterClrMapping/>
  </p:clrMapOvr>
  <p:transition>
    <p:random/>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13DB472-439E-4BDE-918A-FD6BA213D95A}"/>
              </a:ext>
            </a:extLst>
          </p:cNvPr>
          <p:cNvSpPr/>
          <p:nvPr/>
        </p:nvSpPr>
        <p:spPr>
          <a:xfrm>
            <a:off x="8166100" y="282575"/>
            <a:ext cx="685800" cy="3016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6" name="TextBox 5">
            <a:extLst>
              <a:ext uri="{FF2B5EF4-FFF2-40B4-BE49-F238E27FC236}">
                <a16:creationId xmlns:a16="http://schemas.microsoft.com/office/drawing/2014/main" id="{B9BC5FB0-3DC3-4E99-B205-5BF43F431326}"/>
              </a:ext>
            </a:extLst>
          </p:cNvPr>
          <p:cNvSpPr txBox="1">
            <a:spLocks noChangeArrowheads="1"/>
          </p:cNvSpPr>
          <p:nvPr/>
        </p:nvSpPr>
        <p:spPr bwMode="auto">
          <a:xfrm>
            <a:off x="3989388" y="3370263"/>
            <a:ext cx="2206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2400" b="1">
                <a:solidFill>
                  <a:srgbClr val="B870B8"/>
                </a:solidFill>
                <a:cs typeface="Arial" panose="020B0604020202020204" pitchFamily="34" charset="0"/>
              </a:rPr>
              <a:t>+ </a:t>
            </a:r>
          </a:p>
        </p:txBody>
      </p:sp>
      <p:sp>
        <p:nvSpPr>
          <p:cNvPr id="2" name="Title 1"/>
          <p:cNvSpPr>
            <a:spLocks noGrp="1"/>
          </p:cNvSpPr>
          <p:nvPr>
            <p:ph type="title"/>
          </p:nvPr>
        </p:nvSpPr>
        <p:spPr>
          <a:xfrm>
            <a:off x="4169404" y="3124200"/>
            <a:ext cx="3898272" cy="871538"/>
          </a:xfrm>
        </p:spPr>
        <p:txBody>
          <a:bodyPr anchor="b">
            <a:normAutofit/>
          </a:bodyPr>
          <a:lstStyle>
            <a:lvl1pPr algn="l">
              <a:defRPr sz="2600" b="0">
                <a:solidFill>
                  <a:srgbClr val="FF0000"/>
                </a:solidFill>
              </a:defRPr>
            </a:lvl1pPr>
          </a:lstStyle>
          <a:p>
            <a:r>
              <a:rPr lang="en-US"/>
              <a:t>Click to edit Master title style</a:t>
            </a:r>
            <a:endParaRPr dirty="0"/>
          </a:p>
        </p:txBody>
      </p:sp>
      <p:sp>
        <p:nvSpPr>
          <p:cNvPr id="3" name="Picture Placeholder 2"/>
          <p:cNvSpPr>
            <a:spLocks noGrp="1"/>
          </p:cNvSpPr>
          <p:nvPr>
            <p:ph type="pic" idx="1"/>
          </p:nvPr>
        </p:nvSpPr>
        <p:spPr>
          <a:xfrm>
            <a:off x="277906" y="228600"/>
            <a:ext cx="3460658" cy="6345238"/>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noProof="0" dirty="0"/>
          </a:p>
        </p:txBody>
      </p:sp>
      <p:sp>
        <p:nvSpPr>
          <p:cNvPr id="4" name="Text Placeholder 3"/>
          <p:cNvSpPr>
            <a:spLocks noGrp="1"/>
          </p:cNvSpPr>
          <p:nvPr>
            <p:ph type="body" sz="half" idx="2"/>
          </p:nvPr>
        </p:nvSpPr>
        <p:spPr>
          <a:xfrm>
            <a:off x="4169404" y="3995737"/>
            <a:ext cx="3898272" cy="214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7" name="Date Placeholder 4">
            <a:extLst>
              <a:ext uri="{FF2B5EF4-FFF2-40B4-BE49-F238E27FC236}">
                <a16:creationId xmlns:a16="http://schemas.microsoft.com/office/drawing/2014/main" id="{AF046526-C347-4BD5-B33A-3B7626D4B85F}"/>
              </a:ext>
            </a:extLst>
          </p:cNvPr>
          <p:cNvSpPr>
            <a:spLocks noGrp="1"/>
          </p:cNvSpPr>
          <p:nvPr>
            <p:ph type="dt" sz="half" idx="10"/>
          </p:nvPr>
        </p:nvSpPr>
        <p:spPr>
          <a:xfrm>
            <a:off x="7391400" y="6423025"/>
            <a:ext cx="1536700" cy="365125"/>
          </a:xfrm>
        </p:spPr>
        <p:txBody>
          <a:bodyPr/>
          <a:lstStyle>
            <a:lvl1pPr>
              <a:defRPr/>
            </a:lvl1pPr>
          </a:lstStyle>
          <a:p>
            <a:pPr>
              <a:defRPr/>
            </a:pPr>
            <a:fld id="{00F7BFBB-6B8B-4E2E-8F5B-F5D4B0E631F4}" type="datetime4">
              <a:rPr lang="en-US" altLang="en-US" smtClean="0"/>
              <a:t>March 26, 2024</a:t>
            </a:fld>
            <a:endParaRPr lang="en-US" altLang="en-US"/>
          </a:p>
        </p:txBody>
      </p:sp>
      <p:sp>
        <p:nvSpPr>
          <p:cNvPr id="8" name="Footer Placeholder 5">
            <a:extLst>
              <a:ext uri="{FF2B5EF4-FFF2-40B4-BE49-F238E27FC236}">
                <a16:creationId xmlns:a16="http://schemas.microsoft.com/office/drawing/2014/main" id="{CA9B5365-00CB-4803-A243-CFE63D1EF124}"/>
              </a:ext>
            </a:extLst>
          </p:cNvPr>
          <p:cNvSpPr>
            <a:spLocks noGrp="1"/>
          </p:cNvSpPr>
          <p:nvPr>
            <p:ph type="ftr" sz="quarter" idx="11"/>
          </p:nvPr>
        </p:nvSpPr>
        <p:spPr>
          <a:xfrm>
            <a:off x="4191000" y="6423025"/>
            <a:ext cx="3005138" cy="365125"/>
          </a:xfrm>
        </p:spPr>
        <p:txBody>
          <a:bodyPr/>
          <a:lstStyle>
            <a:lvl1pPr>
              <a:defRPr/>
            </a:lvl1pPr>
          </a:lstStyle>
          <a:p>
            <a:pPr>
              <a:defRPr/>
            </a:pPr>
            <a:endParaRPr lang="en-US" altLang="en-US"/>
          </a:p>
        </p:txBody>
      </p:sp>
      <p:sp>
        <p:nvSpPr>
          <p:cNvPr id="9" name="Slide Number Placeholder 6">
            <a:extLst>
              <a:ext uri="{FF2B5EF4-FFF2-40B4-BE49-F238E27FC236}">
                <a16:creationId xmlns:a16="http://schemas.microsoft.com/office/drawing/2014/main" id="{E08FA02A-7C84-41D3-B339-E1CEC85DED7A}"/>
              </a:ext>
            </a:extLst>
          </p:cNvPr>
          <p:cNvSpPr>
            <a:spLocks noGrp="1"/>
          </p:cNvSpPr>
          <p:nvPr>
            <p:ph type="sldNum" sz="quarter" idx="12"/>
          </p:nvPr>
        </p:nvSpPr>
        <p:spPr/>
        <p:txBody>
          <a:bodyPr/>
          <a:lstStyle>
            <a:lvl1pPr>
              <a:defRPr/>
            </a:lvl1pPr>
          </a:lstStyle>
          <a:p>
            <a:pPr>
              <a:defRPr/>
            </a:pPr>
            <a:fld id="{F4C4F20B-DFB7-47E0-99A5-E35BEB509EFA}" type="slidenum">
              <a:rPr lang="en-US" altLang="en-US"/>
              <a:pPr>
                <a:defRPr/>
              </a:pPr>
              <a:t>‹#›</a:t>
            </a:fld>
            <a:endParaRPr lang="en-US" altLang="en-US"/>
          </a:p>
        </p:txBody>
      </p:sp>
    </p:spTree>
    <p:extLst>
      <p:ext uri="{BB962C8B-B14F-4D97-AF65-F5344CB8AC3E}">
        <p14:creationId xmlns:p14="http://schemas.microsoft.com/office/powerpoint/2010/main" val="2255815162"/>
      </p:ext>
    </p:extLst>
  </p:cSld>
  <p:clrMapOvr>
    <a:masterClrMapping/>
  </p:clrMapOvr>
  <p:transition>
    <p:random/>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picTx" preserve="1">
  <p:cSld name="Picture above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B01909A-2195-4FAB-8839-F9F6FE648B8D}"/>
              </a:ext>
            </a:extLst>
          </p:cNvPr>
          <p:cNvSpPr/>
          <p:nvPr/>
        </p:nvSpPr>
        <p:spPr>
          <a:xfrm>
            <a:off x="6802438" y="228600"/>
            <a:ext cx="2057400" cy="203835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6" name="Rectangle 5">
            <a:extLst>
              <a:ext uri="{FF2B5EF4-FFF2-40B4-BE49-F238E27FC236}">
                <a16:creationId xmlns:a16="http://schemas.microsoft.com/office/drawing/2014/main" id="{F059CE46-129E-4ECD-8EC1-7FBFCCF3D09D}"/>
              </a:ext>
            </a:extLst>
          </p:cNvPr>
          <p:cNvSpPr/>
          <p:nvPr/>
        </p:nvSpPr>
        <p:spPr>
          <a:xfrm>
            <a:off x="6802438" y="2378075"/>
            <a:ext cx="2057400" cy="20383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7" name="TextBox 6">
            <a:extLst>
              <a:ext uri="{FF2B5EF4-FFF2-40B4-BE49-F238E27FC236}">
                <a16:creationId xmlns:a16="http://schemas.microsoft.com/office/drawing/2014/main" id="{C86D4F6F-D994-4A50-98C6-DE2D135B18C0}"/>
              </a:ext>
            </a:extLst>
          </p:cNvPr>
          <p:cNvSpPr txBox="1">
            <a:spLocks noChangeArrowheads="1"/>
          </p:cNvSpPr>
          <p:nvPr/>
        </p:nvSpPr>
        <p:spPr bwMode="auto">
          <a:xfrm>
            <a:off x="327025" y="4632325"/>
            <a:ext cx="2206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2400" b="1">
                <a:solidFill>
                  <a:srgbClr val="B870B8"/>
                </a:solidFill>
                <a:cs typeface="Arial" panose="020B0604020202020204" pitchFamily="34" charset="0"/>
              </a:rPr>
              <a:t>+ </a:t>
            </a:r>
          </a:p>
        </p:txBody>
      </p:sp>
      <p:sp>
        <p:nvSpPr>
          <p:cNvPr id="2" name="Title 1"/>
          <p:cNvSpPr>
            <a:spLocks noGrp="1"/>
          </p:cNvSpPr>
          <p:nvPr>
            <p:ph type="title"/>
          </p:nvPr>
        </p:nvSpPr>
        <p:spPr>
          <a:xfrm>
            <a:off x="506505" y="4424082"/>
            <a:ext cx="6191157" cy="83371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277905" y="228600"/>
            <a:ext cx="6378389" cy="4187952"/>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noProof="0" dirty="0"/>
          </a:p>
        </p:txBody>
      </p:sp>
      <p:sp>
        <p:nvSpPr>
          <p:cNvPr id="4" name="Text Placeholder 3"/>
          <p:cNvSpPr>
            <a:spLocks noGrp="1"/>
          </p:cNvSpPr>
          <p:nvPr>
            <p:ph type="body" sz="half" idx="2"/>
          </p:nvPr>
        </p:nvSpPr>
        <p:spPr>
          <a:xfrm>
            <a:off x="506505" y="5257799"/>
            <a:ext cx="6191157" cy="885825"/>
          </a:xfrm>
        </p:spPr>
        <p:txBody>
          <a:bodyPr/>
          <a:lstStyle>
            <a:lvl1pPr marL="0" indent="0">
              <a:spcBef>
                <a:spcPts val="3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8" name="Date Placeholder 4">
            <a:extLst>
              <a:ext uri="{FF2B5EF4-FFF2-40B4-BE49-F238E27FC236}">
                <a16:creationId xmlns:a16="http://schemas.microsoft.com/office/drawing/2014/main" id="{754C0E74-42E2-446C-94D7-A3B55F60E993}"/>
              </a:ext>
            </a:extLst>
          </p:cNvPr>
          <p:cNvSpPr>
            <a:spLocks noGrp="1"/>
          </p:cNvSpPr>
          <p:nvPr>
            <p:ph type="dt" sz="half" idx="10"/>
          </p:nvPr>
        </p:nvSpPr>
        <p:spPr/>
        <p:txBody>
          <a:bodyPr/>
          <a:lstStyle>
            <a:lvl1pPr>
              <a:defRPr/>
            </a:lvl1pPr>
          </a:lstStyle>
          <a:p>
            <a:pPr>
              <a:defRPr/>
            </a:pPr>
            <a:fld id="{7F45BE75-3A8E-4EEA-B612-B336FA73E380}" type="datetime4">
              <a:rPr lang="en-US" altLang="en-US" smtClean="0"/>
              <a:t>March 26, 2024</a:t>
            </a:fld>
            <a:endParaRPr lang="en-US" altLang="en-US"/>
          </a:p>
        </p:txBody>
      </p:sp>
      <p:sp>
        <p:nvSpPr>
          <p:cNvPr id="9" name="Footer Placeholder 5">
            <a:extLst>
              <a:ext uri="{FF2B5EF4-FFF2-40B4-BE49-F238E27FC236}">
                <a16:creationId xmlns:a16="http://schemas.microsoft.com/office/drawing/2014/main" id="{3B8F4D42-B8D9-4103-ABD1-B75FECA7620C}"/>
              </a:ext>
            </a:extLst>
          </p:cNvPr>
          <p:cNvSpPr>
            <a:spLocks noGrp="1"/>
          </p:cNvSpPr>
          <p:nvPr>
            <p:ph type="ftr" sz="quarter" idx="11"/>
          </p:nvPr>
        </p:nvSpPr>
        <p:spPr/>
        <p:txBody>
          <a:bodyPr/>
          <a:lstStyle>
            <a:lvl1pPr>
              <a:defRPr/>
            </a:lvl1pPr>
          </a:lstStyle>
          <a:p>
            <a:pPr>
              <a:defRPr/>
            </a:pPr>
            <a:endParaRPr lang="en-US" altLang="en-US"/>
          </a:p>
        </p:txBody>
      </p:sp>
      <p:sp>
        <p:nvSpPr>
          <p:cNvPr id="10" name="Slide Number Placeholder 6">
            <a:extLst>
              <a:ext uri="{FF2B5EF4-FFF2-40B4-BE49-F238E27FC236}">
                <a16:creationId xmlns:a16="http://schemas.microsoft.com/office/drawing/2014/main" id="{9FC1F58C-874F-4AD4-A32D-B6BA2E11340C}"/>
              </a:ext>
            </a:extLst>
          </p:cNvPr>
          <p:cNvSpPr>
            <a:spLocks noGrp="1"/>
          </p:cNvSpPr>
          <p:nvPr>
            <p:ph type="sldNum" sz="quarter" idx="12"/>
          </p:nvPr>
        </p:nvSpPr>
        <p:spPr/>
        <p:txBody>
          <a:bodyPr/>
          <a:lstStyle>
            <a:lvl1pPr>
              <a:defRPr/>
            </a:lvl1pPr>
          </a:lstStyle>
          <a:p>
            <a:pPr>
              <a:defRPr/>
            </a:pPr>
            <a:fld id="{3F4A88E9-55FA-4583-A2AF-654D4791C2C9}" type="slidenum">
              <a:rPr lang="en-US" altLang="en-US"/>
              <a:pPr>
                <a:defRPr/>
              </a:pPr>
              <a:t>‹#›</a:t>
            </a:fld>
            <a:endParaRPr lang="en-US" altLang="en-US"/>
          </a:p>
        </p:txBody>
      </p:sp>
    </p:spTree>
    <p:extLst>
      <p:ext uri="{BB962C8B-B14F-4D97-AF65-F5344CB8AC3E}">
        <p14:creationId xmlns:p14="http://schemas.microsoft.com/office/powerpoint/2010/main" val="343624612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2 Pictures with Captio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E4B8522-9E4F-489D-86CD-B4B7DAA29998}"/>
              </a:ext>
            </a:extLst>
          </p:cNvPr>
          <p:cNvSpPr/>
          <p:nvPr/>
        </p:nvSpPr>
        <p:spPr>
          <a:xfrm>
            <a:off x="282575" y="228600"/>
            <a:ext cx="6386513" cy="63452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7" name="TextBox 6">
            <a:extLst>
              <a:ext uri="{FF2B5EF4-FFF2-40B4-BE49-F238E27FC236}">
                <a16:creationId xmlns:a16="http://schemas.microsoft.com/office/drawing/2014/main" id="{06D96BD4-27ED-4DD1-8791-F3D093AD227B}"/>
              </a:ext>
            </a:extLst>
          </p:cNvPr>
          <p:cNvSpPr txBox="1">
            <a:spLocks noChangeArrowheads="1"/>
          </p:cNvSpPr>
          <p:nvPr/>
        </p:nvSpPr>
        <p:spPr bwMode="auto">
          <a:xfrm>
            <a:off x="425450" y="174625"/>
            <a:ext cx="41275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5400" b="1">
                <a:solidFill>
                  <a:srgbClr val="B870B8"/>
                </a:solidFill>
                <a:cs typeface="Arial" panose="020B0604020202020204" pitchFamily="34" charset="0"/>
              </a:rPr>
              <a:t>+</a:t>
            </a:r>
          </a:p>
        </p:txBody>
      </p:sp>
      <p:sp>
        <p:nvSpPr>
          <p:cNvPr id="8" name="Rectangle 7">
            <a:extLst>
              <a:ext uri="{FF2B5EF4-FFF2-40B4-BE49-F238E27FC236}">
                <a16:creationId xmlns:a16="http://schemas.microsoft.com/office/drawing/2014/main" id="{8394B6BF-E2C1-4B6F-9ECA-93E1777E3521}"/>
              </a:ext>
            </a:extLst>
          </p:cNvPr>
          <p:cNvSpPr/>
          <p:nvPr/>
        </p:nvSpPr>
        <p:spPr>
          <a:xfrm>
            <a:off x="6802438" y="228600"/>
            <a:ext cx="2057400" cy="203835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2" name="Title 1"/>
          <p:cNvSpPr>
            <a:spLocks noGrp="1"/>
          </p:cNvSpPr>
          <p:nvPr>
            <p:ph type="title"/>
          </p:nvPr>
        </p:nvSpPr>
        <p:spPr>
          <a:xfrm>
            <a:off x="380554" y="2571750"/>
            <a:ext cx="6181611" cy="1162050"/>
          </a:xfrm>
        </p:spPr>
        <p:txBody>
          <a:bodyPr anchor="b">
            <a:normAutofit/>
          </a:bodyPr>
          <a:lstStyle>
            <a:lvl1pPr algn="l">
              <a:defRPr sz="2600" b="0">
                <a:solidFill>
                  <a:srgbClr val="FF0000"/>
                </a:solidFill>
              </a:defRPr>
            </a:lvl1pPr>
          </a:lstStyle>
          <a:p>
            <a:r>
              <a:rPr lang="en-US"/>
              <a:t>Click to edit Master title style</a:t>
            </a:r>
            <a:endParaRPr dirty="0"/>
          </a:p>
        </p:txBody>
      </p:sp>
      <p:sp>
        <p:nvSpPr>
          <p:cNvPr id="4" name="Text Placeholder 3"/>
          <p:cNvSpPr>
            <a:spLocks noGrp="1"/>
          </p:cNvSpPr>
          <p:nvPr>
            <p:ph type="body" sz="half" idx="2"/>
          </p:nvPr>
        </p:nvSpPr>
        <p:spPr>
          <a:xfrm>
            <a:off x="381094" y="3733800"/>
            <a:ext cx="6179566" cy="2392363"/>
          </a:xfrm>
        </p:spPr>
        <p:txBody>
          <a:bodyPr/>
          <a:lstStyle>
            <a:lvl1pPr marL="0" indent="0">
              <a:buNone/>
              <a:defRPr sz="1400">
                <a:solidFill>
                  <a:srgbClr val="0070C0"/>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2" name="Picture Placeholder 12"/>
          <p:cNvSpPr>
            <a:spLocks noGrp="1"/>
          </p:cNvSpPr>
          <p:nvPr>
            <p:ph type="pic" sz="quarter" idx="13"/>
          </p:nvPr>
        </p:nvSpPr>
        <p:spPr>
          <a:xfrm>
            <a:off x="6802438" y="2374940"/>
            <a:ext cx="2057400" cy="2039112"/>
          </a:xfrm>
        </p:spPr>
        <p:txBody>
          <a:bodyPr rtlCol="0">
            <a:normAutofit/>
          </a:bodyPr>
          <a:lstStyle>
            <a:lvl1pPr>
              <a:buNone/>
              <a:defRPr/>
            </a:lvl1pPr>
          </a:lstStyle>
          <a:p>
            <a:pPr lvl="0"/>
            <a:r>
              <a:rPr lang="en-US" noProof="0"/>
              <a:t>Click icon to add picture</a:t>
            </a:r>
            <a:endParaRPr noProof="0" dirty="0"/>
          </a:p>
        </p:txBody>
      </p:sp>
      <p:sp>
        <p:nvSpPr>
          <p:cNvPr id="13" name="Picture Placeholder 12"/>
          <p:cNvSpPr>
            <a:spLocks noGrp="1"/>
          </p:cNvSpPr>
          <p:nvPr>
            <p:ph type="pic" sz="quarter" idx="14"/>
          </p:nvPr>
        </p:nvSpPr>
        <p:spPr>
          <a:xfrm>
            <a:off x="6802438" y="4535424"/>
            <a:ext cx="2057400" cy="2039112"/>
          </a:xfrm>
        </p:spPr>
        <p:txBody>
          <a:bodyPr rtlCol="0">
            <a:normAutofit/>
          </a:bodyPr>
          <a:lstStyle>
            <a:lvl1pPr>
              <a:buNone/>
              <a:defRPr/>
            </a:lvl1pPr>
          </a:lstStyle>
          <a:p>
            <a:pPr lvl="0"/>
            <a:r>
              <a:rPr lang="en-US" noProof="0"/>
              <a:t>Click icon to add picture</a:t>
            </a:r>
            <a:endParaRPr noProof="0" dirty="0"/>
          </a:p>
        </p:txBody>
      </p:sp>
      <p:sp>
        <p:nvSpPr>
          <p:cNvPr id="9" name="Date Placeholder 4">
            <a:extLst>
              <a:ext uri="{FF2B5EF4-FFF2-40B4-BE49-F238E27FC236}">
                <a16:creationId xmlns:a16="http://schemas.microsoft.com/office/drawing/2014/main" id="{C761474E-2C03-4840-8A15-994BF879D3D2}"/>
              </a:ext>
            </a:extLst>
          </p:cNvPr>
          <p:cNvSpPr>
            <a:spLocks noGrp="1"/>
          </p:cNvSpPr>
          <p:nvPr>
            <p:ph type="dt" sz="half" idx="15"/>
          </p:nvPr>
        </p:nvSpPr>
        <p:spPr>
          <a:xfrm>
            <a:off x="5211763" y="6235700"/>
            <a:ext cx="1349375" cy="365125"/>
          </a:xfrm>
        </p:spPr>
        <p:txBody>
          <a:bodyPr/>
          <a:lstStyle>
            <a:lvl1pPr>
              <a:defRPr>
                <a:solidFill>
                  <a:schemeClr val="bg1"/>
                </a:solidFill>
              </a:defRPr>
            </a:lvl1pPr>
          </a:lstStyle>
          <a:p>
            <a:pPr>
              <a:defRPr/>
            </a:pPr>
            <a:fld id="{20232980-E453-4CBF-A307-45048147E9FA}" type="datetime4">
              <a:rPr lang="en-US" altLang="en-US" smtClean="0"/>
              <a:t>March 26, 2024</a:t>
            </a:fld>
            <a:endParaRPr lang="en-US" altLang="en-US"/>
          </a:p>
        </p:txBody>
      </p:sp>
      <p:sp>
        <p:nvSpPr>
          <p:cNvPr id="10" name="Footer Placeholder 5">
            <a:extLst>
              <a:ext uri="{FF2B5EF4-FFF2-40B4-BE49-F238E27FC236}">
                <a16:creationId xmlns:a16="http://schemas.microsoft.com/office/drawing/2014/main" id="{7C2799EC-B7A7-4AEB-AA05-ED8A41C7D4AE}"/>
              </a:ext>
            </a:extLst>
          </p:cNvPr>
          <p:cNvSpPr>
            <a:spLocks noGrp="1"/>
          </p:cNvSpPr>
          <p:nvPr>
            <p:ph type="ftr" sz="quarter" idx="16"/>
          </p:nvPr>
        </p:nvSpPr>
        <p:spPr>
          <a:xfrm>
            <a:off x="381000" y="6235700"/>
            <a:ext cx="4648200" cy="365125"/>
          </a:xfrm>
        </p:spPr>
        <p:txBody>
          <a:bodyPr/>
          <a:lstStyle>
            <a:lvl1pPr>
              <a:defRPr>
                <a:solidFill>
                  <a:schemeClr val="bg1"/>
                </a:solidFill>
              </a:defRPr>
            </a:lvl1pPr>
          </a:lstStyle>
          <a:p>
            <a:pPr>
              <a:defRPr/>
            </a:pPr>
            <a:endParaRPr lang="en-US" altLang="en-US"/>
          </a:p>
        </p:txBody>
      </p:sp>
      <p:sp>
        <p:nvSpPr>
          <p:cNvPr id="11" name="Slide Number Placeholder 6">
            <a:extLst>
              <a:ext uri="{FF2B5EF4-FFF2-40B4-BE49-F238E27FC236}">
                <a16:creationId xmlns:a16="http://schemas.microsoft.com/office/drawing/2014/main" id="{158E981D-B48B-4C8C-9DD0-1E81EA85DC5F}"/>
              </a:ext>
            </a:extLst>
          </p:cNvPr>
          <p:cNvSpPr>
            <a:spLocks noGrp="1"/>
          </p:cNvSpPr>
          <p:nvPr>
            <p:ph type="sldNum" sz="quarter" idx="17"/>
          </p:nvPr>
        </p:nvSpPr>
        <p:spPr/>
        <p:txBody>
          <a:bodyPr/>
          <a:lstStyle>
            <a:lvl1pPr>
              <a:defRPr/>
            </a:lvl1pPr>
          </a:lstStyle>
          <a:p>
            <a:pPr>
              <a:defRPr/>
            </a:pPr>
            <a:fld id="{C20F1E02-4764-4B68-9C6E-34342FE9361F}" type="slidenum">
              <a:rPr lang="en-US" altLang="en-US"/>
              <a:pPr>
                <a:defRPr/>
              </a:pPr>
              <a:t>‹#›</a:t>
            </a:fld>
            <a:endParaRPr lang="en-US" altLang="en-US"/>
          </a:p>
        </p:txBody>
      </p:sp>
    </p:spTree>
    <p:extLst>
      <p:ext uri="{BB962C8B-B14F-4D97-AF65-F5344CB8AC3E}">
        <p14:creationId xmlns:p14="http://schemas.microsoft.com/office/powerpoint/2010/main" val="182530089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3 Pictures with Caption">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684C6A6-C390-4CE9-9551-280F5894D784}"/>
              </a:ext>
            </a:extLst>
          </p:cNvPr>
          <p:cNvSpPr/>
          <p:nvPr/>
        </p:nvSpPr>
        <p:spPr>
          <a:xfrm>
            <a:off x="282575" y="228600"/>
            <a:ext cx="4235450" cy="63452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8" name="TextBox 7">
            <a:extLst>
              <a:ext uri="{FF2B5EF4-FFF2-40B4-BE49-F238E27FC236}">
                <a16:creationId xmlns:a16="http://schemas.microsoft.com/office/drawing/2014/main" id="{A51F7596-DDE6-4CD4-865C-FEF3B660E3C7}"/>
              </a:ext>
            </a:extLst>
          </p:cNvPr>
          <p:cNvSpPr txBox="1">
            <a:spLocks noChangeArrowheads="1"/>
          </p:cNvSpPr>
          <p:nvPr/>
        </p:nvSpPr>
        <p:spPr bwMode="auto">
          <a:xfrm>
            <a:off x="425450" y="174625"/>
            <a:ext cx="41275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5400" b="1">
                <a:solidFill>
                  <a:srgbClr val="B870B8"/>
                </a:solidFill>
                <a:cs typeface="Arial" panose="020B0604020202020204" pitchFamily="34" charset="0"/>
              </a:rPr>
              <a:t>+</a:t>
            </a:r>
          </a:p>
        </p:txBody>
      </p:sp>
      <p:sp>
        <p:nvSpPr>
          <p:cNvPr id="9" name="Rectangle 8">
            <a:extLst>
              <a:ext uri="{FF2B5EF4-FFF2-40B4-BE49-F238E27FC236}">
                <a16:creationId xmlns:a16="http://schemas.microsoft.com/office/drawing/2014/main" id="{8EC2F2B8-01CF-45D9-851B-C292454438D2}"/>
              </a:ext>
            </a:extLst>
          </p:cNvPr>
          <p:cNvSpPr/>
          <p:nvPr/>
        </p:nvSpPr>
        <p:spPr>
          <a:xfrm>
            <a:off x="6802438" y="228600"/>
            <a:ext cx="2057400" cy="203835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10" name="Rectangle 9">
            <a:extLst>
              <a:ext uri="{FF2B5EF4-FFF2-40B4-BE49-F238E27FC236}">
                <a16:creationId xmlns:a16="http://schemas.microsoft.com/office/drawing/2014/main" id="{187172EA-58AA-450E-8BAD-A116BCA1D3EA}"/>
              </a:ext>
            </a:extLst>
          </p:cNvPr>
          <p:cNvSpPr/>
          <p:nvPr/>
        </p:nvSpPr>
        <p:spPr>
          <a:xfrm>
            <a:off x="4624388" y="4535488"/>
            <a:ext cx="2057400" cy="203835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2" name="Title 1"/>
          <p:cNvSpPr>
            <a:spLocks noGrp="1"/>
          </p:cNvSpPr>
          <p:nvPr>
            <p:ph type="title"/>
          </p:nvPr>
        </p:nvSpPr>
        <p:spPr>
          <a:xfrm>
            <a:off x="380554" y="2571750"/>
            <a:ext cx="4016633" cy="1162050"/>
          </a:xfrm>
        </p:spPr>
        <p:txBody>
          <a:bodyPr anchor="b">
            <a:normAutofit/>
          </a:bodyPr>
          <a:lstStyle>
            <a:lvl1pPr algn="l">
              <a:defRPr sz="2600" b="0">
                <a:solidFill>
                  <a:srgbClr val="FF0000"/>
                </a:solidFill>
              </a:defRPr>
            </a:lvl1pPr>
          </a:lstStyle>
          <a:p>
            <a:r>
              <a:rPr lang="en-US"/>
              <a:t>Click to edit Master title style</a:t>
            </a:r>
            <a:endParaRPr dirty="0"/>
          </a:p>
        </p:txBody>
      </p:sp>
      <p:sp>
        <p:nvSpPr>
          <p:cNvPr id="4" name="Text Placeholder 3"/>
          <p:cNvSpPr>
            <a:spLocks noGrp="1"/>
          </p:cNvSpPr>
          <p:nvPr>
            <p:ph type="body" sz="half" idx="2"/>
          </p:nvPr>
        </p:nvSpPr>
        <p:spPr>
          <a:xfrm>
            <a:off x="381094" y="3733800"/>
            <a:ext cx="4015304" cy="2392363"/>
          </a:xfrm>
        </p:spPr>
        <p:txBody>
          <a:bodyPr/>
          <a:lstStyle>
            <a:lvl1pPr marL="0" indent="0">
              <a:buNone/>
              <a:defRPr sz="1400">
                <a:solidFill>
                  <a:srgbClr val="0070C0"/>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2" name="Picture Placeholder 12"/>
          <p:cNvSpPr>
            <a:spLocks noGrp="1"/>
          </p:cNvSpPr>
          <p:nvPr>
            <p:ph type="pic" sz="quarter" idx="13"/>
          </p:nvPr>
        </p:nvSpPr>
        <p:spPr>
          <a:xfrm>
            <a:off x="4624388" y="228600"/>
            <a:ext cx="2057400" cy="2039112"/>
          </a:xfrm>
        </p:spPr>
        <p:txBody>
          <a:bodyPr rtlCol="0">
            <a:normAutofit/>
          </a:bodyPr>
          <a:lstStyle>
            <a:lvl1pPr>
              <a:buNone/>
              <a:defRPr/>
            </a:lvl1pPr>
          </a:lstStyle>
          <a:p>
            <a:pPr lvl="0"/>
            <a:r>
              <a:rPr lang="en-US" noProof="0"/>
              <a:t>Click icon to add picture</a:t>
            </a:r>
            <a:endParaRPr noProof="0" dirty="0"/>
          </a:p>
        </p:txBody>
      </p:sp>
      <p:sp>
        <p:nvSpPr>
          <p:cNvPr id="13" name="Picture Placeholder 12"/>
          <p:cNvSpPr>
            <a:spLocks noGrp="1"/>
          </p:cNvSpPr>
          <p:nvPr>
            <p:ph type="pic" sz="quarter" idx="14"/>
          </p:nvPr>
        </p:nvSpPr>
        <p:spPr>
          <a:xfrm>
            <a:off x="4624388" y="2381663"/>
            <a:ext cx="2057400" cy="2039112"/>
          </a:xfrm>
        </p:spPr>
        <p:txBody>
          <a:bodyPr rtlCol="0">
            <a:normAutofit/>
          </a:bodyPr>
          <a:lstStyle>
            <a:lvl1pPr>
              <a:buNone/>
              <a:defRPr/>
            </a:lvl1pPr>
          </a:lstStyle>
          <a:p>
            <a:pPr lvl="0"/>
            <a:r>
              <a:rPr lang="en-US" noProof="0"/>
              <a:t>Click icon to add picture</a:t>
            </a:r>
            <a:endParaRPr noProof="0" dirty="0"/>
          </a:p>
        </p:txBody>
      </p:sp>
      <p:sp>
        <p:nvSpPr>
          <p:cNvPr id="14" name="Picture Placeholder 12"/>
          <p:cNvSpPr>
            <a:spLocks noGrp="1"/>
          </p:cNvSpPr>
          <p:nvPr>
            <p:ph type="pic" sz="quarter" idx="15"/>
          </p:nvPr>
        </p:nvSpPr>
        <p:spPr>
          <a:xfrm>
            <a:off x="6803136" y="2381662"/>
            <a:ext cx="2057400" cy="4187952"/>
          </a:xfrm>
        </p:spPr>
        <p:txBody>
          <a:bodyPr rtlCol="0">
            <a:normAutofit/>
          </a:bodyPr>
          <a:lstStyle>
            <a:lvl1pPr>
              <a:buNone/>
              <a:defRPr/>
            </a:lvl1pPr>
          </a:lstStyle>
          <a:p>
            <a:pPr lvl="0"/>
            <a:r>
              <a:rPr lang="en-US" noProof="0"/>
              <a:t>Click icon to add picture</a:t>
            </a:r>
            <a:endParaRPr noProof="0" dirty="0"/>
          </a:p>
        </p:txBody>
      </p:sp>
      <p:sp>
        <p:nvSpPr>
          <p:cNvPr id="11" name="Date Placeholder 4">
            <a:extLst>
              <a:ext uri="{FF2B5EF4-FFF2-40B4-BE49-F238E27FC236}">
                <a16:creationId xmlns:a16="http://schemas.microsoft.com/office/drawing/2014/main" id="{73AC807D-AF86-4476-A47B-879D992AE4E9}"/>
              </a:ext>
            </a:extLst>
          </p:cNvPr>
          <p:cNvSpPr>
            <a:spLocks noGrp="1"/>
          </p:cNvSpPr>
          <p:nvPr>
            <p:ph type="dt" sz="half" idx="16"/>
          </p:nvPr>
        </p:nvSpPr>
        <p:spPr>
          <a:xfrm>
            <a:off x="3048000" y="6235700"/>
            <a:ext cx="1347788" cy="365125"/>
          </a:xfrm>
        </p:spPr>
        <p:txBody>
          <a:bodyPr/>
          <a:lstStyle>
            <a:lvl1pPr>
              <a:defRPr>
                <a:solidFill>
                  <a:schemeClr val="bg1"/>
                </a:solidFill>
              </a:defRPr>
            </a:lvl1pPr>
          </a:lstStyle>
          <a:p>
            <a:pPr>
              <a:defRPr/>
            </a:pPr>
            <a:fld id="{CB0466D8-1F5A-4252-9DF5-0AA1CCE412B1}" type="datetime4">
              <a:rPr lang="en-US" altLang="en-US" smtClean="0"/>
              <a:t>March 26, 2024</a:t>
            </a:fld>
            <a:endParaRPr lang="en-US" altLang="en-US"/>
          </a:p>
        </p:txBody>
      </p:sp>
      <p:sp>
        <p:nvSpPr>
          <p:cNvPr id="15" name="Footer Placeholder 5">
            <a:extLst>
              <a:ext uri="{FF2B5EF4-FFF2-40B4-BE49-F238E27FC236}">
                <a16:creationId xmlns:a16="http://schemas.microsoft.com/office/drawing/2014/main" id="{8E62327F-56AD-4A63-98B9-78485E66D17B}"/>
              </a:ext>
            </a:extLst>
          </p:cNvPr>
          <p:cNvSpPr>
            <a:spLocks noGrp="1"/>
          </p:cNvSpPr>
          <p:nvPr>
            <p:ph type="ftr" sz="quarter" idx="17"/>
          </p:nvPr>
        </p:nvSpPr>
        <p:spPr>
          <a:xfrm>
            <a:off x="381000" y="6235700"/>
            <a:ext cx="2590800" cy="365125"/>
          </a:xfrm>
        </p:spPr>
        <p:txBody>
          <a:bodyPr/>
          <a:lstStyle>
            <a:lvl1pPr>
              <a:defRPr>
                <a:solidFill>
                  <a:schemeClr val="bg1"/>
                </a:solidFill>
              </a:defRPr>
            </a:lvl1pPr>
          </a:lstStyle>
          <a:p>
            <a:pPr>
              <a:defRPr/>
            </a:pPr>
            <a:endParaRPr lang="en-US" altLang="en-US"/>
          </a:p>
        </p:txBody>
      </p:sp>
      <p:sp>
        <p:nvSpPr>
          <p:cNvPr id="16" name="Slide Number Placeholder 6">
            <a:extLst>
              <a:ext uri="{FF2B5EF4-FFF2-40B4-BE49-F238E27FC236}">
                <a16:creationId xmlns:a16="http://schemas.microsoft.com/office/drawing/2014/main" id="{1C12E0BA-FE9E-4BD0-AAEF-9BBAF7C75614}"/>
              </a:ext>
            </a:extLst>
          </p:cNvPr>
          <p:cNvSpPr>
            <a:spLocks noGrp="1"/>
          </p:cNvSpPr>
          <p:nvPr>
            <p:ph type="sldNum" sz="quarter" idx="18"/>
          </p:nvPr>
        </p:nvSpPr>
        <p:spPr/>
        <p:txBody>
          <a:bodyPr/>
          <a:lstStyle>
            <a:lvl1pPr>
              <a:defRPr/>
            </a:lvl1pPr>
          </a:lstStyle>
          <a:p>
            <a:pPr>
              <a:defRPr/>
            </a:pPr>
            <a:fld id="{12D2B7AC-0C10-4CF5-8B9B-68B5A78F7235}" type="slidenum">
              <a:rPr lang="en-US" altLang="en-US"/>
              <a:pPr>
                <a:defRPr/>
              </a:pPr>
              <a:t>‹#›</a:t>
            </a:fld>
            <a:endParaRPr lang="en-US" altLang="en-US"/>
          </a:p>
        </p:txBody>
      </p:sp>
    </p:spTree>
    <p:extLst>
      <p:ext uri="{BB962C8B-B14F-4D97-AF65-F5344CB8AC3E}">
        <p14:creationId xmlns:p14="http://schemas.microsoft.com/office/powerpoint/2010/main" val="394635543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3 Pictures with Caption, Al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D86DB31-10AD-4A0A-BCB6-1CE4F9A6C9F8}"/>
              </a:ext>
            </a:extLst>
          </p:cNvPr>
          <p:cNvSpPr/>
          <p:nvPr/>
        </p:nvSpPr>
        <p:spPr>
          <a:xfrm>
            <a:off x="8166100" y="282575"/>
            <a:ext cx="685800" cy="3016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8" name="TextBox 7">
            <a:extLst>
              <a:ext uri="{FF2B5EF4-FFF2-40B4-BE49-F238E27FC236}">
                <a16:creationId xmlns:a16="http://schemas.microsoft.com/office/drawing/2014/main" id="{6972F84F-B455-44D5-B27F-7968C240A00F}"/>
              </a:ext>
            </a:extLst>
          </p:cNvPr>
          <p:cNvSpPr txBox="1">
            <a:spLocks noChangeArrowheads="1"/>
          </p:cNvSpPr>
          <p:nvPr/>
        </p:nvSpPr>
        <p:spPr bwMode="auto">
          <a:xfrm>
            <a:off x="4749800" y="3370263"/>
            <a:ext cx="2206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2400" b="1">
                <a:solidFill>
                  <a:srgbClr val="B870B8"/>
                </a:solidFill>
                <a:cs typeface="Arial" panose="020B0604020202020204" pitchFamily="34" charset="0"/>
              </a:rPr>
              <a:t>+ </a:t>
            </a:r>
          </a:p>
        </p:txBody>
      </p:sp>
      <p:sp>
        <p:nvSpPr>
          <p:cNvPr id="2" name="Title 1"/>
          <p:cNvSpPr>
            <a:spLocks noGrp="1"/>
          </p:cNvSpPr>
          <p:nvPr>
            <p:ph type="title"/>
          </p:nvPr>
        </p:nvSpPr>
        <p:spPr>
          <a:xfrm>
            <a:off x="4953000" y="3124200"/>
            <a:ext cx="3108960" cy="87153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277905" y="2365248"/>
            <a:ext cx="4240119" cy="4187952"/>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noProof="0" dirty="0"/>
          </a:p>
        </p:txBody>
      </p:sp>
      <p:sp>
        <p:nvSpPr>
          <p:cNvPr id="4" name="Text Placeholder 3"/>
          <p:cNvSpPr>
            <a:spLocks noGrp="1"/>
          </p:cNvSpPr>
          <p:nvPr>
            <p:ph type="body" sz="half" idx="2"/>
          </p:nvPr>
        </p:nvSpPr>
        <p:spPr>
          <a:xfrm>
            <a:off x="4953000" y="3995737"/>
            <a:ext cx="3108960" cy="214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Picture Placeholder 12"/>
          <p:cNvSpPr>
            <a:spLocks noGrp="1"/>
          </p:cNvSpPr>
          <p:nvPr>
            <p:ph type="pic" sz="quarter" idx="13"/>
          </p:nvPr>
        </p:nvSpPr>
        <p:spPr>
          <a:xfrm>
            <a:off x="277905" y="228600"/>
            <a:ext cx="2057400" cy="2039112"/>
          </a:xfrm>
        </p:spPr>
        <p:txBody>
          <a:bodyPr rtlCol="0">
            <a:normAutofit/>
          </a:bodyPr>
          <a:lstStyle>
            <a:lvl1pPr>
              <a:buNone/>
              <a:defRPr/>
            </a:lvl1pPr>
          </a:lstStyle>
          <a:p>
            <a:pPr lvl="0"/>
            <a:r>
              <a:rPr lang="en-US" noProof="0"/>
              <a:t>Click icon to add picture</a:t>
            </a:r>
            <a:endParaRPr noProof="0" dirty="0"/>
          </a:p>
        </p:txBody>
      </p:sp>
      <p:sp>
        <p:nvSpPr>
          <p:cNvPr id="15" name="Picture Placeholder 12"/>
          <p:cNvSpPr>
            <a:spLocks noGrp="1"/>
          </p:cNvSpPr>
          <p:nvPr>
            <p:ph type="pic" sz="quarter" idx="14"/>
          </p:nvPr>
        </p:nvSpPr>
        <p:spPr>
          <a:xfrm>
            <a:off x="2460625" y="228600"/>
            <a:ext cx="2057400" cy="2039112"/>
          </a:xfrm>
        </p:spPr>
        <p:txBody>
          <a:bodyPr rtlCol="0">
            <a:normAutofit/>
          </a:bodyPr>
          <a:lstStyle>
            <a:lvl1pPr>
              <a:buNone/>
              <a:defRPr/>
            </a:lvl1pPr>
          </a:lstStyle>
          <a:p>
            <a:pPr lvl="0"/>
            <a:r>
              <a:rPr lang="en-US" noProof="0"/>
              <a:t>Click icon to add picture</a:t>
            </a:r>
            <a:endParaRPr noProof="0" dirty="0"/>
          </a:p>
        </p:txBody>
      </p:sp>
      <p:sp>
        <p:nvSpPr>
          <p:cNvPr id="9" name="Date Placeholder 4">
            <a:extLst>
              <a:ext uri="{FF2B5EF4-FFF2-40B4-BE49-F238E27FC236}">
                <a16:creationId xmlns:a16="http://schemas.microsoft.com/office/drawing/2014/main" id="{649B7326-D2C8-4CBD-A35A-2CB75A4F9E72}"/>
              </a:ext>
            </a:extLst>
          </p:cNvPr>
          <p:cNvSpPr>
            <a:spLocks noGrp="1"/>
          </p:cNvSpPr>
          <p:nvPr>
            <p:ph type="dt" sz="half" idx="15"/>
          </p:nvPr>
        </p:nvSpPr>
        <p:spPr>
          <a:xfrm>
            <a:off x="7391400" y="6423025"/>
            <a:ext cx="1536700" cy="365125"/>
          </a:xfrm>
        </p:spPr>
        <p:txBody>
          <a:bodyPr/>
          <a:lstStyle>
            <a:lvl1pPr>
              <a:defRPr/>
            </a:lvl1pPr>
          </a:lstStyle>
          <a:p>
            <a:pPr>
              <a:defRPr/>
            </a:pPr>
            <a:fld id="{67109545-74AE-4DF0-B5B8-5DCE9283F8AC}" type="datetime4">
              <a:rPr lang="en-US" altLang="en-US" smtClean="0"/>
              <a:t>March 26, 2024</a:t>
            </a:fld>
            <a:endParaRPr lang="en-US" altLang="en-US"/>
          </a:p>
        </p:txBody>
      </p:sp>
      <p:sp>
        <p:nvSpPr>
          <p:cNvPr id="10" name="Footer Placeholder 5">
            <a:extLst>
              <a:ext uri="{FF2B5EF4-FFF2-40B4-BE49-F238E27FC236}">
                <a16:creationId xmlns:a16="http://schemas.microsoft.com/office/drawing/2014/main" id="{46041EA7-B68A-41F3-8113-D9D32DAD8AB8}"/>
              </a:ext>
            </a:extLst>
          </p:cNvPr>
          <p:cNvSpPr>
            <a:spLocks noGrp="1"/>
          </p:cNvSpPr>
          <p:nvPr>
            <p:ph type="ftr" sz="quarter" idx="16"/>
          </p:nvPr>
        </p:nvSpPr>
        <p:spPr>
          <a:xfrm>
            <a:off x="4191000" y="6423025"/>
            <a:ext cx="3005138" cy="365125"/>
          </a:xfrm>
        </p:spPr>
        <p:txBody>
          <a:bodyPr/>
          <a:lstStyle>
            <a:lvl1pPr>
              <a:defRPr/>
            </a:lvl1pPr>
          </a:lstStyle>
          <a:p>
            <a:pPr>
              <a:defRPr/>
            </a:pPr>
            <a:endParaRPr lang="en-US" altLang="en-US"/>
          </a:p>
        </p:txBody>
      </p:sp>
      <p:sp>
        <p:nvSpPr>
          <p:cNvPr id="11" name="Slide Number Placeholder 6">
            <a:extLst>
              <a:ext uri="{FF2B5EF4-FFF2-40B4-BE49-F238E27FC236}">
                <a16:creationId xmlns:a16="http://schemas.microsoft.com/office/drawing/2014/main" id="{443674E4-A79F-449B-9438-925C258E3D68}"/>
              </a:ext>
            </a:extLst>
          </p:cNvPr>
          <p:cNvSpPr>
            <a:spLocks noGrp="1"/>
          </p:cNvSpPr>
          <p:nvPr>
            <p:ph type="sldNum" sz="quarter" idx="17"/>
          </p:nvPr>
        </p:nvSpPr>
        <p:spPr/>
        <p:txBody>
          <a:bodyPr/>
          <a:lstStyle>
            <a:lvl1pPr>
              <a:defRPr/>
            </a:lvl1pPr>
          </a:lstStyle>
          <a:p>
            <a:pPr>
              <a:defRPr/>
            </a:pPr>
            <a:fld id="{27EE316B-296A-4301-835E-E41E4EB19B5F}" type="slidenum">
              <a:rPr lang="en-US" altLang="en-US"/>
              <a:pPr>
                <a:defRPr/>
              </a:pPr>
              <a:t>‹#›</a:t>
            </a:fld>
            <a:endParaRPr lang="en-US" altLang="en-US"/>
          </a:p>
        </p:txBody>
      </p:sp>
    </p:spTree>
    <p:extLst>
      <p:ext uri="{BB962C8B-B14F-4D97-AF65-F5344CB8AC3E}">
        <p14:creationId xmlns:p14="http://schemas.microsoft.com/office/powerpoint/2010/main" val="344413198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Title and Vertical Tex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80C5B91-761D-4C3E-96C5-955410F3898F}"/>
              </a:ext>
            </a:extLst>
          </p:cNvPr>
          <p:cNvSpPr/>
          <p:nvPr/>
        </p:nvSpPr>
        <p:spPr>
          <a:xfrm>
            <a:off x="8166100" y="282575"/>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5" name="TextBox 4">
            <a:extLst>
              <a:ext uri="{FF2B5EF4-FFF2-40B4-BE49-F238E27FC236}">
                <a16:creationId xmlns:a16="http://schemas.microsoft.com/office/drawing/2014/main" id="{E9964D89-1EB4-4144-A2AB-CB37176A383C}"/>
              </a:ext>
            </a:extLst>
          </p:cNvPr>
          <p:cNvSpPr txBox="1">
            <a:spLocks noChangeArrowheads="1"/>
          </p:cNvSpPr>
          <p:nvPr/>
        </p:nvSpPr>
        <p:spPr bwMode="auto">
          <a:xfrm>
            <a:off x="223838" y="228600"/>
            <a:ext cx="26035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3600" b="1">
                <a:solidFill>
                  <a:srgbClr val="B870B8"/>
                </a:solidFill>
                <a:cs typeface="Arial" panose="020B0604020202020204" pitchFamily="34" charset="0"/>
              </a:rPr>
              <a:t>+</a:t>
            </a:r>
          </a:p>
        </p:txBody>
      </p:sp>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Date Placeholder 3">
            <a:extLst>
              <a:ext uri="{FF2B5EF4-FFF2-40B4-BE49-F238E27FC236}">
                <a16:creationId xmlns:a16="http://schemas.microsoft.com/office/drawing/2014/main" id="{53BC3FE9-9D89-4235-BD90-E3028C929DE0}"/>
              </a:ext>
            </a:extLst>
          </p:cNvPr>
          <p:cNvSpPr>
            <a:spLocks noGrp="1"/>
          </p:cNvSpPr>
          <p:nvPr>
            <p:ph type="dt" sz="half" idx="10"/>
          </p:nvPr>
        </p:nvSpPr>
        <p:spPr/>
        <p:txBody>
          <a:bodyPr/>
          <a:lstStyle>
            <a:lvl1pPr>
              <a:defRPr/>
            </a:lvl1pPr>
          </a:lstStyle>
          <a:p>
            <a:pPr>
              <a:defRPr/>
            </a:pPr>
            <a:fld id="{88E9DF7E-06F9-4CC6-95F8-38F71CEE8EE2}" type="datetime4">
              <a:rPr lang="en-US" altLang="en-US" smtClean="0"/>
              <a:t>March 26, 2024</a:t>
            </a:fld>
            <a:endParaRPr lang="en-US" altLang="en-US"/>
          </a:p>
        </p:txBody>
      </p:sp>
      <p:sp>
        <p:nvSpPr>
          <p:cNvPr id="7" name="Footer Placeholder 4">
            <a:extLst>
              <a:ext uri="{FF2B5EF4-FFF2-40B4-BE49-F238E27FC236}">
                <a16:creationId xmlns:a16="http://schemas.microsoft.com/office/drawing/2014/main" id="{54F36AFF-A8BF-4BD2-8967-40B05B6D814C}"/>
              </a:ext>
            </a:extLst>
          </p:cNvPr>
          <p:cNvSpPr>
            <a:spLocks noGrp="1"/>
          </p:cNvSpPr>
          <p:nvPr>
            <p:ph type="ftr" sz="quarter" idx="11"/>
          </p:nvPr>
        </p:nvSpPr>
        <p:spPr/>
        <p:txBody>
          <a:bodyPr/>
          <a:lstStyle>
            <a:lvl1pPr>
              <a:defRPr/>
            </a:lvl1pPr>
          </a:lstStyle>
          <a:p>
            <a:pPr>
              <a:defRPr/>
            </a:pPr>
            <a:endParaRPr lang="en-US" altLang="en-US"/>
          </a:p>
        </p:txBody>
      </p:sp>
      <p:sp>
        <p:nvSpPr>
          <p:cNvPr id="8" name="Slide Number Placeholder 5">
            <a:extLst>
              <a:ext uri="{FF2B5EF4-FFF2-40B4-BE49-F238E27FC236}">
                <a16:creationId xmlns:a16="http://schemas.microsoft.com/office/drawing/2014/main" id="{27A965FE-F10B-4D14-AFE7-31ABFE149A4E}"/>
              </a:ext>
            </a:extLst>
          </p:cNvPr>
          <p:cNvSpPr>
            <a:spLocks noGrp="1"/>
          </p:cNvSpPr>
          <p:nvPr>
            <p:ph type="sldNum" sz="quarter" idx="12"/>
          </p:nvPr>
        </p:nvSpPr>
        <p:spPr/>
        <p:txBody>
          <a:bodyPr/>
          <a:lstStyle>
            <a:lvl1pPr>
              <a:defRPr/>
            </a:lvl1pPr>
          </a:lstStyle>
          <a:p>
            <a:pPr>
              <a:defRPr/>
            </a:pPr>
            <a:fld id="{A2147E2A-C44F-4045-82D2-7C371F82CF1D}" type="slidenum">
              <a:rPr lang="en-US" altLang="en-US"/>
              <a:pPr>
                <a:defRPr/>
              </a:pPr>
              <a:t>‹#›</a:t>
            </a:fld>
            <a:endParaRPr lang="en-US" altLang="en-US"/>
          </a:p>
        </p:txBody>
      </p:sp>
    </p:spTree>
    <p:extLst>
      <p:ext uri="{BB962C8B-B14F-4D97-AF65-F5344CB8AC3E}">
        <p14:creationId xmlns:p14="http://schemas.microsoft.com/office/powerpoint/2010/main" val="360669910"/>
      </p:ext>
    </p:extLst>
  </p:cSld>
  <p:clrMapOvr>
    <a:masterClrMapping/>
  </p:clrMapOvr>
  <p:transition>
    <p:random/>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Vertical Title and Tex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7741545-59F1-4190-84C9-7BFBFE292ACE}"/>
              </a:ext>
            </a:extLst>
          </p:cNvPr>
          <p:cNvSpPr/>
          <p:nvPr/>
        </p:nvSpPr>
        <p:spPr>
          <a:xfrm>
            <a:off x="8166100" y="282575"/>
            <a:ext cx="685800" cy="3016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5" name="TextBox 4">
            <a:extLst>
              <a:ext uri="{FF2B5EF4-FFF2-40B4-BE49-F238E27FC236}">
                <a16:creationId xmlns:a16="http://schemas.microsoft.com/office/drawing/2014/main" id="{0B1A20B8-21F5-4760-BFC9-EC6F73243DA8}"/>
              </a:ext>
            </a:extLst>
          </p:cNvPr>
          <p:cNvSpPr txBox="1">
            <a:spLocks noChangeArrowheads="1"/>
          </p:cNvSpPr>
          <p:nvPr/>
        </p:nvSpPr>
        <p:spPr bwMode="auto">
          <a:xfrm rot="16200000">
            <a:off x="8593932" y="561181"/>
            <a:ext cx="26035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3600" b="1">
                <a:solidFill>
                  <a:srgbClr val="B870B8"/>
                </a:solidFill>
                <a:cs typeface="Arial" panose="020B0604020202020204" pitchFamily="34" charset="0"/>
              </a:rPr>
              <a:t>+</a:t>
            </a:r>
          </a:p>
        </p:txBody>
      </p:sp>
      <p:sp>
        <p:nvSpPr>
          <p:cNvPr id="2" name="Vertical Title 1"/>
          <p:cNvSpPr>
            <a:spLocks noGrp="1"/>
          </p:cNvSpPr>
          <p:nvPr>
            <p:ph type="title" orient="vert"/>
          </p:nvPr>
        </p:nvSpPr>
        <p:spPr>
          <a:xfrm>
            <a:off x="7995772" y="954742"/>
            <a:ext cx="681318" cy="5171422"/>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457200" y="958756"/>
            <a:ext cx="6858000" cy="518486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Date Placeholder 3">
            <a:extLst>
              <a:ext uri="{FF2B5EF4-FFF2-40B4-BE49-F238E27FC236}">
                <a16:creationId xmlns:a16="http://schemas.microsoft.com/office/drawing/2014/main" id="{73E6979F-8696-4C70-A779-45E2CFAAF7A3}"/>
              </a:ext>
            </a:extLst>
          </p:cNvPr>
          <p:cNvSpPr>
            <a:spLocks noGrp="1"/>
          </p:cNvSpPr>
          <p:nvPr>
            <p:ph type="dt" sz="half" idx="10"/>
          </p:nvPr>
        </p:nvSpPr>
        <p:spPr/>
        <p:txBody>
          <a:bodyPr/>
          <a:lstStyle>
            <a:lvl1pPr>
              <a:defRPr/>
            </a:lvl1pPr>
          </a:lstStyle>
          <a:p>
            <a:pPr>
              <a:defRPr/>
            </a:pPr>
            <a:fld id="{FA47287B-CD4B-4276-9C9C-6FD4F40A5F28}" type="datetime4">
              <a:rPr lang="en-US" altLang="en-US" smtClean="0"/>
              <a:t>March 26, 2024</a:t>
            </a:fld>
            <a:endParaRPr lang="en-US" altLang="en-US"/>
          </a:p>
        </p:txBody>
      </p:sp>
      <p:sp>
        <p:nvSpPr>
          <p:cNvPr id="7" name="Footer Placeholder 4">
            <a:extLst>
              <a:ext uri="{FF2B5EF4-FFF2-40B4-BE49-F238E27FC236}">
                <a16:creationId xmlns:a16="http://schemas.microsoft.com/office/drawing/2014/main" id="{B259E8A7-94BA-4CE3-9968-0F52201B546D}"/>
              </a:ext>
            </a:extLst>
          </p:cNvPr>
          <p:cNvSpPr>
            <a:spLocks noGrp="1"/>
          </p:cNvSpPr>
          <p:nvPr>
            <p:ph type="ftr" sz="quarter" idx="11"/>
          </p:nvPr>
        </p:nvSpPr>
        <p:spPr/>
        <p:txBody>
          <a:bodyPr/>
          <a:lstStyle>
            <a:lvl1pPr>
              <a:defRPr/>
            </a:lvl1pPr>
          </a:lstStyle>
          <a:p>
            <a:pPr>
              <a:defRPr/>
            </a:pPr>
            <a:endParaRPr lang="en-US" altLang="en-US"/>
          </a:p>
        </p:txBody>
      </p:sp>
      <p:sp>
        <p:nvSpPr>
          <p:cNvPr id="8" name="Slide Number Placeholder 5">
            <a:extLst>
              <a:ext uri="{FF2B5EF4-FFF2-40B4-BE49-F238E27FC236}">
                <a16:creationId xmlns:a16="http://schemas.microsoft.com/office/drawing/2014/main" id="{EBBE8256-DE8F-4CFA-B85D-AA30DC9107E8}"/>
              </a:ext>
            </a:extLst>
          </p:cNvPr>
          <p:cNvSpPr>
            <a:spLocks noGrp="1"/>
          </p:cNvSpPr>
          <p:nvPr>
            <p:ph type="sldNum" sz="quarter" idx="12"/>
          </p:nvPr>
        </p:nvSpPr>
        <p:spPr/>
        <p:txBody>
          <a:bodyPr/>
          <a:lstStyle>
            <a:lvl1pPr>
              <a:defRPr/>
            </a:lvl1pPr>
          </a:lstStyle>
          <a:p>
            <a:pPr>
              <a:defRPr/>
            </a:pPr>
            <a:fld id="{2C23BFD9-2626-4110-A809-223BFB94F502}" type="slidenum">
              <a:rPr lang="en-US" altLang="en-US"/>
              <a:pPr>
                <a:defRPr/>
              </a:pPr>
              <a:t>‹#›</a:t>
            </a:fld>
            <a:endParaRPr lang="en-US" altLang="en-US"/>
          </a:p>
        </p:txBody>
      </p:sp>
    </p:spTree>
    <p:extLst>
      <p:ext uri="{BB962C8B-B14F-4D97-AF65-F5344CB8AC3E}">
        <p14:creationId xmlns:p14="http://schemas.microsoft.com/office/powerpoint/2010/main" val="1156629683"/>
      </p:ext>
    </p:extLst>
  </p:cSld>
  <p:clrMapOvr>
    <a:masterClrMapping/>
  </p:clrMapOvr>
  <p:transition>
    <p:random/>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obj">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內容版面配置區 2"/>
          <p:cNvSpPr>
            <a:spLocks noGrp="1"/>
          </p:cNvSpPr>
          <p:nvPr>
            <p:ph idx="1"/>
          </p:nvPr>
        </p:nvSpPr>
        <p:spPr/>
        <p:txBody>
          <a:bodyPr/>
          <a:lstStyle>
            <a:lvl1pPr>
              <a:buClr>
                <a:srgbClr val="0000FF"/>
              </a:buClr>
              <a:buFont typeface="Wingdings 2" pitchFamily="18" charset="2"/>
              <a:buChar char="©"/>
              <a:defRPr/>
            </a:lvl1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dirty="0"/>
          </a:p>
        </p:txBody>
      </p:sp>
    </p:spTree>
    <p:extLst>
      <p:ext uri="{BB962C8B-B14F-4D97-AF65-F5344CB8AC3E}">
        <p14:creationId xmlns:p14="http://schemas.microsoft.com/office/powerpoint/2010/main" val="1628870415"/>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titleOnly">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Tree>
    <p:extLst>
      <p:ext uri="{BB962C8B-B14F-4D97-AF65-F5344CB8AC3E}">
        <p14:creationId xmlns:p14="http://schemas.microsoft.com/office/powerpoint/2010/main" val="251077679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txAndObj">
  <p:cSld name="標題，文字及物件">
    <p:spTree>
      <p:nvGrpSpPr>
        <p:cNvPr id="1" name=""/>
        <p:cNvGrpSpPr/>
        <p:nvPr/>
      </p:nvGrpSpPr>
      <p:grpSpPr>
        <a:xfrm>
          <a:off x="0" y="0"/>
          <a:ext cx="0" cy="0"/>
          <a:chOff x="0" y="0"/>
          <a:chExt cx="0" cy="0"/>
        </a:xfrm>
      </p:grpSpPr>
      <p:sp>
        <p:nvSpPr>
          <p:cNvPr id="2" name="標題 1"/>
          <p:cNvSpPr>
            <a:spLocks noGrp="1"/>
          </p:cNvSpPr>
          <p:nvPr>
            <p:ph type="title"/>
          </p:nvPr>
        </p:nvSpPr>
        <p:spPr>
          <a:xfrm>
            <a:off x="855785" y="350839"/>
            <a:ext cx="7904285" cy="414337"/>
          </a:xfrm>
        </p:spPr>
        <p:txBody>
          <a:bodyPr/>
          <a:lstStyle/>
          <a:p>
            <a:r>
              <a:rPr lang="en-US" altLang="zh-TW"/>
              <a:t>Click to edit Master title style</a:t>
            </a:r>
            <a:endParaRPr lang="zh-TW" altLang="en-US"/>
          </a:p>
        </p:txBody>
      </p:sp>
      <p:sp>
        <p:nvSpPr>
          <p:cNvPr id="3" name="文字版面配置區 2"/>
          <p:cNvSpPr>
            <a:spLocks noGrp="1"/>
          </p:cNvSpPr>
          <p:nvPr>
            <p:ph type="body" sz="half" idx="1"/>
          </p:nvPr>
        </p:nvSpPr>
        <p:spPr>
          <a:xfrm>
            <a:off x="457200" y="1295391"/>
            <a:ext cx="4044462" cy="5177127"/>
          </a:xfrm>
          <a:prstGeom prst="rect">
            <a:avLst/>
          </a:prstGeom>
        </p:spPr>
        <p:txBody>
          <a:body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內容版面配置區 3"/>
          <p:cNvSpPr>
            <a:spLocks noGrp="1"/>
          </p:cNvSpPr>
          <p:nvPr>
            <p:ph sz="half" idx="2"/>
          </p:nvPr>
        </p:nvSpPr>
        <p:spPr>
          <a:xfrm>
            <a:off x="4642338" y="1295391"/>
            <a:ext cx="4044462" cy="5186091"/>
          </a:xfrm>
          <a:prstGeom prst="rect">
            <a:avLst/>
          </a:prstGeom>
        </p:spPr>
        <p:txBody>
          <a:body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Tree>
    <p:extLst>
      <p:ext uri="{BB962C8B-B14F-4D97-AF65-F5344CB8AC3E}">
        <p14:creationId xmlns:p14="http://schemas.microsoft.com/office/powerpoint/2010/main" val="209646599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4565F6AB-F257-43C5-9F92-3178E8C87FF1}"/>
              </a:ext>
            </a:extLst>
          </p:cNvPr>
          <p:cNvGrpSpPr>
            <a:grpSpLocks/>
          </p:cNvGrpSpPr>
          <p:nvPr/>
        </p:nvGrpSpPr>
        <p:grpSpPr bwMode="auto">
          <a:xfrm>
            <a:off x="0" y="0"/>
            <a:ext cx="8763000" cy="5943600"/>
            <a:chOff x="0" y="0"/>
            <a:chExt cx="5520" cy="3744"/>
          </a:xfrm>
        </p:grpSpPr>
        <p:sp>
          <p:nvSpPr>
            <p:cNvPr id="5" name="Rectangle 3">
              <a:extLst>
                <a:ext uri="{FF2B5EF4-FFF2-40B4-BE49-F238E27FC236}">
                  <a16:creationId xmlns:a16="http://schemas.microsoft.com/office/drawing/2014/main" id="{5461597E-A600-4D4E-BDA1-48906D219E7D}"/>
                </a:ext>
              </a:extLst>
            </p:cNvPr>
            <p:cNvSpPr>
              <a:spLocks noChangeArrowheads="1"/>
            </p:cNvSpPr>
            <p:nvPr/>
          </p:nvSpPr>
          <p:spPr bwMode="auto">
            <a:xfrm>
              <a:off x="0" y="0"/>
              <a:ext cx="1104" cy="3072"/>
            </a:xfrm>
            <a:prstGeom prst="rect">
              <a:avLst/>
            </a:prstGeom>
            <a:solidFill>
              <a:schemeClr val="accent1"/>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ngsana New" panose="02020603050405020304" pitchFamily="18" charset="-34"/>
                </a:defRPr>
              </a:lvl1pPr>
              <a:lvl2pPr marL="742950" indent="-285750">
                <a:defRPr>
                  <a:solidFill>
                    <a:schemeClr val="tx1"/>
                  </a:solidFill>
                  <a:latin typeface="Arial" panose="020B0604020202020204" pitchFamily="34" charset="0"/>
                  <a:cs typeface="Angsana New" panose="02020603050405020304" pitchFamily="18" charset="-34"/>
                </a:defRPr>
              </a:lvl2pPr>
              <a:lvl3pPr marL="1143000" indent="-228600">
                <a:defRPr>
                  <a:solidFill>
                    <a:schemeClr val="tx1"/>
                  </a:solidFill>
                  <a:latin typeface="Arial" panose="020B0604020202020204" pitchFamily="34" charset="0"/>
                  <a:cs typeface="Angsana New" panose="02020603050405020304" pitchFamily="18" charset="-34"/>
                </a:defRPr>
              </a:lvl3pPr>
              <a:lvl4pPr marL="1600200" indent="-228600">
                <a:defRPr>
                  <a:solidFill>
                    <a:schemeClr val="tx1"/>
                  </a:solidFill>
                  <a:latin typeface="Arial" panose="020B0604020202020204" pitchFamily="34" charset="0"/>
                  <a:cs typeface="Angsana New" panose="02020603050405020304" pitchFamily="18" charset="-34"/>
                </a:defRPr>
              </a:lvl4pPr>
              <a:lvl5pPr marL="2057400" indent="-228600">
                <a:defRPr>
                  <a:solidFill>
                    <a:schemeClr val="tx1"/>
                  </a:solidFill>
                  <a:latin typeface="Arial" panose="020B0604020202020204" pitchFamily="34" charset="0"/>
                  <a:cs typeface="Angsana New" panose="02020603050405020304" pitchFamily="18" charset="-34"/>
                </a:defRPr>
              </a:lvl5pPr>
              <a:lvl6pPr marL="25146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6pPr>
              <a:lvl7pPr marL="29718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7pPr>
              <a:lvl8pPr marL="34290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8pPr>
              <a:lvl9pPr marL="38862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9pPr>
            </a:lstStyle>
            <a:p>
              <a:pPr algn="ctr" eaLnBrk="1" hangingPunct="1">
                <a:defRPr/>
              </a:pPr>
              <a:endParaRPr lang="en-US" altLang="en-US" sz="2400">
                <a:latin typeface="Times New Roman" panose="02020603050405020304" pitchFamily="18" charset="0"/>
                <a:ea typeface="+mn-ea"/>
              </a:endParaRPr>
            </a:p>
          </p:txBody>
        </p:sp>
        <p:grpSp>
          <p:nvGrpSpPr>
            <p:cNvPr id="6" name="Group 4">
              <a:extLst>
                <a:ext uri="{FF2B5EF4-FFF2-40B4-BE49-F238E27FC236}">
                  <a16:creationId xmlns:a16="http://schemas.microsoft.com/office/drawing/2014/main" id="{BE7A2416-A614-4AFA-9BE6-BB733C41BC18}"/>
                </a:ext>
              </a:extLst>
            </p:cNvPr>
            <p:cNvGrpSpPr>
              <a:grpSpLocks/>
            </p:cNvGrpSpPr>
            <p:nvPr userDrawn="1"/>
          </p:nvGrpSpPr>
          <p:grpSpPr bwMode="auto">
            <a:xfrm>
              <a:off x="0" y="2208"/>
              <a:ext cx="5520" cy="1536"/>
              <a:chOff x="0" y="2208"/>
              <a:chExt cx="5520" cy="1536"/>
            </a:xfrm>
          </p:grpSpPr>
          <p:sp>
            <p:nvSpPr>
              <p:cNvPr id="10" name="Rectangle 5">
                <a:extLst>
                  <a:ext uri="{FF2B5EF4-FFF2-40B4-BE49-F238E27FC236}">
                    <a16:creationId xmlns:a16="http://schemas.microsoft.com/office/drawing/2014/main" id="{2167F23D-50D2-4306-815F-A9CB09376D41}"/>
                  </a:ext>
                </a:extLst>
              </p:cNvPr>
              <p:cNvSpPr>
                <a:spLocks noChangeArrowheads="1"/>
              </p:cNvSpPr>
              <p:nvPr/>
            </p:nvSpPr>
            <p:spPr bwMode="ltGray">
              <a:xfrm>
                <a:off x="624" y="2208"/>
                <a:ext cx="4896" cy="1536"/>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ngsana New" panose="02020603050405020304" pitchFamily="18" charset="-34"/>
                  </a:defRPr>
                </a:lvl1pPr>
                <a:lvl2pPr marL="742950" indent="-285750">
                  <a:defRPr>
                    <a:solidFill>
                      <a:schemeClr val="tx1"/>
                    </a:solidFill>
                    <a:latin typeface="Arial" panose="020B0604020202020204" pitchFamily="34" charset="0"/>
                    <a:cs typeface="Angsana New" panose="02020603050405020304" pitchFamily="18" charset="-34"/>
                  </a:defRPr>
                </a:lvl2pPr>
                <a:lvl3pPr marL="1143000" indent="-228600">
                  <a:defRPr>
                    <a:solidFill>
                      <a:schemeClr val="tx1"/>
                    </a:solidFill>
                    <a:latin typeface="Arial" panose="020B0604020202020204" pitchFamily="34" charset="0"/>
                    <a:cs typeface="Angsana New" panose="02020603050405020304" pitchFamily="18" charset="-34"/>
                  </a:defRPr>
                </a:lvl3pPr>
                <a:lvl4pPr marL="1600200" indent="-228600">
                  <a:defRPr>
                    <a:solidFill>
                      <a:schemeClr val="tx1"/>
                    </a:solidFill>
                    <a:latin typeface="Arial" panose="020B0604020202020204" pitchFamily="34" charset="0"/>
                    <a:cs typeface="Angsana New" panose="02020603050405020304" pitchFamily="18" charset="-34"/>
                  </a:defRPr>
                </a:lvl4pPr>
                <a:lvl5pPr marL="2057400" indent="-228600">
                  <a:defRPr>
                    <a:solidFill>
                      <a:schemeClr val="tx1"/>
                    </a:solidFill>
                    <a:latin typeface="Arial" panose="020B0604020202020204" pitchFamily="34" charset="0"/>
                    <a:cs typeface="Angsana New" panose="02020603050405020304" pitchFamily="18" charset="-34"/>
                  </a:defRPr>
                </a:lvl5pPr>
                <a:lvl6pPr marL="25146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6pPr>
                <a:lvl7pPr marL="29718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7pPr>
                <a:lvl8pPr marL="34290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8pPr>
                <a:lvl9pPr marL="38862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9pPr>
              </a:lstStyle>
              <a:p>
                <a:pPr algn="ctr" eaLnBrk="1" hangingPunct="1">
                  <a:defRPr/>
                </a:pPr>
                <a:endParaRPr lang="en-US" altLang="en-US" sz="2400">
                  <a:latin typeface="Times New Roman" panose="02020603050405020304" pitchFamily="18" charset="0"/>
                  <a:ea typeface="+mn-ea"/>
                </a:endParaRPr>
              </a:p>
            </p:txBody>
          </p:sp>
          <p:sp>
            <p:nvSpPr>
              <p:cNvPr id="11" name="Rectangle 6">
                <a:extLst>
                  <a:ext uri="{FF2B5EF4-FFF2-40B4-BE49-F238E27FC236}">
                    <a16:creationId xmlns:a16="http://schemas.microsoft.com/office/drawing/2014/main" id="{806C7BCE-5DEF-451A-80C5-F05516FDAD53}"/>
                  </a:ext>
                </a:extLst>
              </p:cNvPr>
              <p:cNvSpPr>
                <a:spLocks noChangeArrowheads="1"/>
              </p:cNvSpPr>
              <p:nvPr/>
            </p:nvSpPr>
            <p:spPr bwMode="white">
              <a:xfrm>
                <a:off x="654" y="2352"/>
                <a:ext cx="4818" cy="134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ngsana New" panose="02020603050405020304" pitchFamily="18" charset="-34"/>
                  </a:defRPr>
                </a:lvl1pPr>
                <a:lvl2pPr marL="742950" indent="-285750">
                  <a:defRPr>
                    <a:solidFill>
                      <a:schemeClr val="tx1"/>
                    </a:solidFill>
                    <a:latin typeface="Arial" panose="020B0604020202020204" pitchFamily="34" charset="0"/>
                    <a:cs typeface="Angsana New" panose="02020603050405020304" pitchFamily="18" charset="-34"/>
                  </a:defRPr>
                </a:lvl2pPr>
                <a:lvl3pPr marL="1143000" indent="-228600">
                  <a:defRPr>
                    <a:solidFill>
                      <a:schemeClr val="tx1"/>
                    </a:solidFill>
                    <a:latin typeface="Arial" panose="020B0604020202020204" pitchFamily="34" charset="0"/>
                    <a:cs typeface="Angsana New" panose="02020603050405020304" pitchFamily="18" charset="-34"/>
                  </a:defRPr>
                </a:lvl3pPr>
                <a:lvl4pPr marL="1600200" indent="-228600">
                  <a:defRPr>
                    <a:solidFill>
                      <a:schemeClr val="tx1"/>
                    </a:solidFill>
                    <a:latin typeface="Arial" panose="020B0604020202020204" pitchFamily="34" charset="0"/>
                    <a:cs typeface="Angsana New" panose="02020603050405020304" pitchFamily="18" charset="-34"/>
                  </a:defRPr>
                </a:lvl4pPr>
                <a:lvl5pPr marL="2057400" indent="-228600">
                  <a:defRPr>
                    <a:solidFill>
                      <a:schemeClr val="tx1"/>
                    </a:solidFill>
                    <a:latin typeface="Arial" panose="020B0604020202020204" pitchFamily="34" charset="0"/>
                    <a:cs typeface="Angsana New" panose="02020603050405020304" pitchFamily="18" charset="-34"/>
                  </a:defRPr>
                </a:lvl5pPr>
                <a:lvl6pPr marL="25146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6pPr>
                <a:lvl7pPr marL="29718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7pPr>
                <a:lvl8pPr marL="34290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8pPr>
                <a:lvl9pPr marL="38862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9pPr>
              </a:lstStyle>
              <a:p>
                <a:pPr algn="ctr" eaLnBrk="1" hangingPunct="1">
                  <a:defRPr/>
                </a:pPr>
                <a:endParaRPr lang="en-US" altLang="en-US" sz="2400">
                  <a:latin typeface="Times New Roman" panose="02020603050405020304" pitchFamily="18" charset="0"/>
                  <a:ea typeface="+mn-ea"/>
                </a:endParaRPr>
              </a:p>
            </p:txBody>
          </p:sp>
          <p:sp>
            <p:nvSpPr>
              <p:cNvPr id="12" name="Line 7">
                <a:extLst>
                  <a:ext uri="{FF2B5EF4-FFF2-40B4-BE49-F238E27FC236}">
                    <a16:creationId xmlns:a16="http://schemas.microsoft.com/office/drawing/2014/main" id="{07D70038-99BC-4D49-A2C7-74E645E453FC}"/>
                  </a:ext>
                </a:extLst>
              </p:cNvPr>
              <p:cNvSpPr>
                <a:spLocks noChangeShapeType="1"/>
              </p:cNvSpPr>
              <p:nvPr/>
            </p:nvSpPr>
            <p:spPr bwMode="auto">
              <a:xfrm>
                <a:off x="0" y="3072"/>
                <a:ext cx="624" cy="0"/>
              </a:xfrm>
              <a:prstGeom prst="line">
                <a:avLst/>
              </a:prstGeom>
              <a:noFill/>
              <a:ln w="508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7" name="Group 8">
              <a:extLst>
                <a:ext uri="{FF2B5EF4-FFF2-40B4-BE49-F238E27FC236}">
                  <a16:creationId xmlns:a16="http://schemas.microsoft.com/office/drawing/2014/main" id="{ABF959D0-7825-47E4-A314-F34628B43592}"/>
                </a:ext>
              </a:extLst>
            </p:cNvPr>
            <p:cNvGrpSpPr>
              <a:grpSpLocks/>
            </p:cNvGrpSpPr>
            <p:nvPr userDrawn="1"/>
          </p:nvGrpSpPr>
          <p:grpSpPr bwMode="auto">
            <a:xfrm>
              <a:off x="400" y="336"/>
              <a:ext cx="5088" cy="192"/>
              <a:chOff x="400" y="336"/>
              <a:chExt cx="5088" cy="192"/>
            </a:xfrm>
          </p:grpSpPr>
          <p:sp>
            <p:nvSpPr>
              <p:cNvPr id="8" name="Rectangle 9">
                <a:extLst>
                  <a:ext uri="{FF2B5EF4-FFF2-40B4-BE49-F238E27FC236}">
                    <a16:creationId xmlns:a16="http://schemas.microsoft.com/office/drawing/2014/main" id="{38B2235D-8976-4386-BA15-2981E58EA6B7}"/>
                  </a:ext>
                </a:extLst>
              </p:cNvPr>
              <p:cNvSpPr>
                <a:spLocks noChangeArrowheads="1"/>
              </p:cNvSpPr>
              <p:nvPr/>
            </p:nvSpPr>
            <p:spPr bwMode="auto">
              <a:xfrm>
                <a:off x="3952" y="336"/>
                <a:ext cx="1536" cy="19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ngsana New" panose="02020603050405020304" pitchFamily="18" charset="-34"/>
                  </a:defRPr>
                </a:lvl1pPr>
                <a:lvl2pPr marL="742950" indent="-285750">
                  <a:defRPr>
                    <a:solidFill>
                      <a:schemeClr val="tx1"/>
                    </a:solidFill>
                    <a:latin typeface="Arial" panose="020B0604020202020204" pitchFamily="34" charset="0"/>
                    <a:cs typeface="Angsana New" panose="02020603050405020304" pitchFamily="18" charset="-34"/>
                  </a:defRPr>
                </a:lvl2pPr>
                <a:lvl3pPr marL="1143000" indent="-228600">
                  <a:defRPr>
                    <a:solidFill>
                      <a:schemeClr val="tx1"/>
                    </a:solidFill>
                    <a:latin typeface="Arial" panose="020B0604020202020204" pitchFamily="34" charset="0"/>
                    <a:cs typeface="Angsana New" panose="02020603050405020304" pitchFamily="18" charset="-34"/>
                  </a:defRPr>
                </a:lvl3pPr>
                <a:lvl4pPr marL="1600200" indent="-228600">
                  <a:defRPr>
                    <a:solidFill>
                      <a:schemeClr val="tx1"/>
                    </a:solidFill>
                    <a:latin typeface="Arial" panose="020B0604020202020204" pitchFamily="34" charset="0"/>
                    <a:cs typeface="Angsana New" panose="02020603050405020304" pitchFamily="18" charset="-34"/>
                  </a:defRPr>
                </a:lvl4pPr>
                <a:lvl5pPr marL="2057400" indent="-228600">
                  <a:defRPr>
                    <a:solidFill>
                      <a:schemeClr val="tx1"/>
                    </a:solidFill>
                    <a:latin typeface="Arial" panose="020B0604020202020204" pitchFamily="34" charset="0"/>
                    <a:cs typeface="Angsana New" panose="02020603050405020304" pitchFamily="18" charset="-34"/>
                  </a:defRPr>
                </a:lvl5pPr>
                <a:lvl6pPr marL="25146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6pPr>
                <a:lvl7pPr marL="29718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7pPr>
                <a:lvl8pPr marL="34290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8pPr>
                <a:lvl9pPr marL="38862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9pPr>
              </a:lstStyle>
              <a:p>
                <a:pPr algn="ctr" eaLnBrk="1" hangingPunct="1">
                  <a:defRPr/>
                </a:pPr>
                <a:endParaRPr lang="en-US" altLang="en-US" sz="2400">
                  <a:latin typeface="Times New Roman" panose="02020603050405020304" pitchFamily="18" charset="0"/>
                  <a:ea typeface="+mn-ea"/>
                </a:endParaRPr>
              </a:p>
            </p:txBody>
          </p:sp>
          <p:sp>
            <p:nvSpPr>
              <p:cNvPr id="9" name="Line 10">
                <a:extLst>
                  <a:ext uri="{FF2B5EF4-FFF2-40B4-BE49-F238E27FC236}">
                    <a16:creationId xmlns:a16="http://schemas.microsoft.com/office/drawing/2014/main" id="{374D0BE0-54E0-4632-8C0D-50053BF57039}"/>
                  </a:ext>
                </a:extLst>
              </p:cNvPr>
              <p:cNvSpPr>
                <a:spLocks noChangeShapeType="1"/>
              </p:cNvSpPr>
              <p:nvPr/>
            </p:nvSpPr>
            <p:spPr bwMode="auto">
              <a:xfrm>
                <a:off x="400" y="432"/>
                <a:ext cx="5088" cy="0"/>
              </a:xfrm>
              <a:prstGeom prst="line">
                <a:avLst/>
              </a:prstGeom>
              <a:noFill/>
              <a:ln w="444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pic>
        <p:nvPicPr>
          <p:cNvPr id="13" name="Picture 16" descr="emu_300x300_72dpi_black">
            <a:extLst>
              <a:ext uri="{FF2B5EF4-FFF2-40B4-BE49-F238E27FC236}">
                <a16:creationId xmlns:a16="http://schemas.microsoft.com/office/drawing/2014/main" id="{AE54B05D-5B91-4766-A56B-045E3B61C0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313" y="115888"/>
            <a:ext cx="574675"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8027" name="Rectangle 11"/>
          <p:cNvSpPr>
            <a:spLocks noGrp="1" noChangeArrowheads="1"/>
          </p:cNvSpPr>
          <p:nvPr>
            <p:ph type="ctrTitle"/>
          </p:nvPr>
        </p:nvSpPr>
        <p:spPr>
          <a:xfrm>
            <a:off x="2057400" y="1143000"/>
            <a:ext cx="6629400" cy="2209800"/>
          </a:xfrm>
        </p:spPr>
        <p:txBody>
          <a:bodyPr/>
          <a:lstStyle>
            <a:lvl1pPr>
              <a:defRPr sz="4800"/>
            </a:lvl1pPr>
          </a:lstStyle>
          <a:p>
            <a:pPr lvl="0"/>
            <a:r>
              <a:rPr lang="en-US" altLang="en-US" noProof="0"/>
              <a:t>Click to edit Master title style</a:t>
            </a:r>
          </a:p>
        </p:txBody>
      </p:sp>
      <p:sp>
        <p:nvSpPr>
          <p:cNvPr id="598028" name="Rectangle 12"/>
          <p:cNvSpPr>
            <a:spLocks noGrp="1" noChangeArrowheads="1"/>
          </p:cNvSpPr>
          <p:nvPr>
            <p:ph type="subTitle" idx="1"/>
          </p:nvPr>
        </p:nvSpPr>
        <p:spPr>
          <a:xfrm>
            <a:off x="1371600" y="3962400"/>
            <a:ext cx="6858000" cy="1600200"/>
          </a:xfrm>
        </p:spPr>
        <p:txBody>
          <a:bodyPr anchor="ctr"/>
          <a:lstStyle>
            <a:lvl1pPr marL="0" indent="0" algn="ctr">
              <a:buFont typeface="Wingdings" panose="05000000000000000000" pitchFamily="2" charset="2"/>
              <a:buNone/>
              <a:defRPr/>
            </a:lvl1pPr>
          </a:lstStyle>
          <a:p>
            <a:pPr lvl="0"/>
            <a:r>
              <a:rPr lang="en-US" altLang="en-US" noProof="0"/>
              <a:t>Click to edit Master subtitle style</a:t>
            </a:r>
          </a:p>
        </p:txBody>
      </p:sp>
      <p:sp>
        <p:nvSpPr>
          <p:cNvPr id="14" name="Date Placeholder 13">
            <a:extLst>
              <a:ext uri="{FF2B5EF4-FFF2-40B4-BE49-F238E27FC236}">
                <a16:creationId xmlns:a16="http://schemas.microsoft.com/office/drawing/2014/main" id="{7E26C5BD-31A8-4E43-9AD6-DBF4FABBC527}"/>
              </a:ext>
            </a:extLst>
          </p:cNvPr>
          <p:cNvSpPr>
            <a:spLocks noGrp="1" noChangeArrowheads="1"/>
          </p:cNvSpPr>
          <p:nvPr>
            <p:ph type="dt" sz="half" idx="10"/>
          </p:nvPr>
        </p:nvSpPr>
        <p:spPr>
          <a:xfrm>
            <a:off x="912813" y="6251575"/>
            <a:ext cx="1905000" cy="457200"/>
          </a:xfrm>
        </p:spPr>
        <p:txBody>
          <a:bodyPr/>
          <a:lstStyle>
            <a:lvl1pPr>
              <a:defRPr/>
            </a:lvl1pPr>
          </a:lstStyle>
          <a:p>
            <a:pPr>
              <a:defRPr/>
            </a:pPr>
            <a:fld id="{3C4FD5DF-EC03-401D-9ACD-A2AF6F06E3BC}" type="datetime4">
              <a:rPr lang="en-US" altLang="en-US" smtClean="0"/>
              <a:t>March 26, 2024</a:t>
            </a:fld>
            <a:endParaRPr lang="en-US" altLang="en-US"/>
          </a:p>
        </p:txBody>
      </p:sp>
      <p:sp>
        <p:nvSpPr>
          <p:cNvPr id="15" name="Footer Placeholder 14">
            <a:extLst>
              <a:ext uri="{FF2B5EF4-FFF2-40B4-BE49-F238E27FC236}">
                <a16:creationId xmlns:a16="http://schemas.microsoft.com/office/drawing/2014/main" id="{CB14246A-DC61-4613-8409-02EE00F42464}"/>
              </a:ext>
            </a:extLst>
          </p:cNvPr>
          <p:cNvSpPr>
            <a:spLocks noGrp="1" noChangeArrowheads="1"/>
          </p:cNvSpPr>
          <p:nvPr>
            <p:ph type="ftr" sz="quarter" idx="11"/>
          </p:nvPr>
        </p:nvSpPr>
        <p:spPr>
          <a:xfrm>
            <a:off x="3354388" y="6248400"/>
            <a:ext cx="2895600" cy="457200"/>
          </a:xfrm>
        </p:spPr>
        <p:txBody>
          <a:bodyPr/>
          <a:lstStyle>
            <a:lvl1pPr>
              <a:defRPr/>
            </a:lvl1pPr>
          </a:lstStyle>
          <a:p>
            <a:pPr>
              <a:defRPr/>
            </a:pPr>
            <a:endParaRPr lang="en-US" altLang="en-US"/>
          </a:p>
        </p:txBody>
      </p:sp>
      <p:sp>
        <p:nvSpPr>
          <p:cNvPr id="16" name="Slide Number Placeholder 15">
            <a:extLst>
              <a:ext uri="{FF2B5EF4-FFF2-40B4-BE49-F238E27FC236}">
                <a16:creationId xmlns:a16="http://schemas.microsoft.com/office/drawing/2014/main" id="{00E0F886-083D-4C20-A68F-BFE0B0E2C4F4}"/>
              </a:ext>
            </a:extLst>
          </p:cNvPr>
          <p:cNvSpPr>
            <a:spLocks noGrp="1" noChangeArrowheads="1"/>
          </p:cNvSpPr>
          <p:nvPr>
            <p:ph type="sldNum" sz="quarter" idx="12"/>
          </p:nvPr>
        </p:nvSpPr>
        <p:spPr>
          <a:xfrm>
            <a:off x="6781800" y="6248400"/>
            <a:ext cx="1905000" cy="457200"/>
          </a:xfrm>
        </p:spPr>
        <p:txBody>
          <a:bodyPr/>
          <a:lstStyle>
            <a:lvl1pPr>
              <a:defRPr/>
            </a:lvl1pPr>
          </a:lstStyle>
          <a:p>
            <a:pPr>
              <a:defRPr/>
            </a:pPr>
            <a:fld id="{A6AAC328-75BB-4382-8A37-3CD1D41CF670}" type="slidenum">
              <a:rPr lang="en-US" altLang="en-US"/>
              <a:pPr>
                <a:defRPr/>
              </a:pPr>
              <a:t>‹#›</a:t>
            </a:fld>
            <a:endParaRPr lang="en-US" altLang="en-US"/>
          </a:p>
        </p:txBody>
      </p:sp>
    </p:spTree>
    <p:extLst>
      <p:ext uri="{BB962C8B-B14F-4D97-AF65-F5344CB8AC3E}">
        <p14:creationId xmlns:p14="http://schemas.microsoft.com/office/powerpoint/2010/main" val="2848707562"/>
      </p:ext>
    </p:extLst>
  </p:cSld>
  <p:clrMapOvr>
    <a:masterClrMapping/>
  </p:clrMapOvr>
  <p:transition>
    <p:random/>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a:extLst>
              <a:ext uri="{FF2B5EF4-FFF2-40B4-BE49-F238E27FC236}">
                <a16:creationId xmlns:a16="http://schemas.microsoft.com/office/drawing/2014/main" id="{59022411-5871-4A8B-BF62-16D06CDB1F13}"/>
              </a:ext>
            </a:extLst>
          </p:cNvPr>
          <p:cNvSpPr>
            <a:spLocks noGrp="1" noChangeArrowheads="1"/>
          </p:cNvSpPr>
          <p:nvPr>
            <p:ph type="dt" sz="half" idx="10"/>
          </p:nvPr>
        </p:nvSpPr>
        <p:spPr>
          <a:ln/>
        </p:spPr>
        <p:txBody>
          <a:bodyPr/>
          <a:lstStyle>
            <a:lvl1pPr>
              <a:defRPr/>
            </a:lvl1pPr>
          </a:lstStyle>
          <a:p>
            <a:pPr>
              <a:defRPr/>
            </a:pPr>
            <a:fld id="{122AB582-E114-47B7-B681-B18692AB844D}" type="datetime4">
              <a:rPr lang="en-US" altLang="en-US" smtClean="0"/>
              <a:t>March 26, 2024</a:t>
            </a:fld>
            <a:endParaRPr lang="en-US" altLang="en-US"/>
          </a:p>
        </p:txBody>
      </p:sp>
      <p:sp>
        <p:nvSpPr>
          <p:cNvPr id="5" name="Rectangle 10">
            <a:extLst>
              <a:ext uri="{FF2B5EF4-FFF2-40B4-BE49-F238E27FC236}">
                <a16:creationId xmlns:a16="http://schemas.microsoft.com/office/drawing/2014/main" id="{441B8DFF-6DF5-46D3-A516-7BA032C46DA2}"/>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11">
            <a:extLst>
              <a:ext uri="{FF2B5EF4-FFF2-40B4-BE49-F238E27FC236}">
                <a16:creationId xmlns:a16="http://schemas.microsoft.com/office/drawing/2014/main" id="{A2AEC60A-824B-41AC-85EB-DC88D545D36D}"/>
              </a:ext>
            </a:extLst>
          </p:cNvPr>
          <p:cNvSpPr>
            <a:spLocks noGrp="1" noChangeArrowheads="1"/>
          </p:cNvSpPr>
          <p:nvPr>
            <p:ph type="sldNum" sz="quarter" idx="12"/>
          </p:nvPr>
        </p:nvSpPr>
        <p:spPr>
          <a:ln/>
        </p:spPr>
        <p:txBody>
          <a:bodyPr/>
          <a:lstStyle>
            <a:lvl1pPr>
              <a:defRPr/>
            </a:lvl1pPr>
          </a:lstStyle>
          <a:p>
            <a:pPr>
              <a:defRPr/>
            </a:pPr>
            <a:fld id="{1088DDF2-FC33-4380-935C-3471BEC9E082}" type="slidenum">
              <a:rPr lang="en-US" altLang="en-US"/>
              <a:pPr>
                <a:defRPr/>
              </a:pPr>
              <a:t>‹#›</a:t>
            </a:fld>
            <a:endParaRPr lang="en-US" altLang="en-US"/>
          </a:p>
        </p:txBody>
      </p:sp>
    </p:spTree>
    <p:extLst>
      <p:ext uri="{BB962C8B-B14F-4D97-AF65-F5344CB8AC3E}">
        <p14:creationId xmlns:p14="http://schemas.microsoft.com/office/powerpoint/2010/main" val="3319195031"/>
      </p:ext>
    </p:extLst>
  </p:cSld>
  <p:clrMapOvr>
    <a:masterClrMapping/>
  </p:clrMapOvr>
  <p:transition>
    <p:random/>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
        <p:nvSpPr>
          <p:cNvPr id="4" name="Rectangle 9">
            <a:extLst>
              <a:ext uri="{FF2B5EF4-FFF2-40B4-BE49-F238E27FC236}">
                <a16:creationId xmlns:a16="http://schemas.microsoft.com/office/drawing/2014/main" id="{7B035493-5AF5-46BE-BEF9-203FD3FE6A22}"/>
              </a:ext>
            </a:extLst>
          </p:cNvPr>
          <p:cNvSpPr>
            <a:spLocks noGrp="1" noChangeArrowheads="1"/>
          </p:cNvSpPr>
          <p:nvPr>
            <p:ph type="dt" sz="half" idx="10"/>
          </p:nvPr>
        </p:nvSpPr>
        <p:spPr>
          <a:ln/>
        </p:spPr>
        <p:txBody>
          <a:bodyPr/>
          <a:lstStyle>
            <a:lvl1pPr>
              <a:defRPr/>
            </a:lvl1pPr>
          </a:lstStyle>
          <a:p>
            <a:pPr>
              <a:defRPr/>
            </a:pPr>
            <a:fld id="{33550446-8384-4E5D-9E53-C0FE3347BEA3}" type="datetime4">
              <a:rPr lang="en-US" altLang="en-US" smtClean="0"/>
              <a:t>March 26, 2024</a:t>
            </a:fld>
            <a:endParaRPr lang="en-US" altLang="en-US"/>
          </a:p>
        </p:txBody>
      </p:sp>
      <p:sp>
        <p:nvSpPr>
          <p:cNvPr id="5" name="Rectangle 10">
            <a:extLst>
              <a:ext uri="{FF2B5EF4-FFF2-40B4-BE49-F238E27FC236}">
                <a16:creationId xmlns:a16="http://schemas.microsoft.com/office/drawing/2014/main" id="{710EE305-D666-4913-88A0-5660678F99BD}"/>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11">
            <a:extLst>
              <a:ext uri="{FF2B5EF4-FFF2-40B4-BE49-F238E27FC236}">
                <a16:creationId xmlns:a16="http://schemas.microsoft.com/office/drawing/2014/main" id="{5B9CFB8C-E6F2-46C8-A7EA-FD706FB07648}"/>
              </a:ext>
            </a:extLst>
          </p:cNvPr>
          <p:cNvSpPr>
            <a:spLocks noGrp="1" noChangeArrowheads="1"/>
          </p:cNvSpPr>
          <p:nvPr>
            <p:ph type="sldNum" sz="quarter" idx="12"/>
          </p:nvPr>
        </p:nvSpPr>
        <p:spPr>
          <a:ln/>
        </p:spPr>
        <p:txBody>
          <a:bodyPr/>
          <a:lstStyle>
            <a:lvl1pPr>
              <a:defRPr/>
            </a:lvl1pPr>
          </a:lstStyle>
          <a:p>
            <a:pPr>
              <a:defRPr/>
            </a:pPr>
            <a:fld id="{B48F7BAD-3287-45BF-8F90-D810A06E9440}" type="slidenum">
              <a:rPr lang="en-US" altLang="en-US"/>
              <a:pPr>
                <a:defRPr/>
              </a:pPr>
              <a:t>‹#›</a:t>
            </a:fld>
            <a:endParaRPr lang="en-US" altLang="en-US"/>
          </a:p>
        </p:txBody>
      </p:sp>
    </p:spTree>
    <p:extLst>
      <p:ext uri="{BB962C8B-B14F-4D97-AF65-F5344CB8AC3E}">
        <p14:creationId xmlns:p14="http://schemas.microsoft.com/office/powerpoint/2010/main" val="4033263618"/>
      </p:ext>
    </p:extLst>
  </p:cSld>
  <p:clrMapOvr>
    <a:masterClrMapping/>
  </p:clrMapOvr>
  <p:transition>
    <p:random/>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066800"/>
            <a:ext cx="3962400" cy="5181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00600" y="1066800"/>
            <a:ext cx="3962400" cy="5181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9">
            <a:extLst>
              <a:ext uri="{FF2B5EF4-FFF2-40B4-BE49-F238E27FC236}">
                <a16:creationId xmlns:a16="http://schemas.microsoft.com/office/drawing/2014/main" id="{D6ECF3A4-B6C5-4DB6-BA3F-7E44275615E8}"/>
              </a:ext>
            </a:extLst>
          </p:cNvPr>
          <p:cNvSpPr>
            <a:spLocks noGrp="1" noChangeArrowheads="1"/>
          </p:cNvSpPr>
          <p:nvPr>
            <p:ph type="dt" sz="half" idx="10"/>
          </p:nvPr>
        </p:nvSpPr>
        <p:spPr>
          <a:ln/>
        </p:spPr>
        <p:txBody>
          <a:bodyPr/>
          <a:lstStyle>
            <a:lvl1pPr>
              <a:defRPr/>
            </a:lvl1pPr>
          </a:lstStyle>
          <a:p>
            <a:pPr>
              <a:defRPr/>
            </a:pPr>
            <a:fld id="{46CDCFCB-3033-4FCB-913E-7EE270872FF4}" type="datetime4">
              <a:rPr lang="en-US" altLang="en-US" smtClean="0"/>
              <a:t>March 26, 2024</a:t>
            </a:fld>
            <a:endParaRPr lang="en-US" altLang="en-US"/>
          </a:p>
        </p:txBody>
      </p:sp>
      <p:sp>
        <p:nvSpPr>
          <p:cNvPr id="6" name="Rectangle 10">
            <a:extLst>
              <a:ext uri="{FF2B5EF4-FFF2-40B4-BE49-F238E27FC236}">
                <a16:creationId xmlns:a16="http://schemas.microsoft.com/office/drawing/2014/main" id="{AF25DC84-6083-42F1-B827-3A29C87C6E56}"/>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11">
            <a:extLst>
              <a:ext uri="{FF2B5EF4-FFF2-40B4-BE49-F238E27FC236}">
                <a16:creationId xmlns:a16="http://schemas.microsoft.com/office/drawing/2014/main" id="{CAE6B2B5-B1E8-4B37-8538-6B82AD9E6E0D}"/>
              </a:ext>
            </a:extLst>
          </p:cNvPr>
          <p:cNvSpPr>
            <a:spLocks noGrp="1" noChangeArrowheads="1"/>
          </p:cNvSpPr>
          <p:nvPr>
            <p:ph type="sldNum" sz="quarter" idx="12"/>
          </p:nvPr>
        </p:nvSpPr>
        <p:spPr>
          <a:ln/>
        </p:spPr>
        <p:txBody>
          <a:bodyPr/>
          <a:lstStyle>
            <a:lvl1pPr>
              <a:defRPr/>
            </a:lvl1pPr>
          </a:lstStyle>
          <a:p>
            <a:pPr>
              <a:defRPr/>
            </a:pPr>
            <a:fld id="{62E6C9AD-C5AE-4C93-918B-7A1ABBBF78D4}" type="slidenum">
              <a:rPr lang="en-US" altLang="en-US"/>
              <a:pPr>
                <a:defRPr/>
              </a:pPr>
              <a:t>‹#›</a:t>
            </a:fld>
            <a:endParaRPr lang="en-US" altLang="en-US"/>
          </a:p>
        </p:txBody>
      </p:sp>
    </p:spTree>
    <p:extLst>
      <p:ext uri="{BB962C8B-B14F-4D97-AF65-F5344CB8AC3E}">
        <p14:creationId xmlns:p14="http://schemas.microsoft.com/office/powerpoint/2010/main" val="685781226"/>
      </p:ext>
    </p:extLst>
  </p:cSld>
  <p:clrMapOvr>
    <a:masterClrMapping/>
  </p:clrMapOvr>
  <p:transition>
    <p:random/>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9">
            <a:extLst>
              <a:ext uri="{FF2B5EF4-FFF2-40B4-BE49-F238E27FC236}">
                <a16:creationId xmlns:a16="http://schemas.microsoft.com/office/drawing/2014/main" id="{C115879A-1E70-4F37-936B-A8779C6C6A70}"/>
              </a:ext>
            </a:extLst>
          </p:cNvPr>
          <p:cNvSpPr>
            <a:spLocks noGrp="1" noChangeArrowheads="1"/>
          </p:cNvSpPr>
          <p:nvPr>
            <p:ph type="dt" sz="half" idx="10"/>
          </p:nvPr>
        </p:nvSpPr>
        <p:spPr>
          <a:ln/>
        </p:spPr>
        <p:txBody>
          <a:bodyPr/>
          <a:lstStyle>
            <a:lvl1pPr>
              <a:defRPr/>
            </a:lvl1pPr>
          </a:lstStyle>
          <a:p>
            <a:pPr>
              <a:defRPr/>
            </a:pPr>
            <a:fld id="{3A373AB7-8885-4C1B-9450-465366F23A00}" type="datetime4">
              <a:rPr lang="en-US" altLang="en-US" smtClean="0"/>
              <a:t>March 26, 2024</a:t>
            </a:fld>
            <a:endParaRPr lang="en-US" altLang="en-US"/>
          </a:p>
        </p:txBody>
      </p:sp>
      <p:sp>
        <p:nvSpPr>
          <p:cNvPr id="8" name="Rectangle 10">
            <a:extLst>
              <a:ext uri="{FF2B5EF4-FFF2-40B4-BE49-F238E27FC236}">
                <a16:creationId xmlns:a16="http://schemas.microsoft.com/office/drawing/2014/main" id="{2B314D12-FA41-41D4-B569-36BD9638E8C2}"/>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9" name="Rectangle 11">
            <a:extLst>
              <a:ext uri="{FF2B5EF4-FFF2-40B4-BE49-F238E27FC236}">
                <a16:creationId xmlns:a16="http://schemas.microsoft.com/office/drawing/2014/main" id="{7EF6AE72-0373-4CED-816B-7A256019388A}"/>
              </a:ext>
            </a:extLst>
          </p:cNvPr>
          <p:cNvSpPr>
            <a:spLocks noGrp="1" noChangeArrowheads="1"/>
          </p:cNvSpPr>
          <p:nvPr>
            <p:ph type="sldNum" sz="quarter" idx="12"/>
          </p:nvPr>
        </p:nvSpPr>
        <p:spPr>
          <a:ln/>
        </p:spPr>
        <p:txBody>
          <a:bodyPr/>
          <a:lstStyle>
            <a:lvl1pPr>
              <a:defRPr/>
            </a:lvl1pPr>
          </a:lstStyle>
          <a:p>
            <a:pPr>
              <a:defRPr/>
            </a:pPr>
            <a:fld id="{3543F5B8-3E60-4752-838F-F6941F5ADCDC}" type="slidenum">
              <a:rPr lang="en-US" altLang="en-US"/>
              <a:pPr>
                <a:defRPr/>
              </a:pPr>
              <a:t>‹#›</a:t>
            </a:fld>
            <a:endParaRPr lang="en-US" altLang="en-US"/>
          </a:p>
        </p:txBody>
      </p:sp>
    </p:spTree>
    <p:extLst>
      <p:ext uri="{BB962C8B-B14F-4D97-AF65-F5344CB8AC3E}">
        <p14:creationId xmlns:p14="http://schemas.microsoft.com/office/powerpoint/2010/main" val="2757641661"/>
      </p:ext>
    </p:extLst>
  </p:cSld>
  <p:clrMapOvr>
    <a:masterClrMapping/>
  </p:clrMapOvr>
  <p:transition>
    <p:random/>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9">
            <a:extLst>
              <a:ext uri="{FF2B5EF4-FFF2-40B4-BE49-F238E27FC236}">
                <a16:creationId xmlns:a16="http://schemas.microsoft.com/office/drawing/2014/main" id="{10FC0B23-A863-4F89-9403-B289767D242C}"/>
              </a:ext>
            </a:extLst>
          </p:cNvPr>
          <p:cNvSpPr>
            <a:spLocks noGrp="1" noChangeArrowheads="1"/>
          </p:cNvSpPr>
          <p:nvPr>
            <p:ph type="dt" sz="half" idx="10"/>
          </p:nvPr>
        </p:nvSpPr>
        <p:spPr>
          <a:ln/>
        </p:spPr>
        <p:txBody>
          <a:bodyPr/>
          <a:lstStyle>
            <a:lvl1pPr>
              <a:defRPr/>
            </a:lvl1pPr>
          </a:lstStyle>
          <a:p>
            <a:pPr>
              <a:defRPr/>
            </a:pPr>
            <a:fld id="{838B0145-915D-492E-B0E5-E5465E6A681C}" type="datetime4">
              <a:rPr lang="en-US" altLang="en-US" smtClean="0"/>
              <a:t>March 26, 2024</a:t>
            </a:fld>
            <a:endParaRPr lang="en-US" altLang="en-US"/>
          </a:p>
        </p:txBody>
      </p:sp>
      <p:sp>
        <p:nvSpPr>
          <p:cNvPr id="4" name="Rectangle 10">
            <a:extLst>
              <a:ext uri="{FF2B5EF4-FFF2-40B4-BE49-F238E27FC236}">
                <a16:creationId xmlns:a16="http://schemas.microsoft.com/office/drawing/2014/main" id="{BF7E0FBC-DE69-42EB-BF69-7A02DF484804}"/>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5" name="Rectangle 11">
            <a:extLst>
              <a:ext uri="{FF2B5EF4-FFF2-40B4-BE49-F238E27FC236}">
                <a16:creationId xmlns:a16="http://schemas.microsoft.com/office/drawing/2014/main" id="{61CF5B6C-C76C-4DB9-81DC-DCC8AA85374D}"/>
              </a:ext>
            </a:extLst>
          </p:cNvPr>
          <p:cNvSpPr>
            <a:spLocks noGrp="1" noChangeArrowheads="1"/>
          </p:cNvSpPr>
          <p:nvPr>
            <p:ph type="sldNum" sz="quarter" idx="12"/>
          </p:nvPr>
        </p:nvSpPr>
        <p:spPr>
          <a:ln/>
        </p:spPr>
        <p:txBody>
          <a:bodyPr/>
          <a:lstStyle>
            <a:lvl1pPr>
              <a:defRPr/>
            </a:lvl1pPr>
          </a:lstStyle>
          <a:p>
            <a:pPr>
              <a:defRPr/>
            </a:pPr>
            <a:fld id="{9152B9A4-2E15-4AD1-8346-48E15ACC8828}" type="slidenum">
              <a:rPr lang="en-US" altLang="en-US"/>
              <a:pPr>
                <a:defRPr/>
              </a:pPr>
              <a:t>‹#›</a:t>
            </a:fld>
            <a:endParaRPr lang="en-US" altLang="en-US"/>
          </a:p>
        </p:txBody>
      </p:sp>
    </p:spTree>
    <p:extLst>
      <p:ext uri="{BB962C8B-B14F-4D97-AF65-F5344CB8AC3E}">
        <p14:creationId xmlns:p14="http://schemas.microsoft.com/office/powerpoint/2010/main" val="2082149873"/>
      </p:ext>
    </p:extLst>
  </p:cSld>
  <p:clrMapOvr>
    <a:masterClrMapping/>
  </p:clrMapOvr>
  <p:transition>
    <p:random/>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2D9E26E7-2562-4F67-94F6-68E16756B5F7}"/>
              </a:ext>
            </a:extLst>
          </p:cNvPr>
          <p:cNvSpPr>
            <a:spLocks noGrp="1" noChangeArrowheads="1"/>
          </p:cNvSpPr>
          <p:nvPr>
            <p:ph type="dt" sz="half" idx="10"/>
          </p:nvPr>
        </p:nvSpPr>
        <p:spPr>
          <a:ln/>
        </p:spPr>
        <p:txBody>
          <a:bodyPr/>
          <a:lstStyle>
            <a:lvl1pPr>
              <a:defRPr/>
            </a:lvl1pPr>
          </a:lstStyle>
          <a:p>
            <a:pPr>
              <a:defRPr/>
            </a:pPr>
            <a:fld id="{F012CE62-0E92-46D2-9ABF-07EBB40E7203}" type="datetime4">
              <a:rPr lang="en-US" altLang="en-US" smtClean="0"/>
              <a:t>March 26, 2024</a:t>
            </a:fld>
            <a:endParaRPr lang="en-US" altLang="en-US"/>
          </a:p>
        </p:txBody>
      </p:sp>
      <p:sp>
        <p:nvSpPr>
          <p:cNvPr id="3" name="Rectangle 10">
            <a:extLst>
              <a:ext uri="{FF2B5EF4-FFF2-40B4-BE49-F238E27FC236}">
                <a16:creationId xmlns:a16="http://schemas.microsoft.com/office/drawing/2014/main" id="{B3F9B8C8-EF31-450B-8DFB-EF9AD89E1A16}"/>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4" name="Rectangle 11">
            <a:extLst>
              <a:ext uri="{FF2B5EF4-FFF2-40B4-BE49-F238E27FC236}">
                <a16:creationId xmlns:a16="http://schemas.microsoft.com/office/drawing/2014/main" id="{56F2B89E-96AB-4169-95F3-325D4A7F8A83}"/>
              </a:ext>
            </a:extLst>
          </p:cNvPr>
          <p:cNvSpPr>
            <a:spLocks noGrp="1" noChangeArrowheads="1"/>
          </p:cNvSpPr>
          <p:nvPr>
            <p:ph type="sldNum" sz="quarter" idx="12"/>
          </p:nvPr>
        </p:nvSpPr>
        <p:spPr>
          <a:ln/>
        </p:spPr>
        <p:txBody>
          <a:bodyPr/>
          <a:lstStyle>
            <a:lvl1pPr>
              <a:defRPr/>
            </a:lvl1pPr>
          </a:lstStyle>
          <a:p>
            <a:pPr>
              <a:defRPr/>
            </a:pPr>
            <a:fld id="{2258FD48-D5F9-4E92-926A-6983804FD3FE}" type="slidenum">
              <a:rPr lang="en-US" altLang="en-US"/>
              <a:pPr>
                <a:defRPr/>
              </a:pPr>
              <a:t>‹#›</a:t>
            </a:fld>
            <a:endParaRPr lang="en-US" altLang="en-US"/>
          </a:p>
        </p:txBody>
      </p:sp>
    </p:spTree>
    <p:extLst>
      <p:ext uri="{BB962C8B-B14F-4D97-AF65-F5344CB8AC3E}">
        <p14:creationId xmlns:p14="http://schemas.microsoft.com/office/powerpoint/2010/main" val="3613735793"/>
      </p:ext>
    </p:extLst>
  </p:cSld>
  <p:clrMapOvr>
    <a:masterClrMapping/>
  </p:clrMapOvr>
  <p:transition>
    <p:random/>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Rectangle 9">
            <a:extLst>
              <a:ext uri="{FF2B5EF4-FFF2-40B4-BE49-F238E27FC236}">
                <a16:creationId xmlns:a16="http://schemas.microsoft.com/office/drawing/2014/main" id="{18F9EF36-EC40-482B-94FA-5578E2B0DD40}"/>
              </a:ext>
            </a:extLst>
          </p:cNvPr>
          <p:cNvSpPr>
            <a:spLocks noGrp="1" noChangeArrowheads="1"/>
          </p:cNvSpPr>
          <p:nvPr>
            <p:ph type="dt" sz="half" idx="10"/>
          </p:nvPr>
        </p:nvSpPr>
        <p:spPr>
          <a:ln/>
        </p:spPr>
        <p:txBody>
          <a:bodyPr/>
          <a:lstStyle>
            <a:lvl1pPr>
              <a:defRPr/>
            </a:lvl1pPr>
          </a:lstStyle>
          <a:p>
            <a:pPr>
              <a:defRPr/>
            </a:pPr>
            <a:fld id="{639D1EB5-5918-4FA3-B40B-72E7B048AE64}" type="datetime4">
              <a:rPr lang="en-US" altLang="en-US" smtClean="0"/>
              <a:t>March 26, 2024</a:t>
            </a:fld>
            <a:endParaRPr lang="en-US" altLang="en-US"/>
          </a:p>
        </p:txBody>
      </p:sp>
      <p:sp>
        <p:nvSpPr>
          <p:cNvPr id="6" name="Rectangle 10">
            <a:extLst>
              <a:ext uri="{FF2B5EF4-FFF2-40B4-BE49-F238E27FC236}">
                <a16:creationId xmlns:a16="http://schemas.microsoft.com/office/drawing/2014/main" id="{9F9B30E7-289F-4B7F-9370-33C752087013}"/>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11">
            <a:extLst>
              <a:ext uri="{FF2B5EF4-FFF2-40B4-BE49-F238E27FC236}">
                <a16:creationId xmlns:a16="http://schemas.microsoft.com/office/drawing/2014/main" id="{F307C202-ED24-441A-B933-E3B1A14EDED0}"/>
              </a:ext>
            </a:extLst>
          </p:cNvPr>
          <p:cNvSpPr>
            <a:spLocks noGrp="1" noChangeArrowheads="1"/>
          </p:cNvSpPr>
          <p:nvPr>
            <p:ph type="sldNum" sz="quarter" idx="12"/>
          </p:nvPr>
        </p:nvSpPr>
        <p:spPr>
          <a:ln/>
        </p:spPr>
        <p:txBody>
          <a:bodyPr/>
          <a:lstStyle>
            <a:lvl1pPr>
              <a:defRPr/>
            </a:lvl1pPr>
          </a:lstStyle>
          <a:p>
            <a:pPr>
              <a:defRPr/>
            </a:pPr>
            <a:fld id="{1F27FE13-3A08-46F4-9540-C0AC9F1369C4}" type="slidenum">
              <a:rPr lang="en-US" altLang="en-US"/>
              <a:pPr>
                <a:defRPr/>
              </a:pPr>
              <a:t>‹#›</a:t>
            </a:fld>
            <a:endParaRPr lang="en-US" altLang="en-US"/>
          </a:p>
        </p:txBody>
      </p:sp>
    </p:spTree>
    <p:extLst>
      <p:ext uri="{BB962C8B-B14F-4D97-AF65-F5344CB8AC3E}">
        <p14:creationId xmlns:p14="http://schemas.microsoft.com/office/powerpoint/2010/main" val="3331546764"/>
      </p:ext>
    </p:extLst>
  </p:cSld>
  <p:clrMapOvr>
    <a:masterClrMapping/>
  </p:clrMapOvr>
  <p:transition>
    <p:random/>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Rectangle 9">
            <a:extLst>
              <a:ext uri="{FF2B5EF4-FFF2-40B4-BE49-F238E27FC236}">
                <a16:creationId xmlns:a16="http://schemas.microsoft.com/office/drawing/2014/main" id="{C676408B-40A3-4A62-A26A-DD972758D001}"/>
              </a:ext>
            </a:extLst>
          </p:cNvPr>
          <p:cNvSpPr>
            <a:spLocks noGrp="1" noChangeArrowheads="1"/>
          </p:cNvSpPr>
          <p:nvPr>
            <p:ph type="dt" sz="half" idx="10"/>
          </p:nvPr>
        </p:nvSpPr>
        <p:spPr>
          <a:ln/>
        </p:spPr>
        <p:txBody>
          <a:bodyPr/>
          <a:lstStyle>
            <a:lvl1pPr>
              <a:defRPr/>
            </a:lvl1pPr>
          </a:lstStyle>
          <a:p>
            <a:pPr>
              <a:defRPr/>
            </a:pPr>
            <a:fld id="{5A79ED6A-635C-48B5-8C93-4AE64B9B7041}" type="datetime4">
              <a:rPr lang="en-US" altLang="en-US" smtClean="0"/>
              <a:t>March 26, 2024</a:t>
            </a:fld>
            <a:endParaRPr lang="en-US" altLang="en-US"/>
          </a:p>
        </p:txBody>
      </p:sp>
      <p:sp>
        <p:nvSpPr>
          <p:cNvPr id="6" name="Rectangle 10">
            <a:extLst>
              <a:ext uri="{FF2B5EF4-FFF2-40B4-BE49-F238E27FC236}">
                <a16:creationId xmlns:a16="http://schemas.microsoft.com/office/drawing/2014/main" id="{FBF0B2E1-F337-4682-A39A-6018BF9E2DA7}"/>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11">
            <a:extLst>
              <a:ext uri="{FF2B5EF4-FFF2-40B4-BE49-F238E27FC236}">
                <a16:creationId xmlns:a16="http://schemas.microsoft.com/office/drawing/2014/main" id="{5C24516E-1776-41F6-9130-468BF3AD817B}"/>
              </a:ext>
            </a:extLst>
          </p:cNvPr>
          <p:cNvSpPr>
            <a:spLocks noGrp="1" noChangeArrowheads="1"/>
          </p:cNvSpPr>
          <p:nvPr>
            <p:ph type="sldNum" sz="quarter" idx="12"/>
          </p:nvPr>
        </p:nvSpPr>
        <p:spPr>
          <a:ln/>
        </p:spPr>
        <p:txBody>
          <a:bodyPr/>
          <a:lstStyle>
            <a:lvl1pPr>
              <a:defRPr/>
            </a:lvl1pPr>
          </a:lstStyle>
          <a:p>
            <a:pPr>
              <a:defRPr/>
            </a:pPr>
            <a:fld id="{EEF591CC-DEA9-4D87-A3E3-77F1E385199A}" type="slidenum">
              <a:rPr lang="en-US" altLang="en-US"/>
              <a:pPr>
                <a:defRPr/>
              </a:pPr>
              <a:t>‹#›</a:t>
            </a:fld>
            <a:endParaRPr lang="en-US" altLang="en-US"/>
          </a:p>
        </p:txBody>
      </p:sp>
    </p:spTree>
    <p:extLst>
      <p:ext uri="{BB962C8B-B14F-4D97-AF65-F5344CB8AC3E}">
        <p14:creationId xmlns:p14="http://schemas.microsoft.com/office/powerpoint/2010/main" val="3676862155"/>
      </p:ext>
    </p:extLst>
  </p:cSld>
  <p:clrMapOvr>
    <a:masterClrMapping/>
  </p:clrMapOvr>
  <p:transition>
    <p:random/>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a:extLst>
              <a:ext uri="{FF2B5EF4-FFF2-40B4-BE49-F238E27FC236}">
                <a16:creationId xmlns:a16="http://schemas.microsoft.com/office/drawing/2014/main" id="{9637224F-8EBD-4964-9859-9AD92408085B}"/>
              </a:ext>
            </a:extLst>
          </p:cNvPr>
          <p:cNvSpPr>
            <a:spLocks noGrp="1" noChangeArrowheads="1"/>
          </p:cNvSpPr>
          <p:nvPr>
            <p:ph type="dt" sz="half" idx="10"/>
          </p:nvPr>
        </p:nvSpPr>
        <p:spPr>
          <a:ln/>
        </p:spPr>
        <p:txBody>
          <a:bodyPr/>
          <a:lstStyle>
            <a:lvl1pPr>
              <a:defRPr/>
            </a:lvl1pPr>
          </a:lstStyle>
          <a:p>
            <a:pPr>
              <a:defRPr/>
            </a:pPr>
            <a:fld id="{D1E2ECF6-6271-4600-B0AC-45B57EB194C0}" type="datetime4">
              <a:rPr lang="en-US" altLang="en-US" smtClean="0"/>
              <a:t>March 26, 2024</a:t>
            </a:fld>
            <a:endParaRPr lang="en-US" altLang="en-US"/>
          </a:p>
        </p:txBody>
      </p:sp>
      <p:sp>
        <p:nvSpPr>
          <p:cNvPr id="5" name="Rectangle 10">
            <a:extLst>
              <a:ext uri="{FF2B5EF4-FFF2-40B4-BE49-F238E27FC236}">
                <a16:creationId xmlns:a16="http://schemas.microsoft.com/office/drawing/2014/main" id="{1CF75AFC-60FB-4AE7-B265-A72286D20402}"/>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11">
            <a:extLst>
              <a:ext uri="{FF2B5EF4-FFF2-40B4-BE49-F238E27FC236}">
                <a16:creationId xmlns:a16="http://schemas.microsoft.com/office/drawing/2014/main" id="{736355B5-28A0-464A-B113-C5BFC82E67E1}"/>
              </a:ext>
            </a:extLst>
          </p:cNvPr>
          <p:cNvSpPr>
            <a:spLocks noGrp="1" noChangeArrowheads="1"/>
          </p:cNvSpPr>
          <p:nvPr>
            <p:ph type="sldNum" sz="quarter" idx="12"/>
          </p:nvPr>
        </p:nvSpPr>
        <p:spPr>
          <a:ln/>
        </p:spPr>
        <p:txBody>
          <a:bodyPr/>
          <a:lstStyle>
            <a:lvl1pPr>
              <a:defRPr/>
            </a:lvl1pPr>
          </a:lstStyle>
          <a:p>
            <a:pPr>
              <a:defRPr/>
            </a:pPr>
            <a:fld id="{06144093-CF23-4573-8EB6-2CFA10DA383F}" type="slidenum">
              <a:rPr lang="en-US" altLang="en-US"/>
              <a:pPr>
                <a:defRPr/>
              </a:pPr>
              <a:t>‹#›</a:t>
            </a:fld>
            <a:endParaRPr lang="en-US" altLang="en-US"/>
          </a:p>
        </p:txBody>
      </p:sp>
    </p:spTree>
    <p:extLst>
      <p:ext uri="{BB962C8B-B14F-4D97-AF65-F5344CB8AC3E}">
        <p14:creationId xmlns:p14="http://schemas.microsoft.com/office/powerpoint/2010/main" val="3333762286"/>
      </p:ext>
    </p:extLst>
  </p:cSld>
  <p:clrMapOvr>
    <a:masterClrMapping/>
  </p:clrMapOvr>
  <p:transition>
    <p:random/>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3700" y="152400"/>
            <a:ext cx="2019300" cy="6096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152400"/>
            <a:ext cx="5905500" cy="60960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a:extLst>
              <a:ext uri="{FF2B5EF4-FFF2-40B4-BE49-F238E27FC236}">
                <a16:creationId xmlns:a16="http://schemas.microsoft.com/office/drawing/2014/main" id="{40EB2D34-9CF9-4FA1-9891-8646038C9EC9}"/>
              </a:ext>
            </a:extLst>
          </p:cNvPr>
          <p:cNvSpPr>
            <a:spLocks noGrp="1" noChangeArrowheads="1"/>
          </p:cNvSpPr>
          <p:nvPr>
            <p:ph type="dt" sz="half" idx="10"/>
          </p:nvPr>
        </p:nvSpPr>
        <p:spPr>
          <a:ln/>
        </p:spPr>
        <p:txBody>
          <a:bodyPr/>
          <a:lstStyle>
            <a:lvl1pPr>
              <a:defRPr/>
            </a:lvl1pPr>
          </a:lstStyle>
          <a:p>
            <a:pPr>
              <a:defRPr/>
            </a:pPr>
            <a:fld id="{AAC094E6-E21F-4642-B330-77EFB0D90D37}" type="datetime4">
              <a:rPr lang="en-US" altLang="en-US" smtClean="0"/>
              <a:t>March 26, 2024</a:t>
            </a:fld>
            <a:endParaRPr lang="en-US" altLang="en-US"/>
          </a:p>
        </p:txBody>
      </p:sp>
      <p:sp>
        <p:nvSpPr>
          <p:cNvPr id="5" name="Rectangle 10">
            <a:extLst>
              <a:ext uri="{FF2B5EF4-FFF2-40B4-BE49-F238E27FC236}">
                <a16:creationId xmlns:a16="http://schemas.microsoft.com/office/drawing/2014/main" id="{4CD0DCE1-E22C-49A5-B6E7-047480437FAD}"/>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11">
            <a:extLst>
              <a:ext uri="{FF2B5EF4-FFF2-40B4-BE49-F238E27FC236}">
                <a16:creationId xmlns:a16="http://schemas.microsoft.com/office/drawing/2014/main" id="{FBA64E89-7327-4792-A101-5C3C61458511}"/>
              </a:ext>
            </a:extLst>
          </p:cNvPr>
          <p:cNvSpPr>
            <a:spLocks noGrp="1" noChangeArrowheads="1"/>
          </p:cNvSpPr>
          <p:nvPr>
            <p:ph type="sldNum" sz="quarter" idx="12"/>
          </p:nvPr>
        </p:nvSpPr>
        <p:spPr>
          <a:ln/>
        </p:spPr>
        <p:txBody>
          <a:bodyPr/>
          <a:lstStyle>
            <a:lvl1pPr>
              <a:defRPr/>
            </a:lvl1pPr>
          </a:lstStyle>
          <a:p>
            <a:pPr>
              <a:defRPr/>
            </a:pPr>
            <a:fld id="{36D07167-06C4-4146-896E-E23FE8A9CC31}" type="slidenum">
              <a:rPr lang="en-US" altLang="en-US"/>
              <a:pPr>
                <a:defRPr/>
              </a:pPr>
              <a:t>‹#›</a:t>
            </a:fld>
            <a:endParaRPr lang="en-US" altLang="en-US"/>
          </a:p>
        </p:txBody>
      </p:sp>
    </p:spTree>
    <p:extLst>
      <p:ext uri="{BB962C8B-B14F-4D97-AF65-F5344CB8AC3E}">
        <p14:creationId xmlns:p14="http://schemas.microsoft.com/office/powerpoint/2010/main" val="551357650"/>
      </p:ext>
    </p:extLst>
  </p:cSld>
  <p:clrMapOvr>
    <a:masterClrMapping/>
  </p:clrMapOvr>
  <p:transition>
    <p:random/>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152400"/>
            <a:ext cx="7772400" cy="712788"/>
          </a:xfrm>
        </p:spPr>
        <p:txBody>
          <a:bodyPr/>
          <a:lstStyle/>
          <a:p>
            <a:r>
              <a:rPr lang="en-US"/>
              <a:t>Click to edit Master title style</a:t>
            </a:r>
          </a:p>
        </p:txBody>
      </p:sp>
      <p:sp>
        <p:nvSpPr>
          <p:cNvPr id="3" name="Text Placeholder 2"/>
          <p:cNvSpPr>
            <a:spLocks noGrp="1"/>
          </p:cNvSpPr>
          <p:nvPr>
            <p:ph type="body" sz="half" idx="1"/>
          </p:nvPr>
        </p:nvSpPr>
        <p:spPr>
          <a:xfrm>
            <a:off x="685800" y="1066800"/>
            <a:ext cx="3962400" cy="5181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00600" y="1066800"/>
            <a:ext cx="3962400" cy="5181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9">
            <a:extLst>
              <a:ext uri="{FF2B5EF4-FFF2-40B4-BE49-F238E27FC236}">
                <a16:creationId xmlns:a16="http://schemas.microsoft.com/office/drawing/2014/main" id="{D143BBFF-AB83-4762-B240-D640FB446D7A}"/>
              </a:ext>
            </a:extLst>
          </p:cNvPr>
          <p:cNvSpPr>
            <a:spLocks noGrp="1" noChangeArrowheads="1"/>
          </p:cNvSpPr>
          <p:nvPr>
            <p:ph type="dt" sz="half" idx="10"/>
          </p:nvPr>
        </p:nvSpPr>
        <p:spPr>
          <a:ln/>
        </p:spPr>
        <p:txBody>
          <a:bodyPr/>
          <a:lstStyle>
            <a:lvl1pPr>
              <a:defRPr/>
            </a:lvl1pPr>
          </a:lstStyle>
          <a:p>
            <a:pPr>
              <a:defRPr/>
            </a:pPr>
            <a:fld id="{9A772627-FA51-460C-BC09-B1AC454D784C}" type="datetime4">
              <a:rPr lang="en-US" altLang="en-US" smtClean="0"/>
              <a:t>March 26, 2024</a:t>
            </a:fld>
            <a:endParaRPr lang="en-US" altLang="en-US"/>
          </a:p>
        </p:txBody>
      </p:sp>
      <p:sp>
        <p:nvSpPr>
          <p:cNvPr id="6" name="Rectangle 10">
            <a:extLst>
              <a:ext uri="{FF2B5EF4-FFF2-40B4-BE49-F238E27FC236}">
                <a16:creationId xmlns:a16="http://schemas.microsoft.com/office/drawing/2014/main" id="{FB6232EA-ABCC-4D5B-817E-5CA339081A46}"/>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11">
            <a:extLst>
              <a:ext uri="{FF2B5EF4-FFF2-40B4-BE49-F238E27FC236}">
                <a16:creationId xmlns:a16="http://schemas.microsoft.com/office/drawing/2014/main" id="{DB6E29C0-AE86-4B3F-9332-6155F923022F}"/>
              </a:ext>
            </a:extLst>
          </p:cNvPr>
          <p:cNvSpPr>
            <a:spLocks noGrp="1" noChangeArrowheads="1"/>
          </p:cNvSpPr>
          <p:nvPr>
            <p:ph type="sldNum" sz="quarter" idx="12"/>
          </p:nvPr>
        </p:nvSpPr>
        <p:spPr>
          <a:ln/>
        </p:spPr>
        <p:txBody>
          <a:bodyPr/>
          <a:lstStyle>
            <a:lvl1pPr>
              <a:defRPr/>
            </a:lvl1pPr>
          </a:lstStyle>
          <a:p>
            <a:pPr>
              <a:defRPr/>
            </a:pPr>
            <a:fld id="{172AABB2-C4AC-49F0-979A-772357E84031}" type="slidenum">
              <a:rPr lang="en-US" altLang="en-US"/>
              <a:pPr>
                <a:defRPr/>
              </a:pPr>
              <a:t>‹#›</a:t>
            </a:fld>
            <a:endParaRPr lang="en-US" altLang="en-US"/>
          </a:p>
        </p:txBody>
      </p:sp>
    </p:spTree>
    <p:extLst>
      <p:ext uri="{BB962C8B-B14F-4D97-AF65-F5344CB8AC3E}">
        <p14:creationId xmlns:p14="http://schemas.microsoft.com/office/powerpoint/2010/main" val="2592524691"/>
      </p:ext>
    </p:extLst>
  </p:cSld>
  <p:clrMapOvr>
    <a:masterClrMapping/>
  </p:clrMapOvr>
  <p:transition>
    <p:random/>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en-US" altLang="zh-TW"/>
              <a:t>Click to edit Master title style</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ltLang="zh-TW"/>
              <a:t>Click to edit Master subtitle style</a:t>
            </a:r>
            <a:endParaRPr lang="zh-TW" altLang="en-US"/>
          </a:p>
        </p:txBody>
      </p:sp>
    </p:spTree>
    <p:extLst>
      <p:ext uri="{BB962C8B-B14F-4D97-AF65-F5344CB8AC3E}">
        <p14:creationId xmlns:p14="http://schemas.microsoft.com/office/powerpoint/2010/main" val="60690763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內容版面配置區 2"/>
          <p:cNvSpPr>
            <a:spLocks noGrp="1"/>
          </p:cNvSpPr>
          <p:nvPr>
            <p:ph idx="1"/>
          </p:nvPr>
        </p:nvSpPr>
        <p:spPr/>
        <p:txBody>
          <a:bodyPr/>
          <a:lstStyle>
            <a:lvl1pPr>
              <a:buClr>
                <a:srgbClr val="0000FF"/>
              </a:buClr>
              <a:buFont typeface="Wingdings 2" pitchFamily="18" charset="2"/>
              <a:buChar char="©"/>
              <a:defRPr/>
            </a:lvl1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dirty="0"/>
          </a:p>
        </p:txBody>
      </p:sp>
    </p:spTree>
    <p:extLst>
      <p:ext uri="{BB962C8B-B14F-4D97-AF65-F5344CB8AC3E}">
        <p14:creationId xmlns:p14="http://schemas.microsoft.com/office/powerpoint/2010/main" val="2874208808"/>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en-US" altLang="zh-TW"/>
              <a:t>Click to edit Master title style</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zh-TW"/>
              <a:t>Edit Master text styles</a:t>
            </a:r>
          </a:p>
        </p:txBody>
      </p:sp>
    </p:spTree>
    <p:extLst>
      <p:ext uri="{BB962C8B-B14F-4D97-AF65-F5344CB8AC3E}">
        <p14:creationId xmlns:p14="http://schemas.microsoft.com/office/powerpoint/2010/main" val="88888665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內容版面配置區 2"/>
          <p:cNvSpPr>
            <a:spLocks noGrp="1"/>
          </p:cNvSpPr>
          <p:nvPr>
            <p:ph sz="half" idx="1"/>
          </p:nvPr>
        </p:nvSpPr>
        <p:spPr>
          <a:xfrm>
            <a:off x="307975" y="1295400"/>
            <a:ext cx="4208463" cy="52022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內容版面配置區 3"/>
          <p:cNvSpPr>
            <a:spLocks noGrp="1"/>
          </p:cNvSpPr>
          <p:nvPr>
            <p:ph sz="half" idx="2"/>
          </p:nvPr>
        </p:nvSpPr>
        <p:spPr>
          <a:xfrm>
            <a:off x="4668838" y="1295400"/>
            <a:ext cx="4210050" cy="52022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Tree>
    <p:extLst>
      <p:ext uri="{BB962C8B-B14F-4D97-AF65-F5344CB8AC3E}">
        <p14:creationId xmlns:p14="http://schemas.microsoft.com/office/powerpoint/2010/main" val="142968223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p:spPr>
        <p:txBody>
          <a:bodyPr/>
          <a:lstStyle>
            <a:lvl1pPr>
              <a:defRPr/>
            </a:lvl1pPr>
          </a:lstStyle>
          <a:p>
            <a:r>
              <a:rPr lang="en-US" altLang="zh-TW"/>
              <a:t>Click to edit Master title style</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Edit Master text styles</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Edit Master text styles</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Tree>
    <p:extLst>
      <p:ext uri="{BB962C8B-B14F-4D97-AF65-F5344CB8AC3E}">
        <p14:creationId xmlns:p14="http://schemas.microsoft.com/office/powerpoint/2010/main" val="330130366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Tree>
    <p:extLst>
      <p:ext uri="{BB962C8B-B14F-4D97-AF65-F5344CB8AC3E}">
        <p14:creationId xmlns:p14="http://schemas.microsoft.com/office/powerpoint/2010/main" val="350637024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547630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en-US" altLang="zh-TW"/>
              <a:t>Click to edit Master title style</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TW"/>
              <a:t>Edit Master text styles</a:t>
            </a:r>
          </a:p>
        </p:txBody>
      </p:sp>
    </p:spTree>
    <p:extLst>
      <p:ext uri="{BB962C8B-B14F-4D97-AF65-F5344CB8AC3E}">
        <p14:creationId xmlns:p14="http://schemas.microsoft.com/office/powerpoint/2010/main" val="298211654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TW"/>
              <a:t>Edit Master text styles</a:t>
            </a:r>
          </a:p>
        </p:txBody>
      </p:sp>
    </p:spTree>
    <p:extLst>
      <p:ext uri="{BB962C8B-B14F-4D97-AF65-F5344CB8AC3E}">
        <p14:creationId xmlns:p14="http://schemas.microsoft.com/office/powerpoint/2010/main" val="132461563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p:txBody>
          <a:bodyPr vert="eaVert"/>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Tree>
    <p:extLst>
      <p:ext uri="{BB962C8B-B14F-4D97-AF65-F5344CB8AC3E}">
        <p14:creationId xmlns:p14="http://schemas.microsoft.com/office/powerpoint/2010/main" val="377618566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734175" y="228600"/>
            <a:ext cx="2144713" cy="6269038"/>
          </a:xfrm>
        </p:spPr>
        <p:txBody>
          <a:bodyPr vert="eaVert"/>
          <a:lstStyle/>
          <a:p>
            <a:r>
              <a:rPr lang="en-US" altLang="zh-TW"/>
              <a:t>Click to edit Master title style</a:t>
            </a:r>
            <a:endParaRPr lang="zh-TW" altLang="en-US"/>
          </a:p>
        </p:txBody>
      </p:sp>
      <p:sp>
        <p:nvSpPr>
          <p:cNvPr id="3" name="直排文字版面配置區 2"/>
          <p:cNvSpPr>
            <a:spLocks noGrp="1"/>
          </p:cNvSpPr>
          <p:nvPr>
            <p:ph type="body" orient="vert" idx="1"/>
          </p:nvPr>
        </p:nvSpPr>
        <p:spPr>
          <a:xfrm>
            <a:off x="298450" y="228600"/>
            <a:ext cx="6283325" cy="6269038"/>
          </a:xfrm>
        </p:spPr>
        <p:txBody>
          <a:bodyPr vert="eaVert"/>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Tree>
    <p:extLst>
      <p:ext uri="{BB962C8B-B14F-4D97-AF65-F5344CB8AC3E}">
        <p14:creationId xmlns:p14="http://schemas.microsoft.com/office/powerpoint/2010/main" val="267996072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type="txAndObj" preserve="1">
  <p:cSld name="標題，文字及物件">
    <p:spTree>
      <p:nvGrpSpPr>
        <p:cNvPr id="1" name=""/>
        <p:cNvGrpSpPr/>
        <p:nvPr/>
      </p:nvGrpSpPr>
      <p:grpSpPr>
        <a:xfrm>
          <a:off x="0" y="0"/>
          <a:ext cx="0" cy="0"/>
          <a:chOff x="0" y="0"/>
          <a:chExt cx="0" cy="0"/>
        </a:xfrm>
      </p:grpSpPr>
      <p:sp>
        <p:nvSpPr>
          <p:cNvPr id="2" name="標題 1"/>
          <p:cNvSpPr>
            <a:spLocks noGrp="1"/>
          </p:cNvSpPr>
          <p:nvPr>
            <p:ph type="title"/>
          </p:nvPr>
        </p:nvSpPr>
        <p:spPr>
          <a:xfrm>
            <a:off x="855785" y="350839"/>
            <a:ext cx="7904285" cy="414337"/>
          </a:xfrm>
        </p:spPr>
        <p:txBody>
          <a:bodyPr/>
          <a:lstStyle/>
          <a:p>
            <a:r>
              <a:rPr lang="en-US" altLang="zh-TW"/>
              <a:t>Click to edit Master title style</a:t>
            </a:r>
            <a:endParaRPr lang="zh-TW" altLang="en-US"/>
          </a:p>
        </p:txBody>
      </p:sp>
      <p:sp>
        <p:nvSpPr>
          <p:cNvPr id="3" name="文字版面配置區 2"/>
          <p:cNvSpPr>
            <a:spLocks noGrp="1"/>
          </p:cNvSpPr>
          <p:nvPr>
            <p:ph type="body" sz="half" idx="1"/>
          </p:nvPr>
        </p:nvSpPr>
        <p:spPr>
          <a:xfrm>
            <a:off x="457200" y="1295391"/>
            <a:ext cx="4044462" cy="5177127"/>
          </a:xfrm>
          <a:prstGeom prst="rect">
            <a:avLst/>
          </a:prstGeom>
        </p:spPr>
        <p:txBody>
          <a:body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內容版面配置區 3"/>
          <p:cNvSpPr>
            <a:spLocks noGrp="1"/>
          </p:cNvSpPr>
          <p:nvPr>
            <p:ph sz="half" idx="2"/>
          </p:nvPr>
        </p:nvSpPr>
        <p:spPr>
          <a:xfrm>
            <a:off x="4642338" y="1295391"/>
            <a:ext cx="4044462" cy="5186091"/>
          </a:xfrm>
          <a:prstGeom prst="rect">
            <a:avLst/>
          </a:prstGeom>
        </p:spPr>
        <p:txBody>
          <a:body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Tree>
    <p:extLst>
      <p:ext uri="{BB962C8B-B14F-4D97-AF65-F5344CB8AC3E}">
        <p14:creationId xmlns:p14="http://schemas.microsoft.com/office/powerpoint/2010/main" val="299044634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a:prstGeom prst="rect">
            <a:avLst/>
          </a:prstGeom>
        </p:spPr>
        <p:txBody>
          <a:bodyPr/>
          <a:lstStyle/>
          <a:p>
            <a:r>
              <a:rPr lang="en-US" altLang="zh-TW"/>
              <a:t>Click to edit Master title style</a:t>
            </a:r>
            <a:endParaRPr lang="zh-TW" altLang="en-US"/>
          </a:p>
        </p:txBody>
      </p:sp>
      <p:sp>
        <p:nvSpPr>
          <p:cNvPr id="3" name="副標題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ltLang="zh-TW"/>
              <a:t>Click to edit Master subtitle style</a:t>
            </a:r>
            <a:endParaRPr lang="zh-TW" altLang="en-US"/>
          </a:p>
        </p:txBody>
      </p:sp>
    </p:spTree>
    <p:extLst>
      <p:ext uri="{BB962C8B-B14F-4D97-AF65-F5344CB8AC3E}">
        <p14:creationId xmlns:p14="http://schemas.microsoft.com/office/powerpoint/2010/main" val="8977601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a:prstGeom prst="rect">
            <a:avLst/>
          </a:prstGeom>
        </p:spPr>
        <p:txBody>
          <a:bodyPr/>
          <a:lstStyle/>
          <a:p>
            <a:r>
              <a:rPr lang="en-US" altLang="zh-TW"/>
              <a:t>Click to edit Master title style</a:t>
            </a:r>
            <a:endParaRPr lang="zh-TW" altLang="en-US"/>
          </a:p>
        </p:txBody>
      </p:sp>
      <p:sp>
        <p:nvSpPr>
          <p:cNvPr id="3" name="內容版面配置區 2"/>
          <p:cNvSpPr>
            <a:spLocks noGrp="1"/>
          </p:cNvSpPr>
          <p:nvPr>
            <p:ph idx="1"/>
          </p:nvPr>
        </p:nvSpPr>
        <p:spPr>
          <a:xfrm>
            <a:off x="457200" y="1600200"/>
            <a:ext cx="8229600" cy="4525963"/>
          </a:xfrm>
          <a:prstGeom prst="rect">
            <a:avLst/>
          </a:prstGeom>
        </p:spPr>
        <p:txBody>
          <a:body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Tree>
    <p:extLst>
      <p:ext uri="{BB962C8B-B14F-4D97-AF65-F5344CB8AC3E}">
        <p14:creationId xmlns:p14="http://schemas.microsoft.com/office/powerpoint/2010/main" val="241877721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ltLang="zh-TW"/>
              <a:t>Click to edit Master title style</a:t>
            </a:r>
            <a:endParaRPr lang="zh-TW" altLang="en-US"/>
          </a:p>
        </p:txBody>
      </p:sp>
      <p:sp>
        <p:nvSpPr>
          <p:cNvPr id="3" name="文字版面配置區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zh-TW"/>
              <a:t>Edit Master text styles</a:t>
            </a:r>
          </a:p>
        </p:txBody>
      </p:sp>
    </p:spTree>
    <p:extLst>
      <p:ext uri="{BB962C8B-B14F-4D97-AF65-F5344CB8AC3E}">
        <p14:creationId xmlns:p14="http://schemas.microsoft.com/office/powerpoint/2010/main" val="158843040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a:prstGeom prst="rect">
            <a:avLst/>
          </a:prstGeom>
        </p:spPr>
        <p:txBody>
          <a:bodyPr/>
          <a:lstStyle/>
          <a:p>
            <a:r>
              <a:rPr lang="en-US" altLang="zh-TW"/>
              <a:t>Click to edit Master title style</a:t>
            </a:r>
            <a:endParaRPr lang="zh-TW" altLang="en-US"/>
          </a:p>
        </p:txBody>
      </p:sp>
      <p:sp>
        <p:nvSpPr>
          <p:cNvPr id="3" name="內容版面配置區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內容版面配置區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Tree>
    <p:extLst>
      <p:ext uri="{BB962C8B-B14F-4D97-AF65-F5344CB8AC3E}">
        <p14:creationId xmlns:p14="http://schemas.microsoft.com/office/powerpoint/2010/main" val="130062504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a:prstGeom prst="rect">
            <a:avLst/>
          </a:prstGeom>
        </p:spPr>
        <p:txBody>
          <a:bodyPr/>
          <a:lstStyle>
            <a:lvl1pPr>
              <a:defRPr/>
            </a:lvl1pPr>
          </a:lstStyle>
          <a:p>
            <a:r>
              <a:rPr lang="en-US" altLang="zh-TW"/>
              <a:t>Click to edit Master title style</a:t>
            </a:r>
            <a:endParaRPr lang="zh-TW" altLang="en-US"/>
          </a:p>
        </p:txBody>
      </p:sp>
      <p:sp>
        <p:nvSpPr>
          <p:cNvPr id="3" name="文字版面配置區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Edit Master text styles</a:t>
            </a:r>
          </a:p>
        </p:txBody>
      </p:sp>
      <p:sp>
        <p:nvSpPr>
          <p:cNvPr id="4" name="內容版面配置區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5" name="文字版面配置區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Edit Master text styles</a:t>
            </a:r>
          </a:p>
        </p:txBody>
      </p:sp>
      <p:sp>
        <p:nvSpPr>
          <p:cNvPr id="6" name="內容版面配置區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Tree>
    <p:extLst>
      <p:ext uri="{BB962C8B-B14F-4D97-AF65-F5344CB8AC3E}">
        <p14:creationId xmlns:p14="http://schemas.microsoft.com/office/powerpoint/2010/main" val="50974356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a:prstGeom prst="rect">
            <a:avLst/>
          </a:prstGeom>
        </p:spPr>
        <p:txBody>
          <a:bodyPr/>
          <a:lstStyle/>
          <a:p>
            <a:r>
              <a:rPr lang="en-US" altLang="zh-TW"/>
              <a:t>Click to edit Master title style</a:t>
            </a:r>
            <a:endParaRPr lang="zh-TW" altLang="en-US"/>
          </a:p>
        </p:txBody>
      </p:sp>
    </p:spTree>
    <p:extLst>
      <p:ext uri="{BB962C8B-B14F-4D97-AF65-F5344CB8AC3E}">
        <p14:creationId xmlns:p14="http://schemas.microsoft.com/office/powerpoint/2010/main" val="789056735"/>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193031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ltLang="zh-TW"/>
              <a:t>Click to edit Master title style</a:t>
            </a:r>
            <a:endParaRPr lang="zh-TW" altLang="en-US"/>
          </a:p>
        </p:txBody>
      </p:sp>
      <p:sp>
        <p:nvSpPr>
          <p:cNvPr id="3" name="內容版面配置區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文字版面配置區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TW"/>
              <a:t>Edit Master text styles</a:t>
            </a:r>
          </a:p>
        </p:txBody>
      </p:sp>
    </p:spTree>
    <p:extLst>
      <p:ext uri="{BB962C8B-B14F-4D97-AF65-F5344CB8AC3E}">
        <p14:creationId xmlns:p14="http://schemas.microsoft.com/office/powerpoint/2010/main" val="78678978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TW"/>
              <a:t>Edit Master text styles</a:t>
            </a:r>
          </a:p>
        </p:txBody>
      </p:sp>
    </p:spTree>
    <p:extLst>
      <p:ext uri="{BB962C8B-B14F-4D97-AF65-F5344CB8AC3E}">
        <p14:creationId xmlns:p14="http://schemas.microsoft.com/office/powerpoint/2010/main" val="64278796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a:prstGeom prst="rect">
            <a:avLst/>
          </a:prstGeom>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a:xfrm>
            <a:off x="457200" y="1600200"/>
            <a:ext cx="8229600" cy="4525963"/>
          </a:xfrm>
          <a:prstGeom prst="rect">
            <a:avLst/>
          </a:prstGeom>
        </p:spPr>
        <p:txBody>
          <a:bodyPr vert="eaVert"/>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Tree>
    <p:extLst>
      <p:ext uri="{BB962C8B-B14F-4D97-AF65-F5344CB8AC3E}">
        <p14:creationId xmlns:p14="http://schemas.microsoft.com/office/powerpoint/2010/main" val="86166793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a:prstGeom prst="rect">
            <a:avLst/>
          </a:prstGeom>
        </p:spPr>
        <p:txBody>
          <a:bodyPr vert="eaVert"/>
          <a:lstStyle/>
          <a:p>
            <a:r>
              <a:rPr lang="en-US" altLang="zh-TW"/>
              <a:t>Click to edit Master title style</a:t>
            </a:r>
            <a:endParaRPr lang="zh-TW" altLang="en-US"/>
          </a:p>
        </p:txBody>
      </p:sp>
      <p:sp>
        <p:nvSpPr>
          <p:cNvPr id="3" name="直排文字版面配置區 2"/>
          <p:cNvSpPr>
            <a:spLocks noGrp="1"/>
          </p:cNvSpPr>
          <p:nvPr>
            <p:ph type="body" orient="vert" idx="1"/>
          </p:nvPr>
        </p:nvSpPr>
        <p:spPr>
          <a:xfrm>
            <a:off x="457200" y="274638"/>
            <a:ext cx="6019800" cy="5851525"/>
          </a:xfrm>
          <a:prstGeom prst="rect">
            <a:avLst/>
          </a:prstGeom>
        </p:spPr>
        <p:txBody>
          <a:bodyPr vert="eaVert"/>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Tree>
    <p:extLst>
      <p:ext uri="{BB962C8B-B14F-4D97-AF65-F5344CB8AC3E}">
        <p14:creationId xmlns:p14="http://schemas.microsoft.com/office/powerpoint/2010/main" val="1849914703"/>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Droplets-S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ctrTitle"/>
          </p:nvPr>
        </p:nvSpPr>
        <p:spPr>
          <a:xfrm>
            <a:off x="1313259" y="1300786"/>
            <a:ext cx="6517482"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313259" y="3886201"/>
            <a:ext cx="6517482"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fld id="{51752509-2F43-4E42-9C46-F67640C7B1B0}" type="datetime4">
              <a:rPr lang="en-US" altLang="en-US" smtClean="0"/>
              <a:t>March 26, 2024</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296434663"/>
      </p:ext>
    </p:extLst>
  </p:cSld>
  <p:clrMapOvr>
    <a:masterClrMapping/>
  </p:clrMapOvr>
  <p:transition>
    <p:random/>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330" y="2367093"/>
            <a:ext cx="777287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FF5480F7-A01B-4497-9686-67728E872290}" type="datetime4">
              <a:rPr lang="en-US" altLang="en-US" smtClean="0"/>
              <a:t>March 26, 2024</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pPr>
              <a:defRPr/>
            </a:pPr>
            <a:fld id="{EAC1E9C5-179F-49B5-A20B-74BA07190DB8}" type="slidenum">
              <a:rPr lang="en-US" altLang="en-US" smtClean="0"/>
              <a:pPr>
                <a:defRPr/>
              </a:pPr>
              <a:t>‹#›</a:t>
            </a:fld>
            <a:endParaRPr lang="en-US" altLang="en-US"/>
          </a:p>
        </p:txBody>
      </p:sp>
    </p:spTree>
    <p:extLst>
      <p:ext uri="{BB962C8B-B14F-4D97-AF65-F5344CB8AC3E}">
        <p14:creationId xmlns:p14="http://schemas.microsoft.com/office/powerpoint/2010/main" val="2312415276"/>
      </p:ext>
    </p:extLst>
  </p:cSld>
  <p:clrMapOvr>
    <a:masterClrMapping/>
  </p:clrMapOvr>
  <p:hf hdr="0" ftr="0"/>
</p:sldLayout>
</file>

<file path=ppt/slideLayouts/slideLayout7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8" name="Picture 7"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828564"/>
            <a:ext cx="7763814"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685331" y="3657458"/>
            <a:ext cx="7763814"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BCD013CE-67C9-4988-A823-7D0EB71D023D}" type="datetime4">
              <a:rPr lang="en-US" altLang="en-US" smtClean="0"/>
              <a:t>March 26, 2024</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pPr>
              <a:defRPr/>
            </a:pPr>
            <a:fld id="{04D8FD4F-45E7-4072-8800-E1C10689F0F2}" type="slidenum">
              <a:rPr lang="en-US" altLang="en-US" smtClean="0"/>
              <a:pPr>
                <a:defRPr/>
              </a:pPr>
              <a:t>‹#›</a:t>
            </a:fld>
            <a:endParaRPr lang="en-US" altLang="en-US"/>
          </a:p>
        </p:txBody>
      </p:sp>
    </p:spTree>
    <p:extLst>
      <p:ext uri="{BB962C8B-B14F-4D97-AF65-F5344CB8AC3E}">
        <p14:creationId xmlns:p14="http://schemas.microsoft.com/office/powerpoint/2010/main" val="3270420518"/>
      </p:ext>
    </p:extLst>
  </p:cSld>
  <p:clrMapOvr>
    <a:masterClrMapping/>
  </p:clrMapOvr>
  <p:transition>
    <p:random/>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4" name="Title 1"/>
          <p:cNvSpPr>
            <a:spLocks noGrp="1"/>
          </p:cNvSpPr>
          <p:nvPr>
            <p:ph type="title"/>
          </p:nvPr>
        </p:nvSpPr>
        <p:spPr>
          <a:xfrm>
            <a:off x="685332" y="618518"/>
            <a:ext cx="7773338"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330" y="2367093"/>
            <a:ext cx="382952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4629150" y="2367093"/>
            <a:ext cx="382905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fld id="{FF5480F7-A01B-4497-9686-67728E872290}" type="datetime4">
              <a:rPr lang="en-US" altLang="en-US" smtClean="0"/>
              <a:t>March 26, 2024</a:t>
            </a:fld>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pPr>
              <a:defRPr/>
            </a:pPr>
            <a:fld id="{EAC1E9C5-179F-49B5-A20B-74BA07190DB8}" type="slidenum">
              <a:rPr lang="en-US" altLang="en-US" smtClean="0"/>
              <a:pPr>
                <a:defRPr/>
              </a:pPr>
              <a:t>‹#›</a:t>
            </a:fld>
            <a:endParaRPr lang="en-US" altLang="en-US"/>
          </a:p>
        </p:txBody>
      </p:sp>
    </p:spTree>
    <p:extLst>
      <p:ext uri="{BB962C8B-B14F-4D97-AF65-F5344CB8AC3E}">
        <p14:creationId xmlns:p14="http://schemas.microsoft.com/office/powerpoint/2010/main" val="4262612416"/>
      </p:ext>
    </p:extLst>
  </p:cSld>
  <p:clrMapOvr>
    <a:masterClrMapping/>
  </p:clrMapOvr>
  <p:hf hdr="0" ftr="0"/>
</p:sldLayout>
</file>

<file path=ppt/slideLayouts/slideLayout7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1" name="Picture 10"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4" name="Title 1"/>
          <p:cNvSpPr>
            <a:spLocks noGrp="1"/>
          </p:cNvSpPr>
          <p:nvPr>
            <p:ph type="title"/>
          </p:nvPr>
        </p:nvSpPr>
        <p:spPr>
          <a:xfrm>
            <a:off x="685332" y="618518"/>
            <a:ext cx="7773338"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59746" y="2371018"/>
            <a:ext cx="3655106" cy="679994"/>
          </a:xfrm>
        </p:spPr>
        <p:txBody>
          <a:bodyPr anchor="b">
            <a:noAutofit/>
          </a:bodyPr>
          <a:lstStyle>
            <a:lvl1pPr marL="0" indent="0">
              <a:lnSpc>
                <a:spcPct val="7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685331" y="3051013"/>
            <a:ext cx="3829520"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97317" y="2371018"/>
            <a:ext cx="3661353" cy="679994"/>
          </a:xfrm>
        </p:spPr>
        <p:txBody>
          <a:bodyPr anchor="b">
            <a:noAutofit/>
          </a:bodyPr>
          <a:lstStyle>
            <a:lvl1pPr marL="0" indent="0">
              <a:lnSpc>
                <a:spcPct val="7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4629150" y="3051013"/>
            <a:ext cx="382905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fld id="{FF5480F7-A01B-4497-9686-67728E872290}" type="datetime4">
              <a:rPr lang="en-US" altLang="en-US" smtClean="0"/>
              <a:t>March 26, 2024</a:t>
            </a:fld>
            <a:endParaRPr lang="en-US" altLang="en-US"/>
          </a:p>
        </p:txBody>
      </p:sp>
      <p:sp>
        <p:nvSpPr>
          <p:cNvPr id="8" name="Footer Placeholder 7"/>
          <p:cNvSpPr>
            <a:spLocks noGrp="1"/>
          </p:cNvSpPr>
          <p:nvPr>
            <p:ph type="ftr" sz="quarter" idx="11"/>
          </p:nvPr>
        </p:nvSpPr>
        <p:spPr/>
        <p:txBody>
          <a:bodyPr/>
          <a:lstStyle/>
          <a:p>
            <a:pPr>
              <a:defRPr/>
            </a:pPr>
            <a:endParaRPr lang="en-US" altLang="en-US"/>
          </a:p>
        </p:txBody>
      </p:sp>
      <p:sp>
        <p:nvSpPr>
          <p:cNvPr id="9" name="Slide Number Placeholder 8"/>
          <p:cNvSpPr>
            <a:spLocks noGrp="1"/>
          </p:cNvSpPr>
          <p:nvPr>
            <p:ph type="sldNum" sz="quarter" idx="12"/>
          </p:nvPr>
        </p:nvSpPr>
        <p:spPr/>
        <p:txBody>
          <a:bodyPr/>
          <a:lstStyle/>
          <a:p>
            <a:pPr>
              <a:defRPr/>
            </a:pPr>
            <a:fld id="{EAC1E9C5-179F-49B5-A20B-74BA07190DB8}" type="slidenum">
              <a:rPr lang="en-US" altLang="en-US" smtClean="0"/>
              <a:pPr>
                <a:defRPr/>
              </a:pPr>
              <a:t>‹#›</a:t>
            </a:fld>
            <a:endParaRPr lang="en-US" altLang="en-US"/>
          </a:p>
        </p:txBody>
      </p:sp>
    </p:spTree>
    <p:extLst>
      <p:ext uri="{BB962C8B-B14F-4D97-AF65-F5344CB8AC3E}">
        <p14:creationId xmlns:p14="http://schemas.microsoft.com/office/powerpoint/2010/main" val="3328461537"/>
      </p:ext>
    </p:extLst>
  </p:cSld>
  <p:clrMapOvr>
    <a:masterClrMapping/>
  </p:clrMapOvr>
  <p:hf hdr="0" ftr="0"/>
</p:sldLayout>
</file>

<file path=ppt/slideLayouts/slideLayout7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fld id="{3A100575-81D0-4836-BDA5-88ECA2DF1A30}" type="datetime4">
              <a:rPr lang="en-US" altLang="en-US" smtClean="0"/>
              <a:t>March 26, 2024</a:t>
            </a:fld>
            <a:endParaRPr lang="en-US" altLang="en-US"/>
          </a:p>
        </p:txBody>
      </p:sp>
      <p:sp>
        <p:nvSpPr>
          <p:cNvPr id="4" name="Footer Placeholder 3"/>
          <p:cNvSpPr>
            <a:spLocks noGrp="1"/>
          </p:cNvSpPr>
          <p:nvPr>
            <p:ph type="ftr" sz="quarter" idx="11"/>
          </p:nvPr>
        </p:nvSpPr>
        <p:spPr/>
        <p:txBody>
          <a:bodyPr/>
          <a:lstStyle/>
          <a:p>
            <a:pPr>
              <a:defRPr/>
            </a:pPr>
            <a:endParaRPr lang="en-US" altLang="en-US"/>
          </a:p>
        </p:txBody>
      </p:sp>
      <p:sp>
        <p:nvSpPr>
          <p:cNvPr id="5" name="Slide Number Placeholder 4"/>
          <p:cNvSpPr>
            <a:spLocks noGrp="1"/>
          </p:cNvSpPr>
          <p:nvPr>
            <p:ph type="sldNum" sz="quarter" idx="12"/>
          </p:nvPr>
        </p:nvSpPr>
        <p:spPr/>
        <p:txBody>
          <a:bodyPr/>
          <a:lstStyle/>
          <a:p>
            <a:pPr>
              <a:defRPr/>
            </a:pPr>
            <a:fld id="{F02FF4ED-2B23-4CC6-834A-FCFA22AF88CD}" type="slidenum">
              <a:rPr lang="en-US" altLang="en-US" smtClean="0"/>
              <a:pPr>
                <a:defRPr/>
              </a:pPr>
              <a:t>‹#›</a:t>
            </a:fld>
            <a:endParaRPr lang="en-US" altLang="en-US"/>
          </a:p>
        </p:txBody>
      </p:sp>
    </p:spTree>
    <p:extLst>
      <p:ext uri="{BB962C8B-B14F-4D97-AF65-F5344CB8AC3E}">
        <p14:creationId xmlns:p14="http://schemas.microsoft.com/office/powerpoint/2010/main" val="811284896"/>
      </p:ext>
    </p:extLst>
  </p:cSld>
  <p:clrMapOvr>
    <a:masterClrMapping/>
  </p:clrMapOvr>
  <p:transition>
    <p:random/>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6" name="Picture 5"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Date Placeholder 1"/>
          <p:cNvSpPr>
            <a:spLocks noGrp="1"/>
          </p:cNvSpPr>
          <p:nvPr>
            <p:ph type="dt" sz="half" idx="10"/>
          </p:nvPr>
        </p:nvSpPr>
        <p:spPr/>
        <p:txBody>
          <a:bodyPr/>
          <a:lstStyle/>
          <a:p>
            <a:pPr>
              <a:defRPr/>
            </a:pPr>
            <a:fld id="{8FC35119-4326-4B12-8C41-028122D81B5B}" type="datetime4">
              <a:rPr lang="en-US" altLang="en-US" smtClean="0"/>
              <a:t>March 26, 2024</a:t>
            </a:fld>
            <a:endParaRPr lang="en-US" altLang="en-US"/>
          </a:p>
        </p:txBody>
      </p:sp>
      <p:sp>
        <p:nvSpPr>
          <p:cNvPr id="3" name="Footer Placeholder 2"/>
          <p:cNvSpPr>
            <a:spLocks noGrp="1"/>
          </p:cNvSpPr>
          <p:nvPr>
            <p:ph type="ftr" sz="quarter" idx="11"/>
          </p:nvPr>
        </p:nvSpPr>
        <p:spPr/>
        <p:txBody>
          <a:bodyPr/>
          <a:lstStyle/>
          <a:p>
            <a:pPr>
              <a:defRPr/>
            </a:pPr>
            <a:endParaRPr lang="en-US" altLang="en-US"/>
          </a:p>
        </p:txBody>
      </p:sp>
      <p:sp>
        <p:nvSpPr>
          <p:cNvPr id="4" name="Slide Number Placeholder 3"/>
          <p:cNvSpPr>
            <a:spLocks noGrp="1"/>
          </p:cNvSpPr>
          <p:nvPr>
            <p:ph type="sldNum" sz="quarter" idx="12"/>
          </p:nvPr>
        </p:nvSpPr>
        <p:spPr/>
        <p:txBody>
          <a:bodyPr/>
          <a:lstStyle/>
          <a:p>
            <a:pPr>
              <a:defRPr/>
            </a:pPr>
            <a:fld id="{CC516D0E-CD58-4E49-9F6D-689564ED6CA6}" type="slidenum">
              <a:rPr lang="en-US" altLang="en-US" smtClean="0"/>
              <a:pPr>
                <a:defRPr/>
              </a:pPr>
              <a:t>‹#›</a:t>
            </a:fld>
            <a:endParaRPr lang="en-US" altLang="en-US"/>
          </a:p>
        </p:txBody>
      </p:sp>
    </p:spTree>
    <p:extLst>
      <p:ext uri="{BB962C8B-B14F-4D97-AF65-F5344CB8AC3E}">
        <p14:creationId xmlns:p14="http://schemas.microsoft.com/office/powerpoint/2010/main" val="3515717474"/>
      </p:ext>
    </p:extLst>
  </p:cSld>
  <p:clrMapOvr>
    <a:masterClrMapping/>
  </p:clrMapOvr>
  <p:transition>
    <p:random/>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609600"/>
            <a:ext cx="2951766"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3808547" y="609601"/>
            <a:ext cx="4650122"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331" y="2632852"/>
            <a:ext cx="2951767"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FF5480F7-A01B-4497-9686-67728E872290}" type="datetime4">
              <a:rPr lang="en-US" altLang="en-US" smtClean="0"/>
              <a:t>March 26, 2024</a:t>
            </a:fld>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pPr>
              <a:defRPr/>
            </a:pPr>
            <a:fld id="{EAC1E9C5-179F-49B5-A20B-74BA07190DB8}" type="slidenum">
              <a:rPr lang="en-US" altLang="en-US" smtClean="0"/>
              <a:pPr>
                <a:defRPr/>
              </a:pPr>
              <a:t>‹#›</a:t>
            </a:fld>
            <a:endParaRPr lang="en-US" altLang="en-US"/>
          </a:p>
        </p:txBody>
      </p:sp>
    </p:spTree>
    <p:extLst>
      <p:ext uri="{BB962C8B-B14F-4D97-AF65-F5344CB8AC3E}">
        <p14:creationId xmlns:p14="http://schemas.microsoft.com/office/powerpoint/2010/main" val="3802453608"/>
      </p:ext>
    </p:extLst>
  </p:cSld>
  <p:clrMapOvr>
    <a:masterClrMapping/>
  </p:clrMapOvr>
  <p:hf hdr="0" ftr="0"/>
</p:sldLayout>
</file>

<file path=ppt/slideLayouts/slideLayout7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2" y="609600"/>
            <a:ext cx="4129618"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004270" y="609601"/>
            <a:ext cx="3005851"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346" y="2632853"/>
            <a:ext cx="4129604"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00F7BFBB-6B8B-4E2E-8F5B-F5D4B0E631F4}" type="datetime4">
              <a:rPr lang="en-US" altLang="en-US" smtClean="0"/>
              <a:t>March 26, 2024</a:t>
            </a:fld>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pPr>
              <a:defRPr/>
            </a:pPr>
            <a:fld id="{F4C4F20B-DFB7-47E0-99A5-E35BEB509EFA}" type="slidenum">
              <a:rPr lang="en-US" altLang="en-US" smtClean="0"/>
              <a:pPr>
                <a:defRPr/>
              </a:pPr>
              <a:t>‹#›</a:t>
            </a:fld>
            <a:endParaRPr lang="en-US" altLang="en-US"/>
          </a:p>
        </p:txBody>
      </p:sp>
    </p:spTree>
    <p:extLst>
      <p:ext uri="{BB962C8B-B14F-4D97-AF65-F5344CB8AC3E}">
        <p14:creationId xmlns:p14="http://schemas.microsoft.com/office/powerpoint/2010/main" val="3324908911"/>
      </p:ext>
    </p:extLst>
  </p:cSld>
  <p:clrMapOvr>
    <a:masterClrMapping/>
  </p:clrMapOvr>
  <p:transition>
    <p:random/>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46" y="4289374"/>
            <a:ext cx="7773324"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88558" y="698261"/>
            <a:ext cx="7366899"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331" y="5108728"/>
            <a:ext cx="7773339"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FF5480F7-A01B-4497-9686-67728E872290}" type="datetime4">
              <a:rPr lang="en-US" altLang="en-US" smtClean="0"/>
              <a:t>March 26, 2024</a:t>
            </a:fld>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pPr>
              <a:defRPr/>
            </a:pPr>
            <a:fld id="{EAC1E9C5-179F-49B5-A20B-74BA07190DB8}" type="slidenum">
              <a:rPr lang="en-US" altLang="en-US" smtClean="0"/>
              <a:pPr>
                <a:defRPr/>
              </a:pPr>
              <a:t>‹#›</a:t>
            </a:fld>
            <a:endParaRPr lang="en-US" altLang="en-US"/>
          </a:p>
        </p:txBody>
      </p:sp>
    </p:spTree>
    <p:extLst>
      <p:ext uri="{BB962C8B-B14F-4D97-AF65-F5344CB8AC3E}">
        <p14:creationId xmlns:p14="http://schemas.microsoft.com/office/powerpoint/2010/main" val="3560313768"/>
      </p:ext>
    </p:extLst>
  </p:cSld>
  <p:clrMapOvr>
    <a:masterClrMapping/>
  </p:clrMapOvr>
  <p:hf hdr="0" ftr="0"/>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609600"/>
            <a:ext cx="7773339"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331" y="4204821"/>
            <a:ext cx="7773339"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FF5480F7-A01B-4497-9686-67728E872290}" type="datetime4">
              <a:rPr lang="en-US" altLang="en-US" smtClean="0"/>
              <a:t>March 26, 2024</a:t>
            </a:fld>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pPr>
              <a:defRPr/>
            </a:pPr>
            <a:fld id="{EAC1E9C5-179F-49B5-A20B-74BA07190DB8}" type="slidenum">
              <a:rPr lang="en-US" altLang="en-US" smtClean="0"/>
              <a:pPr>
                <a:defRPr/>
              </a:pPr>
              <a:t>‹#›</a:t>
            </a:fld>
            <a:endParaRPr lang="en-US" altLang="en-US"/>
          </a:p>
        </p:txBody>
      </p:sp>
    </p:spTree>
    <p:extLst>
      <p:ext uri="{BB962C8B-B14F-4D97-AF65-F5344CB8AC3E}">
        <p14:creationId xmlns:p14="http://schemas.microsoft.com/office/powerpoint/2010/main" val="3013122542"/>
      </p:ext>
    </p:extLst>
  </p:cSld>
  <p:clrMapOvr>
    <a:masterClrMapping/>
  </p:clrMapOvr>
  <p:hf hdr="0" ftr="0"/>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3" name="Picture 12"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1084659" y="872588"/>
            <a:ext cx="6977064" cy="2729915"/>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290484" y="3610032"/>
            <a:ext cx="6564224"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331" y="4372797"/>
            <a:ext cx="7773339"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FF5480F7-A01B-4497-9686-67728E872290}" type="datetime4">
              <a:rPr lang="en-US" altLang="en-US" smtClean="0"/>
              <a:t>March 26, 2024</a:t>
            </a:fld>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pPr>
              <a:defRPr/>
            </a:pPr>
            <a:fld id="{EAC1E9C5-179F-49B5-A20B-74BA07190DB8}" type="slidenum">
              <a:rPr lang="en-US" altLang="en-US" smtClean="0"/>
              <a:pPr>
                <a:defRPr/>
              </a:pPr>
              <a:t>‹#›</a:t>
            </a:fld>
            <a:endParaRPr lang="en-US" altLang="en-US"/>
          </a:p>
        </p:txBody>
      </p:sp>
      <p:sp>
        <p:nvSpPr>
          <p:cNvPr id="11" name="TextBox 10"/>
          <p:cNvSpPr txBox="1"/>
          <p:nvPr/>
        </p:nvSpPr>
        <p:spPr>
          <a:xfrm>
            <a:off x="737626" y="887859"/>
            <a:ext cx="546888"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7850130" y="3120015"/>
            <a:ext cx="553641"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369468459"/>
      </p:ext>
    </p:extLst>
  </p:cSld>
  <p:clrMapOvr>
    <a:masterClrMapping/>
  </p:clrMapOvr>
  <p:hf hdr="0" ftr="0"/>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2138722"/>
            <a:ext cx="7773339"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331" y="4662335"/>
            <a:ext cx="777333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FF5480F7-A01B-4497-9686-67728E872290}" type="datetime4">
              <a:rPr lang="en-US" altLang="en-US" smtClean="0"/>
              <a:t>March 26, 2024</a:t>
            </a:fld>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pPr>
              <a:defRPr/>
            </a:pPr>
            <a:fld id="{EAC1E9C5-179F-49B5-A20B-74BA07190DB8}" type="slidenum">
              <a:rPr lang="en-US" altLang="en-US" smtClean="0"/>
              <a:pPr>
                <a:defRPr/>
              </a:pPr>
              <a:t>‹#›</a:t>
            </a:fld>
            <a:endParaRPr lang="en-US" altLang="en-US"/>
          </a:p>
        </p:txBody>
      </p:sp>
    </p:spTree>
    <p:extLst>
      <p:ext uri="{BB962C8B-B14F-4D97-AF65-F5344CB8AC3E}">
        <p14:creationId xmlns:p14="http://schemas.microsoft.com/office/powerpoint/2010/main" val="64668473"/>
      </p:ext>
    </p:extLst>
  </p:cSld>
  <p:clrMapOvr>
    <a:masterClrMapping/>
  </p:clrMapOvr>
  <p:hf hdr="0" ftr="0"/>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4" name="Picture 13"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5" name="Title 1"/>
          <p:cNvSpPr>
            <a:spLocks noGrp="1"/>
          </p:cNvSpPr>
          <p:nvPr>
            <p:ph type="title"/>
          </p:nvPr>
        </p:nvSpPr>
        <p:spPr>
          <a:xfrm>
            <a:off x="685331" y="609600"/>
            <a:ext cx="7773339"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331" y="2367093"/>
            <a:ext cx="2474232" cy="576262"/>
          </a:xfrm>
        </p:spPr>
        <p:txBody>
          <a:bodyPr anchor="b">
            <a:noAutofit/>
          </a:bodyPr>
          <a:lstStyle>
            <a:lvl1pPr marL="0" indent="0" algn="ctr">
              <a:lnSpc>
                <a:spcPct val="7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331" y="2943356"/>
            <a:ext cx="2474232"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339292" y="2367093"/>
            <a:ext cx="2468641" cy="576262"/>
          </a:xfrm>
        </p:spPr>
        <p:txBody>
          <a:bodyPr anchor="b">
            <a:noAutofit/>
          </a:bodyPr>
          <a:lstStyle>
            <a:lvl1pPr marL="0" indent="0" algn="ctr">
              <a:lnSpc>
                <a:spcPct val="7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331012" y="2943356"/>
            <a:ext cx="2477513"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979974" y="2367093"/>
            <a:ext cx="2478696" cy="576262"/>
          </a:xfrm>
        </p:spPr>
        <p:txBody>
          <a:bodyPr anchor="b">
            <a:noAutofit/>
          </a:bodyPr>
          <a:lstStyle>
            <a:lvl1pPr marL="0" indent="0" algn="ctr">
              <a:lnSpc>
                <a:spcPct val="7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979974" y="2943356"/>
            <a:ext cx="247869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pPr>
              <a:defRPr/>
            </a:pPr>
            <a:fld id="{FF5480F7-A01B-4497-9686-67728E872290}" type="datetime4">
              <a:rPr lang="en-US" altLang="en-US" smtClean="0"/>
              <a:t>March 26, 2024</a:t>
            </a:fld>
            <a:endParaRPr lang="en-US" altLang="en-US"/>
          </a:p>
        </p:txBody>
      </p:sp>
      <p:sp>
        <p:nvSpPr>
          <p:cNvPr id="4" name="Footer Placeholder 3"/>
          <p:cNvSpPr>
            <a:spLocks noGrp="1"/>
          </p:cNvSpPr>
          <p:nvPr>
            <p:ph type="ftr" sz="quarter" idx="11"/>
          </p:nvPr>
        </p:nvSpPr>
        <p:spPr/>
        <p:txBody>
          <a:bodyPr/>
          <a:lstStyle/>
          <a:p>
            <a:pPr>
              <a:defRPr/>
            </a:pPr>
            <a:endParaRPr lang="en-US" altLang="en-US"/>
          </a:p>
        </p:txBody>
      </p:sp>
      <p:sp>
        <p:nvSpPr>
          <p:cNvPr id="5" name="Slide Number Placeholder 4"/>
          <p:cNvSpPr>
            <a:spLocks noGrp="1"/>
          </p:cNvSpPr>
          <p:nvPr>
            <p:ph type="sldNum" sz="quarter" idx="12"/>
          </p:nvPr>
        </p:nvSpPr>
        <p:spPr/>
        <p:txBody>
          <a:bodyPr/>
          <a:lstStyle/>
          <a:p>
            <a:pPr>
              <a:defRPr/>
            </a:pPr>
            <a:fld id="{EAC1E9C5-179F-49B5-A20B-74BA07190DB8}" type="slidenum">
              <a:rPr lang="en-US" altLang="en-US" smtClean="0"/>
              <a:pPr>
                <a:defRPr/>
              </a:pPr>
              <a:t>‹#›</a:t>
            </a:fld>
            <a:endParaRPr lang="en-US" altLang="en-US"/>
          </a:p>
        </p:txBody>
      </p:sp>
    </p:spTree>
    <p:extLst>
      <p:ext uri="{BB962C8B-B14F-4D97-AF65-F5344CB8AC3E}">
        <p14:creationId xmlns:p14="http://schemas.microsoft.com/office/powerpoint/2010/main" val="3405699333"/>
      </p:ext>
    </p:extLst>
  </p:cSld>
  <p:clrMapOvr>
    <a:masterClrMapping/>
  </p:clrMapOvr>
  <p:hf hdr="0" ftr="0"/>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7" name="Picture 1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0" name="Title 1"/>
          <p:cNvSpPr>
            <a:spLocks noGrp="1"/>
          </p:cNvSpPr>
          <p:nvPr>
            <p:ph type="title"/>
          </p:nvPr>
        </p:nvSpPr>
        <p:spPr>
          <a:xfrm>
            <a:off x="685331" y="610772"/>
            <a:ext cx="7773339"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5331" y="4204820"/>
            <a:ext cx="2472307" cy="576262"/>
          </a:xfrm>
        </p:spPr>
        <p:txBody>
          <a:bodyPr anchor="b">
            <a:noAutofit/>
          </a:bodyPr>
          <a:lstStyle>
            <a:lvl1pPr marL="0" indent="0" algn="ctr">
              <a:lnSpc>
                <a:spcPct val="7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5331" y="2367093"/>
            <a:ext cx="2472307"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5331" y="4781082"/>
            <a:ext cx="2472307"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332069" y="4204820"/>
            <a:ext cx="2476371" cy="576262"/>
          </a:xfrm>
        </p:spPr>
        <p:txBody>
          <a:bodyPr anchor="b">
            <a:noAutofit/>
          </a:bodyPr>
          <a:lstStyle>
            <a:lvl1pPr marL="0" indent="0" algn="ctr">
              <a:lnSpc>
                <a:spcPct val="7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331011" y="2367093"/>
            <a:ext cx="2477514"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331011" y="4781081"/>
            <a:ext cx="2477514"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979974" y="4204820"/>
            <a:ext cx="2475511" cy="576262"/>
          </a:xfrm>
        </p:spPr>
        <p:txBody>
          <a:bodyPr anchor="b">
            <a:noAutofit/>
          </a:bodyPr>
          <a:lstStyle>
            <a:lvl1pPr marL="0" indent="0" algn="ctr">
              <a:lnSpc>
                <a:spcPct val="7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5979974" y="2367093"/>
            <a:ext cx="2478696"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79880" y="4781079"/>
            <a:ext cx="2478790"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pPr>
              <a:defRPr/>
            </a:pPr>
            <a:fld id="{FF5480F7-A01B-4497-9686-67728E872290}" type="datetime4">
              <a:rPr lang="en-US" altLang="en-US" smtClean="0"/>
              <a:t>March 26, 2024</a:t>
            </a:fld>
            <a:endParaRPr lang="en-US" altLang="en-US"/>
          </a:p>
        </p:txBody>
      </p:sp>
      <p:sp>
        <p:nvSpPr>
          <p:cNvPr id="4" name="Footer Placeholder 3"/>
          <p:cNvSpPr>
            <a:spLocks noGrp="1"/>
          </p:cNvSpPr>
          <p:nvPr>
            <p:ph type="ftr" sz="quarter" idx="11"/>
          </p:nvPr>
        </p:nvSpPr>
        <p:spPr/>
        <p:txBody>
          <a:bodyPr/>
          <a:lstStyle/>
          <a:p>
            <a:pPr>
              <a:defRPr/>
            </a:pPr>
            <a:endParaRPr lang="en-US" altLang="en-US"/>
          </a:p>
        </p:txBody>
      </p:sp>
      <p:sp>
        <p:nvSpPr>
          <p:cNvPr id="5" name="Slide Number Placeholder 4"/>
          <p:cNvSpPr>
            <a:spLocks noGrp="1"/>
          </p:cNvSpPr>
          <p:nvPr>
            <p:ph type="sldNum" sz="quarter" idx="12"/>
          </p:nvPr>
        </p:nvSpPr>
        <p:spPr/>
        <p:txBody>
          <a:bodyPr/>
          <a:lstStyle/>
          <a:p>
            <a:pPr>
              <a:defRPr/>
            </a:pPr>
            <a:fld id="{EAC1E9C5-179F-49B5-A20B-74BA07190DB8}" type="slidenum">
              <a:rPr lang="en-US" altLang="en-US" smtClean="0"/>
              <a:pPr>
                <a:defRPr/>
              </a:pPr>
              <a:t>‹#›</a:t>
            </a:fld>
            <a:endParaRPr lang="en-US" altLang="en-US"/>
          </a:p>
        </p:txBody>
      </p:sp>
    </p:spTree>
    <p:extLst>
      <p:ext uri="{BB962C8B-B14F-4D97-AF65-F5344CB8AC3E}">
        <p14:creationId xmlns:p14="http://schemas.microsoft.com/office/powerpoint/2010/main" val="2943294387"/>
      </p:ext>
    </p:extLst>
  </p:cSld>
  <p:clrMapOvr>
    <a:masterClrMapping/>
  </p:clrMapOvr>
  <p:hf hdr="0" ftr="0"/>
</p:sldLayout>
</file>

<file path=ppt/slideLayouts/slideLayout8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685331" y="2367094"/>
            <a:ext cx="7773339"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FF5480F7-A01B-4497-9686-67728E872290}" type="datetime4">
              <a:rPr lang="en-US" altLang="en-US" smtClean="0"/>
              <a:t>March 26, 2024</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pPr>
              <a:defRPr/>
            </a:pPr>
            <a:fld id="{EAC1E9C5-179F-49B5-A20B-74BA07190DB8}" type="slidenum">
              <a:rPr lang="en-US" altLang="en-US" smtClean="0"/>
              <a:pPr>
                <a:defRPr/>
              </a:pPr>
              <a:t>‹#›</a:t>
            </a:fld>
            <a:endParaRPr lang="en-US" altLang="en-US"/>
          </a:p>
        </p:txBody>
      </p:sp>
    </p:spTree>
    <p:extLst>
      <p:ext uri="{BB962C8B-B14F-4D97-AF65-F5344CB8AC3E}">
        <p14:creationId xmlns:p14="http://schemas.microsoft.com/office/powerpoint/2010/main" val="1159160439"/>
      </p:ext>
    </p:extLst>
  </p:cSld>
  <p:clrMapOvr>
    <a:masterClrMapping/>
  </p:clrMapOvr>
  <p:hf hdr="0" ftr="0"/>
</p:sldLayout>
</file>

<file path=ppt/slideLayouts/slideLayout8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10" name="Picture 9"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Vertical Title 1"/>
          <p:cNvSpPr>
            <a:spLocks noGrp="1"/>
          </p:cNvSpPr>
          <p:nvPr>
            <p:ph type="title" orient="vert"/>
          </p:nvPr>
        </p:nvSpPr>
        <p:spPr>
          <a:xfrm>
            <a:off x="6543675" y="609602"/>
            <a:ext cx="1914995"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685331" y="609602"/>
            <a:ext cx="5744043"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FF5480F7-A01B-4497-9686-67728E872290}" type="datetime4">
              <a:rPr lang="en-US" altLang="en-US" smtClean="0"/>
              <a:t>March 26, 2024</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pPr>
              <a:defRPr/>
            </a:pPr>
            <a:fld id="{EAC1E9C5-179F-49B5-A20B-74BA07190DB8}" type="slidenum">
              <a:rPr lang="en-US" altLang="en-US" smtClean="0"/>
              <a:pPr>
                <a:defRPr/>
              </a:pPr>
              <a:t>‹#›</a:t>
            </a:fld>
            <a:endParaRPr lang="en-US" altLang="en-US"/>
          </a:p>
        </p:txBody>
      </p:sp>
    </p:spTree>
    <p:extLst>
      <p:ext uri="{BB962C8B-B14F-4D97-AF65-F5344CB8AC3E}">
        <p14:creationId xmlns:p14="http://schemas.microsoft.com/office/powerpoint/2010/main" val="2988074580"/>
      </p:ext>
    </p:extLst>
  </p:cSld>
  <p:clrMapOvr>
    <a:masterClrMapping/>
  </p:clrMapOvr>
  <p:hf hdr="0" ftr="0"/>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FF0000"/>
                </a:solidFill>
              </a:defRPr>
            </a:lvl1pPr>
          </a:lstStyle>
          <a:p>
            <a:r>
              <a:rPr lang="en-US"/>
              <a:t>Click to edit Master title style</a:t>
            </a:r>
            <a:endParaRPr dirty="0"/>
          </a:p>
        </p:txBody>
      </p:sp>
      <p:sp>
        <p:nvSpPr>
          <p:cNvPr id="3" name="Content Placeholder 2"/>
          <p:cNvSpPr>
            <a:spLocks noGrp="1"/>
          </p:cNvSpPr>
          <p:nvPr>
            <p:ph idx="1"/>
          </p:nvPr>
        </p:nvSpPr>
        <p:spPr/>
        <p:txBody>
          <a:bodyPr/>
          <a:lstStyle>
            <a:lvl1pPr>
              <a:defRPr>
                <a:solidFill>
                  <a:srgbClr val="0070C0"/>
                </a:solidFill>
              </a:defRPr>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3">
            <a:extLst>
              <a:ext uri="{FF2B5EF4-FFF2-40B4-BE49-F238E27FC236}">
                <a16:creationId xmlns:a16="http://schemas.microsoft.com/office/drawing/2014/main" id="{84101D24-BFA7-4899-9B74-B8A3EFA117AF}"/>
              </a:ext>
            </a:extLst>
          </p:cNvPr>
          <p:cNvSpPr>
            <a:spLocks noGrp="1"/>
          </p:cNvSpPr>
          <p:nvPr>
            <p:ph type="dt" sz="half" idx="10"/>
          </p:nvPr>
        </p:nvSpPr>
        <p:spPr/>
        <p:txBody>
          <a:bodyPr/>
          <a:lstStyle>
            <a:lvl1pPr>
              <a:defRPr/>
            </a:lvl1pPr>
          </a:lstStyle>
          <a:p>
            <a:pPr>
              <a:defRPr/>
            </a:pPr>
            <a:fld id="{13F99C14-10D9-4321-B3FF-0E9B3870EC11}" type="datetime4">
              <a:rPr lang="en-US" altLang="en-US" smtClean="0"/>
              <a:t>March 26, 2024</a:t>
            </a:fld>
            <a:endParaRPr lang="en-US" altLang="en-US"/>
          </a:p>
        </p:txBody>
      </p:sp>
      <p:sp>
        <p:nvSpPr>
          <p:cNvPr id="6" name="Footer Placeholder 4">
            <a:extLst>
              <a:ext uri="{FF2B5EF4-FFF2-40B4-BE49-F238E27FC236}">
                <a16:creationId xmlns:a16="http://schemas.microsoft.com/office/drawing/2014/main" id="{6E967D6C-DA6F-4253-9972-3ACF725B5CB4}"/>
              </a:ext>
            </a:extLst>
          </p:cNvPr>
          <p:cNvSpPr>
            <a:spLocks noGrp="1"/>
          </p:cNvSpPr>
          <p:nvPr>
            <p:ph type="ftr" sz="quarter" idx="11"/>
          </p:nvPr>
        </p:nvSpPr>
        <p:spPr/>
        <p:txBody>
          <a:bodyPr/>
          <a:lstStyle>
            <a:lvl1pPr>
              <a:defRPr/>
            </a:lvl1pPr>
          </a:lstStyle>
          <a:p>
            <a:pPr>
              <a:defRPr/>
            </a:pPr>
            <a:endParaRPr lang="en-US" altLang="en-US"/>
          </a:p>
        </p:txBody>
      </p:sp>
      <p:sp>
        <p:nvSpPr>
          <p:cNvPr id="7" name="Slide Number Placeholder 5">
            <a:extLst>
              <a:ext uri="{FF2B5EF4-FFF2-40B4-BE49-F238E27FC236}">
                <a16:creationId xmlns:a16="http://schemas.microsoft.com/office/drawing/2014/main" id="{3A360E86-5EA3-4476-88D3-5048B6BF470E}"/>
              </a:ext>
            </a:extLst>
          </p:cNvPr>
          <p:cNvSpPr>
            <a:spLocks noGrp="1"/>
          </p:cNvSpPr>
          <p:nvPr>
            <p:ph type="sldNum" sz="quarter" idx="12"/>
          </p:nvPr>
        </p:nvSpPr>
        <p:spPr/>
        <p:txBody>
          <a:bodyPr/>
          <a:lstStyle>
            <a:lvl1pPr>
              <a:defRPr/>
            </a:lvl1pPr>
          </a:lstStyle>
          <a:p>
            <a:pPr>
              <a:defRPr/>
            </a:pPr>
            <a:fld id="{5997FF75-9E45-4F6E-9E89-BE68C2AA7735}" type="slidenum">
              <a:rPr lang="en-US" altLang="en-US"/>
              <a:pPr>
                <a:defRPr/>
              </a:pPr>
              <a:t>‹#›</a:t>
            </a:fld>
            <a:endParaRPr lang="en-US" altLang="en-US"/>
          </a:p>
        </p:txBody>
      </p:sp>
    </p:spTree>
    <p:extLst>
      <p:ext uri="{BB962C8B-B14F-4D97-AF65-F5344CB8AC3E}">
        <p14:creationId xmlns:p14="http://schemas.microsoft.com/office/powerpoint/2010/main" val="2326636553"/>
      </p:ext>
    </p:extLst>
  </p:cSld>
  <p:clrMapOvr>
    <a:masterClrMapping/>
  </p:clrMapOvr>
  <p:transition>
    <p:random/>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obj">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44694" y="624110"/>
            <a:ext cx="6683765"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1941909" y="2133600"/>
            <a:ext cx="668655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EF2CCB8-730A-46A0-81A2-FB5ED352C581}" type="datetime1">
              <a:rPr lang="en-US" smtClean="0"/>
              <a:t>3/26/2024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3141" y="714376"/>
            <a:ext cx="1191395"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4237BF9-6925-4FE3-8F98-72FCD8F1A9AE}" type="slidenum">
              <a:rPr lang="en-US" smtClean="0"/>
              <a:t>‹#›</a:t>
            </a:fld>
            <a:endParaRPr lang="en-US" dirty="0"/>
          </a:p>
        </p:txBody>
      </p:sp>
    </p:spTree>
    <p:extLst>
      <p:ext uri="{BB962C8B-B14F-4D97-AF65-F5344CB8AC3E}">
        <p14:creationId xmlns:p14="http://schemas.microsoft.com/office/powerpoint/2010/main" val="21169593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image" Target="../media/image2.jpeg"/><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theme" Target="../theme/theme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theme" Target="../theme/theme3.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slideLayout" Target="../slideLayouts/slideLayout46.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 Id="rId14"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4.xml"/><Relationship Id="rId13" Type="http://schemas.openxmlformats.org/officeDocument/2006/relationships/theme" Target="../theme/theme4.xml"/><Relationship Id="rId3" Type="http://schemas.openxmlformats.org/officeDocument/2006/relationships/slideLayout" Target="../slideLayouts/slideLayout49.xml"/><Relationship Id="rId7" Type="http://schemas.openxmlformats.org/officeDocument/2006/relationships/slideLayout" Target="../slideLayouts/slideLayout53.xml"/><Relationship Id="rId12" Type="http://schemas.openxmlformats.org/officeDocument/2006/relationships/slideLayout" Target="../slideLayouts/slideLayout58.xml"/><Relationship Id="rId2" Type="http://schemas.openxmlformats.org/officeDocument/2006/relationships/slideLayout" Target="../slideLayouts/slideLayout48.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5" Type="http://schemas.openxmlformats.org/officeDocument/2006/relationships/slideLayout" Target="../slideLayouts/slideLayout51.xml"/><Relationship Id="rId10" Type="http://schemas.openxmlformats.org/officeDocument/2006/relationships/slideLayout" Target="../slideLayouts/slideLayout56.xml"/><Relationship Id="rId4" Type="http://schemas.openxmlformats.org/officeDocument/2006/relationships/slideLayout" Target="../slideLayouts/slideLayout50.xml"/><Relationship Id="rId9" Type="http://schemas.openxmlformats.org/officeDocument/2006/relationships/slideLayout" Target="../slideLayouts/slideLayout55.xml"/><Relationship Id="rId14" Type="http://schemas.openxmlformats.org/officeDocument/2006/relationships/image" Target="../media/image2.jpe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6.xml"/><Relationship Id="rId13" Type="http://schemas.openxmlformats.org/officeDocument/2006/relationships/image" Target="../media/image2.jpeg"/><Relationship Id="rId3" Type="http://schemas.openxmlformats.org/officeDocument/2006/relationships/slideLayout" Target="../slideLayouts/slideLayout61.xml"/><Relationship Id="rId7" Type="http://schemas.openxmlformats.org/officeDocument/2006/relationships/slideLayout" Target="../slideLayouts/slideLayout65.xml"/><Relationship Id="rId12" Type="http://schemas.openxmlformats.org/officeDocument/2006/relationships/theme" Target="../theme/theme5.xml"/><Relationship Id="rId2" Type="http://schemas.openxmlformats.org/officeDocument/2006/relationships/slideLayout" Target="../slideLayouts/slideLayout60.xml"/><Relationship Id="rId1" Type="http://schemas.openxmlformats.org/officeDocument/2006/relationships/slideLayout" Target="../slideLayouts/slideLayout59.xml"/><Relationship Id="rId6" Type="http://schemas.openxmlformats.org/officeDocument/2006/relationships/slideLayout" Target="../slideLayouts/slideLayout64.xml"/><Relationship Id="rId11" Type="http://schemas.openxmlformats.org/officeDocument/2006/relationships/slideLayout" Target="../slideLayouts/slideLayout69.xml"/><Relationship Id="rId5" Type="http://schemas.openxmlformats.org/officeDocument/2006/relationships/slideLayout" Target="../slideLayouts/slideLayout63.xml"/><Relationship Id="rId10" Type="http://schemas.openxmlformats.org/officeDocument/2006/relationships/slideLayout" Target="../slideLayouts/slideLayout68.xml"/><Relationship Id="rId4" Type="http://schemas.openxmlformats.org/officeDocument/2006/relationships/slideLayout" Target="../slideLayouts/slideLayout62.xml"/><Relationship Id="rId9" Type="http://schemas.openxmlformats.org/officeDocument/2006/relationships/slideLayout" Target="../slideLayouts/slideLayout67.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7.xml"/><Relationship Id="rId13" Type="http://schemas.openxmlformats.org/officeDocument/2006/relationships/slideLayout" Target="../slideLayouts/slideLayout82.xml"/><Relationship Id="rId18" Type="http://schemas.openxmlformats.org/officeDocument/2006/relationships/slideLayout" Target="../slideLayouts/slideLayout87.xml"/><Relationship Id="rId3" Type="http://schemas.openxmlformats.org/officeDocument/2006/relationships/slideLayout" Target="../slideLayouts/slideLayout72.xml"/><Relationship Id="rId21" Type="http://schemas.openxmlformats.org/officeDocument/2006/relationships/image" Target="../media/image3.png"/><Relationship Id="rId7" Type="http://schemas.openxmlformats.org/officeDocument/2006/relationships/slideLayout" Target="../slideLayouts/slideLayout76.xml"/><Relationship Id="rId12" Type="http://schemas.openxmlformats.org/officeDocument/2006/relationships/slideLayout" Target="../slideLayouts/slideLayout81.xml"/><Relationship Id="rId17" Type="http://schemas.openxmlformats.org/officeDocument/2006/relationships/slideLayout" Target="../slideLayouts/slideLayout86.xml"/><Relationship Id="rId2" Type="http://schemas.openxmlformats.org/officeDocument/2006/relationships/slideLayout" Target="../slideLayouts/slideLayout71.xml"/><Relationship Id="rId16" Type="http://schemas.openxmlformats.org/officeDocument/2006/relationships/slideLayout" Target="../slideLayouts/slideLayout85.xml"/><Relationship Id="rId20" Type="http://schemas.openxmlformats.org/officeDocument/2006/relationships/theme" Target="../theme/theme6.xml"/><Relationship Id="rId1" Type="http://schemas.openxmlformats.org/officeDocument/2006/relationships/slideLayout" Target="../slideLayouts/slideLayout70.xml"/><Relationship Id="rId6" Type="http://schemas.openxmlformats.org/officeDocument/2006/relationships/slideLayout" Target="../slideLayouts/slideLayout75.xml"/><Relationship Id="rId11" Type="http://schemas.openxmlformats.org/officeDocument/2006/relationships/slideLayout" Target="../slideLayouts/slideLayout80.xml"/><Relationship Id="rId5" Type="http://schemas.openxmlformats.org/officeDocument/2006/relationships/slideLayout" Target="../slideLayouts/slideLayout74.xml"/><Relationship Id="rId15" Type="http://schemas.openxmlformats.org/officeDocument/2006/relationships/slideLayout" Target="../slideLayouts/slideLayout84.xml"/><Relationship Id="rId10" Type="http://schemas.openxmlformats.org/officeDocument/2006/relationships/slideLayout" Target="../slideLayouts/slideLayout79.xml"/><Relationship Id="rId19" Type="http://schemas.openxmlformats.org/officeDocument/2006/relationships/slideLayout" Target="../slideLayouts/slideLayout88.xml"/><Relationship Id="rId4" Type="http://schemas.openxmlformats.org/officeDocument/2006/relationships/slideLayout" Target="../slideLayouts/slideLayout73.xml"/><Relationship Id="rId9" Type="http://schemas.openxmlformats.org/officeDocument/2006/relationships/slideLayout" Target="../slideLayouts/slideLayout78.xml"/><Relationship Id="rId14" Type="http://schemas.openxmlformats.org/officeDocument/2006/relationships/slideLayout" Target="../slideLayouts/slideLayout8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1026" name="Group 2">
            <a:extLst>
              <a:ext uri="{FF2B5EF4-FFF2-40B4-BE49-F238E27FC236}">
                <a16:creationId xmlns:a16="http://schemas.microsoft.com/office/drawing/2014/main" id="{2D181DFD-BC57-4863-A2C5-280A8F4F16A2}"/>
              </a:ext>
            </a:extLst>
          </p:cNvPr>
          <p:cNvGrpSpPr>
            <a:grpSpLocks/>
          </p:cNvGrpSpPr>
          <p:nvPr/>
        </p:nvGrpSpPr>
        <p:grpSpPr bwMode="auto">
          <a:xfrm>
            <a:off x="0" y="-533400"/>
            <a:ext cx="8686800" cy="4876800"/>
            <a:chOff x="0" y="0"/>
            <a:chExt cx="5472" cy="3072"/>
          </a:xfrm>
        </p:grpSpPr>
        <p:sp>
          <p:nvSpPr>
            <p:cNvPr id="1034" name="Rectangle 3">
              <a:extLst>
                <a:ext uri="{FF2B5EF4-FFF2-40B4-BE49-F238E27FC236}">
                  <a16:creationId xmlns:a16="http://schemas.microsoft.com/office/drawing/2014/main" id="{BF71C004-2F2F-430F-8993-B50AEC603988}"/>
                </a:ext>
              </a:extLst>
            </p:cNvPr>
            <p:cNvSpPr>
              <a:spLocks noChangeArrowheads="1"/>
            </p:cNvSpPr>
            <p:nvPr/>
          </p:nvSpPr>
          <p:spPr bwMode="auto">
            <a:xfrm>
              <a:off x="0" y="0"/>
              <a:ext cx="384" cy="3072"/>
            </a:xfrm>
            <a:prstGeom prst="rect">
              <a:avLst/>
            </a:prstGeom>
            <a:solidFill>
              <a:schemeClr val="accent1"/>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Angsana New" panose="02020603050405020304" pitchFamily="18" charset="-34"/>
                </a:defRPr>
              </a:lvl1pPr>
              <a:lvl2pPr marL="742950" indent="-285750">
                <a:defRPr>
                  <a:solidFill>
                    <a:schemeClr val="tx1"/>
                  </a:solidFill>
                  <a:latin typeface="Arial" panose="020B0604020202020204" pitchFamily="34" charset="0"/>
                  <a:ea typeface="Angsana New" panose="02020603050405020304" pitchFamily="18" charset="-34"/>
                </a:defRPr>
              </a:lvl2pPr>
              <a:lvl3pPr marL="1143000" indent="-228600">
                <a:defRPr>
                  <a:solidFill>
                    <a:schemeClr val="tx1"/>
                  </a:solidFill>
                  <a:latin typeface="Arial" panose="020B0604020202020204" pitchFamily="34" charset="0"/>
                  <a:ea typeface="Angsana New" panose="02020603050405020304" pitchFamily="18" charset="-34"/>
                </a:defRPr>
              </a:lvl3pPr>
              <a:lvl4pPr marL="1600200" indent="-228600">
                <a:defRPr>
                  <a:solidFill>
                    <a:schemeClr val="tx1"/>
                  </a:solidFill>
                  <a:latin typeface="Arial" panose="020B0604020202020204" pitchFamily="34" charset="0"/>
                  <a:ea typeface="Angsana New" panose="02020603050405020304" pitchFamily="18" charset="-34"/>
                </a:defRPr>
              </a:lvl4pPr>
              <a:lvl5pPr marL="2057400" indent="-228600">
                <a:defRPr>
                  <a:solidFill>
                    <a:schemeClr val="tx1"/>
                  </a:solidFill>
                  <a:latin typeface="Arial" panose="020B0604020202020204" pitchFamily="34" charset="0"/>
                  <a:ea typeface="Angsana New" panose="02020603050405020304" pitchFamily="18" charset="-34"/>
                </a:defRPr>
              </a:lvl5pPr>
              <a:lvl6pPr marL="25146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6pPr>
              <a:lvl7pPr marL="29718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7pPr>
              <a:lvl8pPr marL="34290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8pPr>
              <a:lvl9pPr marL="38862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9pPr>
            </a:lstStyle>
            <a:p>
              <a:pPr algn="ctr" eaLnBrk="1" hangingPunct="1">
                <a:defRPr/>
              </a:pPr>
              <a:endParaRPr lang="en-US" altLang="en-US" sz="2400">
                <a:latin typeface="Times New Roman" panose="02020603050405020304" pitchFamily="18" charset="0"/>
              </a:endParaRPr>
            </a:p>
          </p:txBody>
        </p:sp>
        <p:grpSp>
          <p:nvGrpSpPr>
            <p:cNvPr id="1035" name="Group 4">
              <a:extLst>
                <a:ext uri="{FF2B5EF4-FFF2-40B4-BE49-F238E27FC236}">
                  <a16:creationId xmlns:a16="http://schemas.microsoft.com/office/drawing/2014/main" id="{B6AAE28B-53B4-48E7-84A8-BC76053D5A43}"/>
                </a:ext>
              </a:extLst>
            </p:cNvPr>
            <p:cNvGrpSpPr>
              <a:grpSpLocks/>
            </p:cNvGrpSpPr>
            <p:nvPr/>
          </p:nvGrpSpPr>
          <p:grpSpPr bwMode="auto">
            <a:xfrm>
              <a:off x="240" y="893"/>
              <a:ext cx="5232" cy="115"/>
              <a:chOff x="240" y="893"/>
              <a:chExt cx="5232" cy="115"/>
            </a:xfrm>
          </p:grpSpPr>
          <p:sp>
            <p:nvSpPr>
              <p:cNvPr id="1036" name="Rectangle 5">
                <a:extLst>
                  <a:ext uri="{FF2B5EF4-FFF2-40B4-BE49-F238E27FC236}">
                    <a16:creationId xmlns:a16="http://schemas.microsoft.com/office/drawing/2014/main" id="{16EC6BDB-67D2-49CB-B621-6A9F90B52EDE}"/>
                  </a:ext>
                </a:extLst>
              </p:cNvPr>
              <p:cNvSpPr>
                <a:spLocks noChangeArrowheads="1"/>
              </p:cNvSpPr>
              <p:nvPr/>
            </p:nvSpPr>
            <p:spPr bwMode="auto">
              <a:xfrm>
                <a:off x="4320" y="893"/>
                <a:ext cx="1152" cy="115"/>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Angsana New" panose="02020603050405020304" pitchFamily="18" charset="-34"/>
                  </a:defRPr>
                </a:lvl1pPr>
                <a:lvl2pPr marL="742950" indent="-285750">
                  <a:defRPr>
                    <a:solidFill>
                      <a:schemeClr val="tx1"/>
                    </a:solidFill>
                    <a:latin typeface="Arial" panose="020B0604020202020204" pitchFamily="34" charset="0"/>
                    <a:ea typeface="Angsana New" panose="02020603050405020304" pitchFamily="18" charset="-34"/>
                  </a:defRPr>
                </a:lvl2pPr>
                <a:lvl3pPr marL="1143000" indent="-228600">
                  <a:defRPr>
                    <a:solidFill>
                      <a:schemeClr val="tx1"/>
                    </a:solidFill>
                    <a:latin typeface="Arial" panose="020B0604020202020204" pitchFamily="34" charset="0"/>
                    <a:ea typeface="Angsana New" panose="02020603050405020304" pitchFamily="18" charset="-34"/>
                  </a:defRPr>
                </a:lvl3pPr>
                <a:lvl4pPr marL="1600200" indent="-228600">
                  <a:defRPr>
                    <a:solidFill>
                      <a:schemeClr val="tx1"/>
                    </a:solidFill>
                    <a:latin typeface="Arial" panose="020B0604020202020204" pitchFamily="34" charset="0"/>
                    <a:ea typeface="Angsana New" panose="02020603050405020304" pitchFamily="18" charset="-34"/>
                  </a:defRPr>
                </a:lvl4pPr>
                <a:lvl5pPr marL="2057400" indent="-228600">
                  <a:defRPr>
                    <a:solidFill>
                      <a:schemeClr val="tx1"/>
                    </a:solidFill>
                    <a:latin typeface="Arial" panose="020B0604020202020204" pitchFamily="34" charset="0"/>
                    <a:ea typeface="Angsana New" panose="02020603050405020304" pitchFamily="18" charset="-34"/>
                  </a:defRPr>
                </a:lvl5pPr>
                <a:lvl6pPr marL="25146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6pPr>
                <a:lvl7pPr marL="29718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7pPr>
                <a:lvl8pPr marL="34290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8pPr>
                <a:lvl9pPr marL="38862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9pPr>
              </a:lstStyle>
              <a:p>
                <a:pPr algn="ctr" eaLnBrk="1" hangingPunct="1">
                  <a:defRPr/>
                </a:pPr>
                <a:endParaRPr lang="en-US" altLang="en-US" sz="2400">
                  <a:latin typeface="Times New Roman" panose="02020603050405020304" pitchFamily="18" charset="0"/>
                </a:endParaRPr>
              </a:p>
            </p:txBody>
          </p:sp>
          <p:sp>
            <p:nvSpPr>
              <p:cNvPr id="1037" name="Line 6">
                <a:extLst>
                  <a:ext uri="{FF2B5EF4-FFF2-40B4-BE49-F238E27FC236}">
                    <a16:creationId xmlns:a16="http://schemas.microsoft.com/office/drawing/2014/main" id="{20B00981-0E93-4437-AA5E-979FECE0C2DF}"/>
                  </a:ext>
                </a:extLst>
              </p:cNvPr>
              <p:cNvSpPr>
                <a:spLocks noChangeShapeType="1"/>
              </p:cNvSpPr>
              <p:nvPr/>
            </p:nvSpPr>
            <p:spPr bwMode="auto">
              <a:xfrm>
                <a:off x="240" y="941"/>
                <a:ext cx="5232"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sp>
        <p:nvSpPr>
          <p:cNvPr id="1027" name="Rectangle 7">
            <a:extLst>
              <a:ext uri="{FF2B5EF4-FFF2-40B4-BE49-F238E27FC236}">
                <a16:creationId xmlns:a16="http://schemas.microsoft.com/office/drawing/2014/main" id="{A5B2AC77-C724-465B-8ECA-F11B462FD8E4}"/>
              </a:ext>
            </a:extLst>
          </p:cNvPr>
          <p:cNvSpPr>
            <a:spLocks noGrp="1" noChangeArrowheads="1"/>
          </p:cNvSpPr>
          <p:nvPr>
            <p:ph type="title"/>
          </p:nvPr>
        </p:nvSpPr>
        <p:spPr bwMode="auto">
          <a:xfrm>
            <a:off x="914400" y="152400"/>
            <a:ext cx="7772400" cy="712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8" name="Rectangle 8">
            <a:extLst>
              <a:ext uri="{FF2B5EF4-FFF2-40B4-BE49-F238E27FC236}">
                <a16:creationId xmlns:a16="http://schemas.microsoft.com/office/drawing/2014/main" id="{1A85A4E8-2581-4EFB-96DA-0FB1DC0BE6C1}"/>
              </a:ext>
            </a:extLst>
          </p:cNvPr>
          <p:cNvSpPr>
            <a:spLocks noGrp="1" noChangeArrowheads="1"/>
          </p:cNvSpPr>
          <p:nvPr>
            <p:ph type="body" idx="1"/>
          </p:nvPr>
        </p:nvSpPr>
        <p:spPr bwMode="auto">
          <a:xfrm>
            <a:off x="685800" y="1066800"/>
            <a:ext cx="8077200"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th-TH" altLang="en-US"/>
              <a:t>Click to edit Master text styles</a:t>
            </a:r>
          </a:p>
          <a:p>
            <a:pPr lvl="1"/>
            <a:r>
              <a:rPr lang="th-TH" altLang="en-US"/>
              <a:t>Second level</a:t>
            </a:r>
          </a:p>
          <a:p>
            <a:pPr lvl="2"/>
            <a:r>
              <a:rPr lang="th-TH" altLang="en-US"/>
              <a:t>Third level</a:t>
            </a:r>
          </a:p>
          <a:p>
            <a:pPr lvl="3"/>
            <a:r>
              <a:rPr lang="th-TH" altLang="en-US"/>
              <a:t>Fourth level</a:t>
            </a:r>
          </a:p>
          <a:p>
            <a:pPr lvl="4"/>
            <a:r>
              <a:rPr lang="th-TH" altLang="en-US"/>
              <a:t>Fifth level</a:t>
            </a:r>
          </a:p>
        </p:txBody>
      </p:sp>
      <p:sp>
        <p:nvSpPr>
          <p:cNvPr id="597001" name="Rectangle 9">
            <a:extLst>
              <a:ext uri="{FF2B5EF4-FFF2-40B4-BE49-F238E27FC236}">
                <a16:creationId xmlns:a16="http://schemas.microsoft.com/office/drawing/2014/main" id="{825087B3-0E08-440F-8225-BA98A0986496}"/>
              </a:ext>
            </a:extLst>
          </p:cNvPr>
          <p:cNvSpPr>
            <a:spLocks noGrp="1" noChangeArrowheads="1"/>
          </p:cNvSpPr>
          <p:nvPr>
            <p:ph type="dt" sz="half" idx="2"/>
          </p:nvPr>
        </p:nvSpPr>
        <p:spPr bwMode="auto">
          <a:xfrm>
            <a:off x="914400" y="6477000"/>
            <a:ext cx="1981200" cy="231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000">
                <a:ea typeface="Angsana New" panose="02020603050405020304" pitchFamily="18" charset="-34"/>
              </a:defRPr>
            </a:lvl1pPr>
          </a:lstStyle>
          <a:p>
            <a:pPr>
              <a:defRPr/>
            </a:pPr>
            <a:fld id="{F4AFC189-73F8-4706-AA45-7D354ED2B7AB}" type="datetime4">
              <a:rPr lang="en-US" altLang="en-US" smtClean="0"/>
              <a:t>March 26, 2024</a:t>
            </a:fld>
            <a:endParaRPr lang="en-US" altLang="en-US"/>
          </a:p>
        </p:txBody>
      </p:sp>
      <p:sp>
        <p:nvSpPr>
          <p:cNvPr id="597002" name="Rectangle 10">
            <a:extLst>
              <a:ext uri="{FF2B5EF4-FFF2-40B4-BE49-F238E27FC236}">
                <a16:creationId xmlns:a16="http://schemas.microsoft.com/office/drawing/2014/main" id="{6022FB8E-9248-4E3A-BAC8-2DF3A9267744}"/>
              </a:ext>
            </a:extLst>
          </p:cNvPr>
          <p:cNvSpPr>
            <a:spLocks noGrp="1" noChangeArrowheads="1"/>
          </p:cNvSpPr>
          <p:nvPr>
            <p:ph type="ftr" sz="quarter" idx="3"/>
          </p:nvPr>
        </p:nvSpPr>
        <p:spPr bwMode="auto">
          <a:xfrm>
            <a:off x="3352800" y="6400800"/>
            <a:ext cx="2971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000">
                <a:ea typeface="Angsana New" panose="02020603050405020304" pitchFamily="18" charset="-34"/>
              </a:defRPr>
            </a:lvl1pPr>
          </a:lstStyle>
          <a:p>
            <a:pPr>
              <a:defRPr/>
            </a:pPr>
            <a:endParaRPr lang="en-US" altLang="en-US"/>
          </a:p>
        </p:txBody>
      </p:sp>
      <p:sp>
        <p:nvSpPr>
          <p:cNvPr id="597003" name="Rectangle 11">
            <a:extLst>
              <a:ext uri="{FF2B5EF4-FFF2-40B4-BE49-F238E27FC236}">
                <a16:creationId xmlns:a16="http://schemas.microsoft.com/office/drawing/2014/main" id="{D08CEDE5-2BB4-49D3-9653-10900DD5AAE0}"/>
              </a:ext>
            </a:extLst>
          </p:cNvPr>
          <p:cNvSpPr>
            <a:spLocks noGrp="1" noChangeArrowheads="1"/>
          </p:cNvSpPr>
          <p:nvPr>
            <p:ph type="sldNum" sz="quarter" idx="4"/>
          </p:nvPr>
        </p:nvSpPr>
        <p:spPr bwMode="auto">
          <a:xfrm>
            <a:off x="6781800" y="6553200"/>
            <a:ext cx="1905000"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000">
                <a:ea typeface="Angsana New" panose="02020603050405020304" pitchFamily="18" charset="-34"/>
              </a:defRPr>
            </a:lvl1pPr>
          </a:lstStyle>
          <a:p>
            <a:pPr>
              <a:defRPr/>
            </a:pPr>
            <a:fld id="{413338A4-F343-45A5-B376-B2CFBC9F9823}" type="slidenum">
              <a:rPr lang="en-US" altLang="en-US"/>
              <a:pPr>
                <a:defRPr/>
              </a:pPr>
              <a:t>‹#›</a:t>
            </a:fld>
            <a:endParaRPr lang="en-US" altLang="en-US"/>
          </a:p>
        </p:txBody>
      </p:sp>
      <p:sp>
        <p:nvSpPr>
          <p:cNvPr id="1032" name="Line 12">
            <a:extLst>
              <a:ext uri="{FF2B5EF4-FFF2-40B4-BE49-F238E27FC236}">
                <a16:creationId xmlns:a16="http://schemas.microsoft.com/office/drawing/2014/main" id="{6A55137F-7DD6-44BD-B655-C7A32D18C50F}"/>
              </a:ext>
            </a:extLst>
          </p:cNvPr>
          <p:cNvSpPr>
            <a:spLocks noChangeShapeType="1"/>
          </p:cNvSpPr>
          <p:nvPr/>
        </p:nvSpPr>
        <p:spPr bwMode="auto">
          <a:xfrm>
            <a:off x="0" y="4876800"/>
            <a:ext cx="609600" cy="0"/>
          </a:xfrm>
          <a:prstGeom prst="line">
            <a:avLst/>
          </a:prstGeom>
          <a:noFill/>
          <a:ln w="444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1033" name="Picture 13" descr="emu_300x300_72dpi_black">
            <a:extLst>
              <a:ext uri="{FF2B5EF4-FFF2-40B4-BE49-F238E27FC236}">
                <a16:creationId xmlns:a16="http://schemas.microsoft.com/office/drawing/2014/main" id="{17F0A75E-850F-483C-AFB7-C3D42533C6A4}"/>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9388" y="188913"/>
            <a:ext cx="6477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44" r:id="rId1"/>
    <p:sldLayoutId id="2147484023" r:id="rId2"/>
    <p:sldLayoutId id="2147484024" r:id="rId3"/>
    <p:sldLayoutId id="2147484025" r:id="rId4"/>
    <p:sldLayoutId id="2147484026" r:id="rId5"/>
    <p:sldLayoutId id="2147484027" r:id="rId6"/>
    <p:sldLayoutId id="2147484028" r:id="rId7"/>
    <p:sldLayoutId id="2147484029" r:id="rId8"/>
    <p:sldLayoutId id="2147484030" r:id="rId9"/>
    <p:sldLayoutId id="2147484031" r:id="rId10"/>
    <p:sldLayoutId id="2147484032" r:id="rId11"/>
  </p:sldLayoutIdLst>
  <p:transition>
    <p:random/>
  </p:transition>
  <p:hf hdr="0" ftr="0"/>
  <p:txStyles>
    <p:titleStyle>
      <a:lvl1pPr algn="l" rtl="0" eaLnBrk="0" fontAlgn="base" hangingPunct="0">
        <a:spcBef>
          <a:spcPct val="0"/>
        </a:spcBef>
        <a:spcAft>
          <a:spcPct val="0"/>
        </a:spcAft>
        <a:defRPr sz="4200" kern="1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Times New Roman" panose="02020603050405020304" pitchFamily="18" charset="0"/>
          <a:cs typeface="Arial" panose="020B0604020202020204" pitchFamily="34" charset="0"/>
        </a:defRPr>
      </a:lvl2pPr>
      <a:lvl3pPr algn="l" rtl="0" eaLnBrk="0" fontAlgn="base" hangingPunct="0">
        <a:spcBef>
          <a:spcPct val="0"/>
        </a:spcBef>
        <a:spcAft>
          <a:spcPct val="0"/>
        </a:spcAft>
        <a:defRPr sz="4200">
          <a:solidFill>
            <a:schemeClr val="tx2"/>
          </a:solidFill>
          <a:latin typeface="Times New Roman" panose="02020603050405020304" pitchFamily="18" charset="0"/>
          <a:cs typeface="Arial" panose="020B0604020202020204" pitchFamily="34" charset="0"/>
        </a:defRPr>
      </a:lvl3pPr>
      <a:lvl4pPr algn="l" rtl="0" eaLnBrk="0" fontAlgn="base" hangingPunct="0">
        <a:spcBef>
          <a:spcPct val="0"/>
        </a:spcBef>
        <a:spcAft>
          <a:spcPct val="0"/>
        </a:spcAft>
        <a:defRPr sz="4200">
          <a:solidFill>
            <a:schemeClr val="tx2"/>
          </a:solidFill>
          <a:latin typeface="Times New Roman" panose="02020603050405020304" pitchFamily="18" charset="0"/>
          <a:cs typeface="Arial" panose="020B0604020202020204" pitchFamily="34" charset="0"/>
        </a:defRPr>
      </a:lvl4pPr>
      <a:lvl5pPr algn="l" rtl="0" eaLnBrk="0" fontAlgn="base" hangingPunct="0">
        <a:spcBef>
          <a:spcPct val="0"/>
        </a:spcBef>
        <a:spcAft>
          <a:spcPct val="0"/>
        </a:spcAft>
        <a:defRPr sz="4200">
          <a:solidFill>
            <a:schemeClr val="tx2"/>
          </a:solidFill>
          <a:latin typeface="Times New Roman" panose="02020603050405020304" pitchFamily="18" charset="0"/>
          <a:cs typeface="Arial" panose="020B0604020202020204" pitchFamily="34" charset="0"/>
        </a:defRPr>
      </a:lvl5pPr>
      <a:lvl6pPr marL="457200" algn="l" rtl="0" fontAlgn="base">
        <a:spcBef>
          <a:spcPct val="0"/>
        </a:spcBef>
        <a:spcAft>
          <a:spcPct val="0"/>
        </a:spcAft>
        <a:defRPr sz="4200">
          <a:solidFill>
            <a:schemeClr val="tx2"/>
          </a:solidFill>
          <a:latin typeface="Times New Roman" panose="02020603050405020304" pitchFamily="18" charset="0"/>
          <a:cs typeface="Arial" panose="020B0604020202020204" pitchFamily="34" charset="0"/>
        </a:defRPr>
      </a:lvl6pPr>
      <a:lvl7pPr marL="914400" algn="l" rtl="0" fontAlgn="base">
        <a:spcBef>
          <a:spcPct val="0"/>
        </a:spcBef>
        <a:spcAft>
          <a:spcPct val="0"/>
        </a:spcAft>
        <a:defRPr sz="4200">
          <a:solidFill>
            <a:schemeClr val="tx2"/>
          </a:solidFill>
          <a:latin typeface="Times New Roman" panose="02020603050405020304" pitchFamily="18" charset="0"/>
          <a:cs typeface="Arial" panose="020B0604020202020204" pitchFamily="34" charset="0"/>
        </a:defRPr>
      </a:lvl7pPr>
      <a:lvl8pPr marL="1371600" algn="l" rtl="0" fontAlgn="base">
        <a:spcBef>
          <a:spcPct val="0"/>
        </a:spcBef>
        <a:spcAft>
          <a:spcPct val="0"/>
        </a:spcAft>
        <a:defRPr sz="4200">
          <a:solidFill>
            <a:schemeClr val="tx2"/>
          </a:solidFill>
          <a:latin typeface="Times New Roman" panose="02020603050405020304" pitchFamily="18" charset="0"/>
          <a:cs typeface="Arial" panose="020B0604020202020204" pitchFamily="34" charset="0"/>
        </a:defRPr>
      </a:lvl8pPr>
      <a:lvl9pPr marL="1828800" algn="l" rtl="0" fontAlgn="base">
        <a:spcBef>
          <a:spcPct val="0"/>
        </a:spcBef>
        <a:spcAft>
          <a:spcPct val="0"/>
        </a:spcAft>
        <a:defRPr sz="4200">
          <a:solidFill>
            <a:schemeClr val="tx2"/>
          </a:solidFill>
          <a:latin typeface="Times New Roman" panose="02020603050405020304" pitchFamily="18" charset="0"/>
          <a:cs typeface="Arial" panose="020B0604020202020204" pitchFamily="34" charset="0"/>
        </a:defRPr>
      </a:lvl9pPr>
    </p:titleStyle>
    <p:bodyStyle>
      <a:lvl1pPr marL="342900" indent="-342900" algn="l" rtl="0" eaLnBrk="0" fontAlgn="base" hangingPunct="0">
        <a:spcBef>
          <a:spcPct val="20000"/>
        </a:spcBef>
        <a:spcAft>
          <a:spcPct val="0"/>
        </a:spcAft>
        <a:buClr>
          <a:schemeClr val="folHlink"/>
        </a:buClr>
        <a:buSzPct val="90000"/>
        <a:buFont typeface="Wingdings" panose="05000000000000000000" pitchFamily="2" charset="2"/>
        <a:buChar char="n"/>
        <a:defRPr sz="24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SzPct val="75000"/>
        <a:buFont typeface="Wingdings" panose="05000000000000000000" pitchFamily="2" charset="2"/>
        <a:buChar char="q"/>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55000"/>
        <a:buFont typeface="Wingdings" panose="05000000000000000000" pitchFamily="2" charset="2"/>
        <a:buChar char="q"/>
        <a:defRPr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1"/>
        </a:buClr>
        <a:buFont typeface="Wingdings" panose="05000000000000000000" pitchFamily="2" charset="2"/>
        <a:buChar char="§"/>
        <a:defRPr sz="16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Font typeface="Wingdings" panose="05000000000000000000" pitchFamily="2" charset="2"/>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Title Placeholder 1">
            <a:extLst>
              <a:ext uri="{FF2B5EF4-FFF2-40B4-BE49-F238E27FC236}">
                <a16:creationId xmlns:a16="http://schemas.microsoft.com/office/drawing/2014/main" id="{E8F770FA-76C9-4E2B-A434-235AF9FBD745}"/>
              </a:ext>
            </a:extLst>
          </p:cNvPr>
          <p:cNvSpPr>
            <a:spLocks noGrp="1" noChangeArrowheads="1"/>
          </p:cNvSpPr>
          <p:nvPr>
            <p:ph type="title"/>
          </p:nvPr>
        </p:nvSpPr>
        <p:spPr bwMode="auto">
          <a:xfrm>
            <a:off x="498475" y="484188"/>
            <a:ext cx="7556500" cy="1116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2051" name="Text Placeholder 2">
            <a:extLst>
              <a:ext uri="{FF2B5EF4-FFF2-40B4-BE49-F238E27FC236}">
                <a16:creationId xmlns:a16="http://schemas.microsoft.com/office/drawing/2014/main" id="{CE77B8DE-5E28-4D68-A1DB-974D6B665223}"/>
              </a:ext>
            </a:extLst>
          </p:cNvPr>
          <p:cNvSpPr>
            <a:spLocks noGrp="1" noChangeArrowheads="1"/>
          </p:cNvSpPr>
          <p:nvPr>
            <p:ph type="body" idx="1"/>
          </p:nvPr>
        </p:nvSpPr>
        <p:spPr bwMode="auto">
          <a:xfrm>
            <a:off x="498475" y="1981200"/>
            <a:ext cx="7556500" cy="414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91B6C67B-79A9-4A0E-BE77-8B0E56CC46B5}"/>
              </a:ext>
            </a:extLst>
          </p:cNvPr>
          <p:cNvSpPr>
            <a:spLocks noGrp="1"/>
          </p:cNvSpPr>
          <p:nvPr>
            <p:ph type="dt" sz="half" idx="2"/>
          </p:nvPr>
        </p:nvSpPr>
        <p:spPr>
          <a:xfrm>
            <a:off x="6794500" y="6423025"/>
            <a:ext cx="2133600" cy="365125"/>
          </a:xfrm>
          <a:prstGeom prst="rect">
            <a:avLst/>
          </a:prstGeom>
        </p:spPr>
        <p:txBody>
          <a:bodyPr vert="horz" lIns="91440" tIns="45720" rIns="91440" bIns="45720" rtlCol="0" anchor="ctr"/>
          <a:lstStyle>
            <a:lvl1pPr algn="r" eaLnBrk="1" hangingPunct="1">
              <a:defRPr sz="1100">
                <a:solidFill>
                  <a:schemeClr val="tx1">
                    <a:lumMod val="65000"/>
                    <a:lumOff val="35000"/>
                  </a:schemeClr>
                </a:solidFill>
                <a:ea typeface="Angsana New" panose="020B0502040204020203" pitchFamily="18" charset="-34"/>
                <a:cs typeface="Arial" panose="020B0604020202020204" pitchFamily="34" charset="0"/>
              </a:defRPr>
            </a:lvl1pPr>
          </a:lstStyle>
          <a:p>
            <a:pPr>
              <a:defRPr/>
            </a:pPr>
            <a:fld id="{FF5480F7-A01B-4497-9686-67728E872290}" type="datetime4">
              <a:rPr lang="en-US" altLang="en-US" smtClean="0"/>
              <a:t>March 26, 2024</a:t>
            </a:fld>
            <a:endParaRPr lang="en-US" altLang="en-US"/>
          </a:p>
        </p:txBody>
      </p:sp>
      <p:sp>
        <p:nvSpPr>
          <p:cNvPr id="5" name="Footer Placeholder 4">
            <a:extLst>
              <a:ext uri="{FF2B5EF4-FFF2-40B4-BE49-F238E27FC236}">
                <a16:creationId xmlns:a16="http://schemas.microsoft.com/office/drawing/2014/main" id="{EDF927D7-EF1F-49CE-B729-8E64D95D89F1}"/>
              </a:ext>
            </a:extLst>
          </p:cNvPr>
          <p:cNvSpPr>
            <a:spLocks noGrp="1"/>
          </p:cNvSpPr>
          <p:nvPr>
            <p:ph type="ftr" sz="quarter" idx="3"/>
          </p:nvPr>
        </p:nvSpPr>
        <p:spPr>
          <a:xfrm>
            <a:off x="201613" y="6423025"/>
            <a:ext cx="6122987" cy="365125"/>
          </a:xfrm>
          <a:prstGeom prst="rect">
            <a:avLst/>
          </a:prstGeom>
        </p:spPr>
        <p:txBody>
          <a:bodyPr vert="horz" lIns="91440" tIns="45720" rIns="91440" bIns="45720" rtlCol="0" anchor="ctr"/>
          <a:lstStyle>
            <a:lvl1pPr algn="l" eaLnBrk="1" hangingPunct="1">
              <a:defRPr sz="1100">
                <a:solidFill>
                  <a:schemeClr val="tx1">
                    <a:lumMod val="65000"/>
                    <a:lumOff val="35000"/>
                  </a:schemeClr>
                </a:solidFill>
                <a:ea typeface="Angsana New" panose="020B0502040204020203" pitchFamily="18" charset="-34"/>
                <a:cs typeface="Arial" panose="020B0604020202020204" pitchFamily="34" charset="0"/>
              </a:defRPr>
            </a:lvl1pPr>
          </a:lstStyle>
          <a:p>
            <a:pPr>
              <a:defRPr/>
            </a:pPr>
            <a:endParaRPr lang="en-US" altLang="en-US"/>
          </a:p>
        </p:txBody>
      </p:sp>
      <p:sp>
        <p:nvSpPr>
          <p:cNvPr id="6" name="Slide Number Placeholder 5">
            <a:extLst>
              <a:ext uri="{FF2B5EF4-FFF2-40B4-BE49-F238E27FC236}">
                <a16:creationId xmlns:a16="http://schemas.microsoft.com/office/drawing/2014/main" id="{3E81E21C-41C3-4EAB-89CE-E6FB352AEE37}"/>
              </a:ext>
            </a:extLst>
          </p:cNvPr>
          <p:cNvSpPr>
            <a:spLocks noGrp="1"/>
          </p:cNvSpPr>
          <p:nvPr>
            <p:ph type="sldNum" sz="quarter" idx="4"/>
          </p:nvPr>
        </p:nvSpPr>
        <p:spPr>
          <a:xfrm>
            <a:off x="8305800" y="242888"/>
            <a:ext cx="554038" cy="365125"/>
          </a:xfrm>
          <a:prstGeom prst="rect">
            <a:avLst/>
          </a:prstGeom>
        </p:spPr>
        <p:txBody>
          <a:bodyPr vert="horz" lIns="91440" tIns="45720" rIns="91440" bIns="45720" rtlCol="0" anchor="ctr"/>
          <a:lstStyle>
            <a:lvl1pPr algn="r" eaLnBrk="1" hangingPunct="1">
              <a:defRPr sz="1400">
                <a:solidFill>
                  <a:schemeClr val="bg1"/>
                </a:solidFill>
                <a:ea typeface="Angsana New" panose="020B0502040204020203" pitchFamily="18" charset="-34"/>
                <a:cs typeface="Arial" panose="020B0604020202020204" pitchFamily="34" charset="0"/>
              </a:defRPr>
            </a:lvl1pPr>
          </a:lstStyle>
          <a:p>
            <a:pPr>
              <a:defRPr/>
            </a:pPr>
            <a:fld id="{EAC1E9C5-179F-49B5-A20B-74BA07190DB8}" type="slidenum">
              <a:rPr lang="en-US" altLang="en-US"/>
              <a:pPr>
                <a:defRPr/>
              </a:pPr>
              <a:t>‹#›</a:t>
            </a:fld>
            <a:endParaRPr lang="en-US" altLang="en-US"/>
          </a:p>
        </p:txBody>
      </p:sp>
      <p:grpSp>
        <p:nvGrpSpPr>
          <p:cNvPr id="2055" name="Group 8">
            <a:extLst>
              <a:ext uri="{FF2B5EF4-FFF2-40B4-BE49-F238E27FC236}">
                <a16:creationId xmlns:a16="http://schemas.microsoft.com/office/drawing/2014/main" id="{8A8273E5-CDF0-44E1-AEF2-4B755C331FD1}"/>
              </a:ext>
            </a:extLst>
          </p:cNvPr>
          <p:cNvGrpSpPr>
            <a:grpSpLocks/>
          </p:cNvGrpSpPr>
          <p:nvPr/>
        </p:nvGrpSpPr>
        <p:grpSpPr bwMode="auto">
          <a:xfrm>
            <a:off x="-9525" y="1049338"/>
            <a:ext cx="9151938" cy="82550"/>
            <a:chOff x="1" y="591"/>
            <a:chExt cx="5759" cy="52"/>
          </a:xfrm>
        </p:grpSpPr>
        <p:sp>
          <p:nvSpPr>
            <p:cNvPr id="2058" name="Line 9">
              <a:extLst>
                <a:ext uri="{FF2B5EF4-FFF2-40B4-BE49-F238E27FC236}">
                  <a16:creationId xmlns:a16="http://schemas.microsoft.com/office/drawing/2014/main" id="{AB178821-03A3-419C-81A7-AB420E98AE13}"/>
                </a:ext>
              </a:extLst>
            </p:cNvPr>
            <p:cNvSpPr>
              <a:spLocks noChangeShapeType="1"/>
            </p:cNvSpPr>
            <p:nvPr/>
          </p:nvSpPr>
          <p:spPr bwMode="auto">
            <a:xfrm>
              <a:off x="2" y="591"/>
              <a:ext cx="5758" cy="0"/>
            </a:xfrm>
            <a:prstGeom prst="line">
              <a:avLst/>
            </a:prstGeom>
            <a:noFill/>
            <a:ln w="762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59" name="Line 10">
              <a:extLst>
                <a:ext uri="{FF2B5EF4-FFF2-40B4-BE49-F238E27FC236}">
                  <a16:creationId xmlns:a16="http://schemas.microsoft.com/office/drawing/2014/main" id="{108B472A-C3BF-481A-9F84-D86E33569768}"/>
                </a:ext>
              </a:extLst>
            </p:cNvPr>
            <p:cNvSpPr>
              <a:spLocks noChangeShapeType="1"/>
            </p:cNvSpPr>
            <p:nvPr/>
          </p:nvSpPr>
          <p:spPr bwMode="auto">
            <a:xfrm>
              <a:off x="2" y="626"/>
              <a:ext cx="5758" cy="0"/>
            </a:xfrm>
            <a:prstGeom prst="line">
              <a:avLst/>
            </a:prstGeom>
            <a:noFill/>
            <a:ln w="127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60" name="Line 11">
              <a:extLst>
                <a:ext uri="{FF2B5EF4-FFF2-40B4-BE49-F238E27FC236}">
                  <a16:creationId xmlns:a16="http://schemas.microsoft.com/office/drawing/2014/main" id="{6167F5F1-1A8D-4199-B338-C75A3E342958}"/>
                </a:ext>
              </a:extLst>
            </p:cNvPr>
            <p:cNvSpPr>
              <a:spLocks noChangeShapeType="1"/>
            </p:cNvSpPr>
            <p:nvPr/>
          </p:nvSpPr>
          <p:spPr bwMode="auto">
            <a:xfrm>
              <a:off x="1" y="643"/>
              <a:ext cx="5759" cy="0"/>
            </a:xfrm>
            <a:prstGeom prst="line">
              <a:avLst/>
            </a:prstGeom>
            <a:noFill/>
            <a:ln w="127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11" name="文字方塊 8">
            <a:extLst>
              <a:ext uri="{FF2B5EF4-FFF2-40B4-BE49-F238E27FC236}">
                <a16:creationId xmlns:a16="http://schemas.microsoft.com/office/drawing/2014/main" id="{39D8D7C8-DB0C-4C03-B575-1A4A8B41ECA6}"/>
              </a:ext>
            </a:extLst>
          </p:cNvPr>
          <p:cNvSpPr txBox="1"/>
          <p:nvPr/>
        </p:nvSpPr>
        <p:spPr>
          <a:xfrm>
            <a:off x="6810375" y="6540500"/>
            <a:ext cx="2298700" cy="304800"/>
          </a:xfrm>
          <a:prstGeom prst="rect">
            <a:avLst/>
          </a:prstGeom>
          <a:noFill/>
        </p:spPr>
        <p:txBody>
          <a:bodyPr>
            <a:spAutoFit/>
          </a:bodyPr>
          <a:lstStyle>
            <a:lvl1pPr eaLnBrk="0" hangingPunct="0">
              <a:defRPr sz="1400" i="1" u="sng">
                <a:solidFill>
                  <a:srgbClr val="003366"/>
                </a:solidFill>
                <a:latin typeface="Times New Roman" panose="02020603050405020304" pitchFamily="18" charset="0"/>
                <a:ea typeface="新細明體" panose="02020500000000000000" pitchFamily="18" charset="-120"/>
              </a:defRPr>
            </a:lvl1pPr>
            <a:lvl2pPr marL="742950" indent="-285750" eaLnBrk="0" hangingPunct="0">
              <a:defRPr sz="1400" i="1" u="sng">
                <a:solidFill>
                  <a:srgbClr val="003366"/>
                </a:solidFill>
                <a:latin typeface="Times New Roman" panose="02020603050405020304" pitchFamily="18" charset="0"/>
                <a:ea typeface="新細明體" panose="02020500000000000000" pitchFamily="18" charset="-120"/>
              </a:defRPr>
            </a:lvl2pPr>
            <a:lvl3pPr marL="1143000" indent="-228600" eaLnBrk="0" hangingPunct="0">
              <a:defRPr sz="1400" i="1" u="sng">
                <a:solidFill>
                  <a:srgbClr val="003366"/>
                </a:solidFill>
                <a:latin typeface="Times New Roman" panose="02020603050405020304" pitchFamily="18" charset="0"/>
                <a:ea typeface="新細明體" panose="02020500000000000000" pitchFamily="18" charset="-120"/>
              </a:defRPr>
            </a:lvl3pPr>
            <a:lvl4pPr marL="1600200" indent="-228600" eaLnBrk="0" hangingPunct="0">
              <a:defRPr sz="1400" i="1" u="sng">
                <a:solidFill>
                  <a:srgbClr val="003366"/>
                </a:solidFill>
                <a:latin typeface="Times New Roman" panose="02020603050405020304" pitchFamily="18" charset="0"/>
                <a:ea typeface="新細明體" panose="02020500000000000000" pitchFamily="18" charset="-120"/>
              </a:defRPr>
            </a:lvl4pPr>
            <a:lvl5pPr marL="2057400" indent="-228600" eaLnBrk="0" hangingPunct="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algn="r" eaLnBrk="1" hangingPunct="1">
              <a:defRPr/>
            </a:pPr>
            <a:r>
              <a:rPr lang="tr-TR" altLang="zh-TW" u="none">
                <a:solidFill>
                  <a:srgbClr val="7F7F7F"/>
                </a:solidFill>
                <a:cs typeface="Arial" panose="020B0604020202020204" pitchFamily="34" charset="0"/>
              </a:rPr>
              <a:t>Digital Logic Design</a:t>
            </a:r>
            <a:r>
              <a:rPr lang="en-US" altLang="zh-TW" u="none">
                <a:solidFill>
                  <a:srgbClr val="7F7F7F"/>
                </a:solidFill>
                <a:cs typeface="Arial" panose="020B0604020202020204" pitchFamily="34" charset="0"/>
              </a:rPr>
              <a:t> </a:t>
            </a:r>
            <a:r>
              <a:rPr lang="en-US" altLang="zh-TW" i="0" u="none">
                <a:solidFill>
                  <a:srgbClr val="7F7F7F"/>
                </a:solidFill>
                <a:cs typeface="Arial" panose="020B0604020202020204" pitchFamily="34" charset="0"/>
              </a:rPr>
              <a:t>Ch1</a:t>
            </a:r>
            <a:r>
              <a:rPr lang="en-US" altLang="zh-TW" u="none">
                <a:solidFill>
                  <a:srgbClr val="7F7F7F"/>
                </a:solidFill>
                <a:cs typeface="Arial" panose="020B0604020202020204" pitchFamily="34" charset="0"/>
              </a:rPr>
              <a:t>-</a:t>
            </a:r>
            <a:fld id="{6DC67BA1-6048-4382-BF1F-2028CE77E041}" type="slidenum">
              <a:rPr lang="zh-TW" altLang="en-US" i="0" u="none" smtClean="0">
                <a:solidFill>
                  <a:srgbClr val="7F7F7F"/>
                </a:solidFill>
                <a:cs typeface="Arial" panose="020B0604020202020204" pitchFamily="34" charset="0"/>
              </a:rPr>
              <a:pPr algn="r" eaLnBrk="1" hangingPunct="1">
                <a:defRPr/>
              </a:pPr>
              <a:t>‹#›</a:t>
            </a:fld>
            <a:endParaRPr lang="en-US" altLang="zh-TW" i="0" u="none">
              <a:solidFill>
                <a:srgbClr val="7F7F7F"/>
              </a:solidFill>
              <a:cs typeface="Arial" panose="020B0604020202020204" pitchFamily="34" charset="0"/>
            </a:endParaRPr>
          </a:p>
        </p:txBody>
      </p:sp>
      <p:pic>
        <p:nvPicPr>
          <p:cNvPr id="2057" name="Picture 9" descr="logoyil30">
            <a:extLst>
              <a:ext uri="{FF2B5EF4-FFF2-40B4-BE49-F238E27FC236}">
                <a16:creationId xmlns:a16="http://schemas.microsoft.com/office/drawing/2014/main" id="{36409056-45D7-4BFF-9064-AA13E57B38C7}"/>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295275" y="161925"/>
            <a:ext cx="736600" cy="74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45" r:id="rId1"/>
    <p:sldLayoutId id="2147484046" r:id="rId2"/>
    <p:sldLayoutId id="2147484047" r:id="rId3"/>
    <p:sldLayoutId id="2147484048" r:id="rId4"/>
    <p:sldLayoutId id="2147484049" r:id="rId5"/>
    <p:sldLayoutId id="2147484050" r:id="rId6"/>
    <p:sldLayoutId id="2147484051" r:id="rId7"/>
    <p:sldLayoutId id="2147484052" r:id="rId8"/>
    <p:sldLayoutId id="2147484053" r:id="rId9"/>
    <p:sldLayoutId id="2147484054" r:id="rId10"/>
    <p:sldLayoutId id="2147484055" r:id="rId11"/>
    <p:sldLayoutId id="2147484056" r:id="rId12"/>
    <p:sldLayoutId id="2147484057" r:id="rId13"/>
    <p:sldLayoutId id="2147484058" r:id="rId14"/>
    <p:sldLayoutId id="2147484059" r:id="rId15"/>
    <p:sldLayoutId id="2147484060" r:id="rId16"/>
    <p:sldLayoutId id="2147484061" r:id="rId17"/>
    <p:sldLayoutId id="2147484062" r:id="rId18"/>
    <p:sldLayoutId id="2147484063" r:id="rId19"/>
    <p:sldLayoutId id="2147484064" r:id="rId20"/>
    <p:sldLayoutId id="2147484065" r:id="rId21"/>
    <p:sldLayoutId id="2147484066" r:id="rId22"/>
    <p:sldLayoutId id="2147484067" r:id="rId23"/>
  </p:sldLayoutIdLst>
  <p:transition>
    <p:random/>
  </p:transition>
  <p:hf hdr="0" ftr="0"/>
  <p:txStyles>
    <p:titleStyle>
      <a:lvl1pPr algn="l" rtl="0" eaLnBrk="0" fontAlgn="base" hangingPunct="0">
        <a:spcBef>
          <a:spcPct val="0"/>
        </a:spcBef>
        <a:spcAft>
          <a:spcPct val="0"/>
        </a:spcAft>
        <a:defRPr sz="3600" kern="1200">
          <a:solidFill>
            <a:srgbClr val="FF0000"/>
          </a:solidFill>
          <a:latin typeface="+mj-lt"/>
          <a:ea typeface="+mj-ea"/>
          <a:cs typeface="+mj-cs"/>
        </a:defRPr>
      </a:lvl1pPr>
      <a:lvl2pPr algn="l" rtl="0" eaLnBrk="0" fontAlgn="base" hangingPunct="0">
        <a:spcBef>
          <a:spcPct val="0"/>
        </a:spcBef>
        <a:spcAft>
          <a:spcPct val="0"/>
        </a:spcAft>
        <a:defRPr sz="3600">
          <a:solidFill>
            <a:srgbClr val="FF0000"/>
          </a:solidFill>
          <a:latin typeface="Rockwell" panose="02060603020205020403" pitchFamily="18" charset="0"/>
        </a:defRPr>
      </a:lvl2pPr>
      <a:lvl3pPr algn="l" rtl="0" eaLnBrk="0" fontAlgn="base" hangingPunct="0">
        <a:spcBef>
          <a:spcPct val="0"/>
        </a:spcBef>
        <a:spcAft>
          <a:spcPct val="0"/>
        </a:spcAft>
        <a:defRPr sz="3600">
          <a:solidFill>
            <a:srgbClr val="FF0000"/>
          </a:solidFill>
          <a:latin typeface="Rockwell" panose="02060603020205020403" pitchFamily="18" charset="0"/>
        </a:defRPr>
      </a:lvl3pPr>
      <a:lvl4pPr algn="l" rtl="0" eaLnBrk="0" fontAlgn="base" hangingPunct="0">
        <a:spcBef>
          <a:spcPct val="0"/>
        </a:spcBef>
        <a:spcAft>
          <a:spcPct val="0"/>
        </a:spcAft>
        <a:defRPr sz="3600">
          <a:solidFill>
            <a:srgbClr val="FF0000"/>
          </a:solidFill>
          <a:latin typeface="Rockwell" panose="02060603020205020403" pitchFamily="18" charset="0"/>
        </a:defRPr>
      </a:lvl4pPr>
      <a:lvl5pPr algn="l" rtl="0" eaLnBrk="0" fontAlgn="base" hangingPunct="0">
        <a:spcBef>
          <a:spcPct val="0"/>
        </a:spcBef>
        <a:spcAft>
          <a:spcPct val="0"/>
        </a:spcAft>
        <a:defRPr sz="3600">
          <a:solidFill>
            <a:srgbClr val="FF0000"/>
          </a:solidFill>
          <a:latin typeface="Rockwell" panose="02060603020205020403" pitchFamily="18" charset="0"/>
        </a:defRPr>
      </a:lvl5pPr>
      <a:lvl6pPr marL="457200" algn="l" rtl="0" eaLnBrk="1" fontAlgn="base" hangingPunct="1">
        <a:spcBef>
          <a:spcPct val="0"/>
        </a:spcBef>
        <a:spcAft>
          <a:spcPct val="0"/>
        </a:spcAft>
        <a:defRPr sz="3600">
          <a:solidFill>
            <a:srgbClr val="FF0000"/>
          </a:solidFill>
          <a:latin typeface="Rockwell" panose="02060603020205020403" pitchFamily="18" charset="0"/>
        </a:defRPr>
      </a:lvl6pPr>
      <a:lvl7pPr marL="914400" algn="l" rtl="0" eaLnBrk="1" fontAlgn="base" hangingPunct="1">
        <a:spcBef>
          <a:spcPct val="0"/>
        </a:spcBef>
        <a:spcAft>
          <a:spcPct val="0"/>
        </a:spcAft>
        <a:defRPr sz="3600">
          <a:solidFill>
            <a:srgbClr val="FF0000"/>
          </a:solidFill>
          <a:latin typeface="Rockwell" panose="02060603020205020403" pitchFamily="18" charset="0"/>
        </a:defRPr>
      </a:lvl7pPr>
      <a:lvl8pPr marL="1371600" algn="l" rtl="0" eaLnBrk="1" fontAlgn="base" hangingPunct="1">
        <a:spcBef>
          <a:spcPct val="0"/>
        </a:spcBef>
        <a:spcAft>
          <a:spcPct val="0"/>
        </a:spcAft>
        <a:defRPr sz="3600">
          <a:solidFill>
            <a:srgbClr val="FF0000"/>
          </a:solidFill>
          <a:latin typeface="Rockwell" panose="02060603020205020403" pitchFamily="18" charset="0"/>
        </a:defRPr>
      </a:lvl8pPr>
      <a:lvl9pPr marL="1828800" algn="l" rtl="0" eaLnBrk="1" fontAlgn="base" hangingPunct="1">
        <a:spcBef>
          <a:spcPct val="0"/>
        </a:spcBef>
        <a:spcAft>
          <a:spcPct val="0"/>
        </a:spcAft>
        <a:defRPr sz="3600">
          <a:solidFill>
            <a:srgbClr val="FF0000"/>
          </a:solidFill>
          <a:latin typeface="Rockwell" panose="02060603020205020403" pitchFamily="18" charset="0"/>
        </a:defRPr>
      </a:lvl9pPr>
    </p:titleStyle>
    <p:bodyStyle>
      <a:lvl1pPr marL="228600" indent="-228600" algn="l" rtl="0" eaLnBrk="0" fontAlgn="base" hangingPunct="0">
        <a:spcBef>
          <a:spcPts val="2000"/>
        </a:spcBef>
        <a:spcAft>
          <a:spcPct val="0"/>
        </a:spcAft>
        <a:buClr>
          <a:schemeClr val="accent1"/>
        </a:buClr>
        <a:buSzPct val="75000"/>
        <a:buFont typeface="Wingdings" panose="05000000000000000000" pitchFamily="2" charset="2"/>
        <a:buChar char="n"/>
        <a:defRPr sz="2000" kern="1200">
          <a:solidFill>
            <a:srgbClr val="0070C0"/>
          </a:solidFill>
          <a:latin typeface="+mn-lt"/>
          <a:ea typeface="+mn-ea"/>
          <a:cs typeface="+mn-cs"/>
        </a:defRPr>
      </a:lvl1pPr>
      <a:lvl2pPr marL="457200" indent="-228600" algn="l" rtl="0" eaLnBrk="0" fontAlgn="base" hangingPunct="0">
        <a:spcBef>
          <a:spcPts val="600"/>
        </a:spcBef>
        <a:spcAft>
          <a:spcPct val="0"/>
        </a:spcAft>
        <a:buClr>
          <a:srgbClr val="B870B8"/>
        </a:buClr>
        <a:buSzPct val="75000"/>
        <a:buFont typeface="Wingdings" panose="05000000000000000000" pitchFamily="2" charset="2"/>
        <a:buChar char="n"/>
        <a:defRPr kern="1200">
          <a:solidFill>
            <a:srgbClr val="595959"/>
          </a:solidFill>
          <a:latin typeface="+mn-lt"/>
          <a:ea typeface="+mn-ea"/>
          <a:cs typeface="+mn-cs"/>
        </a:defRPr>
      </a:lvl2pPr>
      <a:lvl3pPr marL="685800" indent="-228600" algn="l" rtl="0" eaLnBrk="0" fontAlgn="base" hangingPunct="0">
        <a:spcBef>
          <a:spcPts val="600"/>
        </a:spcBef>
        <a:spcAft>
          <a:spcPct val="0"/>
        </a:spcAft>
        <a:buClr>
          <a:schemeClr val="accent1"/>
        </a:buClr>
        <a:buSzPct val="75000"/>
        <a:buFont typeface="Wingdings" panose="05000000000000000000" pitchFamily="2" charset="2"/>
        <a:buChar char="n"/>
        <a:defRPr kern="1200">
          <a:solidFill>
            <a:srgbClr val="595959"/>
          </a:solidFill>
          <a:latin typeface="+mn-lt"/>
          <a:ea typeface="+mn-ea"/>
          <a:cs typeface="+mn-cs"/>
        </a:defRPr>
      </a:lvl3pPr>
      <a:lvl4pPr marL="914400" indent="-228600" algn="l" rtl="0" eaLnBrk="0" fontAlgn="base" hangingPunct="0">
        <a:spcBef>
          <a:spcPts val="600"/>
        </a:spcBef>
        <a:spcAft>
          <a:spcPct val="0"/>
        </a:spcAft>
        <a:buClr>
          <a:srgbClr val="B870B8"/>
        </a:buClr>
        <a:buSzPct val="75000"/>
        <a:buFont typeface="Wingdings" panose="05000000000000000000" pitchFamily="2" charset="2"/>
        <a:buChar char="n"/>
        <a:defRPr kern="1200">
          <a:solidFill>
            <a:srgbClr val="595959"/>
          </a:solidFill>
          <a:latin typeface="+mn-lt"/>
          <a:ea typeface="+mn-ea"/>
          <a:cs typeface="+mn-cs"/>
        </a:defRPr>
      </a:lvl4pPr>
      <a:lvl5pPr marL="1143000" indent="-228600" algn="l" rtl="0" eaLnBrk="0" fontAlgn="base" hangingPunct="0">
        <a:spcBef>
          <a:spcPts val="600"/>
        </a:spcBef>
        <a:spcAft>
          <a:spcPct val="0"/>
        </a:spcAft>
        <a:buClr>
          <a:schemeClr val="accent1"/>
        </a:buClr>
        <a:buSzPct val="75000"/>
        <a:buFont typeface="Wingdings" panose="05000000000000000000" pitchFamily="2" charset="2"/>
        <a:buChar char="n"/>
        <a:defRPr kern="1200">
          <a:solidFill>
            <a:srgbClr val="595959"/>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3074" name="Group 2">
            <a:extLst>
              <a:ext uri="{FF2B5EF4-FFF2-40B4-BE49-F238E27FC236}">
                <a16:creationId xmlns:a16="http://schemas.microsoft.com/office/drawing/2014/main" id="{7AAB99D4-CE45-4100-952D-B840FB3F90B0}"/>
              </a:ext>
            </a:extLst>
          </p:cNvPr>
          <p:cNvGrpSpPr>
            <a:grpSpLocks/>
          </p:cNvGrpSpPr>
          <p:nvPr/>
        </p:nvGrpSpPr>
        <p:grpSpPr bwMode="auto">
          <a:xfrm>
            <a:off x="0" y="-533400"/>
            <a:ext cx="8686800" cy="4876800"/>
            <a:chOff x="0" y="0"/>
            <a:chExt cx="5472" cy="3072"/>
          </a:xfrm>
        </p:grpSpPr>
        <p:sp>
          <p:nvSpPr>
            <p:cNvPr id="1034" name="Rectangle 3">
              <a:extLst>
                <a:ext uri="{FF2B5EF4-FFF2-40B4-BE49-F238E27FC236}">
                  <a16:creationId xmlns:a16="http://schemas.microsoft.com/office/drawing/2014/main" id="{0186C659-E864-4B73-8C1B-F4F18F5FAF02}"/>
                </a:ext>
              </a:extLst>
            </p:cNvPr>
            <p:cNvSpPr>
              <a:spLocks noChangeArrowheads="1"/>
            </p:cNvSpPr>
            <p:nvPr/>
          </p:nvSpPr>
          <p:spPr bwMode="auto">
            <a:xfrm>
              <a:off x="0" y="0"/>
              <a:ext cx="384" cy="3072"/>
            </a:xfrm>
            <a:prstGeom prst="rect">
              <a:avLst/>
            </a:prstGeom>
            <a:solidFill>
              <a:schemeClr val="accent1"/>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ngsana New" panose="02020603050405020304" pitchFamily="18" charset="-34"/>
                </a:defRPr>
              </a:lvl1pPr>
              <a:lvl2pPr marL="742950" indent="-285750">
                <a:defRPr>
                  <a:solidFill>
                    <a:schemeClr val="tx1"/>
                  </a:solidFill>
                  <a:latin typeface="Arial" panose="020B0604020202020204" pitchFamily="34" charset="0"/>
                  <a:cs typeface="Angsana New" panose="02020603050405020304" pitchFamily="18" charset="-34"/>
                </a:defRPr>
              </a:lvl2pPr>
              <a:lvl3pPr marL="1143000" indent="-228600">
                <a:defRPr>
                  <a:solidFill>
                    <a:schemeClr val="tx1"/>
                  </a:solidFill>
                  <a:latin typeface="Arial" panose="020B0604020202020204" pitchFamily="34" charset="0"/>
                  <a:cs typeface="Angsana New" panose="02020603050405020304" pitchFamily="18" charset="-34"/>
                </a:defRPr>
              </a:lvl3pPr>
              <a:lvl4pPr marL="1600200" indent="-228600">
                <a:defRPr>
                  <a:solidFill>
                    <a:schemeClr val="tx1"/>
                  </a:solidFill>
                  <a:latin typeface="Arial" panose="020B0604020202020204" pitchFamily="34" charset="0"/>
                  <a:cs typeface="Angsana New" panose="02020603050405020304" pitchFamily="18" charset="-34"/>
                </a:defRPr>
              </a:lvl4pPr>
              <a:lvl5pPr marL="2057400" indent="-228600">
                <a:defRPr>
                  <a:solidFill>
                    <a:schemeClr val="tx1"/>
                  </a:solidFill>
                  <a:latin typeface="Arial" panose="020B0604020202020204" pitchFamily="34" charset="0"/>
                  <a:cs typeface="Angsana New" panose="02020603050405020304" pitchFamily="18" charset="-34"/>
                </a:defRPr>
              </a:lvl5pPr>
              <a:lvl6pPr marL="25146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6pPr>
              <a:lvl7pPr marL="29718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7pPr>
              <a:lvl8pPr marL="34290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8pPr>
              <a:lvl9pPr marL="38862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9pPr>
            </a:lstStyle>
            <a:p>
              <a:pPr algn="ctr" eaLnBrk="1" hangingPunct="1">
                <a:defRPr/>
              </a:pPr>
              <a:endParaRPr lang="en-US" altLang="en-US" sz="2400">
                <a:latin typeface="Times New Roman" panose="02020603050405020304" pitchFamily="18" charset="0"/>
                <a:ea typeface="+mn-ea"/>
              </a:endParaRPr>
            </a:p>
          </p:txBody>
        </p:sp>
        <p:grpSp>
          <p:nvGrpSpPr>
            <p:cNvPr id="3083" name="Group 4">
              <a:extLst>
                <a:ext uri="{FF2B5EF4-FFF2-40B4-BE49-F238E27FC236}">
                  <a16:creationId xmlns:a16="http://schemas.microsoft.com/office/drawing/2014/main" id="{1DC3B701-1038-4DC9-9693-A8B29A9666F1}"/>
                </a:ext>
              </a:extLst>
            </p:cNvPr>
            <p:cNvGrpSpPr>
              <a:grpSpLocks/>
            </p:cNvGrpSpPr>
            <p:nvPr/>
          </p:nvGrpSpPr>
          <p:grpSpPr bwMode="auto">
            <a:xfrm>
              <a:off x="240" y="893"/>
              <a:ext cx="5232" cy="115"/>
              <a:chOff x="240" y="893"/>
              <a:chExt cx="5232" cy="115"/>
            </a:xfrm>
          </p:grpSpPr>
          <p:sp>
            <p:nvSpPr>
              <p:cNvPr id="1036" name="Rectangle 5">
                <a:extLst>
                  <a:ext uri="{FF2B5EF4-FFF2-40B4-BE49-F238E27FC236}">
                    <a16:creationId xmlns:a16="http://schemas.microsoft.com/office/drawing/2014/main" id="{8E3F94E1-0712-4F68-8BBB-823136F7A48F}"/>
                  </a:ext>
                </a:extLst>
              </p:cNvPr>
              <p:cNvSpPr>
                <a:spLocks noChangeArrowheads="1"/>
              </p:cNvSpPr>
              <p:nvPr/>
            </p:nvSpPr>
            <p:spPr bwMode="auto">
              <a:xfrm>
                <a:off x="4320" y="893"/>
                <a:ext cx="1152" cy="115"/>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ngsana New" panose="02020603050405020304" pitchFamily="18" charset="-34"/>
                  </a:defRPr>
                </a:lvl1pPr>
                <a:lvl2pPr marL="742950" indent="-285750">
                  <a:defRPr>
                    <a:solidFill>
                      <a:schemeClr val="tx1"/>
                    </a:solidFill>
                    <a:latin typeface="Arial" panose="020B0604020202020204" pitchFamily="34" charset="0"/>
                    <a:cs typeface="Angsana New" panose="02020603050405020304" pitchFamily="18" charset="-34"/>
                  </a:defRPr>
                </a:lvl2pPr>
                <a:lvl3pPr marL="1143000" indent="-228600">
                  <a:defRPr>
                    <a:solidFill>
                      <a:schemeClr val="tx1"/>
                    </a:solidFill>
                    <a:latin typeface="Arial" panose="020B0604020202020204" pitchFamily="34" charset="0"/>
                    <a:cs typeface="Angsana New" panose="02020603050405020304" pitchFamily="18" charset="-34"/>
                  </a:defRPr>
                </a:lvl3pPr>
                <a:lvl4pPr marL="1600200" indent="-228600">
                  <a:defRPr>
                    <a:solidFill>
                      <a:schemeClr val="tx1"/>
                    </a:solidFill>
                    <a:latin typeface="Arial" panose="020B0604020202020204" pitchFamily="34" charset="0"/>
                    <a:cs typeface="Angsana New" panose="02020603050405020304" pitchFamily="18" charset="-34"/>
                  </a:defRPr>
                </a:lvl4pPr>
                <a:lvl5pPr marL="2057400" indent="-228600">
                  <a:defRPr>
                    <a:solidFill>
                      <a:schemeClr val="tx1"/>
                    </a:solidFill>
                    <a:latin typeface="Arial" panose="020B0604020202020204" pitchFamily="34" charset="0"/>
                    <a:cs typeface="Angsana New" panose="02020603050405020304" pitchFamily="18" charset="-34"/>
                  </a:defRPr>
                </a:lvl5pPr>
                <a:lvl6pPr marL="25146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6pPr>
                <a:lvl7pPr marL="29718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7pPr>
                <a:lvl8pPr marL="34290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8pPr>
                <a:lvl9pPr marL="38862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9pPr>
              </a:lstStyle>
              <a:p>
                <a:pPr algn="ctr" eaLnBrk="1" hangingPunct="1">
                  <a:defRPr/>
                </a:pPr>
                <a:endParaRPr lang="en-US" altLang="en-US" sz="2400">
                  <a:latin typeface="Times New Roman" panose="02020603050405020304" pitchFamily="18" charset="0"/>
                  <a:ea typeface="+mn-ea"/>
                </a:endParaRPr>
              </a:p>
            </p:txBody>
          </p:sp>
          <p:sp>
            <p:nvSpPr>
              <p:cNvPr id="3085" name="Line 6">
                <a:extLst>
                  <a:ext uri="{FF2B5EF4-FFF2-40B4-BE49-F238E27FC236}">
                    <a16:creationId xmlns:a16="http://schemas.microsoft.com/office/drawing/2014/main" id="{F5EFC0ED-3A13-4B81-A43A-A26DFE2A9C80}"/>
                  </a:ext>
                </a:extLst>
              </p:cNvPr>
              <p:cNvSpPr>
                <a:spLocks noChangeShapeType="1"/>
              </p:cNvSpPr>
              <p:nvPr/>
            </p:nvSpPr>
            <p:spPr bwMode="auto">
              <a:xfrm>
                <a:off x="240" y="941"/>
                <a:ext cx="5232"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sp>
        <p:nvSpPr>
          <p:cNvPr id="3075" name="Rectangle 7">
            <a:extLst>
              <a:ext uri="{FF2B5EF4-FFF2-40B4-BE49-F238E27FC236}">
                <a16:creationId xmlns:a16="http://schemas.microsoft.com/office/drawing/2014/main" id="{6AEA2902-9058-4F51-B673-2C3E7247DC01}"/>
              </a:ext>
            </a:extLst>
          </p:cNvPr>
          <p:cNvSpPr>
            <a:spLocks noGrp="1" noChangeArrowheads="1"/>
          </p:cNvSpPr>
          <p:nvPr>
            <p:ph type="title"/>
          </p:nvPr>
        </p:nvSpPr>
        <p:spPr bwMode="auto">
          <a:xfrm>
            <a:off x="914400" y="152400"/>
            <a:ext cx="7772400" cy="712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3076" name="Rectangle 8">
            <a:extLst>
              <a:ext uri="{FF2B5EF4-FFF2-40B4-BE49-F238E27FC236}">
                <a16:creationId xmlns:a16="http://schemas.microsoft.com/office/drawing/2014/main" id="{7E93C493-FECF-435B-AADE-B4DFC21B7063}"/>
              </a:ext>
            </a:extLst>
          </p:cNvPr>
          <p:cNvSpPr>
            <a:spLocks noGrp="1" noChangeArrowheads="1"/>
          </p:cNvSpPr>
          <p:nvPr>
            <p:ph type="body" idx="1"/>
          </p:nvPr>
        </p:nvSpPr>
        <p:spPr bwMode="auto">
          <a:xfrm>
            <a:off x="685800" y="1066800"/>
            <a:ext cx="8077200"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th-TH" altLang="en-US"/>
          </a:p>
        </p:txBody>
      </p:sp>
      <p:sp>
        <p:nvSpPr>
          <p:cNvPr id="597001" name="Rectangle 9">
            <a:extLst>
              <a:ext uri="{FF2B5EF4-FFF2-40B4-BE49-F238E27FC236}">
                <a16:creationId xmlns:a16="http://schemas.microsoft.com/office/drawing/2014/main" id="{2B34976F-6F10-4886-8207-7F2A62AFA80C}"/>
              </a:ext>
            </a:extLst>
          </p:cNvPr>
          <p:cNvSpPr>
            <a:spLocks noGrp="1" noChangeArrowheads="1"/>
          </p:cNvSpPr>
          <p:nvPr>
            <p:ph type="dt" sz="half" idx="2"/>
          </p:nvPr>
        </p:nvSpPr>
        <p:spPr bwMode="auto">
          <a:xfrm>
            <a:off x="914400" y="6477000"/>
            <a:ext cx="1981200" cy="231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000">
                <a:ea typeface="Angsana New" panose="020B0502040204020203" pitchFamily="18" charset="-34"/>
                <a:cs typeface="Arial" panose="020B0604020202020204" pitchFamily="34" charset="0"/>
              </a:defRPr>
            </a:lvl1pPr>
          </a:lstStyle>
          <a:p>
            <a:pPr>
              <a:defRPr/>
            </a:pPr>
            <a:fld id="{B8B25350-D5B1-4B42-963C-680501185571}" type="datetime4">
              <a:rPr lang="en-US" altLang="en-US" smtClean="0"/>
              <a:t>March 26, 2024</a:t>
            </a:fld>
            <a:endParaRPr lang="en-US" altLang="en-US"/>
          </a:p>
        </p:txBody>
      </p:sp>
      <p:sp>
        <p:nvSpPr>
          <p:cNvPr id="597002" name="Rectangle 10">
            <a:extLst>
              <a:ext uri="{FF2B5EF4-FFF2-40B4-BE49-F238E27FC236}">
                <a16:creationId xmlns:a16="http://schemas.microsoft.com/office/drawing/2014/main" id="{1132E334-1383-4EAB-9C9A-5F3FD3A46352}"/>
              </a:ext>
            </a:extLst>
          </p:cNvPr>
          <p:cNvSpPr>
            <a:spLocks noGrp="1" noChangeArrowheads="1"/>
          </p:cNvSpPr>
          <p:nvPr>
            <p:ph type="ftr" sz="quarter" idx="3"/>
          </p:nvPr>
        </p:nvSpPr>
        <p:spPr bwMode="auto">
          <a:xfrm>
            <a:off x="3352800" y="6400800"/>
            <a:ext cx="2971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000">
                <a:ea typeface="Angsana New" panose="020B0502040204020203" pitchFamily="18" charset="-34"/>
                <a:cs typeface="Arial" panose="020B0604020202020204" pitchFamily="34" charset="0"/>
              </a:defRPr>
            </a:lvl1pPr>
          </a:lstStyle>
          <a:p>
            <a:pPr>
              <a:defRPr/>
            </a:pPr>
            <a:endParaRPr lang="en-US" altLang="en-US"/>
          </a:p>
        </p:txBody>
      </p:sp>
      <p:sp>
        <p:nvSpPr>
          <p:cNvPr id="597003" name="Rectangle 11">
            <a:extLst>
              <a:ext uri="{FF2B5EF4-FFF2-40B4-BE49-F238E27FC236}">
                <a16:creationId xmlns:a16="http://schemas.microsoft.com/office/drawing/2014/main" id="{40925F71-ADD2-49DD-86AF-348C756384E7}"/>
              </a:ext>
            </a:extLst>
          </p:cNvPr>
          <p:cNvSpPr>
            <a:spLocks noGrp="1" noChangeArrowheads="1"/>
          </p:cNvSpPr>
          <p:nvPr>
            <p:ph type="sldNum" sz="quarter" idx="4"/>
          </p:nvPr>
        </p:nvSpPr>
        <p:spPr bwMode="auto">
          <a:xfrm>
            <a:off x="6781800" y="6553200"/>
            <a:ext cx="1905000"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000">
                <a:ea typeface="Angsana New" panose="020B0502040204020203" pitchFamily="18" charset="-34"/>
                <a:cs typeface="Arial" panose="020B0604020202020204" pitchFamily="34" charset="0"/>
              </a:defRPr>
            </a:lvl1pPr>
          </a:lstStyle>
          <a:p>
            <a:pPr>
              <a:defRPr/>
            </a:pPr>
            <a:fld id="{E8115678-9089-447D-842A-6F2C91E58983}" type="slidenum">
              <a:rPr lang="en-US" altLang="en-US"/>
              <a:pPr>
                <a:defRPr/>
              </a:pPr>
              <a:t>‹#›</a:t>
            </a:fld>
            <a:endParaRPr lang="en-US" altLang="en-US"/>
          </a:p>
        </p:txBody>
      </p:sp>
      <p:sp>
        <p:nvSpPr>
          <p:cNvPr id="3080" name="Line 12">
            <a:extLst>
              <a:ext uri="{FF2B5EF4-FFF2-40B4-BE49-F238E27FC236}">
                <a16:creationId xmlns:a16="http://schemas.microsoft.com/office/drawing/2014/main" id="{4B1389F9-476E-4E83-9AF8-F7E761E0E687}"/>
              </a:ext>
            </a:extLst>
          </p:cNvPr>
          <p:cNvSpPr>
            <a:spLocks noChangeShapeType="1"/>
          </p:cNvSpPr>
          <p:nvPr/>
        </p:nvSpPr>
        <p:spPr bwMode="auto">
          <a:xfrm>
            <a:off x="0" y="4876800"/>
            <a:ext cx="609600" cy="0"/>
          </a:xfrm>
          <a:prstGeom prst="line">
            <a:avLst/>
          </a:prstGeom>
          <a:noFill/>
          <a:ln w="444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3081" name="Picture 13" descr="emu_300x300_72dpi_black">
            <a:extLst>
              <a:ext uri="{FF2B5EF4-FFF2-40B4-BE49-F238E27FC236}">
                <a16:creationId xmlns:a16="http://schemas.microsoft.com/office/drawing/2014/main" id="{6FFF7B09-08DB-496A-AB73-4C7C597D3FC2}"/>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79388" y="188913"/>
            <a:ext cx="6477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68" r:id="rId1"/>
    <p:sldLayoutId id="2147484033" r:id="rId2"/>
    <p:sldLayoutId id="2147484034" r:id="rId3"/>
    <p:sldLayoutId id="2147484035" r:id="rId4"/>
    <p:sldLayoutId id="2147484036" r:id="rId5"/>
    <p:sldLayoutId id="2147484037" r:id="rId6"/>
    <p:sldLayoutId id="2147484038" r:id="rId7"/>
    <p:sldLayoutId id="2147484039" r:id="rId8"/>
    <p:sldLayoutId id="2147484040" r:id="rId9"/>
    <p:sldLayoutId id="2147484041" r:id="rId10"/>
    <p:sldLayoutId id="2147484042" r:id="rId11"/>
    <p:sldLayoutId id="2147484043" r:id="rId12"/>
  </p:sldLayoutIdLst>
  <p:transition>
    <p:random/>
  </p:transition>
  <p:hf hdr="0" ftr="0"/>
  <p:txStyles>
    <p:titleStyle>
      <a:lvl1pPr algn="l" rtl="0" eaLnBrk="0" fontAlgn="base" hangingPunct="0">
        <a:spcBef>
          <a:spcPct val="0"/>
        </a:spcBef>
        <a:spcAft>
          <a:spcPct val="0"/>
        </a:spcAft>
        <a:defRPr sz="4200" kern="1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Times New Roman" panose="02020603050405020304" pitchFamily="18" charset="0"/>
          <a:cs typeface="Arial" panose="020B0604020202020204" pitchFamily="34" charset="0"/>
        </a:defRPr>
      </a:lvl2pPr>
      <a:lvl3pPr algn="l" rtl="0" eaLnBrk="0" fontAlgn="base" hangingPunct="0">
        <a:spcBef>
          <a:spcPct val="0"/>
        </a:spcBef>
        <a:spcAft>
          <a:spcPct val="0"/>
        </a:spcAft>
        <a:defRPr sz="4200">
          <a:solidFill>
            <a:schemeClr val="tx2"/>
          </a:solidFill>
          <a:latin typeface="Times New Roman" panose="02020603050405020304" pitchFamily="18" charset="0"/>
          <a:cs typeface="Arial" panose="020B0604020202020204" pitchFamily="34" charset="0"/>
        </a:defRPr>
      </a:lvl3pPr>
      <a:lvl4pPr algn="l" rtl="0" eaLnBrk="0" fontAlgn="base" hangingPunct="0">
        <a:spcBef>
          <a:spcPct val="0"/>
        </a:spcBef>
        <a:spcAft>
          <a:spcPct val="0"/>
        </a:spcAft>
        <a:defRPr sz="4200">
          <a:solidFill>
            <a:schemeClr val="tx2"/>
          </a:solidFill>
          <a:latin typeface="Times New Roman" panose="02020603050405020304" pitchFamily="18" charset="0"/>
          <a:cs typeface="Arial" panose="020B0604020202020204" pitchFamily="34" charset="0"/>
        </a:defRPr>
      </a:lvl4pPr>
      <a:lvl5pPr algn="l" rtl="0" eaLnBrk="0" fontAlgn="base" hangingPunct="0">
        <a:spcBef>
          <a:spcPct val="0"/>
        </a:spcBef>
        <a:spcAft>
          <a:spcPct val="0"/>
        </a:spcAft>
        <a:defRPr sz="4200">
          <a:solidFill>
            <a:schemeClr val="tx2"/>
          </a:solidFill>
          <a:latin typeface="Times New Roman" panose="02020603050405020304" pitchFamily="18" charset="0"/>
          <a:cs typeface="Arial" panose="020B0604020202020204" pitchFamily="34" charset="0"/>
        </a:defRPr>
      </a:lvl5pPr>
      <a:lvl6pPr marL="457200" algn="l" rtl="0" eaLnBrk="1" fontAlgn="base" hangingPunct="1">
        <a:spcBef>
          <a:spcPct val="0"/>
        </a:spcBef>
        <a:spcAft>
          <a:spcPct val="0"/>
        </a:spcAft>
        <a:defRPr sz="4200">
          <a:solidFill>
            <a:schemeClr val="tx2"/>
          </a:solidFill>
          <a:latin typeface="Times New Roman" panose="02020603050405020304" pitchFamily="18" charset="0"/>
          <a:cs typeface="Arial" panose="020B0604020202020204" pitchFamily="34" charset="0"/>
        </a:defRPr>
      </a:lvl6pPr>
      <a:lvl7pPr marL="914400" algn="l" rtl="0" eaLnBrk="1" fontAlgn="base" hangingPunct="1">
        <a:spcBef>
          <a:spcPct val="0"/>
        </a:spcBef>
        <a:spcAft>
          <a:spcPct val="0"/>
        </a:spcAft>
        <a:defRPr sz="4200">
          <a:solidFill>
            <a:schemeClr val="tx2"/>
          </a:solidFill>
          <a:latin typeface="Times New Roman" panose="02020603050405020304" pitchFamily="18" charset="0"/>
          <a:cs typeface="Arial" panose="020B0604020202020204" pitchFamily="34" charset="0"/>
        </a:defRPr>
      </a:lvl7pPr>
      <a:lvl8pPr marL="1371600" algn="l" rtl="0" eaLnBrk="1" fontAlgn="base" hangingPunct="1">
        <a:spcBef>
          <a:spcPct val="0"/>
        </a:spcBef>
        <a:spcAft>
          <a:spcPct val="0"/>
        </a:spcAft>
        <a:defRPr sz="4200">
          <a:solidFill>
            <a:schemeClr val="tx2"/>
          </a:solidFill>
          <a:latin typeface="Times New Roman" panose="02020603050405020304" pitchFamily="18" charset="0"/>
          <a:cs typeface="Arial" panose="020B0604020202020204" pitchFamily="34" charset="0"/>
        </a:defRPr>
      </a:lvl8pPr>
      <a:lvl9pPr marL="1828800" algn="l" rtl="0" eaLnBrk="1" fontAlgn="base" hangingPunct="1">
        <a:spcBef>
          <a:spcPct val="0"/>
        </a:spcBef>
        <a:spcAft>
          <a:spcPct val="0"/>
        </a:spcAft>
        <a:defRPr sz="4200">
          <a:solidFill>
            <a:schemeClr val="tx2"/>
          </a:solidFill>
          <a:latin typeface="Times New Roman" panose="02020603050405020304" pitchFamily="18" charset="0"/>
          <a:cs typeface="Arial" panose="020B0604020202020204" pitchFamily="34" charset="0"/>
        </a:defRPr>
      </a:lvl9pPr>
    </p:titleStyle>
    <p:bodyStyle>
      <a:lvl1pPr marL="342900" indent="-342900" algn="l" rtl="0" eaLnBrk="0" fontAlgn="base" hangingPunct="0">
        <a:spcBef>
          <a:spcPct val="20000"/>
        </a:spcBef>
        <a:spcAft>
          <a:spcPct val="0"/>
        </a:spcAft>
        <a:buClr>
          <a:schemeClr val="folHlink"/>
        </a:buClr>
        <a:buSzPct val="90000"/>
        <a:buFont typeface="Wingdings" panose="05000000000000000000" pitchFamily="2" charset="2"/>
        <a:buChar char="n"/>
        <a:defRPr sz="24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SzPct val="75000"/>
        <a:buFont typeface="Wingdings" panose="05000000000000000000" pitchFamily="2" charset="2"/>
        <a:buChar char="q"/>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55000"/>
        <a:buFont typeface="Wingdings" panose="05000000000000000000" pitchFamily="2" charset="2"/>
        <a:buChar char="q"/>
        <a:defRPr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1"/>
        </a:buClr>
        <a:buFont typeface="Wingdings" panose="05000000000000000000" pitchFamily="2" charset="2"/>
        <a:buChar char="§"/>
        <a:defRPr sz="16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Font typeface="Wingdings" panose="05000000000000000000" pitchFamily="2" charset="2"/>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8" name="Rectangle 5">
            <a:extLst>
              <a:ext uri="{FF2B5EF4-FFF2-40B4-BE49-F238E27FC236}">
                <a16:creationId xmlns:a16="http://schemas.microsoft.com/office/drawing/2014/main" id="{43B9EDA4-1352-4769-B93C-9CC448C4110B}"/>
              </a:ext>
            </a:extLst>
          </p:cNvPr>
          <p:cNvSpPr>
            <a:spLocks noGrp="1" noChangeArrowheads="1"/>
          </p:cNvSpPr>
          <p:nvPr>
            <p:ph type="body" idx="1"/>
          </p:nvPr>
        </p:nvSpPr>
        <p:spPr bwMode="auto">
          <a:xfrm>
            <a:off x="307975" y="1295400"/>
            <a:ext cx="8570913" cy="520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0488" tIns="44450" rIns="90488" bIns="44450" numCol="1" anchor="t" anchorCtr="0" compatLnSpc="1">
            <a:prstTxWarp prst="textNoShape">
              <a:avLst/>
            </a:prstTxWarp>
          </a:bodyPr>
          <a:lstStyle/>
          <a:p>
            <a:pPr lvl="0"/>
            <a:r>
              <a:rPr lang="zh-TW" altLang="en-US"/>
              <a:t>按一下以編輯母片</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099" name="Rectangle 7">
            <a:extLst>
              <a:ext uri="{FF2B5EF4-FFF2-40B4-BE49-F238E27FC236}">
                <a16:creationId xmlns:a16="http://schemas.microsoft.com/office/drawing/2014/main" id="{86D4C91F-1F85-4112-9534-FAEBE9089E81}"/>
              </a:ext>
            </a:extLst>
          </p:cNvPr>
          <p:cNvSpPr>
            <a:spLocks noGrp="1" noChangeArrowheads="1"/>
          </p:cNvSpPr>
          <p:nvPr>
            <p:ph type="title"/>
          </p:nvPr>
        </p:nvSpPr>
        <p:spPr bwMode="auto">
          <a:xfrm>
            <a:off x="298450" y="228600"/>
            <a:ext cx="85756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p>
            <a:pPr lvl="0"/>
            <a:r>
              <a:rPr lang="en-US" altLang="zh-TW"/>
              <a:t>Click to edit Master title style</a:t>
            </a:r>
          </a:p>
        </p:txBody>
      </p:sp>
      <p:grpSp>
        <p:nvGrpSpPr>
          <p:cNvPr id="4100" name="Group 8">
            <a:extLst>
              <a:ext uri="{FF2B5EF4-FFF2-40B4-BE49-F238E27FC236}">
                <a16:creationId xmlns:a16="http://schemas.microsoft.com/office/drawing/2014/main" id="{945E2843-C615-4537-8B6C-4C03279B19F0}"/>
              </a:ext>
            </a:extLst>
          </p:cNvPr>
          <p:cNvGrpSpPr>
            <a:grpSpLocks/>
          </p:cNvGrpSpPr>
          <p:nvPr/>
        </p:nvGrpSpPr>
        <p:grpSpPr bwMode="auto">
          <a:xfrm>
            <a:off x="-9525" y="1049338"/>
            <a:ext cx="9151938" cy="82550"/>
            <a:chOff x="1" y="591"/>
            <a:chExt cx="5759" cy="52"/>
          </a:xfrm>
        </p:grpSpPr>
        <p:sp>
          <p:nvSpPr>
            <p:cNvPr id="4103" name="Line 9">
              <a:extLst>
                <a:ext uri="{FF2B5EF4-FFF2-40B4-BE49-F238E27FC236}">
                  <a16:creationId xmlns:a16="http://schemas.microsoft.com/office/drawing/2014/main" id="{D3FD8793-9705-4B49-BB50-C5CE1789EEAF}"/>
                </a:ext>
              </a:extLst>
            </p:cNvPr>
            <p:cNvSpPr>
              <a:spLocks noChangeShapeType="1"/>
            </p:cNvSpPr>
            <p:nvPr/>
          </p:nvSpPr>
          <p:spPr bwMode="auto">
            <a:xfrm>
              <a:off x="2" y="591"/>
              <a:ext cx="5758" cy="0"/>
            </a:xfrm>
            <a:prstGeom prst="line">
              <a:avLst/>
            </a:prstGeom>
            <a:noFill/>
            <a:ln w="762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104" name="Line 10">
              <a:extLst>
                <a:ext uri="{FF2B5EF4-FFF2-40B4-BE49-F238E27FC236}">
                  <a16:creationId xmlns:a16="http://schemas.microsoft.com/office/drawing/2014/main" id="{B99A43B9-5B41-4094-8A75-EC64B6D0DD1D}"/>
                </a:ext>
              </a:extLst>
            </p:cNvPr>
            <p:cNvSpPr>
              <a:spLocks noChangeShapeType="1"/>
            </p:cNvSpPr>
            <p:nvPr/>
          </p:nvSpPr>
          <p:spPr bwMode="auto">
            <a:xfrm>
              <a:off x="2" y="626"/>
              <a:ext cx="5758" cy="0"/>
            </a:xfrm>
            <a:prstGeom prst="line">
              <a:avLst/>
            </a:prstGeom>
            <a:noFill/>
            <a:ln w="127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105" name="Line 11">
              <a:extLst>
                <a:ext uri="{FF2B5EF4-FFF2-40B4-BE49-F238E27FC236}">
                  <a16:creationId xmlns:a16="http://schemas.microsoft.com/office/drawing/2014/main" id="{04B48040-2F6D-4CEA-A659-7B33B726C626}"/>
                </a:ext>
              </a:extLst>
            </p:cNvPr>
            <p:cNvSpPr>
              <a:spLocks noChangeShapeType="1"/>
            </p:cNvSpPr>
            <p:nvPr/>
          </p:nvSpPr>
          <p:spPr bwMode="auto">
            <a:xfrm>
              <a:off x="1" y="643"/>
              <a:ext cx="5759" cy="0"/>
            </a:xfrm>
            <a:prstGeom prst="line">
              <a:avLst/>
            </a:prstGeom>
            <a:noFill/>
            <a:ln w="127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9" name="文字方塊 8">
            <a:extLst>
              <a:ext uri="{FF2B5EF4-FFF2-40B4-BE49-F238E27FC236}">
                <a16:creationId xmlns:a16="http://schemas.microsoft.com/office/drawing/2014/main" id="{750454F3-716F-4394-BF1B-5F6E621989C5}"/>
              </a:ext>
            </a:extLst>
          </p:cNvPr>
          <p:cNvSpPr txBox="1"/>
          <p:nvPr/>
        </p:nvSpPr>
        <p:spPr>
          <a:xfrm>
            <a:off x="6810375" y="6540500"/>
            <a:ext cx="2298700" cy="304800"/>
          </a:xfrm>
          <a:prstGeom prst="rect">
            <a:avLst/>
          </a:prstGeom>
          <a:noFill/>
        </p:spPr>
        <p:txBody>
          <a:bodyPr>
            <a:spAutoFit/>
          </a:bodyPr>
          <a:lstStyle>
            <a:lvl1pPr eaLnBrk="0" hangingPunct="0">
              <a:defRPr sz="1400" i="1" u="sng">
                <a:solidFill>
                  <a:srgbClr val="003366"/>
                </a:solidFill>
                <a:latin typeface="Times New Roman" panose="02020603050405020304" pitchFamily="18" charset="0"/>
                <a:ea typeface="新細明體" panose="02020500000000000000" pitchFamily="18" charset="-120"/>
              </a:defRPr>
            </a:lvl1pPr>
            <a:lvl2pPr marL="742950" indent="-285750" eaLnBrk="0" hangingPunct="0">
              <a:defRPr sz="1400" i="1" u="sng">
                <a:solidFill>
                  <a:srgbClr val="003366"/>
                </a:solidFill>
                <a:latin typeface="Times New Roman" panose="02020603050405020304" pitchFamily="18" charset="0"/>
                <a:ea typeface="新細明體" panose="02020500000000000000" pitchFamily="18" charset="-120"/>
              </a:defRPr>
            </a:lvl2pPr>
            <a:lvl3pPr marL="1143000" indent="-228600" eaLnBrk="0" hangingPunct="0">
              <a:defRPr sz="1400" i="1" u="sng">
                <a:solidFill>
                  <a:srgbClr val="003366"/>
                </a:solidFill>
                <a:latin typeface="Times New Roman" panose="02020603050405020304" pitchFamily="18" charset="0"/>
                <a:ea typeface="新細明體" panose="02020500000000000000" pitchFamily="18" charset="-120"/>
              </a:defRPr>
            </a:lvl3pPr>
            <a:lvl4pPr marL="1600200" indent="-228600" eaLnBrk="0" hangingPunct="0">
              <a:defRPr sz="1400" i="1" u="sng">
                <a:solidFill>
                  <a:srgbClr val="003366"/>
                </a:solidFill>
                <a:latin typeface="Times New Roman" panose="02020603050405020304" pitchFamily="18" charset="0"/>
                <a:ea typeface="新細明體" panose="02020500000000000000" pitchFamily="18" charset="-120"/>
              </a:defRPr>
            </a:lvl4pPr>
            <a:lvl5pPr marL="2057400" indent="-228600" eaLnBrk="0" hangingPunct="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algn="r" eaLnBrk="1" hangingPunct="1">
              <a:defRPr/>
            </a:pPr>
            <a:r>
              <a:rPr lang="tr-TR" altLang="zh-TW" u="none">
                <a:solidFill>
                  <a:srgbClr val="7F7F7F"/>
                </a:solidFill>
                <a:cs typeface="Arial" panose="020B0604020202020204" pitchFamily="34" charset="0"/>
              </a:rPr>
              <a:t>Digital Logic Design</a:t>
            </a:r>
            <a:r>
              <a:rPr lang="en-US" altLang="zh-TW" u="none">
                <a:solidFill>
                  <a:srgbClr val="7F7F7F"/>
                </a:solidFill>
                <a:cs typeface="Arial" panose="020B0604020202020204" pitchFamily="34" charset="0"/>
              </a:rPr>
              <a:t> </a:t>
            </a:r>
            <a:r>
              <a:rPr lang="en-US" altLang="zh-TW" i="0" u="none">
                <a:solidFill>
                  <a:srgbClr val="7F7F7F"/>
                </a:solidFill>
                <a:cs typeface="Arial" panose="020B0604020202020204" pitchFamily="34" charset="0"/>
              </a:rPr>
              <a:t>Ch1</a:t>
            </a:r>
            <a:r>
              <a:rPr lang="en-US" altLang="zh-TW" u="none">
                <a:solidFill>
                  <a:srgbClr val="7F7F7F"/>
                </a:solidFill>
                <a:cs typeface="Arial" panose="020B0604020202020204" pitchFamily="34" charset="0"/>
              </a:rPr>
              <a:t>-</a:t>
            </a:r>
            <a:fld id="{73AB4636-F3A7-4DEA-AF14-F79885A739CA}" type="slidenum">
              <a:rPr lang="zh-TW" altLang="en-US" i="0" u="none" smtClean="0">
                <a:solidFill>
                  <a:srgbClr val="7F7F7F"/>
                </a:solidFill>
                <a:cs typeface="Arial" panose="020B0604020202020204" pitchFamily="34" charset="0"/>
              </a:rPr>
              <a:pPr algn="r" eaLnBrk="1" hangingPunct="1">
                <a:defRPr/>
              </a:pPr>
              <a:t>‹#›</a:t>
            </a:fld>
            <a:endParaRPr lang="en-US" altLang="zh-TW" i="0" u="none">
              <a:solidFill>
                <a:srgbClr val="7F7F7F"/>
              </a:solidFill>
              <a:cs typeface="Arial" panose="020B0604020202020204" pitchFamily="34" charset="0"/>
            </a:endParaRPr>
          </a:p>
        </p:txBody>
      </p:sp>
      <p:pic>
        <p:nvPicPr>
          <p:cNvPr id="4102" name="Picture 9" descr="logoyil30">
            <a:extLst>
              <a:ext uri="{FF2B5EF4-FFF2-40B4-BE49-F238E27FC236}">
                <a16:creationId xmlns:a16="http://schemas.microsoft.com/office/drawing/2014/main" id="{E08EE95F-7194-462B-B895-417B50D0BDDC}"/>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95275" y="161925"/>
            <a:ext cx="736600" cy="74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69" r:id="rId1"/>
    <p:sldLayoutId id="2147484070" r:id="rId2"/>
    <p:sldLayoutId id="2147484071" r:id="rId3"/>
    <p:sldLayoutId id="2147484072" r:id="rId4"/>
    <p:sldLayoutId id="2147484073" r:id="rId5"/>
    <p:sldLayoutId id="2147484074" r:id="rId6"/>
    <p:sldLayoutId id="2147484075" r:id="rId7"/>
    <p:sldLayoutId id="2147484076" r:id="rId8"/>
    <p:sldLayoutId id="2147484077" r:id="rId9"/>
    <p:sldLayoutId id="2147484078" r:id="rId10"/>
    <p:sldLayoutId id="2147484079" r:id="rId11"/>
    <p:sldLayoutId id="2147484080" r:id="rId12"/>
  </p:sldLayoutIdLst>
  <p:hf hdr="0" ftr="0"/>
  <p:txStyles>
    <p:titleStyle>
      <a:lvl1pPr algn="ctr" rtl="0" eaLnBrk="0" fontAlgn="base" hangingPunct="0">
        <a:spcBef>
          <a:spcPct val="0"/>
        </a:spcBef>
        <a:spcAft>
          <a:spcPct val="0"/>
        </a:spcAft>
        <a:defRPr kumimoji="1" sz="3600">
          <a:solidFill>
            <a:schemeClr val="tx1"/>
          </a:solidFill>
          <a:latin typeface="+mj-lt"/>
          <a:ea typeface="+mj-ea"/>
          <a:cs typeface="+mj-cs"/>
        </a:defRPr>
      </a:lvl1pPr>
      <a:lvl2pPr algn="ctr" rtl="0" eaLnBrk="0" fontAlgn="base" hangingPunct="0">
        <a:spcBef>
          <a:spcPct val="0"/>
        </a:spcBef>
        <a:spcAft>
          <a:spcPct val="0"/>
        </a:spcAft>
        <a:defRPr kumimoji="1" sz="3600">
          <a:solidFill>
            <a:schemeClr val="tx1"/>
          </a:solidFill>
          <a:latin typeface="Book Antiqua" pitchFamily="18" charset="0"/>
          <a:ea typeface="新細明體" pitchFamily="18" charset="-120"/>
        </a:defRPr>
      </a:lvl2pPr>
      <a:lvl3pPr algn="ctr" rtl="0" eaLnBrk="0" fontAlgn="base" hangingPunct="0">
        <a:spcBef>
          <a:spcPct val="0"/>
        </a:spcBef>
        <a:spcAft>
          <a:spcPct val="0"/>
        </a:spcAft>
        <a:defRPr kumimoji="1" sz="3600">
          <a:solidFill>
            <a:schemeClr val="tx1"/>
          </a:solidFill>
          <a:latin typeface="Book Antiqua" pitchFamily="18" charset="0"/>
          <a:ea typeface="新細明體" pitchFamily="18" charset="-120"/>
        </a:defRPr>
      </a:lvl3pPr>
      <a:lvl4pPr algn="ctr" rtl="0" eaLnBrk="0" fontAlgn="base" hangingPunct="0">
        <a:spcBef>
          <a:spcPct val="0"/>
        </a:spcBef>
        <a:spcAft>
          <a:spcPct val="0"/>
        </a:spcAft>
        <a:defRPr kumimoji="1" sz="3600">
          <a:solidFill>
            <a:schemeClr val="tx1"/>
          </a:solidFill>
          <a:latin typeface="Book Antiqua" pitchFamily="18" charset="0"/>
          <a:ea typeface="新細明體" pitchFamily="18" charset="-120"/>
        </a:defRPr>
      </a:lvl4pPr>
      <a:lvl5pPr algn="ctr" rtl="0" eaLnBrk="0" fontAlgn="base" hangingPunct="0">
        <a:spcBef>
          <a:spcPct val="0"/>
        </a:spcBef>
        <a:spcAft>
          <a:spcPct val="0"/>
        </a:spcAft>
        <a:defRPr kumimoji="1" sz="3600">
          <a:solidFill>
            <a:schemeClr val="tx1"/>
          </a:solidFill>
          <a:latin typeface="Book Antiqua" pitchFamily="18" charset="0"/>
          <a:ea typeface="新細明體" pitchFamily="18" charset="-120"/>
        </a:defRPr>
      </a:lvl5pPr>
      <a:lvl6pPr marL="457200" algn="ctr" rtl="0" eaLnBrk="1" fontAlgn="base" hangingPunct="1">
        <a:spcBef>
          <a:spcPct val="0"/>
        </a:spcBef>
        <a:spcAft>
          <a:spcPct val="0"/>
        </a:spcAft>
        <a:defRPr kumimoji="1" sz="3600">
          <a:solidFill>
            <a:schemeClr val="tx1"/>
          </a:solidFill>
          <a:latin typeface="Book Antiqua" pitchFamily="18" charset="0"/>
          <a:ea typeface="新細明體" pitchFamily="18" charset="-120"/>
        </a:defRPr>
      </a:lvl6pPr>
      <a:lvl7pPr marL="914400" algn="ctr" rtl="0" eaLnBrk="1" fontAlgn="base" hangingPunct="1">
        <a:spcBef>
          <a:spcPct val="0"/>
        </a:spcBef>
        <a:spcAft>
          <a:spcPct val="0"/>
        </a:spcAft>
        <a:defRPr kumimoji="1" sz="3600">
          <a:solidFill>
            <a:schemeClr val="tx1"/>
          </a:solidFill>
          <a:latin typeface="Book Antiqua" pitchFamily="18" charset="0"/>
          <a:ea typeface="新細明體" pitchFamily="18" charset="-120"/>
        </a:defRPr>
      </a:lvl7pPr>
      <a:lvl8pPr marL="1371600" algn="ctr" rtl="0" eaLnBrk="1" fontAlgn="base" hangingPunct="1">
        <a:spcBef>
          <a:spcPct val="0"/>
        </a:spcBef>
        <a:spcAft>
          <a:spcPct val="0"/>
        </a:spcAft>
        <a:defRPr kumimoji="1" sz="3600">
          <a:solidFill>
            <a:schemeClr val="tx1"/>
          </a:solidFill>
          <a:latin typeface="Book Antiqua" pitchFamily="18" charset="0"/>
          <a:ea typeface="新細明體" pitchFamily="18" charset="-120"/>
        </a:defRPr>
      </a:lvl8pPr>
      <a:lvl9pPr marL="1828800" algn="ctr" rtl="0" eaLnBrk="1" fontAlgn="base" hangingPunct="1">
        <a:spcBef>
          <a:spcPct val="0"/>
        </a:spcBef>
        <a:spcAft>
          <a:spcPct val="0"/>
        </a:spcAft>
        <a:defRPr kumimoji="1" sz="3600">
          <a:solidFill>
            <a:schemeClr val="tx1"/>
          </a:solidFill>
          <a:latin typeface="Book Antiqua" pitchFamily="18" charset="0"/>
          <a:ea typeface="新細明體" pitchFamily="18" charset="-120"/>
        </a:defRPr>
      </a:lvl9pPr>
    </p:titleStyle>
    <p:bodyStyle>
      <a:lvl1pPr marL="342900" indent="-342900" algn="l" rtl="0" eaLnBrk="0" fontAlgn="base" hangingPunct="0">
        <a:spcBef>
          <a:spcPct val="20000"/>
        </a:spcBef>
        <a:spcAft>
          <a:spcPct val="0"/>
        </a:spcAft>
        <a:buClr>
          <a:srgbClr val="0000FF"/>
        </a:buClr>
        <a:buSzPct val="90000"/>
        <a:buFont typeface="Wingdings 2" panose="05020102010507070707" pitchFamily="18" charset="2"/>
        <a:buChar char="©"/>
        <a:defRPr kumimoji="1" sz="2400">
          <a:solidFill>
            <a:schemeClr val="tx1"/>
          </a:solidFill>
          <a:latin typeface="Times New Roman" pitchFamily="18" charset="0"/>
          <a:ea typeface="+mn-ea"/>
          <a:cs typeface="Times New Roman" pitchFamily="18" charset="0"/>
        </a:defRPr>
      </a:lvl1pPr>
      <a:lvl2pPr marL="742950" indent="-285750" algn="l" rtl="0" eaLnBrk="0" fontAlgn="base" hangingPunct="0">
        <a:spcBef>
          <a:spcPct val="20000"/>
        </a:spcBef>
        <a:spcAft>
          <a:spcPct val="0"/>
        </a:spcAft>
        <a:buClr>
          <a:srgbClr val="FF9900"/>
        </a:buClr>
        <a:buSzPct val="70000"/>
        <a:buFont typeface="Wingdings" panose="05000000000000000000" pitchFamily="2" charset="2"/>
        <a:buChar char="u"/>
        <a:defRPr kumimoji="1" sz="2000">
          <a:solidFill>
            <a:schemeClr val="tx1"/>
          </a:solidFill>
          <a:latin typeface="Times New Roman" pitchFamily="18" charset="0"/>
          <a:ea typeface="+mn-ea"/>
          <a:cs typeface="Times New Roman" pitchFamily="18" charset="0"/>
        </a:defRPr>
      </a:lvl2pPr>
      <a:lvl3pPr marL="1143000" indent="-228600" algn="l" rtl="0" eaLnBrk="0" fontAlgn="base" hangingPunct="0">
        <a:spcBef>
          <a:spcPct val="20000"/>
        </a:spcBef>
        <a:spcAft>
          <a:spcPct val="0"/>
        </a:spcAft>
        <a:buClr>
          <a:srgbClr val="1B1BFF"/>
        </a:buClr>
        <a:buSzPct val="80000"/>
        <a:buFont typeface="Times New Roman" panose="02020603050405020304" pitchFamily="18" charset="0"/>
        <a:buChar char="»"/>
        <a:defRPr kumimoji="1">
          <a:solidFill>
            <a:schemeClr val="tx1"/>
          </a:solidFill>
          <a:latin typeface="Times New Roman" pitchFamily="18" charset="0"/>
          <a:ea typeface="+mn-ea"/>
          <a:cs typeface="Times New Roman" pitchFamily="18" charset="0"/>
        </a:defRPr>
      </a:lvl3pPr>
      <a:lvl4pPr marL="1600200" indent="-228600" algn="l" rtl="0" eaLnBrk="0" fontAlgn="base" hangingPunct="0">
        <a:spcBef>
          <a:spcPct val="20000"/>
        </a:spcBef>
        <a:spcAft>
          <a:spcPct val="0"/>
        </a:spcAft>
        <a:buClr>
          <a:schemeClr val="accent1"/>
        </a:buClr>
        <a:buFont typeface="Book Antiqua" panose="02040602050305030304" pitchFamily="18" charset="0"/>
        <a:buChar char="−"/>
        <a:defRPr kumimoji="1" sz="1600">
          <a:solidFill>
            <a:schemeClr val="tx1"/>
          </a:solidFill>
          <a:latin typeface="Times New Roman" pitchFamily="18" charset="0"/>
          <a:ea typeface="+mn-ea"/>
          <a:cs typeface="Times New Roman" pitchFamily="18" charset="0"/>
        </a:defRPr>
      </a:lvl4pPr>
      <a:lvl5pPr marL="2057400" indent="-228600" algn="l" rtl="0" eaLnBrk="0" fontAlgn="base" hangingPunct="0">
        <a:spcBef>
          <a:spcPct val="20000"/>
        </a:spcBef>
        <a:spcAft>
          <a:spcPct val="0"/>
        </a:spcAft>
        <a:buClr>
          <a:srgbClr val="4D4D4D"/>
        </a:buClr>
        <a:buSzPct val="50000"/>
        <a:buFont typeface="Wingdings" panose="05000000000000000000" pitchFamily="2" charset="2"/>
        <a:buChar char="l"/>
        <a:defRPr kumimoji="1" sz="1400">
          <a:solidFill>
            <a:schemeClr val="tx1"/>
          </a:solidFill>
          <a:latin typeface="Times New Roman" pitchFamily="18" charset="0"/>
          <a:ea typeface="+mn-ea"/>
          <a:cs typeface="Times New Roman" pitchFamily="18" charset="0"/>
        </a:defRPr>
      </a:lvl5pPr>
      <a:lvl6pPr marL="2514600" indent="-228600" algn="l" rtl="0" eaLnBrk="1" fontAlgn="base" hangingPunct="1">
        <a:spcBef>
          <a:spcPct val="20000"/>
        </a:spcBef>
        <a:spcAft>
          <a:spcPct val="0"/>
        </a:spcAft>
        <a:buClr>
          <a:schemeClr val="accent2"/>
        </a:buClr>
        <a:buChar char="»"/>
        <a:defRPr kumimoji="1" sz="1000">
          <a:solidFill>
            <a:schemeClr val="tx1"/>
          </a:solidFill>
          <a:latin typeface="+mn-lt"/>
          <a:ea typeface="+mn-ea"/>
        </a:defRPr>
      </a:lvl6pPr>
      <a:lvl7pPr marL="2971800" indent="-228600" algn="l" rtl="0" eaLnBrk="1" fontAlgn="base" hangingPunct="1">
        <a:spcBef>
          <a:spcPct val="20000"/>
        </a:spcBef>
        <a:spcAft>
          <a:spcPct val="0"/>
        </a:spcAft>
        <a:buClr>
          <a:schemeClr val="accent2"/>
        </a:buClr>
        <a:buChar char="»"/>
        <a:defRPr kumimoji="1" sz="1000">
          <a:solidFill>
            <a:schemeClr val="tx1"/>
          </a:solidFill>
          <a:latin typeface="+mn-lt"/>
          <a:ea typeface="+mn-ea"/>
        </a:defRPr>
      </a:lvl7pPr>
      <a:lvl8pPr marL="3429000" indent="-228600" algn="l" rtl="0" eaLnBrk="1" fontAlgn="base" hangingPunct="1">
        <a:spcBef>
          <a:spcPct val="20000"/>
        </a:spcBef>
        <a:spcAft>
          <a:spcPct val="0"/>
        </a:spcAft>
        <a:buClr>
          <a:schemeClr val="accent2"/>
        </a:buClr>
        <a:buChar char="»"/>
        <a:defRPr kumimoji="1" sz="1000">
          <a:solidFill>
            <a:schemeClr val="tx1"/>
          </a:solidFill>
          <a:latin typeface="+mn-lt"/>
          <a:ea typeface="+mn-ea"/>
        </a:defRPr>
      </a:lvl8pPr>
      <a:lvl9pPr marL="3886200" indent="-228600" algn="l" rtl="0" eaLnBrk="1" fontAlgn="base" hangingPunct="1">
        <a:spcBef>
          <a:spcPct val="20000"/>
        </a:spcBef>
        <a:spcAft>
          <a:spcPct val="0"/>
        </a:spcAft>
        <a:buClr>
          <a:schemeClr val="accent2"/>
        </a:buClr>
        <a:buChar char="»"/>
        <a:defRPr kumimoji="1" sz="1000">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5122" name="Group 7">
            <a:extLst>
              <a:ext uri="{FF2B5EF4-FFF2-40B4-BE49-F238E27FC236}">
                <a16:creationId xmlns:a16="http://schemas.microsoft.com/office/drawing/2014/main" id="{2F364496-8BA2-4CFA-81DC-C649C6B43699}"/>
              </a:ext>
            </a:extLst>
          </p:cNvPr>
          <p:cNvGrpSpPr>
            <a:grpSpLocks/>
          </p:cNvGrpSpPr>
          <p:nvPr/>
        </p:nvGrpSpPr>
        <p:grpSpPr bwMode="auto">
          <a:xfrm>
            <a:off x="215900" y="215900"/>
            <a:ext cx="8478838" cy="6173788"/>
            <a:chOff x="0" y="0"/>
            <a:chExt cx="5341" cy="3889"/>
          </a:xfrm>
        </p:grpSpPr>
        <p:sp>
          <p:nvSpPr>
            <p:cNvPr id="5132" name="Freeform 8">
              <a:extLst>
                <a:ext uri="{FF2B5EF4-FFF2-40B4-BE49-F238E27FC236}">
                  <a16:creationId xmlns:a16="http://schemas.microsoft.com/office/drawing/2014/main" id="{69CEB01E-FAFC-4111-A0A1-FBD146EBFF21}"/>
                </a:ext>
              </a:extLst>
            </p:cNvPr>
            <p:cNvSpPr>
              <a:spLocks/>
            </p:cNvSpPr>
            <p:nvPr/>
          </p:nvSpPr>
          <p:spPr bwMode="ltGray">
            <a:xfrm>
              <a:off x="0" y="0"/>
              <a:ext cx="3863" cy="3889"/>
            </a:xfrm>
            <a:custGeom>
              <a:avLst/>
              <a:gdLst>
                <a:gd name="T0" fmla="*/ 3862 w 3863"/>
                <a:gd name="T1" fmla="*/ 3418 h 3889"/>
                <a:gd name="T2" fmla="*/ 457 w 3863"/>
                <a:gd name="T3" fmla="*/ 0 h 3889"/>
                <a:gd name="T4" fmla="*/ 0 w 3863"/>
                <a:gd name="T5" fmla="*/ 0 h 3889"/>
                <a:gd name="T6" fmla="*/ 0 w 3863"/>
                <a:gd name="T7" fmla="*/ 481 h 3889"/>
                <a:gd name="T8" fmla="*/ 3394 w 3863"/>
                <a:gd name="T9" fmla="*/ 3888 h 3889"/>
                <a:gd name="T10" fmla="*/ 3862 w 3863"/>
                <a:gd name="T11" fmla="*/ 3418 h 388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863" h="3889">
                  <a:moveTo>
                    <a:pt x="3862" y="3418"/>
                  </a:moveTo>
                  <a:lnTo>
                    <a:pt x="457" y="0"/>
                  </a:lnTo>
                  <a:lnTo>
                    <a:pt x="0" y="0"/>
                  </a:lnTo>
                  <a:lnTo>
                    <a:pt x="0" y="481"/>
                  </a:lnTo>
                  <a:lnTo>
                    <a:pt x="3394" y="3888"/>
                  </a:lnTo>
                  <a:lnTo>
                    <a:pt x="3862" y="3418"/>
                  </a:lnTo>
                </a:path>
              </a:pathLst>
            </a:custGeom>
            <a:solidFill>
              <a:schemeClr val="bg1">
                <a:alpha val="50195"/>
              </a:schemeClr>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en-US"/>
            </a:p>
          </p:txBody>
        </p:sp>
        <p:sp>
          <p:nvSpPr>
            <p:cNvPr id="5133" name="Freeform 9">
              <a:extLst>
                <a:ext uri="{FF2B5EF4-FFF2-40B4-BE49-F238E27FC236}">
                  <a16:creationId xmlns:a16="http://schemas.microsoft.com/office/drawing/2014/main" id="{F12DED50-716D-42AC-85D7-0BA10197B30D}"/>
                </a:ext>
              </a:extLst>
            </p:cNvPr>
            <p:cNvSpPr>
              <a:spLocks/>
            </p:cNvSpPr>
            <p:nvPr/>
          </p:nvSpPr>
          <p:spPr bwMode="ltGray">
            <a:xfrm>
              <a:off x="860" y="0"/>
              <a:ext cx="3394" cy="3223"/>
            </a:xfrm>
            <a:custGeom>
              <a:avLst/>
              <a:gdLst>
                <a:gd name="T0" fmla="*/ 370 w 3394"/>
                <a:gd name="T1" fmla="*/ 0 h 3223"/>
                <a:gd name="T2" fmla="*/ 3393 w 3394"/>
                <a:gd name="T3" fmla="*/ 3036 h 3223"/>
                <a:gd name="T4" fmla="*/ 3208 w 3394"/>
                <a:gd name="T5" fmla="*/ 3222 h 3223"/>
                <a:gd name="T6" fmla="*/ 0 w 3394"/>
                <a:gd name="T7" fmla="*/ 0 h 3223"/>
                <a:gd name="T8" fmla="*/ 370 w 3394"/>
                <a:gd name="T9" fmla="*/ 0 h 322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394" h="3223">
                  <a:moveTo>
                    <a:pt x="370" y="0"/>
                  </a:moveTo>
                  <a:lnTo>
                    <a:pt x="3393" y="3036"/>
                  </a:lnTo>
                  <a:lnTo>
                    <a:pt x="3208" y="3222"/>
                  </a:lnTo>
                  <a:lnTo>
                    <a:pt x="0" y="0"/>
                  </a:lnTo>
                  <a:lnTo>
                    <a:pt x="370" y="0"/>
                  </a:lnTo>
                </a:path>
              </a:pathLst>
            </a:custGeom>
            <a:solidFill>
              <a:schemeClr val="bg1">
                <a:alpha val="50195"/>
              </a:schemeClr>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en-US"/>
            </a:p>
          </p:txBody>
        </p:sp>
        <p:sp>
          <p:nvSpPr>
            <p:cNvPr id="5134" name="Freeform 10">
              <a:extLst>
                <a:ext uri="{FF2B5EF4-FFF2-40B4-BE49-F238E27FC236}">
                  <a16:creationId xmlns:a16="http://schemas.microsoft.com/office/drawing/2014/main" id="{42DCC366-E15E-4083-A380-A19EDD07FD10}"/>
                </a:ext>
              </a:extLst>
            </p:cNvPr>
            <p:cNvSpPr>
              <a:spLocks/>
            </p:cNvSpPr>
            <p:nvPr/>
          </p:nvSpPr>
          <p:spPr bwMode="ltGray">
            <a:xfrm>
              <a:off x="2187" y="0"/>
              <a:ext cx="2859" cy="2556"/>
            </a:xfrm>
            <a:custGeom>
              <a:avLst/>
              <a:gdLst>
                <a:gd name="T0" fmla="*/ 630 w 2859"/>
                <a:gd name="T1" fmla="*/ 0 h 2556"/>
                <a:gd name="T2" fmla="*/ 2858 w 2859"/>
                <a:gd name="T3" fmla="*/ 2238 h 2556"/>
                <a:gd name="T4" fmla="*/ 2543 w 2859"/>
                <a:gd name="T5" fmla="*/ 2555 h 2556"/>
                <a:gd name="T6" fmla="*/ 0 w 2859"/>
                <a:gd name="T7" fmla="*/ 0 h 2556"/>
                <a:gd name="T8" fmla="*/ 630 w 2859"/>
                <a:gd name="T9" fmla="*/ 0 h 25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59" h="2556">
                  <a:moveTo>
                    <a:pt x="630" y="0"/>
                  </a:moveTo>
                  <a:lnTo>
                    <a:pt x="2858" y="2238"/>
                  </a:lnTo>
                  <a:lnTo>
                    <a:pt x="2543" y="2555"/>
                  </a:lnTo>
                  <a:lnTo>
                    <a:pt x="0" y="0"/>
                  </a:lnTo>
                  <a:lnTo>
                    <a:pt x="630" y="0"/>
                  </a:lnTo>
                </a:path>
              </a:pathLst>
            </a:custGeom>
            <a:solidFill>
              <a:schemeClr val="bg1">
                <a:alpha val="50195"/>
              </a:schemeClr>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en-US"/>
            </a:p>
          </p:txBody>
        </p:sp>
        <p:sp>
          <p:nvSpPr>
            <p:cNvPr id="5135" name="Freeform 11">
              <a:extLst>
                <a:ext uri="{FF2B5EF4-FFF2-40B4-BE49-F238E27FC236}">
                  <a16:creationId xmlns:a16="http://schemas.microsoft.com/office/drawing/2014/main" id="{7B681700-EF2E-4ACA-B1AE-B41365E839CD}"/>
                </a:ext>
              </a:extLst>
            </p:cNvPr>
            <p:cNvSpPr>
              <a:spLocks/>
            </p:cNvSpPr>
            <p:nvPr/>
          </p:nvSpPr>
          <p:spPr bwMode="ltGray">
            <a:xfrm>
              <a:off x="3055" y="0"/>
              <a:ext cx="2286" cy="2121"/>
            </a:xfrm>
            <a:custGeom>
              <a:avLst/>
              <a:gdLst>
                <a:gd name="T0" fmla="*/ 0 w 2286"/>
                <a:gd name="T1" fmla="*/ 0 h 2121"/>
                <a:gd name="T2" fmla="*/ 2111 w 2286"/>
                <a:gd name="T3" fmla="*/ 2120 h 2121"/>
                <a:gd name="T4" fmla="*/ 2285 w 2286"/>
                <a:gd name="T5" fmla="*/ 1945 h 2121"/>
                <a:gd name="T6" fmla="*/ 348 w 2286"/>
                <a:gd name="T7" fmla="*/ 0 h 2121"/>
                <a:gd name="T8" fmla="*/ 0 w 2286"/>
                <a:gd name="T9" fmla="*/ 0 h 212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86" h="2121">
                  <a:moveTo>
                    <a:pt x="0" y="0"/>
                  </a:moveTo>
                  <a:lnTo>
                    <a:pt x="2111" y="2120"/>
                  </a:lnTo>
                  <a:lnTo>
                    <a:pt x="2285" y="1945"/>
                  </a:lnTo>
                  <a:lnTo>
                    <a:pt x="348" y="0"/>
                  </a:lnTo>
                  <a:lnTo>
                    <a:pt x="0" y="0"/>
                  </a:lnTo>
                </a:path>
              </a:pathLst>
            </a:custGeom>
            <a:solidFill>
              <a:schemeClr val="bg1">
                <a:alpha val="50195"/>
              </a:schemeClr>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en-US"/>
            </a:p>
          </p:txBody>
        </p:sp>
      </p:grpSp>
      <p:sp>
        <p:nvSpPr>
          <p:cNvPr id="2051" name="Rectangle 12">
            <a:extLst>
              <a:ext uri="{FF2B5EF4-FFF2-40B4-BE49-F238E27FC236}">
                <a16:creationId xmlns:a16="http://schemas.microsoft.com/office/drawing/2014/main" id="{AB39E30C-1B09-4DD8-A4F3-A732237D7893}"/>
              </a:ext>
            </a:extLst>
          </p:cNvPr>
          <p:cNvSpPr>
            <a:spLocks noChangeArrowheads="1"/>
          </p:cNvSpPr>
          <p:nvPr/>
        </p:nvSpPr>
        <p:spPr bwMode="auto">
          <a:xfrm>
            <a:off x="687388" y="2232025"/>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algn="ctr" eaLnBrk="1" hangingPunct="1">
              <a:defRPr/>
            </a:pPr>
            <a:r>
              <a:rPr kumimoji="1" lang="en-US" altLang="zh-TW" sz="4400" i="0" u="none">
                <a:solidFill>
                  <a:schemeClr val="tx2"/>
                </a:solidFill>
                <a:latin typeface="Book Antiqua" panose="02040602050305030304" pitchFamily="18" charset="0"/>
                <a:cs typeface="Arial" panose="020B0604020202020204" pitchFamily="34" charset="0"/>
              </a:rPr>
              <a:t>Click to edit Master title style</a:t>
            </a:r>
          </a:p>
        </p:txBody>
      </p:sp>
      <p:sp>
        <p:nvSpPr>
          <p:cNvPr id="2052" name="Rectangle 13">
            <a:extLst>
              <a:ext uri="{FF2B5EF4-FFF2-40B4-BE49-F238E27FC236}">
                <a16:creationId xmlns:a16="http://schemas.microsoft.com/office/drawing/2014/main" id="{2EC65288-94EA-49EC-940D-4636FC3D4237}"/>
              </a:ext>
            </a:extLst>
          </p:cNvPr>
          <p:cNvSpPr>
            <a:spLocks noChangeArrowheads="1"/>
          </p:cNvSpPr>
          <p:nvPr/>
        </p:nvSpPr>
        <p:spPr bwMode="auto">
          <a:xfrm>
            <a:off x="1301750" y="4195763"/>
            <a:ext cx="6400800" cy="171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algn="ctr" eaLnBrk="1" hangingPunct="1">
              <a:spcBef>
                <a:spcPct val="20000"/>
              </a:spcBef>
              <a:defRPr/>
            </a:pPr>
            <a:r>
              <a:rPr kumimoji="1" lang="en-US" altLang="zh-TW" sz="3200" i="0" u="none">
                <a:solidFill>
                  <a:schemeClr val="tx1"/>
                </a:solidFill>
                <a:latin typeface="Book Antiqua" panose="02040602050305030304" pitchFamily="18" charset="0"/>
                <a:cs typeface="Arial" panose="020B0604020202020204" pitchFamily="34" charset="0"/>
              </a:rPr>
              <a:t>Click to edit Master subtitle style</a:t>
            </a:r>
          </a:p>
        </p:txBody>
      </p:sp>
      <p:grpSp>
        <p:nvGrpSpPr>
          <p:cNvPr id="5125" name="Group 20">
            <a:extLst>
              <a:ext uri="{FF2B5EF4-FFF2-40B4-BE49-F238E27FC236}">
                <a16:creationId xmlns:a16="http://schemas.microsoft.com/office/drawing/2014/main" id="{DE25CAB1-5459-4AC4-9292-A4F2B076FD1A}"/>
              </a:ext>
            </a:extLst>
          </p:cNvPr>
          <p:cNvGrpSpPr>
            <a:grpSpLocks/>
          </p:cNvGrpSpPr>
          <p:nvPr/>
        </p:nvGrpSpPr>
        <p:grpSpPr bwMode="auto">
          <a:xfrm>
            <a:off x="-9525" y="1492250"/>
            <a:ext cx="9159875" cy="82550"/>
            <a:chOff x="1" y="591"/>
            <a:chExt cx="5759" cy="52"/>
          </a:xfrm>
        </p:grpSpPr>
        <p:sp>
          <p:nvSpPr>
            <p:cNvPr id="5129" name="Line 21">
              <a:extLst>
                <a:ext uri="{FF2B5EF4-FFF2-40B4-BE49-F238E27FC236}">
                  <a16:creationId xmlns:a16="http://schemas.microsoft.com/office/drawing/2014/main" id="{AD9D9EAD-CD10-4146-A507-FB2E754984BB}"/>
                </a:ext>
              </a:extLst>
            </p:cNvPr>
            <p:cNvSpPr>
              <a:spLocks noChangeShapeType="1"/>
            </p:cNvSpPr>
            <p:nvPr/>
          </p:nvSpPr>
          <p:spPr bwMode="auto">
            <a:xfrm>
              <a:off x="2" y="591"/>
              <a:ext cx="5758" cy="0"/>
            </a:xfrm>
            <a:prstGeom prst="line">
              <a:avLst/>
            </a:prstGeom>
            <a:noFill/>
            <a:ln w="762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5130" name="Line 22">
              <a:extLst>
                <a:ext uri="{FF2B5EF4-FFF2-40B4-BE49-F238E27FC236}">
                  <a16:creationId xmlns:a16="http://schemas.microsoft.com/office/drawing/2014/main" id="{3340C10B-FE44-4DD2-B40B-A9AE41E92855}"/>
                </a:ext>
              </a:extLst>
            </p:cNvPr>
            <p:cNvSpPr>
              <a:spLocks noChangeShapeType="1"/>
            </p:cNvSpPr>
            <p:nvPr/>
          </p:nvSpPr>
          <p:spPr bwMode="auto">
            <a:xfrm>
              <a:off x="2" y="626"/>
              <a:ext cx="5758" cy="0"/>
            </a:xfrm>
            <a:prstGeom prst="line">
              <a:avLst/>
            </a:prstGeom>
            <a:noFill/>
            <a:ln w="127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5131" name="Line 23">
              <a:extLst>
                <a:ext uri="{FF2B5EF4-FFF2-40B4-BE49-F238E27FC236}">
                  <a16:creationId xmlns:a16="http://schemas.microsoft.com/office/drawing/2014/main" id="{5477D55D-F052-4997-8915-34A510871B6B}"/>
                </a:ext>
              </a:extLst>
            </p:cNvPr>
            <p:cNvSpPr>
              <a:spLocks noChangeShapeType="1"/>
            </p:cNvSpPr>
            <p:nvPr/>
          </p:nvSpPr>
          <p:spPr bwMode="auto">
            <a:xfrm>
              <a:off x="1" y="643"/>
              <a:ext cx="5759" cy="0"/>
            </a:xfrm>
            <a:prstGeom prst="line">
              <a:avLst/>
            </a:prstGeom>
            <a:noFill/>
            <a:ln w="127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109592" name="Rectangle 24">
            <a:extLst>
              <a:ext uri="{FF2B5EF4-FFF2-40B4-BE49-F238E27FC236}">
                <a16:creationId xmlns:a16="http://schemas.microsoft.com/office/drawing/2014/main" id="{257AD62A-E494-4BC9-818F-32F6CF47EAD0}"/>
              </a:ext>
            </a:extLst>
          </p:cNvPr>
          <p:cNvSpPr>
            <a:spLocks noChangeArrowheads="1"/>
          </p:cNvSpPr>
          <p:nvPr/>
        </p:nvSpPr>
        <p:spPr bwMode="auto">
          <a:xfrm>
            <a:off x="8867775" y="6570663"/>
            <a:ext cx="206375" cy="212725"/>
          </a:xfrm>
          <a:prstGeom prst="rect">
            <a:avLst/>
          </a:prstGeom>
          <a:noFill/>
          <a:ln w="9525">
            <a:noFill/>
            <a:miter lim="800000"/>
            <a:headEnd/>
            <a:tailEnd/>
          </a:ln>
          <a:effectLst/>
        </p:spPr>
        <p:txBody>
          <a:bodyPr wrap="none" lIns="0" tIns="0" rIns="0" bIns="0" anchor="ctr">
            <a:spAutoFit/>
          </a:bodyPr>
          <a:lstStyle>
            <a:lvl1pPr eaLnBrk="0" hangingPunct="0">
              <a:defRPr sz="1400" i="1" u="sng">
                <a:solidFill>
                  <a:srgbClr val="003366"/>
                </a:solidFill>
                <a:latin typeface="Times New Roman" panose="02020603050405020304" pitchFamily="18" charset="0"/>
                <a:ea typeface="新細明體" panose="02020500000000000000" pitchFamily="18" charset="-120"/>
              </a:defRPr>
            </a:lvl1pPr>
            <a:lvl2pPr marL="742950" indent="-285750" eaLnBrk="0" hangingPunct="0">
              <a:defRPr sz="1400" i="1" u="sng">
                <a:solidFill>
                  <a:srgbClr val="003366"/>
                </a:solidFill>
                <a:latin typeface="Times New Roman" panose="02020603050405020304" pitchFamily="18" charset="0"/>
                <a:ea typeface="新細明體" panose="02020500000000000000" pitchFamily="18" charset="-120"/>
              </a:defRPr>
            </a:lvl2pPr>
            <a:lvl3pPr marL="1143000" indent="-228600" eaLnBrk="0" hangingPunct="0">
              <a:defRPr sz="1400" i="1" u="sng">
                <a:solidFill>
                  <a:srgbClr val="003366"/>
                </a:solidFill>
                <a:latin typeface="Times New Roman" panose="02020603050405020304" pitchFamily="18" charset="0"/>
                <a:ea typeface="新細明體" panose="02020500000000000000" pitchFamily="18" charset="-120"/>
              </a:defRPr>
            </a:lvl3pPr>
            <a:lvl4pPr marL="1600200" indent="-228600" eaLnBrk="0" hangingPunct="0">
              <a:defRPr sz="1400" i="1" u="sng">
                <a:solidFill>
                  <a:srgbClr val="003366"/>
                </a:solidFill>
                <a:latin typeface="Times New Roman" panose="02020603050405020304" pitchFamily="18" charset="0"/>
                <a:ea typeface="新細明體" panose="02020500000000000000" pitchFamily="18" charset="-120"/>
              </a:defRPr>
            </a:lvl4pPr>
            <a:lvl5pPr marL="2057400" indent="-228600" eaLnBrk="0" hangingPunct="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a:defRPr/>
            </a:pPr>
            <a:fld id="{EA536E08-9229-4670-925E-1ACDE33A6276}" type="slidenum">
              <a:rPr lang="zh-TW" altLang="en-US" u="none" smtClean="0">
                <a:solidFill>
                  <a:schemeClr val="tx1"/>
                </a:solidFill>
                <a:cs typeface="Arial" panose="020B0604020202020204" pitchFamily="34" charset="0"/>
              </a:rPr>
              <a:pPr>
                <a:defRPr/>
              </a:pPr>
              <a:t>‹#›</a:t>
            </a:fld>
            <a:endParaRPr lang="en-US" altLang="zh-TW" u="none">
              <a:solidFill>
                <a:schemeClr val="tx1"/>
              </a:solidFill>
              <a:cs typeface="Arial" panose="020B0604020202020204" pitchFamily="34" charset="0"/>
            </a:endParaRPr>
          </a:p>
        </p:txBody>
      </p:sp>
      <p:sp>
        <p:nvSpPr>
          <p:cNvPr id="2055" name="Rectangle 25">
            <a:extLst>
              <a:ext uri="{FF2B5EF4-FFF2-40B4-BE49-F238E27FC236}">
                <a16:creationId xmlns:a16="http://schemas.microsoft.com/office/drawing/2014/main" id="{9E58B46F-82F7-48DB-BCA2-600B391EBA27}"/>
              </a:ext>
            </a:extLst>
          </p:cNvPr>
          <p:cNvSpPr>
            <a:spLocks noChangeArrowheads="1"/>
          </p:cNvSpPr>
          <p:nvPr/>
        </p:nvSpPr>
        <p:spPr bwMode="auto">
          <a:xfrm>
            <a:off x="106363" y="6572250"/>
            <a:ext cx="6318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fld id="{A2FD34A0-FF4C-463F-AA64-EED38D207E34}" type="datetime1">
              <a:rPr lang="en-US" altLang="zh-TW" u="none" smtClean="0">
                <a:solidFill>
                  <a:schemeClr val="tx1"/>
                </a:solidFill>
                <a:cs typeface="Arial" panose="020B0604020202020204" pitchFamily="34" charset="0"/>
              </a:rPr>
              <a:pPr eaLnBrk="1" hangingPunct="1">
                <a:defRPr/>
              </a:pPr>
              <a:t>3/26/2024</a:t>
            </a:fld>
            <a:endParaRPr lang="en-US" altLang="zh-TW" u="none">
              <a:solidFill>
                <a:schemeClr val="tx1"/>
              </a:solidFill>
              <a:cs typeface="Arial" panose="020B0604020202020204" pitchFamily="34" charset="0"/>
            </a:endParaRPr>
          </a:p>
        </p:txBody>
      </p:sp>
      <p:pic>
        <p:nvPicPr>
          <p:cNvPr id="5128" name="Picture 15" descr="logoyil30">
            <a:extLst>
              <a:ext uri="{FF2B5EF4-FFF2-40B4-BE49-F238E27FC236}">
                <a16:creationId xmlns:a16="http://schemas.microsoft.com/office/drawing/2014/main" id="{773BA3A9-91F0-4499-8350-B7088499C86F}"/>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930650" y="214313"/>
            <a:ext cx="1143000"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81" r:id="rId1"/>
    <p:sldLayoutId id="2147484082" r:id="rId2"/>
    <p:sldLayoutId id="2147484083" r:id="rId3"/>
    <p:sldLayoutId id="2147484084" r:id="rId4"/>
    <p:sldLayoutId id="2147484085" r:id="rId5"/>
    <p:sldLayoutId id="2147484086" r:id="rId6"/>
    <p:sldLayoutId id="2147484087" r:id="rId7"/>
    <p:sldLayoutId id="2147484088" r:id="rId8"/>
    <p:sldLayoutId id="2147484089" r:id="rId9"/>
    <p:sldLayoutId id="2147484090" r:id="rId10"/>
    <p:sldLayoutId id="2147484091" r:id="rId11"/>
  </p:sldLayoutIdLst>
  <p:hf hdr="0" ftr="0"/>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Arial" pitchFamily="34" charset="0"/>
          <a:ea typeface="新細明體" pitchFamily="18" charset="-120"/>
        </a:defRPr>
      </a:lvl2pPr>
      <a:lvl3pPr algn="ctr" rtl="0" eaLnBrk="0" fontAlgn="base" hangingPunct="0">
        <a:spcBef>
          <a:spcPct val="0"/>
        </a:spcBef>
        <a:spcAft>
          <a:spcPct val="0"/>
        </a:spcAft>
        <a:defRPr kumimoji="1" sz="4400">
          <a:solidFill>
            <a:schemeClr val="tx2"/>
          </a:solidFill>
          <a:latin typeface="Arial" pitchFamily="34" charset="0"/>
          <a:ea typeface="新細明體" pitchFamily="18" charset="-120"/>
        </a:defRPr>
      </a:lvl3pPr>
      <a:lvl4pPr algn="ctr" rtl="0" eaLnBrk="0" fontAlgn="base" hangingPunct="0">
        <a:spcBef>
          <a:spcPct val="0"/>
        </a:spcBef>
        <a:spcAft>
          <a:spcPct val="0"/>
        </a:spcAft>
        <a:defRPr kumimoji="1" sz="4400">
          <a:solidFill>
            <a:schemeClr val="tx2"/>
          </a:solidFill>
          <a:latin typeface="Arial" pitchFamily="34" charset="0"/>
          <a:ea typeface="新細明體" pitchFamily="18" charset="-120"/>
        </a:defRPr>
      </a:lvl4pPr>
      <a:lvl5pPr algn="ctr" rtl="0" eaLnBrk="0" fontAlgn="base" hangingPunct="0">
        <a:spcBef>
          <a:spcPct val="0"/>
        </a:spcBef>
        <a:spcAft>
          <a:spcPct val="0"/>
        </a:spcAft>
        <a:defRPr kumimoji="1" sz="4400">
          <a:solidFill>
            <a:schemeClr val="tx2"/>
          </a:solidFill>
          <a:latin typeface="Arial" pitchFamily="34" charset="0"/>
          <a:ea typeface="新細明體" pitchFamily="18" charset="-120"/>
        </a:defRPr>
      </a:lvl5pPr>
      <a:lvl6pPr marL="457200" algn="ctr" rtl="0" eaLnBrk="1" fontAlgn="base" hangingPunct="1">
        <a:spcBef>
          <a:spcPct val="0"/>
        </a:spcBef>
        <a:spcAft>
          <a:spcPct val="0"/>
        </a:spcAft>
        <a:defRPr kumimoji="1" sz="4400">
          <a:solidFill>
            <a:schemeClr val="tx2"/>
          </a:solidFill>
          <a:latin typeface="Arial" pitchFamily="34" charset="0"/>
          <a:ea typeface="新細明體" pitchFamily="18" charset="-120"/>
        </a:defRPr>
      </a:lvl6pPr>
      <a:lvl7pPr marL="914400" algn="ctr" rtl="0" eaLnBrk="1" fontAlgn="base" hangingPunct="1">
        <a:spcBef>
          <a:spcPct val="0"/>
        </a:spcBef>
        <a:spcAft>
          <a:spcPct val="0"/>
        </a:spcAft>
        <a:defRPr kumimoji="1" sz="4400">
          <a:solidFill>
            <a:schemeClr val="tx2"/>
          </a:solidFill>
          <a:latin typeface="Arial" pitchFamily="34" charset="0"/>
          <a:ea typeface="新細明體" pitchFamily="18" charset="-120"/>
        </a:defRPr>
      </a:lvl7pPr>
      <a:lvl8pPr marL="1371600" algn="ctr" rtl="0" eaLnBrk="1" fontAlgn="base" hangingPunct="1">
        <a:spcBef>
          <a:spcPct val="0"/>
        </a:spcBef>
        <a:spcAft>
          <a:spcPct val="0"/>
        </a:spcAft>
        <a:defRPr kumimoji="1" sz="4400">
          <a:solidFill>
            <a:schemeClr val="tx2"/>
          </a:solidFill>
          <a:latin typeface="Arial" pitchFamily="34" charset="0"/>
          <a:ea typeface="新細明體" pitchFamily="18" charset="-120"/>
        </a:defRPr>
      </a:lvl8pPr>
      <a:lvl9pPr marL="1828800" algn="ctr" rtl="0" eaLnBrk="1" fontAlgn="base" hangingPunct="1">
        <a:spcBef>
          <a:spcPct val="0"/>
        </a:spcBef>
        <a:spcAft>
          <a:spcPct val="0"/>
        </a:spcAft>
        <a:defRPr kumimoji="1" sz="4400">
          <a:solidFill>
            <a:schemeClr val="tx2"/>
          </a:solidFill>
          <a:latin typeface="Arial" pitchFamily="34" charset="0"/>
          <a:ea typeface="新細明體" pitchFamily="18" charset="-120"/>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1">
            <a:alphaModFix/>
            <a:extLst>
              <a:ext uri="{28A0092B-C50C-407E-A947-70E740481C1C}">
                <a14:useLocalDpi xmlns:a14="http://schemas.microsoft.com/office/drawing/2010/main" val="0"/>
              </a:ext>
            </a:extLst>
          </a:blip>
          <a:srcRect/>
          <a:stretch>
            <a:fillRect/>
          </a:stretch>
        </p:blipFill>
        <p:spPr bwMode="auto">
          <a:xfrm>
            <a:off x="1" y="-1"/>
            <a:ext cx="9144002"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685332" y="618518"/>
            <a:ext cx="7773338"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331" y="2367094"/>
            <a:ext cx="7773339"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759053" y="5883276"/>
            <a:ext cx="2057400" cy="365125"/>
          </a:xfrm>
          <a:prstGeom prst="rect">
            <a:avLst/>
          </a:prstGeom>
        </p:spPr>
        <p:txBody>
          <a:bodyPr vert="horz" lIns="91440" tIns="45720" rIns="91440" bIns="45720" rtlCol="0" anchor="ctr"/>
          <a:lstStyle>
            <a:lvl1pPr algn="r">
              <a:defRPr sz="1000">
                <a:solidFill>
                  <a:schemeClr val="tx1"/>
                </a:solidFill>
              </a:defRPr>
            </a:lvl1pPr>
          </a:lstStyle>
          <a:p>
            <a:pPr>
              <a:defRPr/>
            </a:pPr>
            <a:fld id="{F4AFC189-73F8-4706-AA45-7D354ED2B7AB}" type="datetime4">
              <a:rPr lang="en-US" altLang="en-US" smtClean="0"/>
              <a:t>March 26, 2024</a:t>
            </a:fld>
            <a:endParaRPr lang="en-US" altLang="en-US"/>
          </a:p>
        </p:txBody>
      </p:sp>
      <p:sp>
        <p:nvSpPr>
          <p:cNvPr id="5" name="Footer Placeholder 4"/>
          <p:cNvSpPr>
            <a:spLocks noGrp="1"/>
          </p:cNvSpPr>
          <p:nvPr>
            <p:ph type="ftr" sz="quarter" idx="3"/>
          </p:nvPr>
        </p:nvSpPr>
        <p:spPr>
          <a:xfrm>
            <a:off x="685331" y="5883276"/>
            <a:ext cx="5004665" cy="365125"/>
          </a:xfrm>
          <a:prstGeom prst="rect">
            <a:avLst/>
          </a:prstGeom>
        </p:spPr>
        <p:txBody>
          <a:bodyPr vert="horz" lIns="91440" tIns="45720" rIns="91440" bIns="45720" rtlCol="0" anchor="ctr"/>
          <a:lstStyle>
            <a:lvl1pPr algn="l">
              <a:defRPr sz="1000">
                <a:solidFill>
                  <a:schemeClr val="tx1"/>
                </a:solidFill>
              </a:defRPr>
            </a:lvl1pPr>
          </a:lstStyle>
          <a:p>
            <a:pPr>
              <a:defRPr/>
            </a:pPr>
            <a:endParaRPr lang="en-US" altLang="en-US"/>
          </a:p>
        </p:txBody>
      </p:sp>
      <p:sp>
        <p:nvSpPr>
          <p:cNvPr id="6" name="Slide Number Placeholder 5"/>
          <p:cNvSpPr>
            <a:spLocks noGrp="1"/>
          </p:cNvSpPr>
          <p:nvPr>
            <p:ph type="sldNum" sz="quarter" idx="4"/>
          </p:nvPr>
        </p:nvSpPr>
        <p:spPr>
          <a:xfrm>
            <a:off x="7885509" y="5883276"/>
            <a:ext cx="573161" cy="365125"/>
          </a:xfrm>
          <a:prstGeom prst="rect">
            <a:avLst/>
          </a:prstGeom>
        </p:spPr>
        <p:txBody>
          <a:bodyPr vert="horz" lIns="91440" tIns="45720" rIns="91440" bIns="45720" rtlCol="0" anchor="ctr"/>
          <a:lstStyle>
            <a:lvl1pPr algn="r">
              <a:defRPr sz="1000">
                <a:solidFill>
                  <a:schemeClr val="tx1"/>
                </a:solidFill>
              </a:defRPr>
            </a:lvl1pPr>
          </a:lstStyle>
          <a:p>
            <a:pPr>
              <a:defRPr/>
            </a:pPr>
            <a:fld id="{413338A4-F343-45A5-B376-B2CFBC9F9823}" type="slidenum">
              <a:rPr lang="en-US" altLang="en-US" smtClean="0"/>
              <a:pPr>
                <a:defRPr/>
              </a:pPr>
              <a:t>‹#›</a:t>
            </a:fld>
            <a:endParaRPr lang="en-US" altLang="en-US"/>
          </a:p>
        </p:txBody>
      </p:sp>
    </p:spTree>
    <p:extLst>
      <p:ext uri="{BB962C8B-B14F-4D97-AF65-F5344CB8AC3E}">
        <p14:creationId xmlns:p14="http://schemas.microsoft.com/office/powerpoint/2010/main" val="1682507621"/>
      </p:ext>
    </p:extLst>
  </p:cSld>
  <p:clrMap bg1="lt1" tx1="dk1" bg2="lt2" tx2="dk2" accent1="accent1" accent2="accent2" accent3="accent3" accent4="accent4" accent5="accent5" accent6="accent6" hlink="hlink" folHlink="folHlink"/>
  <p:sldLayoutIdLst>
    <p:sldLayoutId id="2147484093" r:id="rId1"/>
    <p:sldLayoutId id="2147484094" r:id="rId2"/>
    <p:sldLayoutId id="2147484095" r:id="rId3"/>
    <p:sldLayoutId id="2147484096" r:id="rId4"/>
    <p:sldLayoutId id="2147484097" r:id="rId5"/>
    <p:sldLayoutId id="2147484098" r:id="rId6"/>
    <p:sldLayoutId id="2147484099" r:id="rId7"/>
    <p:sldLayoutId id="2147484100" r:id="rId8"/>
    <p:sldLayoutId id="2147484101" r:id="rId9"/>
    <p:sldLayoutId id="2147484102" r:id="rId10"/>
    <p:sldLayoutId id="2147484103" r:id="rId11"/>
    <p:sldLayoutId id="2147484104" r:id="rId12"/>
    <p:sldLayoutId id="2147484105" r:id="rId13"/>
    <p:sldLayoutId id="2147484106" r:id="rId14"/>
    <p:sldLayoutId id="2147484107" r:id="rId15"/>
    <p:sldLayoutId id="2147484108" r:id="rId16"/>
    <p:sldLayoutId id="2147484109" r:id="rId17"/>
    <p:sldLayoutId id="2147484110" r:id="rId18"/>
    <p:sldLayoutId id="2147484111" r:id="rId19"/>
  </p:sldLayoutIdLst>
  <p:transition>
    <p:random/>
  </p:transition>
  <p:hf hdr="0" ftr="0"/>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87.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72.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71.xml"/><Relationship Id="rId4" Type="http://schemas.openxmlformats.org/officeDocument/2006/relationships/image" Target="../media/image11.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5.xml"/></Relationships>
</file>

<file path=ppt/slides/_rels/slide6.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10.png"/><Relationship Id="rId7" Type="http://schemas.openxmlformats.org/officeDocument/2006/relationships/diagramQuickStyle" Target="../diagrams/quickStyle1.xml"/><Relationship Id="rId2" Type="http://schemas.openxmlformats.org/officeDocument/2006/relationships/image" Target="../media/image3.png"/><Relationship Id="rId1" Type="http://schemas.openxmlformats.org/officeDocument/2006/relationships/slideLayout" Target="../slideLayouts/slideLayout76.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7.png"/><Relationship Id="rId9" Type="http://schemas.microsoft.com/office/2007/relationships/diagramDrawing" Target="../diagrams/drawing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6.xml"/></Relationships>
</file>

<file path=ppt/slides/_rels/slide15.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image" Target="../media/image10.png"/><Relationship Id="rId7" Type="http://schemas.openxmlformats.org/officeDocument/2006/relationships/diagramQuickStyle" Target="../diagrams/quickStyle2.xml"/><Relationship Id="rId2" Type="http://schemas.openxmlformats.org/officeDocument/2006/relationships/image" Target="../media/image3.png"/><Relationship Id="rId1" Type="http://schemas.openxmlformats.org/officeDocument/2006/relationships/slideLayout" Target="../slideLayouts/slideLayout75.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image" Target="../media/image7.png"/><Relationship Id="rId9" Type="http://schemas.microsoft.com/office/2007/relationships/diagramDrawing" Target="../diagrams/drawing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17.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75.xml"/></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5.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75.xml"/><Relationship Id="rId4" Type="http://schemas.openxmlformats.org/officeDocument/2006/relationships/image" Target="../media/image30.jpe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75.xml"/><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2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5.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75.xml"/><Relationship Id="rId4" Type="http://schemas.openxmlformats.org/officeDocument/2006/relationships/image" Target="../media/image7.png"/></Relationships>
</file>

<file path=ppt/slides/_rels/slide2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5.xml"/></Relationships>
</file>

<file path=ppt/slides/_rels/slide2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5.xml"/></Relationships>
</file>

<file path=ppt/slides/_rels/slide2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5.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76.xml"/><Relationship Id="rId4" Type="http://schemas.openxmlformats.org/officeDocument/2006/relationships/image" Target="../media/image35.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6.xml"/></Relationships>
</file>

<file path=ppt/slides/_rels/slide3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6.xml"/></Relationships>
</file>

<file path=ppt/slides/_rels/slide31.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7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6.xml"/></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75.xml"/><Relationship Id="rId4" Type="http://schemas.openxmlformats.org/officeDocument/2006/relationships/image" Target="../media/image7.png"/></Relationships>
</file>

<file path=ppt/slides/_rels/slide3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76.xml"/><Relationship Id="rId4" Type="http://schemas.openxmlformats.org/officeDocument/2006/relationships/image" Target="../media/image38.jpeg"/></Relationships>
</file>

<file path=ppt/slides/_rels/slide3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6.xml"/></Relationships>
</file>

<file path=ppt/slides/_rels/slide3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6.xml"/></Relationships>
</file>

<file path=ppt/slides/_rels/slide3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76.xml"/><Relationship Id="rId4" Type="http://schemas.openxmlformats.org/officeDocument/2006/relationships/image" Target="../media/image43.png"/></Relationships>
</file>

<file path=ppt/slides/_rels/slide3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76.xml"/><Relationship Id="rId4" Type="http://schemas.openxmlformats.org/officeDocument/2006/relationships/image" Target="../media/image44.jpeg"/></Relationships>
</file>

<file path=ppt/slides/_rels/slide4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6.xml"/></Relationships>
</file>

<file path=ppt/slides/_rels/slide4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6.xml"/></Relationships>
</file>

<file path=ppt/slides/_rels/slide4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76.xml"/><Relationship Id="rId4" Type="http://schemas.openxmlformats.org/officeDocument/2006/relationships/image" Target="../media/image47.jpeg"/></Relationships>
</file>

<file path=ppt/slides/_rels/slide44.xml.rels><?xml version="1.0" encoding="UTF-8" standalone="yes"?>
<Relationships xmlns="http://schemas.openxmlformats.org/package/2006/relationships"><Relationship Id="rId2" Type="http://schemas.openxmlformats.org/officeDocument/2006/relationships/image" Target="../media/image48.gif"/><Relationship Id="rId1" Type="http://schemas.openxmlformats.org/officeDocument/2006/relationships/slideLayout" Target="../slideLayouts/slideLayout76.xml"/></Relationships>
</file>

<file path=ppt/slides/_rels/slide4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9.jpeg"/><Relationship Id="rId1" Type="http://schemas.openxmlformats.org/officeDocument/2006/relationships/slideLayout" Target="../slideLayouts/slideLayout88.xml"/></Relationships>
</file>

<file path=ppt/slides/_rels/slide4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88.xml"/><Relationship Id="rId4" Type="http://schemas.openxmlformats.org/officeDocument/2006/relationships/image" Target="../media/image50.png"/></Relationships>
</file>

<file path=ppt/slides/_rels/slide4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6.xml"/></Relationships>
</file>

<file path=ppt/slides/_rels/slide48.xml.rels><?xml version="1.0" encoding="UTF-8" standalone="yes"?>
<Relationships xmlns="http://schemas.openxmlformats.org/package/2006/relationships"><Relationship Id="rId3" Type="http://schemas.openxmlformats.org/officeDocument/2006/relationships/hyperlink" Target="https://sourcemaking.com/design_patterns" TargetMode="External"/><Relationship Id="rId2" Type="http://schemas.openxmlformats.org/officeDocument/2006/relationships/hyperlink" Target="https://refactoring.guru/design-patterns" TargetMode="External"/><Relationship Id="rId1" Type="http://schemas.openxmlformats.org/officeDocument/2006/relationships/slideLayout" Target="../slideLayouts/slideLayout75.xml"/></Relationships>
</file>

<file path=ppt/slides/_rels/slide49.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10.png"/><Relationship Id="rId7" Type="http://schemas.openxmlformats.org/officeDocument/2006/relationships/diagramColors" Target="../diagrams/colors3.xml"/><Relationship Id="rId2" Type="http://schemas.openxmlformats.org/officeDocument/2006/relationships/image" Target="../media/image3.png"/><Relationship Id="rId1" Type="http://schemas.openxmlformats.org/officeDocument/2006/relationships/slideLayout" Target="../slideLayouts/slideLayout76.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9">
            <a:extLst>
              <a:ext uri="{FF2B5EF4-FFF2-40B4-BE49-F238E27FC236}">
                <a16:creationId xmlns:a16="http://schemas.microsoft.com/office/drawing/2014/main" id="{BFE811EB-6359-4C0C-BB1F-9DFD3BB1A495}"/>
              </a:ext>
            </a:extLst>
          </p:cNvPr>
          <p:cNvSpPr>
            <a:spLocks noGrp="1" noChangeArrowheads="1"/>
          </p:cNvSpPr>
          <p:nvPr>
            <p:ph type="title"/>
          </p:nvPr>
        </p:nvSpPr>
        <p:spPr>
          <a:xfrm>
            <a:off x="498475" y="1844675"/>
            <a:ext cx="7556500" cy="1719263"/>
          </a:xfrm>
        </p:spPr>
        <p:txBody>
          <a:bodyPr/>
          <a:lstStyle/>
          <a:p>
            <a:pPr algn="ctr" eaLnBrk="1" hangingPunct="1"/>
            <a:r>
              <a:rPr lang="en-US" altLang="en-US" b="1" dirty="0">
                <a:latin typeface="Georgia" panose="02040502050405020303" pitchFamily="18" charset="0"/>
              </a:rPr>
              <a:t>Software Design and </a:t>
            </a:r>
            <a:r>
              <a:rPr lang="en-US" altLang="en-US" b="1" dirty="0" err="1">
                <a:latin typeface="Georgia" panose="02040502050405020303" pitchFamily="18" charset="0"/>
              </a:rPr>
              <a:t>Arcitecture</a:t>
            </a:r>
            <a:r>
              <a:rPr lang="en-US" altLang="en-US" b="1" dirty="0">
                <a:latin typeface="Georgia" panose="02040502050405020303" pitchFamily="18" charset="0"/>
              </a:rPr>
              <a:t>(SDA)</a:t>
            </a:r>
            <a:br>
              <a:rPr lang="en-US" altLang="en-US" b="1" dirty="0">
                <a:latin typeface="Georgia" panose="02040502050405020303" pitchFamily="18" charset="0"/>
              </a:rPr>
            </a:br>
            <a:r>
              <a:rPr lang="en-US" altLang="en-US" sz="3200" dirty="0">
                <a:latin typeface="Georgia" panose="02040502050405020303" pitchFamily="18" charset="0"/>
              </a:rPr>
              <a:t>Lecture 6</a:t>
            </a:r>
            <a:endParaRPr lang="en-US" altLang="en-US" dirty="0"/>
          </a:p>
        </p:txBody>
      </p:sp>
      <p:sp>
        <p:nvSpPr>
          <p:cNvPr id="45059" name="Content Placeholder 10">
            <a:extLst>
              <a:ext uri="{FF2B5EF4-FFF2-40B4-BE49-F238E27FC236}">
                <a16:creationId xmlns:a16="http://schemas.microsoft.com/office/drawing/2014/main" id="{EBB3B385-0FFF-4B23-9F2A-6D64D633E1A6}"/>
              </a:ext>
            </a:extLst>
          </p:cNvPr>
          <p:cNvSpPr>
            <a:spLocks noGrp="1" noChangeArrowheads="1"/>
          </p:cNvSpPr>
          <p:nvPr>
            <p:ph idx="1"/>
          </p:nvPr>
        </p:nvSpPr>
        <p:spPr>
          <a:xfrm>
            <a:off x="498475" y="4076700"/>
            <a:ext cx="7556500" cy="2049463"/>
          </a:xfrm>
        </p:spPr>
        <p:txBody>
          <a:bodyPr/>
          <a:lstStyle/>
          <a:p>
            <a:pPr marL="0" indent="0" eaLnBrk="1" hangingPunct="1">
              <a:lnSpc>
                <a:spcPct val="90000"/>
              </a:lnSpc>
              <a:spcBef>
                <a:spcPts val="1000"/>
              </a:spcBef>
              <a:buClrTx/>
              <a:buSzTx/>
              <a:buFont typeface="Wingdings" panose="05000000000000000000" pitchFamily="2" charset="2"/>
              <a:buNone/>
            </a:pPr>
            <a:r>
              <a:rPr lang="en-US" altLang="en-US" sz="2400" dirty="0" err="1">
                <a:solidFill>
                  <a:srgbClr val="2E75B6"/>
                </a:solidFill>
                <a:latin typeface="Georgia" panose="02040502050405020303" pitchFamily="18" charset="0"/>
              </a:rPr>
              <a:t>Engr.Ramsha</a:t>
            </a:r>
            <a:r>
              <a:rPr lang="en-US" altLang="en-US" sz="2400" dirty="0">
                <a:solidFill>
                  <a:srgbClr val="2E75B6"/>
                </a:solidFill>
                <a:latin typeface="Georgia" panose="02040502050405020303" pitchFamily="18" charset="0"/>
              </a:rPr>
              <a:t> </a:t>
            </a:r>
            <a:r>
              <a:rPr lang="en-US" altLang="en-US" sz="2400" dirty="0" err="1">
                <a:solidFill>
                  <a:srgbClr val="2E75B6"/>
                </a:solidFill>
                <a:latin typeface="Georgia" panose="02040502050405020303" pitchFamily="18" charset="0"/>
              </a:rPr>
              <a:t>Mashood</a:t>
            </a:r>
            <a:endParaRPr lang="en-US" altLang="en-US" sz="2400" dirty="0">
              <a:solidFill>
                <a:srgbClr val="2E75B6"/>
              </a:solidFill>
              <a:latin typeface="Georgia" panose="02040502050405020303" pitchFamily="18" charset="0"/>
            </a:endParaRPr>
          </a:p>
          <a:p>
            <a:pPr marL="0" indent="0" eaLnBrk="1" hangingPunct="1">
              <a:lnSpc>
                <a:spcPct val="90000"/>
              </a:lnSpc>
              <a:spcBef>
                <a:spcPts val="1000"/>
              </a:spcBef>
              <a:buClrTx/>
              <a:buSzTx/>
              <a:buFont typeface="Wingdings" panose="05000000000000000000" pitchFamily="2" charset="2"/>
              <a:buNone/>
            </a:pPr>
            <a:r>
              <a:rPr lang="en-US" altLang="en-US" sz="1800" dirty="0">
                <a:solidFill>
                  <a:srgbClr val="2E75B6"/>
                </a:solidFill>
                <a:latin typeface="Georgia" panose="02040502050405020303" pitchFamily="18" charset="0"/>
              </a:rPr>
              <a:t>Senior Lecturer</a:t>
            </a:r>
          </a:p>
          <a:p>
            <a:pPr marL="0" indent="0" eaLnBrk="1" hangingPunct="1">
              <a:lnSpc>
                <a:spcPct val="90000"/>
              </a:lnSpc>
              <a:spcBef>
                <a:spcPts val="1000"/>
              </a:spcBef>
              <a:buClrTx/>
              <a:buSzTx/>
              <a:buFont typeface="Wingdings" panose="05000000000000000000" pitchFamily="2" charset="2"/>
              <a:buNone/>
            </a:pPr>
            <a:r>
              <a:rPr lang="en-US" altLang="en-US" sz="1800" dirty="0">
                <a:solidFill>
                  <a:srgbClr val="2E75B6"/>
                </a:solidFill>
                <a:latin typeface="Georgia" panose="02040502050405020303" pitchFamily="18" charset="0"/>
              </a:rPr>
              <a:t>Department of Software Engineering </a:t>
            </a:r>
          </a:p>
          <a:p>
            <a:pPr marL="0" indent="0" eaLnBrk="1" hangingPunct="1">
              <a:lnSpc>
                <a:spcPct val="90000"/>
              </a:lnSpc>
              <a:spcBef>
                <a:spcPts val="1000"/>
              </a:spcBef>
              <a:buClrTx/>
              <a:buSzTx/>
              <a:buFont typeface="Wingdings" panose="05000000000000000000" pitchFamily="2" charset="2"/>
              <a:buNone/>
            </a:pPr>
            <a:r>
              <a:rPr lang="en-US" altLang="en-US" sz="1800" dirty="0" err="1">
                <a:solidFill>
                  <a:srgbClr val="2E75B6"/>
                </a:solidFill>
                <a:latin typeface="Georgia" panose="02040502050405020303" pitchFamily="18" charset="0"/>
              </a:rPr>
              <a:t>Bahria</a:t>
            </a:r>
            <a:r>
              <a:rPr lang="en-US" altLang="en-US" sz="1800" dirty="0">
                <a:solidFill>
                  <a:srgbClr val="2E75B6"/>
                </a:solidFill>
                <a:latin typeface="Georgia" panose="02040502050405020303" pitchFamily="18" charset="0"/>
              </a:rPr>
              <a:t> University Karachi Campus</a:t>
            </a:r>
          </a:p>
        </p:txBody>
      </p:sp>
      <p:sp>
        <p:nvSpPr>
          <p:cNvPr id="4" name="Date Placeholder 3">
            <a:extLst>
              <a:ext uri="{FF2B5EF4-FFF2-40B4-BE49-F238E27FC236}">
                <a16:creationId xmlns:a16="http://schemas.microsoft.com/office/drawing/2014/main" id="{8609610F-C2C6-D01D-ACEC-C9F5EDDC7484}"/>
              </a:ext>
            </a:extLst>
          </p:cNvPr>
          <p:cNvSpPr>
            <a:spLocks noGrp="1"/>
          </p:cNvSpPr>
          <p:nvPr>
            <p:ph type="dt" sz="half" idx="10"/>
          </p:nvPr>
        </p:nvSpPr>
        <p:spPr/>
        <p:txBody>
          <a:bodyPr/>
          <a:lstStyle/>
          <a:p>
            <a:pPr>
              <a:defRPr/>
            </a:pPr>
            <a:fld id="{983F4EA4-54BB-403D-BA7A-E373D5B7151D}" type="datetime4">
              <a:rPr lang="en-US" altLang="en-US" smtClean="0"/>
              <a:t>March 26, 2024</a:t>
            </a:fld>
            <a:endParaRPr lang="en-US" altLang="en-US"/>
          </a:p>
        </p:txBody>
      </p:sp>
      <p:sp>
        <p:nvSpPr>
          <p:cNvPr id="5" name="Slide Number Placeholder 4">
            <a:extLst>
              <a:ext uri="{FF2B5EF4-FFF2-40B4-BE49-F238E27FC236}">
                <a16:creationId xmlns:a16="http://schemas.microsoft.com/office/drawing/2014/main" id="{62C4F6A9-306A-16D2-9547-434BD53B9AA2}"/>
              </a:ext>
            </a:extLst>
          </p:cNvPr>
          <p:cNvSpPr>
            <a:spLocks noGrp="1"/>
          </p:cNvSpPr>
          <p:nvPr>
            <p:ph type="sldNum" sz="quarter" idx="12"/>
          </p:nvPr>
        </p:nvSpPr>
        <p:spPr/>
        <p:txBody>
          <a:bodyPr/>
          <a:lstStyle/>
          <a:p>
            <a:pPr>
              <a:defRPr/>
            </a:pPr>
            <a:fld id="{5997FF75-9E45-4F6E-9E89-BE68C2AA7735}" type="slidenum">
              <a:rPr lang="en-US" altLang="en-US" smtClean="0"/>
              <a:pPr>
                <a:defRPr/>
              </a:pPr>
              <a:t>1</a:t>
            </a:fld>
            <a:endParaRPr lang="en-US" altLang="en-US"/>
          </a:p>
        </p:txBody>
      </p:sp>
      <p:pic>
        <p:nvPicPr>
          <p:cNvPr id="45060" name="Picture 11">
            <a:extLst>
              <a:ext uri="{FF2B5EF4-FFF2-40B4-BE49-F238E27FC236}">
                <a16:creationId xmlns:a16="http://schemas.microsoft.com/office/drawing/2014/main" id="{32C4D0F8-0285-41AA-876F-63D65A599A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0975" y="0"/>
            <a:ext cx="4095750"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pic>
        <p:nvPicPr>
          <p:cNvPr id="47125" name="Picture 2">
            <a:extLst>
              <a:ext uri="{FF2B5EF4-FFF2-40B4-BE49-F238E27FC236}">
                <a16:creationId xmlns:a16="http://schemas.microsoft.com/office/drawing/2014/main" id="{25496B42-CC46-4183-B481-887CD3E8C72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9144002" cy="6858001"/>
          </a:xfrm>
          <a:prstGeom prst="rect">
            <a:avLst/>
          </a:prstGeom>
          <a:noFill/>
          <a:extLst>
            <a:ext uri="{909E8E84-426E-40DD-AFC4-6F175D3DCCD1}">
              <a14:hiddenFill xmlns:a14="http://schemas.microsoft.com/office/drawing/2010/main">
                <a:solidFill>
                  <a:srgbClr val="FFFFFF"/>
                </a:solidFill>
              </a14:hiddenFill>
            </a:ext>
          </a:extLst>
        </p:spPr>
      </p:pic>
      <p:pic>
        <p:nvPicPr>
          <p:cNvPr id="47126" name="Picture 47125">
            <a:extLst>
              <a:ext uri="{FF2B5EF4-FFF2-40B4-BE49-F238E27FC236}">
                <a16:creationId xmlns:a16="http://schemas.microsoft.com/office/drawing/2014/main" id="{E2758CE0-F916-4DCE-88D1-71430BE441B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useBgFill="1">
        <p:nvSpPr>
          <p:cNvPr id="47127" name="Rectangle 47126">
            <a:extLst>
              <a:ext uri="{FF2B5EF4-FFF2-40B4-BE49-F238E27FC236}">
                <a16:creationId xmlns:a16="http://schemas.microsoft.com/office/drawing/2014/main" id="{48EC41B9-2D25-48A6-BC40-DA8F79F3EB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7110" name="Graphic 47109" descr="Computer">
            <a:extLst>
              <a:ext uri="{FF2B5EF4-FFF2-40B4-BE49-F238E27FC236}">
                <a16:creationId xmlns:a16="http://schemas.microsoft.com/office/drawing/2014/main" id="{14C300E6-B83D-2777-C7EC-FD6CADA8E20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946714" y="957486"/>
            <a:ext cx="3285330" cy="3285330"/>
          </a:xfrm>
          <a:prstGeom prst="roundRect">
            <a:avLst>
              <a:gd name="adj" fmla="val 5301"/>
            </a:avLst>
          </a:prstGeom>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pic>
      <p:pic>
        <p:nvPicPr>
          <p:cNvPr id="47128" name="Picture 47127">
            <a:extLst>
              <a:ext uri="{FF2B5EF4-FFF2-40B4-BE49-F238E27FC236}">
                <a16:creationId xmlns:a16="http://schemas.microsoft.com/office/drawing/2014/main" id="{F8F21547-A433-450A-B2A3-930DCFABD93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r="71324"/>
          <a:stretch/>
        </p:blipFill>
        <p:spPr>
          <a:xfrm>
            <a:off x="0" y="0"/>
            <a:ext cx="2622176" cy="6858000"/>
          </a:xfrm>
          <a:prstGeom prst="rect">
            <a:avLst/>
          </a:prstGeom>
        </p:spPr>
      </p:pic>
      <p:sp>
        <p:nvSpPr>
          <p:cNvPr id="47106" name="Title 9">
            <a:extLst>
              <a:ext uri="{FF2B5EF4-FFF2-40B4-BE49-F238E27FC236}">
                <a16:creationId xmlns:a16="http://schemas.microsoft.com/office/drawing/2014/main" id="{74FDEA82-9E3C-4D29-B2F9-0297DB5B62E7}"/>
              </a:ext>
            </a:extLst>
          </p:cNvPr>
          <p:cNvSpPr>
            <a:spLocks noGrp="1" noChangeArrowheads="1"/>
          </p:cNvSpPr>
          <p:nvPr>
            <p:ph type="title"/>
          </p:nvPr>
        </p:nvSpPr>
        <p:spPr>
          <a:xfrm>
            <a:off x="476408" y="4562855"/>
            <a:ext cx="8187274" cy="1137554"/>
          </a:xfrm>
        </p:spPr>
        <p:txBody>
          <a:bodyPr vert="horz" lIns="91440" tIns="45720" rIns="91440" bIns="45720" rtlCol="0" anchor="b">
            <a:normAutofit/>
          </a:bodyPr>
          <a:lstStyle/>
          <a:p>
            <a:pPr marL="66675" marR="0">
              <a:spcBef>
                <a:spcPts val="890"/>
              </a:spcBef>
              <a:spcAft>
                <a:spcPts val="0"/>
              </a:spcAft>
            </a:pPr>
            <a:r>
              <a:rPr lang="en-US" sz="3600" cap="small" dirty="0">
                <a:effectLst/>
                <a:latin typeface="Times New Roman" panose="02020603050405020304" pitchFamily="18" charset="0"/>
                <a:ea typeface="Times New Roman" panose="02020603050405020304" pitchFamily="18" charset="0"/>
              </a:rPr>
              <a:t>Design patterns </a:t>
            </a:r>
            <a:endParaRPr lang="en-US" sz="3600" dirty="0">
              <a:effectLst/>
              <a:latin typeface="Times New Roman" panose="02020603050405020304" pitchFamily="18" charset="0"/>
              <a:ea typeface="Times New Roman" panose="02020603050405020304" pitchFamily="18" charset="0"/>
            </a:endParaRPr>
          </a:p>
        </p:txBody>
      </p:sp>
      <p:sp>
        <p:nvSpPr>
          <p:cNvPr id="4" name="Date Placeholder 3">
            <a:extLst>
              <a:ext uri="{FF2B5EF4-FFF2-40B4-BE49-F238E27FC236}">
                <a16:creationId xmlns:a16="http://schemas.microsoft.com/office/drawing/2014/main" id="{56B671C2-DB81-4A30-5231-D5B4B93E075A}"/>
              </a:ext>
            </a:extLst>
          </p:cNvPr>
          <p:cNvSpPr>
            <a:spLocks noGrp="1"/>
          </p:cNvSpPr>
          <p:nvPr>
            <p:ph type="dt" sz="half" idx="10"/>
          </p:nvPr>
        </p:nvSpPr>
        <p:spPr>
          <a:xfrm>
            <a:off x="5759052" y="6354825"/>
            <a:ext cx="2057400" cy="365125"/>
          </a:xfrm>
        </p:spPr>
        <p:txBody>
          <a:bodyPr vert="horz" lIns="91440" tIns="45720" rIns="91440" bIns="45720" rtlCol="0" anchor="ctr">
            <a:normAutofit/>
          </a:bodyPr>
          <a:lstStyle/>
          <a:p>
            <a:pPr eaLnBrk="1" hangingPunct="1">
              <a:spcAft>
                <a:spcPts val="600"/>
              </a:spcAft>
              <a:defRPr/>
            </a:pPr>
            <a:fld id="{43FCFCAC-74A5-48D0-A658-FE49EE2C0C91}" type="datetime4">
              <a:rPr lang="en-US" altLang="en-US" smtClean="0">
                <a:latin typeface="+mn-lt"/>
                <a:ea typeface="+mn-ea"/>
              </a:rPr>
              <a:pPr eaLnBrk="1" hangingPunct="1">
                <a:spcAft>
                  <a:spcPts val="600"/>
                </a:spcAft>
                <a:defRPr/>
              </a:pPr>
              <a:t>March 26, 2024</a:t>
            </a:fld>
            <a:endParaRPr lang="en-US" altLang="en-US">
              <a:latin typeface="+mn-lt"/>
              <a:ea typeface="+mn-ea"/>
            </a:endParaRPr>
          </a:p>
        </p:txBody>
      </p:sp>
      <p:pic>
        <p:nvPicPr>
          <p:cNvPr id="47129" name="Picture 47128">
            <a:extLst>
              <a:ext uri="{FF2B5EF4-FFF2-40B4-BE49-F238E27FC236}">
                <a16:creationId xmlns:a16="http://schemas.microsoft.com/office/drawing/2014/main" id="{A73B520B-D7E7-436A-B263-0682940B4FB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t="61810" r="21258"/>
          <a:stretch/>
        </p:blipFill>
        <p:spPr>
          <a:xfrm>
            <a:off x="0" y="4238951"/>
            <a:ext cx="7200177" cy="2619049"/>
          </a:xfrm>
          <a:prstGeom prst="rect">
            <a:avLst/>
          </a:prstGeom>
        </p:spPr>
      </p:pic>
      <p:sp>
        <p:nvSpPr>
          <p:cNvPr id="5" name="Slide Number Placeholder 4">
            <a:extLst>
              <a:ext uri="{FF2B5EF4-FFF2-40B4-BE49-F238E27FC236}">
                <a16:creationId xmlns:a16="http://schemas.microsoft.com/office/drawing/2014/main" id="{2C5FDA99-E5FE-3603-7621-A81A4AFD1D13}"/>
              </a:ext>
            </a:extLst>
          </p:cNvPr>
          <p:cNvSpPr>
            <a:spLocks noGrp="1"/>
          </p:cNvSpPr>
          <p:nvPr>
            <p:ph type="sldNum" sz="quarter" idx="12"/>
          </p:nvPr>
        </p:nvSpPr>
        <p:spPr>
          <a:xfrm>
            <a:off x="7885508" y="6354825"/>
            <a:ext cx="573161" cy="365125"/>
          </a:xfrm>
        </p:spPr>
        <p:txBody>
          <a:bodyPr vert="horz" lIns="91440" tIns="45720" rIns="91440" bIns="45720" rtlCol="0" anchor="ctr">
            <a:normAutofit/>
          </a:bodyPr>
          <a:lstStyle/>
          <a:p>
            <a:pPr eaLnBrk="1" hangingPunct="1">
              <a:spcAft>
                <a:spcPts val="600"/>
              </a:spcAft>
              <a:defRPr/>
            </a:pPr>
            <a:fld id="{04D8FD4F-45E7-4072-8800-E1C10689F0F2}" type="slidenum">
              <a:rPr lang="en-US" altLang="en-US" smtClean="0">
                <a:latin typeface="+mn-lt"/>
                <a:ea typeface="+mn-ea"/>
              </a:rPr>
              <a:pPr eaLnBrk="1" hangingPunct="1">
                <a:spcAft>
                  <a:spcPts val="600"/>
                </a:spcAft>
                <a:defRPr/>
              </a:pPr>
              <a:t>2</a:t>
            </a:fld>
            <a:endParaRPr lang="en-US" altLang="en-US">
              <a:latin typeface="+mn-lt"/>
              <a:ea typeface="+mn-ea"/>
            </a:endParaRPr>
          </a:p>
        </p:txBody>
      </p:sp>
    </p:spTree>
  </p:cSld>
  <p:clrMapOvr>
    <a:masterClrMapping/>
  </p:clrMapOvr>
  <p:transition>
    <p:random/>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9525"/>
          <a:ext cx="9144000" cy="6867525"/>
          <a:chOff x="0" y="9525"/>
          <a:chExt cx="9144000" cy="6867525"/>
        </a:xfrm>
      </p:grpSpPr>
      <p:pic>
        <p:nvPicPr>
          <p:cNvPr id="10" name="Picture 2">
            <a:extLst>
              <a:ext uri="{FF2B5EF4-FFF2-40B4-BE49-F238E27FC236}">
                <a16:creationId xmlns:a16="http://schemas.microsoft.com/office/drawing/2014/main" id="{22790EC5-ACA7-4536-8066-B60199F3C6D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9144002" cy="6858001"/>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CAD20AEA-7CAF-4A83-BE2E-EAF010B8B7F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useBgFill="1">
        <p:nvSpPr>
          <p:cNvPr id="14" name="Rectangle 13">
            <a:extLst>
              <a:ext uri="{FF2B5EF4-FFF2-40B4-BE49-F238E27FC236}">
                <a16:creationId xmlns:a16="http://schemas.microsoft.com/office/drawing/2014/main" id="{B40FCD49-2060-48B9-8212-8A5F1DF472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desk with technical drawings, pencil and tools">
            <a:extLst>
              <a:ext uri="{FF2B5EF4-FFF2-40B4-BE49-F238E27FC236}">
                <a16:creationId xmlns:a16="http://schemas.microsoft.com/office/drawing/2014/main" id="{18AD9FB0-7CF9-5738-5C68-D85EDF02977D}"/>
              </a:ext>
            </a:extLst>
          </p:cNvPr>
          <p:cNvPicPr>
            <a:picLocks noChangeAspect="1"/>
          </p:cNvPicPr>
          <p:nvPr/>
        </p:nvPicPr>
        <p:blipFill rotWithShape="1">
          <a:blip r:embed="rId4">
            <a:alphaModFix amt="35000"/>
          </a:blip>
          <a:srcRect l="8496" r="2503" b="-1"/>
          <a:stretch/>
        </p:blipFill>
        <p:spPr>
          <a:xfrm>
            <a:off x="20" y="10"/>
            <a:ext cx="9143980" cy="6857990"/>
          </a:xfrm>
          <a:prstGeom prst="rect">
            <a:avLst/>
          </a:prstGeom>
        </p:spPr>
      </p:pic>
      <p:pic>
        <p:nvPicPr>
          <p:cNvPr id="16" name="Picture 15">
            <a:extLst>
              <a:ext uri="{FF2B5EF4-FFF2-40B4-BE49-F238E27FC236}">
                <a16:creationId xmlns:a16="http://schemas.microsoft.com/office/drawing/2014/main" id="{83A45DCD-B5FB-4A86-88D2-91088C7FFC5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Title 2">
            <a:extLst>
              <a:ext uri="{FF2B5EF4-FFF2-40B4-BE49-F238E27FC236}">
                <a16:creationId xmlns:a16="http://schemas.microsoft.com/office/drawing/2014/main" id="{BD68C606-E7F6-C9E9-E4C1-7F3558CF0351}"/>
              </a:ext>
            </a:extLst>
          </p:cNvPr>
          <p:cNvSpPr>
            <a:spLocks noGrp="1"/>
          </p:cNvSpPr>
          <p:nvPr>
            <p:ph type="title"/>
          </p:nvPr>
        </p:nvSpPr>
        <p:spPr>
          <a:xfrm>
            <a:off x="1313259" y="1300785"/>
            <a:ext cx="6517482" cy="2509213"/>
          </a:xfrm>
        </p:spPr>
        <p:txBody>
          <a:bodyPr vert="horz" lIns="91440" tIns="45720" rIns="91440" bIns="45720" rtlCol="0" anchor="b">
            <a:normAutofit/>
          </a:bodyPr>
          <a:lstStyle/>
          <a:p>
            <a:r>
              <a:rPr lang="en-US" sz="4800"/>
              <a:t>What is design pattern</a:t>
            </a:r>
          </a:p>
        </p:txBody>
      </p:sp>
    </p:spTree>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57739-4AAB-2937-8FB7-9A8D193A40DE}"/>
              </a:ext>
            </a:extLst>
          </p:cNvPr>
          <p:cNvSpPr>
            <a:spLocks noGrp="1"/>
          </p:cNvSpPr>
          <p:nvPr>
            <p:ph type="title"/>
          </p:nvPr>
        </p:nvSpPr>
        <p:spPr/>
        <p:txBody>
          <a:bodyPr/>
          <a:lstStyle/>
          <a:p>
            <a:r>
              <a:rPr lang="en-US" dirty="0"/>
              <a:t>DEFINITION</a:t>
            </a:r>
          </a:p>
        </p:txBody>
      </p:sp>
      <p:sp>
        <p:nvSpPr>
          <p:cNvPr id="3" name="Content Placeholder 2">
            <a:extLst>
              <a:ext uri="{FF2B5EF4-FFF2-40B4-BE49-F238E27FC236}">
                <a16:creationId xmlns:a16="http://schemas.microsoft.com/office/drawing/2014/main" id="{3FCA66D5-204A-775F-DD5C-8F00F86F5E1B}"/>
              </a:ext>
            </a:extLst>
          </p:cNvPr>
          <p:cNvSpPr>
            <a:spLocks noGrp="1"/>
          </p:cNvSpPr>
          <p:nvPr>
            <p:ph sz="quarter" idx="13"/>
          </p:nvPr>
        </p:nvSpPr>
        <p:spPr/>
        <p:txBody>
          <a:bodyPr/>
          <a:lstStyle/>
          <a:p>
            <a:pPr marL="0" indent="0" algn="ctr">
              <a:buNone/>
            </a:pPr>
            <a:r>
              <a:rPr lang="en-US" sz="2000" b="1" dirty="0">
                <a:solidFill>
                  <a:schemeClr val="tx1"/>
                </a:solidFill>
                <a:latin typeface="Arial" panose="020B0604020202020204" pitchFamily="34" charset="0"/>
                <a:ea typeface="Ebrima" panose="02000000000000000000" pitchFamily="2" charset="0"/>
                <a:cs typeface="Arial" panose="020B0604020202020204" pitchFamily="34" charset="0"/>
              </a:rPr>
              <a:t>Each Pattern describes a problem which occurs over and over again, and then describes the core of the solution to that problem, in such a way that you can use that solution million times over, with out ever doing it the same way twice.</a:t>
            </a:r>
          </a:p>
          <a:p>
            <a:pPr marL="0" indent="0" algn="ctr">
              <a:buNone/>
            </a:pPr>
            <a:r>
              <a:rPr lang="en-US" sz="1050" b="1" dirty="0">
                <a:solidFill>
                  <a:schemeClr val="tx1"/>
                </a:solidFill>
                <a:latin typeface="Arial" panose="020B0604020202020204" pitchFamily="34" charset="0"/>
                <a:ea typeface="Ebrima" panose="02000000000000000000" pitchFamily="2" charset="0"/>
                <a:cs typeface="Arial" panose="020B0604020202020204" pitchFamily="34" charset="0"/>
              </a:rPr>
              <a:t>(Christopher Alexander)</a:t>
            </a:r>
          </a:p>
          <a:p>
            <a:pPr marL="0" indent="0" algn="ctr">
              <a:buNone/>
            </a:pPr>
            <a:r>
              <a:rPr lang="en-US" sz="1050" b="1" dirty="0">
                <a:solidFill>
                  <a:schemeClr val="tx1"/>
                </a:solidFill>
                <a:latin typeface="Arial" panose="020B0604020202020204" pitchFamily="34" charset="0"/>
                <a:ea typeface="Ebrima" panose="02000000000000000000" pitchFamily="2" charset="0"/>
                <a:cs typeface="Arial" panose="020B0604020202020204" pitchFamily="34" charset="0"/>
              </a:rPr>
              <a:t>(Book: Design Pattern by Erich Gamma | Richard Helm)</a:t>
            </a:r>
          </a:p>
          <a:p>
            <a:endParaRPr lang="en-US" dirty="0"/>
          </a:p>
        </p:txBody>
      </p:sp>
      <p:sp>
        <p:nvSpPr>
          <p:cNvPr id="4" name="Date Placeholder 3">
            <a:extLst>
              <a:ext uri="{FF2B5EF4-FFF2-40B4-BE49-F238E27FC236}">
                <a16:creationId xmlns:a16="http://schemas.microsoft.com/office/drawing/2014/main" id="{6971E6D3-ADA2-83A4-C0E2-88E75AC5A95D}"/>
              </a:ext>
            </a:extLst>
          </p:cNvPr>
          <p:cNvSpPr>
            <a:spLocks noGrp="1"/>
          </p:cNvSpPr>
          <p:nvPr>
            <p:ph type="dt" sz="half" idx="10"/>
          </p:nvPr>
        </p:nvSpPr>
        <p:spPr/>
        <p:txBody>
          <a:bodyPr/>
          <a:lstStyle/>
          <a:p>
            <a:pPr>
              <a:defRPr/>
            </a:pPr>
            <a:fld id="{FF5480F7-A01B-4497-9686-67728E872290}" type="datetime4">
              <a:rPr lang="en-US" altLang="en-US" smtClean="0"/>
              <a:t>March 26, 2024</a:t>
            </a:fld>
            <a:endParaRPr lang="en-US" altLang="en-US"/>
          </a:p>
        </p:txBody>
      </p:sp>
      <p:sp>
        <p:nvSpPr>
          <p:cNvPr id="5" name="Slide Number Placeholder 4">
            <a:extLst>
              <a:ext uri="{FF2B5EF4-FFF2-40B4-BE49-F238E27FC236}">
                <a16:creationId xmlns:a16="http://schemas.microsoft.com/office/drawing/2014/main" id="{5343DE96-BA1A-7343-B932-41F5C1E0B092}"/>
              </a:ext>
            </a:extLst>
          </p:cNvPr>
          <p:cNvSpPr>
            <a:spLocks noGrp="1"/>
          </p:cNvSpPr>
          <p:nvPr>
            <p:ph type="sldNum" sz="quarter" idx="12"/>
          </p:nvPr>
        </p:nvSpPr>
        <p:spPr/>
        <p:txBody>
          <a:bodyPr/>
          <a:lstStyle/>
          <a:p>
            <a:pPr>
              <a:defRPr/>
            </a:pPr>
            <a:fld id="{EAC1E9C5-179F-49B5-A20B-74BA07190DB8}" type="slidenum">
              <a:rPr lang="en-US" altLang="en-US" smtClean="0"/>
              <a:pPr>
                <a:defRPr/>
              </a:pPr>
              <a:t>4</a:t>
            </a:fld>
            <a:endParaRPr lang="en-US" altLang="en-US"/>
          </a:p>
        </p:txBody>
      </p:sp>
    </p:spTree>
    <p:extLst>
      <p:ext uri="{BB962C8B-B14F-4D97-AF65-F5344CB8AC3E}">
        <p14:creationId xmlns:p14="http://schemas.microsoft.com/office/powerpoint/2010/main" val="40284812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rotWithShape="1">
          <a:blip r:embed="rId2" cstate="print"/>
          <a:srcRect t="10949" b="16155"/>
          <a:stretch/>
        </p:blipFill>
        <p:spPr>
          <a:xfrm>
            <a:off x="667665" y="1752600"/>
            <a:ext cx="7808670" cy="4267201"/>
          </a:xfrm>
          <a:prstGeom prst="rect">
            <a:avLst/>
          </a:prstGeom>
        </p:spPr>
      </p:pic>
      <p:sp>
        <p:nvSpPr>
          <p:cNvPr id="7" name="Title 6">
            <a:extLst>
              <a:ext uri="{FF2B5EF4-FFF2-40B4-BE49-F238E27FC236}">
                <a16:creationId xmlns:a16="http://schemas.microsoft.com/office/drawing/2014/main" id="{E76E25C2-772C-13FA-C3C0-051C4C39AD9E}"/>
              </a:ext>
            </a:extLst>
          </p:cNvPr>
          <p:cNvSpPr>
            <a:spLocks noGrp="1"/>
          </p:cNvSpPr>
          <p:nvPr>
            <p:ph type="title"/>
          </p:nvPr>
        </p:nvSpPr>
        <p:spPr>
          <a:xfrm>
            <a:off x="685331" y="381001"/>
            <a:ext cx="7773338" cy="1371600"/>
          </a:xfrm>
        </p:spPr>
        <p:txBody>
          <a:bodyPr/>
          <a:lstStyle/>
          <a:p>
            <a:r>
              <a:rPr lang="en-US" dirty="0"/>
              <a:t>Design pattern</a:t>
            </a:r>
          </a:p>
        </p:txBody>
      </p:sp>
    </p:spTree>
  </p:cSld>
  <p:clrMapOvr>
    <a:masterClrMapping/>
  </p:clrMapOvr>
  <p:transition>
    <p:random/>
  </p:transition>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pic>
        <p:nvPicPr>
          <p:cNvPr id="11" name="Picture 2">
            <a:extLst>
              <a:ext uri="{FF2B5EF4-FFF2-40B4-BE49-F238E27FC236}">
                <a16:creationId xmlns:a16="http://schemas.microsoft.com/office/drawing/2014/main" id="{7407B0FF-43E0-4B2E-B48B-C2A472D103F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9144002" cy="6858001"/>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7CAC6C18-4147-48ED-8B6A-19B3E0D8916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5" name="Rectangle 14">
            <a:extLst>
              <a:ext uri="{FF2B5EF4-FFF2-40B4-BE49-F238E27FC236}">
                <a16:creationId xmlns:a16="http://schemas.microsoft.com/office/drawing/2014/main" id="{3A9C15D4-2EE7-4D05-B87C-91D1F3B960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4951" y="0"/>
            <a:ext cx="6099049"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Rectangle 16">
            <a:extLst>
              <a:ext uri="{FF2B5EF4-FFF2-40B4-BE49-F238E27FC236}">
                <a16:creationId xmlns:a16="http://schemas.microsoft.com/office/drawing/2014/main" id="{4ED7B0FB-9654-4441-9545-02D458B686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044951" cy="6858000"/>
          </a:xfrm>
          <a:prstGeom prst="rect">
            <a:avLst/>
          </a:prstGeom>
          <a:ln>
            <a:noFill/>
          </a:ln>
          <a:effectLst>
            <a:outerShdw blurRad="50800" dist="127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idx="4294967295"/>
          </p:nvPr>
        </p:nvSpPr>
        <p:spPr>
          <a:xfrm>
            <a:off x="480805" y="1314450"/>
            <a:ext cx="2133002" cy="3680244"/>
          </a:xfrm>
        </p:spPr>
        <p:txBody>
          <a:bodyPr vert="horz" lIns="91440" tIns="45720" rIns="91440" bIns="45720" rtlCol="0" anchor="ctr">
            <a:normAutofit/>
          </a:bodyPr>
          <a:lstStyle/>
          <a:p>
            <a:pPr algn="l"/>
            <a:r>
              <a:rPr lang="en-US" sz="3500" b="1"/>
              <a:t>Benefits of Patterns</a:t>
            </a:r>
          </a:p>
        </p:txBody>
      </p:sp>
      <p:pic>
        <p:nvPicPr>
          <p:cNvPr id="19" name="Picture 18">
            <a:extLst>
              <a:ext uri="{FF2B5EF4-FFF2-40B4-BE49-F238E27FC236}">
                <a16:creationId xmlns:a16="http://schemas.microsoft.com/office/drawing/2014/main" id="{7BB94C57-FDF3-45A3-9D1F-904523D795D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r="66700" b="77917"/>
          <a:stretch/>
        </p:blipFill>
        <p:spPr>
          <a:xfrm>
            <a:off x="0" y="0"/>
            <a:ext cx="3044951" cy="1514475"/>
          </a:xfrm>
          <a:prstGeom prst="rect">
            <a:avLst/>
          </a:prstGeom>
        </p:spPr>
      </p:pic>
      <p:sp>
        <p:nvSpPr>
          <p:cNvPr id="4" name="Date Placeholder 3"/>
          <p:cNvSpPr>
            <a:spLocks noGrp="1"/>
          </p:cNvSpPr>
          <p:nvPr>
            <p:ph type="dt" sz="half" idx="10"/>
          </p:nvPr>
        </p:nvSpPr>
        <p:spPr>
          <a:xfrm>
            <a:off x="480805" y="5883275"/>
            <a:ext cx="2057400" cy="365125"/>
          </a:xfrm>
          <a:prstGeom prst="rect">
            <a:avLst/>
          </a:prstGeom>
        </p:spPr>
        <p:txBody>
          <a:bodyPr vert="horz" lIns="91440" tIns="45720" rIns="91440" bIns="45720" rtlCol="0" anchor="ctr">
            <a:normAutofit/>
          </a:bodyP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defTabSz="457200">
              <a:spcAft>
                <a:spcPts val="600"/>
              </a:spcAft>
            </a:pPr>
            <a:fld id="{FEF2CCB8-730A-46A0-81A2-FB5ED352C581}" type="datetime1">
              <a:rPr lang="en-US" sz="1000" kern="1200" dirty="0">
                <a:solidFill>
                  <a:schemeClr val="tx1"/>
                </a:solidFill>
                <a:latin typeface="+mn-lt"/>
                <a:ea typeface="+mn-ea"/>
                <a:cs typeface="+mn-cs"/>
              </a:rPr>
              <a:pPr algn="l" defTabSz="457200">
                <a:spcAft>
                  <a:spcPts val="600"/>
                </a:spcAft>
              </a:pPr>
              <a:t>3/26/2024</a:t>
            </a:fld>
            <a:endParaRPr lang="en-US" sz="1000" kern="1200" dirty="0">
              <a:solidFill>
                <a:schemeClr val="tx1"/>
              </a:solidFill>
              <a:latin typeface="+mn-lt"/>
              <a:ea typeface="+mn-ea"/>
              <a:cs typeface="+mn-cs"/>
            </a:endParaRPr>
          </a:p>
        </p:txBody>
      </p:sp>
      <p:pic>
        <p:nvPicPr>
          <p:cNvPr id="21" name="Picture 20">
            <a:extLst>
              <a:ext uri="{FF2B5EF4-FFF2-40B4-BE49-F238E27FC236}">
                <a16:creationId xmlns:a16="http://schemas.microsoft.com/office/drawing/2014/main" id="{6AEBDF1A-221A-4497-BBA9-57A70D16151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78750" t="72830" b="14149"/>
          <a:stretch/>
        </p:blipFill>
        <p:spPr>
          <a:xfrm>
            <a:off x="1032794" y="5962903"/>
            <a:ext cx="1943100" cy="892925"/>
          </a:xfrm>
          <a:prstGeom prst="rect">
            <a:avLst/>
          </a:prstGeom>
        </p:spPr>
      </p:pic>
      <p:sp>
        <p:nvSpPr>
          <p:cNvPr id="5" name="Slide Number Placeholder 4"/>
          <p:cNvSpPr>
            <a:spLocks noGrp="1"/>
          </p:cNvSpPr>
          <p:nvPr>
            <p:ph type="sldNum" sz="quarter" idx="12"/>
          </p:nvPr>
        </p:nvSpPr>
        <p:spPr bwMode="gray">
          <a:xfrm>
            <a:off x="7885508" y="5883275"/>
            <a:ext cx="573161" cy="365125"/>
          </a:xfrm>
          <a:prstGeom prst="rect">
            <a:avLst/>
          </a:prstGeom>
        </p:spPr>
        <p:txBody>
          <a:bodyPr vert="horz" lIns="91440" tIns="45720" rIns="91440" bIns="45720" rtlCol="0" anchor="ctr">
            <a:normAutofit/>
          </a:bodyPr>
          <a:lstStyle>
            <a:defPPr>
              <a:defRPr lang="en-US"/>
            </a:defPPr>
            <a:lvl1pPr marL="0" algn="r" defTabSz="914400" rtl="0" eaLnBrk="1" latinLnBrk="0" hangingPunct="1">
              <a:defRPr sz="2000" kern="1200">
                <a:solidFill>
                  <a:srgbClr val="FE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a:spcAft>
                <a:spcPts val="600"/>
              </a:spcAft>
            </a:pPr>
            <a:fld id="{34237BF9-6925-4FE3-8F98-72FCD8F1A9AE}" type="slidenum">
              <a:rPr lang="en-US" sz="1000" kern="1200" dirty="0">
                <a:solidFill>
                  <a:schemeClr val="tx1"/>
                </a:solidFill>
                <a:latin typeface="+mn-lt"/>
                <a:ea typeface="+mn-ea"/>
                <a:cs typeface="+mn-cs"/>
              </a:rPr>
              <a:pPr defTabSz="457200">
                <a:spcAft>
                  <a:spcPts val="600"/>
                </a:spcAft>
              </a:pPr>
              <a:t>6</a:t>
            </a:fld>
            <a:endParaRPr lang="en-US" sz="1000" kern="1200" dirty="0">
              <a:solidFill>
                <a:schemeClr val="tx1"/>
              </a:solidFill>
              <a:latin typeface="+mn-lt"/>
              <a:ea typeface="+mn-ea"/>
              <a:cs typeface="+mn-cs"/>
            </a:endParaRPr>
          </a:p>
        </p:txBody>
      </p:sp>
      <p:graphicFrame>
        <p:nvGraphicFramePr>
          <p:cNvPr id="7" name="Content Placeholder 2">
            <a:extLst>
              <a:ext uri="{FF2B5EF4-FFF2-40B4-BE49-F238E27FC236}">
                <a16:creationId xmlns:a16="http://schemas.microsoft.com/office/drawing/2014/main" id="{1886869A-25F0-A0DC-FA30-644208FDE5AC}"/>
              </a:ext>
            </a:extLst>
          </p:cNvPr>
          <p:cNvGraphicFramePr>
            <a:graphicFrameLocks noGrp="1"/>
          </p:cNvGraphicFramePr>
          <p:nvPr>
            <p:ph idx="4294967295"/>
            <p:extLst>
              <p:ext uri="{D42A27DB-BD31-4B8C-83A1-F6EECF244321}">
                <p14:modId xmlns:p14="http://schemas.microsoft.com/office/powerpoint/2010/main" val="922782785"/>
              </p:ext>
            </p:extLst>
          </p:nvPr>
        </p:nvGraphicFramePr>
        <p:xfrm>
          <a:off x="3445668" y="889000"/>
          <a:ext cx="5012532" cy="4606925"/>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3955257498"/>
      </p:ext>
    </p:extLst>
  </p:cSld>
  <p:clrMapOvr>
    <a:masterClrMapping/>
  </p:clrMapOvr>
  <p:transition>
    <p:rand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BB635D-0637-A6C4-C7B7-49360F62CF0C}"/>
              </a:ext>
            </a:extLst>
          </p:cNvPr>
          <p:cNvSpPr>
            <a:spLocks noGrp="1"/>
          </p:cNvSpPr>
          <p:nvPr>
            <p:ph type="title"/>
          </p:nvPr>
        </p:nvSpPr>
        <p:spPr/>
        <p:txBody>
          <a:bodyPr/>
          <a:lstStyle/>
          <a:p>
            <a:r>
              <a:rPr lang="en-US" dirty="0"/>
              <a:t>four essential elements:</a:t>
            </a:r>
          </a:p>
        </p:txBody>
      </p:sp>
      <p:sp>
        <p:nvSpPr>
          <p:cNvPr id="5" name="Content Placeholder 4">
            <a:extLst>
              <a:ext uri="{FF2B5EF4-FFF2-40B4-BE49-F238E27FC236}">
                <a16:creationId xmlns:a16="http://schemas.microsoft.com/office/drawing/2014/main" id="{AD9646AA-7508-2FAF-9EA8-CC2E49BCD482}"/>
              </a:ext>
            </a:extLst>
          </p:cNvPr>
          <p:cNvSpPr>
            <a:spLocks noGrp="1"/>
          </p:cNvSpPr>
          <p:nvPr>
            <p:ph sz="quarter" idx="13"/>
          </p:nvPr>
        </p:nvSpPr>
        <p:spPr/>
        <p:txBody>
          <a:bodyPr>
            <a:normAutofit/>
          </a:bodyPr>
          <a:lstStyle/>
          <a:p>
            <a:r>
              <a:rPr lang="en-US" dirty="0"/>
              <a:t>The </a:t>
            </a:r>
            <a:r>
              <a:rPr lang="en-US" b="1" dirty="0"/>
              <a:t>pattern name </a:t>
            </a:r>
            <a:r>
              <a:rPr lang="en-US" dirty="0"/>
              <a:t>is a handle we can use to describe a design problem, its solutions, and consequences in a word or two. Naming a pattern immediately increases our design vocabulary. It lets us design at a higher level of abstraction.</a:t>
            </a:r>
          </a:p>
          <a:p>
            <a:r>
              <a:rPr lang="en-US" dirty="0"/>
              <a:t>The </a:t>
            </a:r>
            <a:r>
              <a:rPr lang="en-US" b="1" dirty="0"/>
              <a:t>problem</a:t>
            </a:r>
            <a:r>
              <a:rPr lang="en-US" dirty="0"/>
              <a:t> describes when to apply the pattern. It explains the problem and its context. It might describe specific design problems such as how to represent algorithms as objects .</a:t>
            </a:r>
          </a:p>
        </p:txBody>
      </p:sp>
      <p:sp>
        <p:nvSpPr>
          <p:cNvPr id="2" name="Date Placeholder 1">
            <a:extLst>
              <a:ext uri="{FF2B5EF4-FFF2-40B4-BE49-F238E27FC236}">
                <a16:creationId xmlns:a16="http://schemas.microsoft.com/office/drawing/2014/main" id="{A13A698A-B064-9948-87A8-0170996161C6}"/>
              </a:ext>
            </a:extLst>
          </p:cNvPr>
          <p:cNvSpPr>
            <a:spLocks noGrp="1"/>
          </p:cNvSpPr>
          <p:nvPr>
            <p:ph type="dt" sz="half" idx="10"/>
          </p:nvPr>
        </p:nvSpPr>
        <p:spPr/>
        <p:txBody>
          <a:bodyPr/>
          <a:lstStyle/>
          <a:p>
            <a:pPr>
              <a:defRPr/>
            </a:pPr>
            <a:fld id="{8FC35119-4326-4B12-8C41-028122D81B5B}" type="datetime4">
              <a:rPr lang="en-US" altLang="en-US" smtClean="0"/>
              <a:t>March 26, 2024</a:t>
            </a:fld>
            <a:endParaRPr lang="en-US" altLang="en-US"/>
          </a:p>
        </p:txBody>
      </p:sp>
      <p:sp>
        <p:nvSpPr>
          <p:cNvPr id="3" name="Slide Number Placeholder 2">
            <a:extLst>
              <a:ext uri="{FF2B5EF4-FFF2-40B4-BE49-F238E27FC236}">
                <a16:creationId xmlns:a16="http://schemas.microsoft.com/office/drawing/2014/main" id="{05BC515A-837A-FD54-5A5F-4A6FADA5BD84}"/>
              </a:ext>
            </a:extLst>
          </p:cNvPr>
          <p:cNvSpPr>
            <a:spLocks noGrp="1"/>
          </p:cNvSpPr>
          <p:nvPr>
            <p:ph type="sldNum" sz="quarter" idx="12"/>
          </p:nvPr>
        </p:nvSpPr>
        <p:spPr/>
        <p:txBody>
          <a:bodyPr/>
          <a:lstStyle/>
          <a:p>
            <a:pPr>
              <a:defRPr/>
            </a:pPr>
            <a:fld id="{CC516D0E-CD58-4E49-9F6D-689564ED6CA6}" type="slidenum">
              <a:rPr lang="en-US" altLang="en-US" smtClean="0"/>
              <a:pPr>
                <a:defRPr/>
              </a:pPr>
              <a:t>7</a:t>
            </a:fld>
            <a:endParaRPr lang="en-US" altLang="en-US"/>
          </a:p>
        </p:txBody>
      </p:sp>
    </p:spTree>
    <p:extLst>
      <p:ext uri="{BB962C8B-B14F-4D97-AF65-F5344CB8AC3E}">
        <p14:creationId xmlns:p14="http://schemas.microsoft.com/office/powerpoint/2010/main" val="3023258783"/>
      </p:ext>
    </p:extLst>
  </p:cSld>
  <p:clrMapOvr>
    <a:masterClrMapping/>
  </p:clrMapOvr>
  <p:transition>
    <p:rand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BB635D-0637-A6C4-C7B7-49360F62CF0C}"/>
              </a:ext>
            </a:extLst>
          </p:cNvPr>
          <p:cNvSpPr>
            <a:spLocks noGrp="1"/>
          </p:cNvSpPr>
          <p:nvPr>
            <p:ph type="title"/>
          </p:nvPr>
        </p:nvSpPr>
        <p:spPr/>
        <p:txBody>
          <a:bodyPr/>
          <a:lstStyle/>
          <a:p>
            <a:r>
              <a:rPr lang="en-US" dirty="0"/>
              <a:t>four essential elements:</a:t>
            </a:r>
          </a:p>
        </p:txBody>
      </p:sp>
      <p:sp>
        <p:nvSpPr>
          <p:cNvPr id="5" name="Content Placeholder 4">
            <a:extLst>
              <a:ext uri="{FF2B5EF4-FFF2-40B4-BE49-F238E27FC236}">
                <a16:creationId xmlns:a16="http://schemas.microsoft.com/office/drawing/2014/main" id="{AD9646AA-7508-2FAF-9EA8-CC2E49BCD482}"/>
              </a:ext>
            </a:extLst>
          </p:cNvPr>
          <p:cNvSpPr>
            <a:spLocks noGrp="1"/>
          </p:cNvSpPr>
          <p:nvPr>
            <p:ph sz="quarter" idx="13"/>
          </p:nvPr>
        </p:nvSpPr>
        <p:spPr/>
        <p:txBody>
          <a:bodyPr>
            <a:normAutofit fontScale="92500" lnSpcReduction="10000"/>
          </a:bodyPr>
          <a:lstStyle/>
          <a:p>
            <a:r>
              <a:rPr lang="en-US" dirty="0"/>
              <a:t>The </a:t>
            </a:r>
            <a:r>
              <a:rPr lang="en-US" b="1" dirty="0"/>
              <a:t>solution</a:t>
            </a:r>
            <a:r>
              <a:rPr lang="en-US" dirty="0"/>
              <a:t> describes the elements that make up the design, their relationships, responsibilities, and collaborations. The solution doesn't describe a particular concrete design or implementation, because a pattern is like a template that can be applied in many different situations</a:t>
            </a:r>
          </a:p>
          <a:p>
            <a:r>
              <a:rPr lang="en-US" dirty="0"/>
              <a:t>The </a:t>
            </a:r>
            <a:r>
              <a:rPr lang="en-US" b="1" dirty="0"/>
              <a:t>consequences</a:t>
            </a:r>
            <a:r>
              <a:rPr lang="en-US" dirty="0"/>
              <a:t> are the results and trade-offs of applying the pattern. Though consequences are often unvoiced when we describe design decisions, they are critical for evaluating design alternatives and for understanding the costs and benefits of applying the pattern</a:t>
            </a:r>
          </a:p>
        </p:txBody>
      </p:sp>
      <p:sp>
        <p:nvSpPr>
          <p:cNvPr id="2" name="Date Placeholder 1">
            <a:extLst>
              <a:ext uri="{FF2B5EF4-FFF2-40B4-BE49-F238E27FC236}">
                <a16:creationId xmlns:a16="http://schemas.microsoft.com/office/drawing/2014/main" id="{A13A698A-B064-9948-87A8-0170996161C6}"/>
              </a:ext>
            </a:extLst>
          </p:cNvPr>
          <p:cNvSpPr>
            <a:spLocks noGrp="1"/>
          </p:cNvSpPr>
          <p:nvPr>
            <p:ph type="dt" sz="half" idx="10"/>
          </p:nvPr>
        </p:nvSpPr>
        <p:spPr/>
        <p:txBody>
          <a:bodyPr/>
          <a:lstStyle/>
          <a:p>
            <a:pPr>
              <a:defRPr/>
            </a:pPr>
            <a:fld id="{8FC35119-4326-4B12-8C41-028122D81B5B}" type="datetime4">
              <a:rPr lang="en-US" altLang="en-US" smtClean="0"/>
              <a:t>March 26, 2024</a:t>
            </a:fld>
            <a:endParaRPr lang="en-US" altLang="en-US"/>
          </a:p>
        </p:txBody>
      </p:sp>
      <p:sp>
        <p:nvSpPr>
          <p:cNvPr id="3" name="Slide Number Placeholder 2">
            <a:extLst>
              <a:ext uri="{FF2B5EF4-FFF2-40B4-BE49-F238E27FC236}">
                <a16:creationId xmlns:a16="http://schemas.microsoft.com/office/drawing/2014/main" id="{05BC515A-837A-FD54-5A5F-4A6FADA5BD84}"/>
              </a:ext>
            </a:extLst>
          </p:cNvPr>
          <p:cNvSpPr>
            <a:spLocks noGrp="1"/>
          </p:cNvSpPr>
          <p:nvPr>
            <p:ph type="sldNum" sz="quarter" idx="12"/>
          </p:nvPr>
        </p:nvSpPr>
        <p:spPr/>
        <p:txBody>
          <a:bodyPr/>
          <a:lstStyle/>
          <a:p>
            <a:pPr>
              <a:defRPr/>
            </a:pPr>
            <a:fld id="{CC516D0E-CD58-4E49-9F6D-689564ED6CA6}" type="slidenum">
              <a:rPr lang="en-US" altLang="en-US" smtClean="0"/>
              <a:pPr>
                <a:defRPr/>
              </a:pPr>
              <a:t>8</a:t>
            </a:fld>
            <a:endParaRPr lang="en-US" altLang="en-US"/>
          </a:p>
        </p:txBody>
      </p:sp>
    </p:spTree>
    <p:extLst>
      <p:ext uri="{BB962C8B-B14F-4D97-AF65-F5344CB8AC3E}">
        <p14:creationId xmlns:p14="http://schemas.microsoft.com/office/powerpoint/2010/main" val="1791658408"/>
      </p:ext>
    </p:extLst>
  </p:cSld>
  <p:clrMapOvr>
    <a:masterClrMapping/>
  </p:clrMapOvr>
  <p:transition>
    <p:rand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rotWithShape="1">
          <a:blip r:embed="rId2" cstate="print"/>
          <a:srcRect t="11041" b="9555"/>
          <a:stretch/>
        </p:blipFill>
        <p:spPr>
          <a:xfrm>
            <a:off x="667665" y="1905000"/>
            <a:ext cx="7808670" cy="4648200"/>
          </a:xfrm>
          <a:prstGeom prst="rect">
            <a:avLst/>
          </a:prstGeom>
        </p:spPr>
      </p:pic>
      <p:sp>
        <p:nvSpPr>
          <p:cNvPr id="3" name="Title 2">
            <a:extLst>
              <a:ext uri="{FF2B5EF4-FFF2-40B4-BE49-F238E27FC236}">
                <a16:creationId xmlns:a16="http://schemas.microsoft.com/office/drawing/2014/main" id="{197559E0-816C-B871-BB87-E88869C7AEA4}"/>
              </a:ext>
            </a:extLst>
          </p:cNvPr>
          <p:cNvSpPr>
            <a:spLocks noGrp="1"/>
          </p:cNvSpPr>
          <p:nvPr>
            <p:ph type="title"/>
          </p:nvPr>
        </p:nvSpPr>
        <p:spPr/>
        <p:txBody>
          <a:bodyPr/>
          <a:lstStyle/>
          <a:p>
            <a:r>
              <a:rPr lang="en-US" dirty="0"/>
              <a:t>Why use patterns</a:t>
            </a:r>
          </a:p>
        </p:txBody>
      </p:sp>
    </p:spTree>
  </p:cSld>
  <p:clrMapOvr>
    <a:masterClrMapping/>
  </p:clrMapOvr>
  <p:transition>
    <p:rand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B89C6-F202-146B-AD4B-C638CEA55658}"/>
              </a:ext>
            </a:extLst>
          </p:cNvPr>
          <p:cNvSpPr>
            <a:spLocks noGrp="1"/>
          </p:cNvSpPr>
          <p:nvPr>
            <p:ph type="title"/>
          </p:nvPr>
        </p:nvSpPr>
        <p:spPr/>
        <p:txBody>
          <a:bodyPr/>
          <a:lstStyle/>
          <a:p>
            <a:r>
              <a:rPr lang="en-US" dirty="0"/>
              <a:t>Describing design patterns</a:t>
            </a:r>
          </a:p>
        </p:txBody>
      </p:sp>
      <p:sp>
        <p:nvSpPr>
          <p:cNvPr id="3" name="Date Placeholder 2">
            <a:extLst>
              <a:ext uri="{FF2B5EF4-FFF2-40B4-BE49-F238E27FC236}">
                <a16:creationId xmlns:a16="http://schemas.microsoft.com/office/drawing/2014/main" id="{F7DD076A-7B28-D89D-436C-CAFF93793C16}"/>
              </a:ext>
            </a:extLst>
          </p:cNvPr>
          <p:cNvSpPr>
            <a:spLocks noGrp="1"/>
          </p:cNvSpPr>
          <p:nvPr>
            <p:ph type="dt" sz="half" idx="10"/>
          </p:nvPr>
        </p:nvSpPr>
        <p:spPr/>
        <p:txBody>
          <a:bodyPr/>
          <a:lstStyle/>
          <a:p>
            <a:pPr>
              <a:defRPr/>
            </a:pPr>
            <a:fld id="{3A100575-81D0-4836-BDA5-88ECA2DF1A30}" type="datetime4">
              <a:rPr lang="en-US" altLang="en-US" smtClean="0"/>
              <a:t>March 26, 2024</a:t>
            </a:fld>
            <a:endParaRPr lang="en-US" altLang="en-US"/>
          </a:p>
        </p:txBody>
      </p:sp>
      <p:sp>
        <p:nvSpPr>
          <p:cNvPr id="4" name="Slide Number Placeholder 3">
            <a:extLst>
              <a:ext uri="{FF2B5EF4-FFF2-40B4-BE49-F238E27FC236}">
                <a16:creationId xmlns:a16="http://schemas.microsoft.com/office/drawing/2014/main" id="{B9A0FFA2-4332-7C9A-A3DB-EF127675C930}"/>
              </a:ext>
            </a:extLst>
          </p:cNvPr>
          <p:cNvSpPr>
            <a:spLocks noGrp="1"/>
          </p:cNvSpPr>
          <p:nvPr>
            <p:ph type="sldNum" sz="quarter" idx="12"/>
          </p:nvPr>
        </p:nvSpPr>
        <p:spPr/>
        <p:txBody>
          <a:bodyPr/>
          <a:lstStyle/>
          <a:p>
            <a:pPr>
              <a:defRPr/>
            </a:pPr>
            <a:fld id="{F02FF4ED-2B23-4CC6-834A-FCFA22AF88CD}" type="slidenum">
              <a:rPr lang="en-US" altLang="en-US" smtClean="0"/>
              <a:pPr>
                <a:defRPr/>
              </a:pPr>
              <a:t>10</a:t>
            </a:fld>
            <a:endParaRPr lang="en-US" altLang="en-US"/>
          </a:p>
        </p:txBody>
      </p:sp>
      <p:sp>
        <p:nvSpPr>
          <p:cNvPr id="6" name="TextBox 5">
            <a:extLst>
              <a:ext uri="{FF2B5EF4-FFF2-40B4-BE49-F238E27FC236}">
                <a16:creationId xmlns:a16="http://schemas.microsoft.com/office/drawing/2014/main" id="{0E82FC44-9F0A-C8B5-7E42-A2B8238CE02E}"/>
              </a:ext>
            </a:extLst>
          </p:cNvPr>
          <p:cNvSpPr txBox="1"/>
          <p:nvPr/>
        </p:nvSpPr>
        <p:spPr>
          <a:xfrm>
            <a:off x="685330" y="1981200"/>
            <a:ext cx="8001470" cy="4062651"/>
          </a:xfrm>
          <a:prstGeom prst="rect">
            <a:avLst/>
          </a:prstGeom>
          <a:noFill/>
        </p:spPr>
        <p:txBody>
          <a:bodyPr wrap="square">
            <a:spAutoFit/>
          </a:bodyPr>
          <a:lstStyle/>
          <a:p>
            <a:r>
              <a:rPr lang="en-US" dirty="0"/>
              <a:t>How do we describe design patterns? </a:t>
            </a:r>
          </a:p>
          <a:p>
            <a:pPr marL="285750" indent="-285750">
              <a:buFont typeface="Arial" panose="020B0604020202020204" pitchFamily="34" charset="0"/>
              <a:buChar char="•"/>
            </a:pPr>
            <a:r>
              <a:rPr lang="en-US" sz="2000" b="1" dirty="0"/>
              <a:t>Graphical notations</a:t>
            </a:r>
            <a:r>
              <a:rPr lang="en-US" sz="2000" dirty="0"/>
              <a:t>, while important and useful, aren't sufficient. </a:t>
            </a:r>
          </a:p>
          <a:p>
            <a:pPr marL="285750" indent="-285750">
              <a:buFont typeface="Arial" panose="020B0604020202020204" pitchFamily="34" charset="0"/>
              <a:buChar char="•"/>
            </a:pPr>
            <a:r>
              <a:rPr lang="en-US" sz="2000" dirty="0"/>
              <a:t>They simply capture the product of the design process as relationships between classes and objects. </a:t>
            </a:r>
          </a:p>
          <a:p>
            <a:pPr marL="285750" indent="-285750">
              <a:buFont typeface="Arial" panose="020B0604020202020204" pitchFamily="34" charset="0"/>
              <a:buChar char="•"/>
            </a:pPr>
            <a:r>
              <a:rPr lang="en-US" sz="2000" dirty="0"/>
              <a:t>To reuse the design, we must also record the decisions, alternatives, and trade-offs that led to it. </a:t>
            </a:r>
          </a:p>
          <a:p>
            <a:pPr marL="285750" indent="-285750">
              <a:buFont typeface="Arial" panose="020B0604020202020204" pitchFamily="34" charset="0"/>
              <a:buChar char="•"/>
            </a:pPr>
            <a:r>
              <a:rPr lang="en-US" sz="2000" dirty="0"/>
              <a:t>Concrete examples are important too, because they help you see the design in action. We describe design patterns using a consistent format. </a:t>
            </a:r>
          </a:p>
          <a:p>
            <a:pPr marL="285750" indent="-285750">
              <a:buFont typeface="Arial" panose="020B0604020202020204" pitchFamily="34" charset="0"/>
              <a:buChar char="•"/>
            </a:pPr>
            <a:r>
              <a:rPr lang="en-US" sz="2000" dirty="0"/>
              <a:t>Each pattern is divided into sections according to the following template. </a:t>
            </a:r>
          </a:p>
          <a:p>
            <a:pPr marL="285750" indent="-285750">
              <a:buFont typeface="Arial" panose="020B0604020202020204" pitchFamily="34" charset="0"/>
              <a:buChar char="•"/>
            </a:pPr>
            <a:r>
              <a:rPr lang="en-US" sz="2000" dirty="0"/>
              <a:t>The </a:t>
            </a:r>
            <a:r>
              <a:rPr lang="en-US" sz="2000" b="1" dirty="0"/>
              <a:t>template</a:t>
            </a:r>
            <a:r>
              <a:rPr lang="en-US" sz="2000" dirty="0"/>
              <a:t> lends a uniform structure to the information, making design patterns easier to learn, compare, and use.</a:t>
            </a:r>
          </a:p>
        </p:txBody>
      </p:sp>
    </p:spTree>
    <p:extLst>
      <p:ext uri="{BB962C8B-B14F-4D97-AF65-F5344CB8AC3E}">
        <p14:creationId xmlns:p14="http://schemas.microsoft.com/office/powerpoint/2010/main" val="2534478793"/>
      </p:ext>
    </p:extLst>
  </p:cSld>
  <p:clrMapOvr>
    <a:masterClrMapping/>
  </p:clrMapOvr>
  <p:transition>
    <p:rand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B89C6-F202-146B-AD4B-C638CEA55658}"/>
              </a:ext>
            </a:extLst>
          </p:cNvPr>
          <p:cNvSpPr>
            <a:spLocks noGrp="1"/>
          </p:cNvSpPr>
          <p:nvPr>
            <p:ph type="title"/>
          </p:nvPr>
        </p:nvSpPr>
        <p:spPr/>
        <p:txBody>
          <a:bodyPr/>
          <a:lstStyle/>
          <a:p>
            <a:r>
              <a:rPr lang="en-US" dirty="0"/>
              <a:t>Describing design patterns</a:t>
            </a:r>
          </a:p>
        </p:txBody>
      </p:sp>
      <p:sp>
        <p:nvSpPr>
          <p:cNvPr id="3" name="Date Placeholder 2">
            <a:extLst>
              <a:ext uri="{FF2B5EF4-FFF2-40B4-BE49-F238E27FC236}">
                <a16:creationId xmlns:a16="http://schemas.microsoft.com/office/drawing/2014/main" id="{F7DD076A-7B28-D89D-436C-CAFF93793C16}"/>
              </a:ext>
            </a:extLst>
          </p:cNvPr>
          <p:cNvSpPr>
            <a:spLocks noGrp="1"/>
          </p:cNvSpPr>
          <p:nvPr>
            <p:ph type="dt" sz="half" idx="10"/>
          </p:nvPr>
        </p:nvSpPr>
        <p:spPr/>
        <p:txBody>
          <a:bodyPr/>
          <a:lstStyle/>
          <a:p>
            <a:pPr>
              <a:defRPr/>
            </a:pPr>
            <a:fld id="{3A100575-81D0-4836-BDA5-88ECA2DF1A30}" type="datetime4">
              <a:rPr lang="en-US" altLang="en-US" smtClean="0"/>
              <a:t>March 26, 2024</a:t>
            </a:fld>
            <a:endParaRPr lang="en-US" altLang="en-US"/>
          </a:p>
        </p:txBody>
      </p:sp>
      <p:sp>
        <p:nvSpPr>
          <p:cNvPr id="4" name="Slide Number Placeholder 3">
            <a:extLst>
              <a:ext uri="{FF2B5EF4-FFF2-40B4-BE49-F238E27FC236}">
                <a16:creationId xmlns:a16="http://schemas.microsoft.com/office/drawing/2014/main" id="{B9A0FFA2-4332-7C9A-A3DB-EF127675C930}"/>
              </a:ext>
            </a:extLst>
          </p:cNvPr>
          <p:cNvSpPr>
            <a:spLocks noGrp="1"/>
          </p:cNvSpPr>
          <p:nvPr>
            <p:ph type="sldNum" sz="quarter" idx="12"/>
          </p:nvPr>
        </p:nvSpPr>
        <p:spPr/>
        <p:txBody>
          <a:bodyPr/>
          <a:lstStyle/>
          <a:p>
            <a:pPr>
              <a:defRPr/>
            </a:pPr>
            <a:fld id="{F02FF4ED-2B23-4CC6-834A-FCFA22AF88CD}" type="slidenum">
              <a:rPr lang="en-US" altLang="en-US" smtClean="0"/>
              <a:pPr>
                <a:defRPr/>
              </a:pPr>
              <a:t>11</a:t>
            </a:fld>
            <a:endParaRPr lang="en-US" altLang="en-US"/>
          </a:p>
        </p:txBody>
      </p:sp>
      <p:sp>
        <p:nvSpPr>
          <p:cNvPr id="6" name="TextBox 5">
            <a:extLst>
              <a:ext uri="{FF2B5EF4-FFF2-40B4-BE49-F238E27FC236}">
                <a16:creationId xmlns:a16="http://schemas.microsoft.com/office/drawing/2014/main" id="{0E82FC44-9F0A-C8B5-7E42-A2B8238CE02E}"/>
              </a:ext>
            </a:extLst>
          </p:cNvPr>
          <p:cNvSpPr txBox="1"/>
          <p:nvPr/>
        </p:nvSpPr>
        <p:spPr>
          <a:xfrm>
            <a:off x="685330" y="1981200"/>
            <a:ext cx="8001470" cy="4678204"/>
          </a:xfrm>
          <a:prstGeom prst="rect">
            <a:avLst/>
          </a:prstGeom>
          <a:noFill/>
        </p:spPr>
        <p:txBody>
          <a:bodyPr wrap="square">
            <a:spAutoFit/>
          </a:bodyPr>
          <a:lstStyle/>
          <a:p>
            <a:pPr marL="285750" indent="-285750">
              <a:buFont typeface="Arial" panose="020B0604020202020204" pitchFamily="34" charset="0"/>
              <a:buChar char="•"/>
            </a:pPr>
            <a:r>
              <a:rPr lang="en-US" sz="2000" b="1" dirty="0"/>
              <a:t>Pattern Name </a:t>
            </a:r>
            <a:r>
              <a:rPr lang="en-US" sz="2000" dirty="0"/>
              <a:t>and Classification The pattern's name conveys the essence of the pattern succinctly. A good name is vital, because it will become part of your design vocabulary. </a:t>
            </a:r>
          </a:p>
          <a:p>
            <a:pPr marL="285750" indent="-285750">
              <a:buFont typeface="Arial" panose="020B0604020202020204" pitchFamily="34" charset="0"/>
              <a:buChar char="•"/>
            </a:pPr>
            <a:r>
              <a:rPr lang="en-US" sz="2000" b="1" dirty="0"/>
              <a:t>Intent</a:t>
            </a:r>
            <a:r>
              <a:rPr lang="en-US" sz="2000" dirty="0"/>
              <a:t> A short statement that answers the following questions: What does the design pattern do? What is its rationale and intent? What particular design issue or problem does it address? </a:t>
            </a:r>
          </a:p>
          <a:p>
            <a:pPr marL="285750" indent="-285750">
              <a:buFont typeface="Arial" panose="020B0604020202020204" pitchFamily="34" charset="0"/>
              <a:buChar char="•"/>
            </a:pPr>
            <a:r>
              <a:rPr lang="en-US" sz="2000" b="1" dirty="0"/>
              <a:t>Also Known As</a:t>
            </a:r>
            <a:r>
              <a:rPr lang="en-US" sz="2000" dirty="0"/>
              <a:t> Other well-known names for the pattern, if any. </a:t>
            </a:r>
          </a:p>
          <a:p>
            <a:pPr marL="285750" indent="-285750">
              <a:buFont typeface="Arial" panose="020B0604020202020204" pitchFamily="34" charset="0"/>
              <a:buChar char="•"/>
            </a:pPr>
            <a:r>
              <a:rPr lang="en-US" sz="2000" b="1" dirty="0"/>
              <a:t>Motivation</a:t>
            </a:r>
            <a:r>
              <a:rPr lang="en-US" sz="2000" dirty="0"/>
              <a:t> A scenario that illustrates a design problem and how the class and object </a:t>
            </a:r>
            <a:r>
              <a:rPr lang="en-US" sz="2000" dirty="0" err="1"/>
              <a:t>structuresin</a:t>
            </a:r>
            <a:r>
              <a:rPr lang="en-US" sz="2000" dirty="0"/>
              <a:t> the pattern solve the problem. The scenario will help you understand the more abstract description of the pattern that follows. </a:t>
            </a:r>
          </a:p>
          <a:p>
            <a:pPr marL="285750" indent="-285750">
              <a:buFont typeface="Arial" panose="020B0604020202020204" pitchFamily="34" charset="0"/>
              <a:buChar char="•"/>
            </a:pPr>
            <a:r>
              <a:rPr lang="en-US" sz="2000" b="1" dirty="0"/>
              <a:t>Applicability</a:t>
            </a:r>
            <a:r>
              <a:rPr lang="en-US" sz="2000" dirty="0"/>
              <a:t> What are the situations in which the design pattern can be applied? What are examples of poor designs that the pattern can address? How can you recognize these situations? </a:t>
            </a:r>
          </a:p>
          <a:p>
            <a:endParaRPr lang="en-US" sz="2000" dirty="0"/>
          </a:p>
        </p:txBody>
      </p:sp>
    </p:spTree>
    <p:extLst>
      <p:ext uri="{BB962C8B-B14F-4D97-AF65-F5344CB8AC3E}">
        <p14:creationId xmlns:p14="http://schemas.microsoft.com/office/powerpoint/2010/main" val="2001047542"/>
      </p:ext>
    </p:extLst>
  </p:cSld>
  <p:clrMapOvr>
    <a:masterClrMapping/>
  </p:clrMapOvr>
  <p:transition>
    <p:rand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B89C6-F202-146B-AD4B-C638CEA55658}"/>
              </a:ext>
            </a:extLst>
          </p:cNvPr>
          <p:cNvSpPr>
            <a:spLocks noGrp="1"/>
          </p:cNvSpPr>
          <p:nvPr>
            <p:ph type="title"/>
          </p:nvPr>
        </p:nvSpPr>
        <p:spPr/>
        <p:txBody>
          <a:bodyPr/>
          <a:lstStyle/>
          <a:p>
            <a:r>
              <a:rPr lang="en-US" dirty="0"/>
              <a:t>Describing design patterns</a:t>
            </a:r>
          </a:p>
        </p:txBody>
      </p:sp>
      <p:sp>
        <p:nvSpPr>
          <p:cNvPr id="3" name="Date Placeholder 2">
            <a:extLst>
              <a:ext uri="{FF2B5EF4-FFF2-40B4-BE49-F238E27FC236}">
                <a16:creationId xmlns:a16="http://schemas.microsoft.com/office/drawing/2014/main" id="{F7DD076A-7B28-D89D-436C-CAFF93793C16}"/>
              </a:ext>
            </a:extLst>
          </p:cNvPr>
          <p:cNvSpPr>
            <a:spLocks noGrp="1"/>
          </p:cNvSpPr>
          <p:nvPr>
            <p:ph type="dt" sz="half" idx="10"/>
          </p:nvPr>
        </p:nvSpPr>
        <p:spPr/>
        <p:txBody>
          <a:bodyPr/>
          <a:lstStyle/>
          <a:p>
            <a:pPr>
              <a:defRPr/>
            </a:pPr>
            <a:fld id="{3A100575-81D0-4836-BDA5-88ECA2DF1A30}" type="datetime4">
              <a:rPr lang="en-US" altLang="en-US" smtClean="0"/>
              <a:t>March 26, 2024</a:t>
            </a:fld>
            <a:endParaRPr lang="en-US" altLang="en-US"/>
          </a:p>
        </p:txBody>
      </p:sp>
      <p:sp>
        <p:nvSpPr>
          <p:cNvPr id="4" name="Slide Number Placeholder 3">
            <a:extLst>
              <a:ext uri="{FF2B5EF4-FFF2-40B4-BE49-F238E27FC236}">
                <a16:creationId xmlns:a16="http://schemas.microsoft.com/office/drawing/2014/main" id="{B9A0FFA2-4332-7C9A-A3DB-EF127675C930}"/>
              </a:ext>
            </a:extLst>
          </p:cNvPr>
          <p:cNvSpPr>
            <a:spLocks noGrp="1"/>
          </p:cNvSpPr>
          <p:nvPr>
            <p:ph type="sldNum" sz="quarter" idx="12"/>
          </p:nvPr>
        </p:nvSpPr>
        <p:spPr/>
        <p:txBody>
          <a:bodyPr/>
          <a:lstStyle/>
          <a:p>
            <a:pPr>
              <a:defRPr/>
            </a:pPr>
            <a:fld id="{F02FF4ED-2B23-4CC6-834A-FCFA22AF88CD}" type="slidenum">
              <a:rPr lang="en-US" altLang="en-US" smtClean="0"/>
              <a:pPr>
                <a:defRPr/>
              </a:pPr>
              <a:t>12</a:t>
            </a:fld>
            <a:endParaRPr lang="en-US" altLang="en-US"/>
          </a:p>
        </p:txBody>
      </p:sp>
      <p:sp>
        <p:nvSpPr>
          <p:cNvPr id="6" name="TextBox 5">
            <a:extLst>
              <a:ext uri="{FF2B5EF4-FFF2-40B4-BE49-F238E27FC236}">
                <a16:creationId xmlns:a16="http://schemas.microsoft.com/office/drawing/2014/main" id="{0E82FC44-9F0A-C8B5-7E42-A2B8238CE02E}"/>
              </a:ext>
            </a:extLst>
          </p:cNvPr>
          <p:cNvSpPr txBox="1"/>
          <p:nvPr/>
        </p:nvSpPr>
        <p:spPr>
          <a:xfrm>
            <a:off x="685330" y="1981200"/>
            <a:ext cx="8001470" cy="4370427"/>
          </a:xfrm>
          <a:prstGeom prst="rect">
            <a:avLst/>
          </a:prstGeom>
          <a:noFill/>
        </p:spPr>
        <p:txBody>
          <a:bodyPr wrap="square">
            <a:spAutoFit/>
          </a:bodyPr>
          <a:lstStyle/>
          <a:p>
            <a:pPr marL="285750" indent="-285750">
              <a:buFont typeface="Arial" panose="020B0604020202020204" pitchFamily="34" charset="0"/>
              <a:buChar char="•"/>
            </a:pPr>
            <a:r>
              <a:rPr lang="en-US" sz="2000" b="1" dirty="0"/>
              <a:t>Structure</a:t>
            </a:r>
            <a:r>
              <a:rPr lang="en-US" sz="2000" dirty="0"/>
              <a:t> A graphical representation of the classes in the pattern using a notation based on the Object Modeling Technique (OMT)[RBP+91]. We also use interaction diagrams [JCJO92, Boo94] to illustrate sequences of requests and collaborations between objects.</a:t>
            </a:r>
          </a:p>
          <a:p>
            <a:pPr marL="285750" indent="-285750">
              <a:buFont typeface="Arial" panose="020B0604020202020204" pitchFamily="34" charset="0"/>
              <a:buChar char="•"/>
            </a:pPr>
            <a:r>
              <a:rPr lang="en-US" sz="2000" b="1" dirty="0"/>
              <a:t>Participants</a:t>
            </a:r>
            <a:r>
              <a:rPr lang="en-US" sz="2000" dirty="0"/>
              <a:t> The classes and/or objects participating in the design pattern and their responsibilities. </a:t>
            </a:r>
          </a:p>
          <a:p>
            <a:pPr marL="285750" indent="-285750">
              <a:buFont typeface="Arial" panose="020B0604020202020204" pitchFamily="34" charset="0"/>
              <a:buChar char="•"/>
            </a:pPr>
            <a:r>
              <a:rPr lang="en-US" sz="2000" b="1" dirty="0"/>
              <a:t>Collaborations</a:t>
            </a:r>
            <a:r>
              <a:rPr lang="en-US" sz="2000" dirty="0"/>
              <a:t> How the participants collaborate to carry out their responsibilities. </a:t>
            </a:r>
          </a:p>
          <a:p>
            <a:pPr marL="285750" indent="-285750">
              <a:buFont typeface="Arial" panose="020B0604020202020204" pitchFamily="34" charset="0"/>
              <a:buChar char="•"/>
            </a:pPr>
            <a:r>
              <a:rPr lang="en-US" sz="2000" b="1" dirty="0"/>
              <a:t>Consequences</a:t>
            </a:r>
            <a:r>
              <a:rPr lang="en-US" sz="2000" dirty="0"/>
              <a:t> How does the pattern support its objectives? What are the trade-offs and results of using the pattern? What aspect of system structure does it let you vary independently? </a:t>
            </a:r>
          </a:p>
          <a:p>
            <a:endParaRPr lang="en-US" dirty="0"/>
          </a:p>
          <a:p>
            <a:endParaRPr lang="en-US" sz="2000" dirty="0"/>
          </a:p>
        </p:txBody>
      </p:sp>
    </p:spTree>
    <p:extLst>
      <p:ext uri="{BB962C8B-B14F-4D97-AF65-F5344CB8AC3E}">
        <p14:creationId xmlns:p14="http://schemas.microsoft.com/office/powerpoint/2010/main" val="81813713"/>
      </p:ext>
    </p:extLst>
  </p:cSld>
  <p:clrMapOvr>
    <a:masterClrMapping/>
  </p:clrMapOvr>
  <p:transition>
    <p:rand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B89C6-F202-146B-AD4B-C638CEA55658}"/>
              </a:ext>
            </a:extLst>
          </p:cNvPr>
          <p:cNvSpPr>
            <a:spLocks noGrp="1"/>
          </p:cNvSpPr>
          <p:nvPr>
            <p:ph type="title"/>
          </p:nvPr>
        </p:nvSpPr>
        <p:spPr/>
        <p:txBody>
          <a:bodyPr/>
          <a:lstStyle/>
          <a:p>
            <a:r>
              <a:rPr lang="en-US" dirty="0"/>
              <a:t>Describing design patterns</a:t>
            </a:r>
          </a:p>
        </p:txBody>
      </p:sp>
      <p:sp>
        <p:nvSpPr>
          <p:cNvPr id="3" name="Date Placeholder 2">
            <a:extLst>
              <a:ext uri="{FF2B5EF4-FFF2-40B4-BE49-F238E27FC236}">
                <a16:creationId xmlns:a16="http://schemas.microsoft.com/office/drawing/2014/main" id="{F7DD076A-7B28-D89D-436C-CAFF93793C16}"/>
              </a:ext>
            </a:extLst>
          </p:cNvPr>
          <p:cNvSpPr>
            <a:spLocks noGrp="1"/>
          </p:cNvSpPr>
          <p:nvPr>
            <p:ph type="dt" sz="half" idx="10"/>
          </p:nvPr>
        </p:nvSpPr>
        <p:spPr/>
        <p:txBody>
          <a:bodyPr/>
          <a:lstStyle/>
          <a:p>
            <a:pPr>
              <a:defRPr/>
            </a:pPr>
            <a:fld id="{3A100575-81D0-4836-BDA5-88ECA2DF1A30}" type="datetime4">
              <a:rPr lang="en-US" altLang="en-US" smtClean="0"/>
              <a:t>March 26, 2024</a:t>
            </a:fld>
            <a:endParaRPr lang="en-US" altLang="en-US"/>
          </a:p>
        </p:txBody>
      </p:sp>
      <p:sp>
        <p:nvSpPr>
          <p:cNvPr id="4" name="Slide Number Placeholder 3">
            <a:extLst>
              <a:ext uri="{FF2B5EF4-FFF2-40B4-BE49-F238E27FC236}">
                <a16:creationId xmlns:a16="http://schemas.microsoft.com/office/drawing/2014/main" id="{B9A0FFA2-4332-7C9A-A3DB-EF127675C930}"/>
              </a:ext>
            </a:extLst>
          </p:cNvPr>
          <p:cNvSpPr>
            <a:spLocks noGrp="1"/>
          </p:cNvSpPr>
          <p:nvPr>
            <p:ph type="sldNum" sz="quarter" idx="12"/>
          </p:nvPr>
        </p:nvSpPr>
        <p:spPr/>
        <p:txBody>
          <a:bodyPr/>
          <a:lstStyle/>
          <a:p>
            <a:pPr>
              <a:defRPr/>
            </a:pPr>
            <a:fld id="{F02FF4ED-2B23-4CC6-834A-FCFA22AF88CD}" type="slidenum">
              <a:rPr lang="en-US" altLang="en-US" smtClean="0"/>
              <a:pPr>
                <a:defRPr/>
              </a:pPr>
              <a:t>13</a:t>
            </a:fld>
            <a:endParaRPr lang="en-US" altLang="en-US"/>
          </a:p>
        </p:txBody>
      </p:sp>
      <p:sp>
        <p:nvSpPr>
          <p:cNvPr id="6" name="TextBox 5">
            <a:extLst>
              <a:ext uri="{FF2B5EF4-FFF2-40B4-BE49-F238E27FC236}">
                <a16:creationId xmlns:a16="http://schemas.microsoft.com/office/drawing/2014/main" id="{0E82FC44-9F0A-C8B5-7E42-A2B8238CE02E}"/>
              </a:ext>
            </a:extLst>
          </p:cNvPr>
          <p:cNvSpPr txBox="1"/>
          <p:nvPr/>
        </p:nvSpPr>
        <p:spPr>
          <a:xfrm>
            <a:off x="685330" y="1981200"/>
            <a:ext cx="8001470" cy="4462760"/>
          </a:xfrm>
          <a:prstGeom prst="rect">
            <a:avLst/>
          </a:prstGeom>
          <a:noFill/>
        </p:spPr>
        <p:txBody>
          <a:bodyPr wrap="square">
            <a:spAutoFit/>
          </a:bodyPr>
          <a:lstStyle/>
          <a:p>
            <a:pPr marL="285750" indent="-285750">
              <a:buFont typeface="Arial" panose="020B0604020202020204" pitchFamily="34" charset="0"/>
              <a:buChar char="•"/>
            </a:pPr>
            <a:r>
              <a:rPr lang="en-US" sz="2400" b="1" dirty="0"/>
              <a:t>Implementation</a:t>
            </a:r>
            <a:r>
              <a:rPr lang="en-US" sz="2400" dirty="0"/>
              <a:t> What pitfalls, hints, or techniques should you be aware of when implementing the pattern? Are there language-specific issues?</a:t>
            </a:r>
          </a:p>
          <a:p>
            <a:pPr marL="285750" indent="-285750">
              <a:buFont typeface="Arial" panose="020B0604020202020204" pitchFamily="34" charset="0"/>
              <a:buChar char="•"/>
            </a:pPr>
            <a:r>
              <a:rPr lang="en-US" sz="2400" b="1" dirty="0"/>
              <a:t>Sample Code </a:t>
            </a:r>
            <a:r>
              <a:rPr lang="en-US" sz="2400" dirty="0" err="1"/>
              <a:t>Code</a:t>
            </a:r>
            <a:r>
              <a:rPr lang="en-US" sz="2400" dirty="0"/>
              <a:t> fragments that illustrate how you might implement the pattern in C++ or Smalltalk. </a:t>
            </a:r>
          </a:p>
          <a:p>
            <a:pPr marL="285750" indent="-285750">
              <a:buFont typeface="Arial" panose="020B0604020202020204" pitchFamily="34" charset="0"/>
              <a:buChar char="•"/>
            </a:pPr>
            <a:r>
              <a:rPr lang="en-US" sz="2400" b="1" dirty="0"/>
              <a:t>Known Uses </a:t>
            </a:r>
            <a:r>
              <a:rPr lang="en-US" sz="2400" dirty="0"/>
              <a:t>Examples of the pattern found in real systems. We include at least two examples from different domains. </a:t>
            </a:r>
          </a:p>
          <a:p>
            <a:pPr marL="285750" indent="-285750">
              <a:buFont typeface="Arial" panose="020B0604020202020204" pitchFamily="34" charset="0"/>
              <a:buChar char="•"/>
            </a:pPr>
            <a:r>
              <a:rPr lang="en-US" sz="2400" b="1" dirty="0"/>
              <a:t>Related Patterns </a:t>
            </a:r>
            <a:r>
              <a:rPr lang="en-US" sz="2400" dirty="0"/>
              <a:t>What design patterns are closely related to this one? What are the important differences? With which other patterns should this one be used?</a:t>
            </a:r>
          </a:p>
          <a:p>
            <a:endParaRPr lang="en-US" sz="2000" dirty="0"/>
          </a:p>
        </p:txBody>
      </p:sp>
    </p:spTree>
    <p:extLst>
      <p:ext uri="{BB962C8B-B14F-4D97-AF65-F5344CB8AC3E}">
        <p14:creationId xmlns:p14="http://schemas.microsoft.com/office/powerpoint/2010/main" val="3211398615"/>
      </p:ext>
    </p:extLst>
  </p:cSld>
  <p:clrMapOvr>
    <a:masterClrMapping/>
  </p:clrMapOvr>
  <p:transition>
    <p:rand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0542EB46-F04E-412D-D8F0-9C10CDCC07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3875" y="1181100"/>
            <a:ext cx="8096250" cy="44958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random/>
  </p:transition>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pic>
        <p:nvPicPr>
          <p:cNvPr id="11" name="Picture 2">
            <a:extLst>
              <a:ext uri="{FF2B5EF4-FFF2-40B4-BE49-F238E27FC236}">
                <a16:creationId xmlns:a16="http://schemas.microsoft.com/office/drawing/2014/main" id="{7407B0FF-43E0-4B2E-B48B-C2A472D103F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9144002" cy="6858001"/>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7CAC6C18-4147-48ED-8B6A-19B3E0D8916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5" name="Rectangle 14">
            <a:extLst>
              <a:ext uri="{FF2B5EF4-FFF2-40B4-BE49-F238E27FC236}">
                <a16:creationId xmlns:a16="http://schemas.microsoft.com/office/drawing/2014/main" id="{3A9C15D4-2EE7-4D05-B87C-91D1F3B960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4951" y="0"/>
            <a:ext cx="6099049"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Rectangle 16">
            <a:extLst>
              <a:ext uri="{FF2B5EF4-FFF2-40B4-BE49-F238E27FC236}">
                <a16:creationId xmlns:a16="http://schemas.microsoft.com/office/drawing/2014/main" id="{4ED7B0FB-9654-4441-9545-02D458B686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044951" cy="6858000"/>
          </a:xfrm>
          <a:prstGeom prst="rect">
            <a:avLst/>
          </a:prstGeom>
          <a:ln>
            <a:noFill/>
          </a:ln>
          <a:effectLst>
            <a:outerShdw blurRad="50800" dist="127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52F10DF8-7D4D-1576-A1E0-FA9270825EFA}"/>
              </a:ext>
            </a:extLst>
          </p:cNvPr>
          <p:cNvSpPr>
            <a:spLocks noGrp="1"/>
          </p:cNvSpPr>
          <p:nvPr>
            <p:ph type="title"/>
          </p:nvPr>
        </p:nvSpPr>
        <p:spPr>
          <a:xfrm>
            <a:off x="480804" y="1314450"/>
            <a:ext cx="2338595" cy="3680244"/>
          </a:xfrm>
        </p:spPr>
        <p:txBody>
          <a:bodyPr vert="horz" lIns="91440" tIns="45720" rIns="91440" bIns="45720" rtlCol="0" anchor="ctr">
            <a:normAutofit/>
          </a:bodyPr>
          <a:lstStyle/>
          <a:p>
            <a:pPr algn="l"/>
            <a:r>
              <a:rPr lang="en-US" sz="2400" dirty="0"/>
              <a:t>Classification of design patterns</a:t>
            </a:r>
          </a:p>
        </p:txBody>
      </p:sp>
      <p:pic>
        <p:nvPicPr>
          <p:cNvPr id="19" name="Picture 18">
            <a:extLst>
              <a:ext uri="{FF2B5EF4-FFF2-40B4-BE49-F238E27FC236}">
                <a16:creationId xmlns:a16="http://schemas.microsoft.com/office/drawing/2014/main" id="{7BB94C57-FDF3-45A3-9D1F-904523D795D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r="66700" b="77917"/>
          <a:stretch/>
        </p:blipFill>
        <p:spPr>
          <a:xfrm>
            <a:off x="0" y="0"/>
            <a:ext cx="3044951" cy="1514475"/>
          </a:xfrm>
          <a:prstGeom prst="rect">
            <a:avLst/>
          </a:prstGeom>
        </p:spPr>
      </p:pic>
      <p:pic>
        <p:nvPicPr>
          <p:cNvPr id="21" name="Picture 20">
            <a:extLst>
              <a:ext uri="{FF2B5EF4-FFF2-40B4-BE49-F238E27FC236}">
                <a16:creationId xmlns:a16="http://schemas.microsoft.com/office/drawing/2014/main" id="{6AEBDF1A-221A-4497-BBA9-57A70D16151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78750" t="72830" b="14149"/>
          <a:stretch/>
        </p:blipFill>
        <p:spPr>
          <a:xfrm>
            <a:off x="1032794" y="5962903"/>
            <a:ext cx="1943100" cy="892925"/>
          </a:xfrm>
          <a:prstGeom prst="rect">
            <a:avLst/>
          </a:prstGeom>
        </p:spPr>
      </p:pic>
      <p:graphicFrame>
        <p:nvGraphicFramePr>
          <p:cNvPr id="7" name="TextBox 3">
            <a:extLst>
              <a:ext uri="{FF2B5EF4-FFF2-40B4-BE49-F238E27FC236}">
                <a16:creationId xmlns:a16="http://schemas.microsoft.com/office/drawing/2014/main" id="{A47619C9-17A1-F808-929F-433AA46DEF07}"/>
              </a:ext>
            </a:extLst>
          </p:cNvPr>
          <p:cNvGraphicFramePr/>
          <p:nvPr>
            <p:extLst>
              <p:ext uri="{D42A27DB-BD31-4B8C-83A1-F6EECF244321}">
                <p14:modId xmlns:p14="http://schemas.microsoft.com/office/powerpoint/2010/main" val="376282024"/>
              </p:ext>
            </p:extLst>
          </p:nvPr>
        </p:nvGraphicFramePr>
        <p:xfrm>
          <a:off x="3445667" y="889000"/>
          <a:ext cx="5622133" cy="520700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cSld>
  <p:clrMapOvr>
    <a:masterClrMapping/>
  </p:clrMapOvr>
  <p:transition>
    <p:rand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22FF8-CC32-4563-75A4-3353A8F8D1D2}"/>
              </a:ext>
            </a:extLst>
          </p:cNvPr>
          <p:cNvSpPr>
            <a:spLocks noGrp="1"/>
          </p:cNvSpPr>
          <p:nvPr>
            <p:ph type="title"/>
          </p:nvPr>
        </p:nvSpPr>
        <p:spPr/>
        <p:txBody>
          <a:bodyPr/>
          <a:lstStyle/>
          <a:p>
            <a:r>
              <a:rPr lang="en-US" dirty="0"/>
              <a:t>Classification</a:t>
            </a:r>
          </a:p>
        </p:txBody>
      </p:sp>
      <p:sp>
        <p:nvSpPr>
          <p:cNvPr id="3" name="Date Placeholder 2">
            <a:extLst>
              <a:ext uri="{FF2B5EF4-FFF2-40B4-BE49-F238E27FC236}">
                <a16:creationId xmlns:a16="http://schemas.microsoft.com/office/drawing/2014/main" id="{AD8551D1-E101-1757-2403-FB347F4A44FA}"/>
              </a:ext>
            </a:extLst>
          </p:cNvPr>
          <p:cNvSpPr>
            <a:spLocks noGrp="1"/>
          </p:cNvSpPr>
          <p:nvPr>
            <p:ph type="dt" sz="half" idx="10"/>
          </p:nvPr>
        </p:nvSpPr>
        <p:spPr/>
        <p:txBody>
          <a:bodyPr/>
          <a:lstStyle/>
          <a:p>
            <a:pPr>
              <a:defRPr/>
            </a:pPr>
            <a:fld id="{3A100575-81D0-4836-BDA5-88ECA2DF1A30}" type="datetime4">
              <a:rPr lang="en-US" altLang="en-US" smtClean="0"/>
              <a:t>March 26, 2024</a:t>
            </a:fld>
            <a:endParaRPr lang="en-US" altLang="en-US"/>
          </a:p>
        </p:txBody>
      </p:sp>
      <p:sp>
        <p:nvSpPr>
          <p:cNvPr id="4" name="Slide Number Placeholder 3">
            <a:extLst>
              <a:ext uri="{FF2B5EF4-FFF2-40B4-BE49-F238E27FC236}">
                <a16:creationId xmlns:a16="http://schemas.microsoft.com/office/drawing/2014/main" id="{70838F8B-CEC8-5074-9C70-67D7E8748BE7}"/>
              </a:ext>
            </a:extLst>
          </p:cNvPr>
          <p:cNvSpPr>
            <a:spLocks noGrp="1"/>
          </p:cNvSpPr>
          <p:nvPr>
            <p:ph type="sldNum" sz="quarter" idx="12"/>
          </p:nvPr>
        </p:nvSpPr>
        <p:spPr/>
        <p:txBody>
          <a:bodyPr/>
          <a:lstStyle/>
          <a:p>
            <a:pPr>
              <a:defRPr/>
            </a:pPr>
            <a:fld id="{F02FF4ED-2B23-4CC6-834A-FCFA22AF88CD}" type="slidenum">
              <a:rPr lang="en-US" altLang="en-US" smtClean="0"/>
              <a:pPr>
                <a:defRPr/>
              </a:pPr>
              <a:t>16</a:t>
            </a:fld>
            <a:endParaRPr lang="en-US" altLang="en-US"/>
          </a:p>
        </p:txBody>
      </p:sp>
      <p:sp>
        <p:nvSpPr>
          <p:cNvPr id="6" name="TextBox 5">
            <a:extLst>
              <a:ext uri="{FF2B5EF4-FFF2-40B4-BE49-F238E27FC236}">
                <a16:creationId xmlns:a16="http://schemas.microsoft.com/office/drawing/2014/main" id="{EEA29EF5-6D5B-AE5C-4484-8D507EC5E553}"/>
              </a:ext>
            </a:extLst>
          </p:cNvPr>
          <p:cNvSpPr txBox="1"/>
          <p:nvPr/>
        </p:nvSpPr>
        <p:spPr>
          <a:xfrm>
            <a:off x="685330" y="1859339"/>
            <a:ext cx="8077670" cy="3416320"/>
          </a:xfrm>
          <a:prstGeom prst="rect">
            <a:avLst/>
          </a:prstGeom>
          <a:noFill/>
        </p:spPr>
        <p:txBody>
          <a:bodyPr wrap="square">
            <a:spAutoFit/>
          </a:bodyPr>
          <a:lstStyle/>
          <a:p>
            <a:pPr algn="l"/>
            <a:r>
              <a:rPr lang="en-US" sz="2400" b="0" i="0" dirty="0">
                <a:solidFill>
                  <a:srgbClr val="6B6B6B"/>
                </a:solidFill>
                <a:effectLst/>
                <a:latin typeface="+mn-lt"/>
              </a:rPr>
              <a:t>Patterns can be classified</a:t>
            </a:r>
          </a:p>
          <a:p>
            <a:pPr algn="l">
              <a:buFont typeface="Arial" panose="020B0604020202020204" pitchFamily="34" charset="0"/>
              <a:buChar char="•"/>
            </a:pPr>
            <a:r>
              <a:rPr lang="en-US" sz="2400" b="0" i="0" dirty="0">
                <a:solidFill>
                  <a:srgbClr val="6B6B6B"/>
                </a:solidFill>
                <a:effectLst/>
                <a:latin typeface="+mn-lt"/>
              </a:rPr>
              <a:t>With respect to </a:t>
            </a:r>
            <a:r>
              <a:rPr lang="en-US" sz="2400" b="1" i="0" dirty="0">
                <a:solidFill>
                  <a:srgbClr val="6B6B6B"/>
                </a:solidFill>
                <a:effectLst/>
                <a:latin typeface="+mn-lt"/>
              </a:rPr>
              <a:t>purpose</a:t>
            </a:r>
            <a:r>
              <a:rPr lang="en-US" sz="2400" b="0" i="0" dirty="0">
                <a:solidFill>
                  <a:srgbClr val="6B6B6B"/>
                </a:solidFill>
                <a:effectLst/>
                <a:latin typeface="+mn-lt"/>
              </a:rPr>
              <a:t>.</a:t>
            </a:r>
          </a:p>
          <a:p>
            <a:pPr algn="l">
              <a:buFont typeface="Arial" panose="020B0604020202020204" pitchFamily="34" charset="0"/>
              <a:buChar char="•"/>
            </a:pPr>
            <a:r>
              <a:rPr lang="en-US" sz="2400" b="0" i="0" dirty="0">
                <a:solidFill>
                  <a:srgbClr val="6B6B6B"/>
                </a:solidFill>
                <a:effectLst/>
                <a:latin typeface="+mn-lt"/>
              </a:rPr>
              <a:t>With respect to </a:t>
            </a:r>
            <a:r>
              <a:rPr lang="en-US" sz="2400" b="1" i="0" dirty="0">
                <a:solidFill>
                  <a:srgbClr val="6B6B6B"/>
                </a:solidFill>
                <a:effectLst/>
                <a:latin typeface="+mn-lt"/>
              </a:rPr>
              <a:t>scope</a:t>
            </a:r>
            <a:r>
              <a:rPr lang="en-US" sz="2400" b="0" i="0" dirty="0">
                <a:solidFill>
                  <a:srgbClr val="6B6B6B"/>
                </a:solidFill>
                <a:effectLst/>
                <a:latin typeface="+mn-lt"/>
              </a:rPr>
              <a:t>.</a:t>
            </a:r>
          </a:p>
          <a:p>
            <a:pPr algn="l"/>
            <a:r>
              <a:rPr lang="en-US" sz="2400" b="0" i="0" dirty="0">
                <a:solidFill>
                  <a:srgbClr val="6B6B6B"/>
                </a:solidFill>
                <a:effectLst/>
                <a:latin typeface="+mn-lt"/>
              </a:rPr>
              <a:t>With respect to purpose, patterns are classified to </a:t>
            </a:r>
          </a:p>
          <a:p>
            <a:pPr algn="l"/>
            <a:r>
              <a:rPr lang="en-US" sz="2400" b="1" i="0" dirty="0">
                <a:solidFill>
                  <a:srgbClr val="6B6B6B"/>
                </a:solidFill>
                <a:effectLst/>
                <a:latin typeface="+mn-lt"/>
              </a:rPr>
              <a:t>Creational, Structural and Behavioral</a:t>
            </a:r>
            <a:r>
              <a:rPr lang="en-US" sz="2400" b="0" i="0" dirty="0">
                <a:solidFill>
                  <a:srgbClr val="6B6B6B"/>
                </a:solidFill>
                <a:effectLst/>
                <a:latin typeface="+mn-lt"/>
              </a:rPr>
              <a:t>. For example,</a:t>
            </a:r>
          </a:p>
          <a:p>
            <a:pPr algn="l">
              <a:buFont typeface="Arial" panose="020B0604020202020204" pitchFamily="34" charset="0"/>
              <a:buChar char="•"/>
            </a:pPr>
            <a:r>
              <a:rPr lang="en-US" sz="2400" b="0" i="0" dirty="0">
                <a:solidFill>
                  <a:srgbClr val="6B6B6B"/>
                </a:solidFill>
                <a:effectLst/>
                <a:latin typeface="+mn-lt"/>
              </a:rPr>
              <a:t>The Observer pattern is a behavioral pattern (because it help us model the behavior and interactions of objects)</a:t>
            </a:r>
          </a:p>
          <a:p>
            <a:pPr algn="l">
              <a:buFont typeface="Arial" panose="020B0604020202020204" pitchFamily="34" charset="0"/>
              <a:buChar char="•"/>
            </a:pPr>
            <a:r>
              <a:rPr lang="en-US" sz="2400" b="0" i="0" dirty="0">
                <a:solidFill>
                  <a:srgbClr val="6B6B6B"/>
                </a:solidFill>
                <a:effectLst/>
                <a:latin typeface="+mn-lt"/>
              </a:rPr>
              <a:t>The Builder pattern is a creational pattern (because it details how an object can be created in a particular way) and so on.</a:t>
            </a:r>
          </a:p>
        </p:txBody>
      </p:sp>
    </p:spTree>
    <p:extLst>
      <p:ext uri="{BB962C8B-B14F-4D97-AF65-F5344CB8AC3E}">
        <p14:creationId xmlns:p14="http://schemas.microsoft.com/office/powerpoint/2010/main" val="2912604699"/>
      </p:ext>
    </p:extLst>
  </p:cSld>
  <p:clrMapOvr>
    <a:masterClrMapping/>
  </p:clrMapOvr>
  <p:transition>
    <p:rand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5482AA22-D4B2-EB8F-96FE-FA8D361170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2450" y="1371600"/>
            <a:ext cx="8050768" cy="4434158"/>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a:extLst>
              <a:ext uri="{FF2B5EF4-FFF2-40B4-BE49-F238E27FC236}">
                <a16:creationId xmlns:a16="http://schemas.microsoft.com/office/drawing/2014/main" id="{A0ECCFE2-62A1-A1A0-48F7-1702FB63BD73}"/>
              </a:ext>
            </a:extLst>
          </p:cNvPr>
          <p:cNvSpPr>
            <a:spLocks noGrp="1"/>
          </p:cNvSpPr>
          <p:nvPr>
            <p:ph type="title"/>
          </p:nvPr>
        </p:nvSpPr>
        <p:spPr>
          <a:xfrm>
            <a:off x="791165" y="252478"/>
            <a:ext cx="7773338" cy="1596177"/>
          </a:xfrm>
        </p:spPr>
        <p:txBody>
          <a:bodyPr/>
          <a:lstStyle/>
          <a:p>
            <a:r>
              <a:rPr lang="en-US" dirty="0"/>
              <a:t>classification</a:t>
            </a:r>
          </a:p>
        </p:txBody>
      </p:sp>
    </p:spTree>
  </p:cSld>
  <p:clrMapOvr>
    <a:masterClrMapping/>
  </p:clrMapOvr>
  <p:transition>
    <p:rand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0ECCFE2-62A1-A1A0-48F7-1702FB63BD73}"/>
              </a:ext>
            </a:extLst>
          </p:cNvPr>
          <p:cNvSpPr>
            <a:spLocks noGrp="1"/>
          </p:cNvSpPr>
          <p:nvPr>
            <p:ph type="title"/>
          </p:nvPr>
        </p:nvSpPr>
        <p:spPr>
          <a:xfrm>
            <a:off x="791165" y="252478"/>
            <a:ext cx="7773338" cy="1596177"/>
          </a:xfrm>
        </p:spPr>
        <p:txBody>
          <a:bodyPr/>
          <a:lstStyle/>
          <a:p>
            <a:r>
              <a:rPr lang="en-US" dirty="0"/>
              <a:t>classification</a:t>
            </a:r>
          </a:p>
        </p:txBody>
      </p:sp>
      <p:pic>
        <p:nvPicPr>
          <p:cNvPr id="4" name="Picture 3">
            <a:extLst>
              <a:ext uri="{FF2B5EF4-FFF2-40B4-BE49-F238E27FC236}">
                <a16:creationId xmlns:a16="http://schemas.microsoft.com/office/drawing/2014/main" id="{17CB571F-4A81-F59B-2A96-9D20A7737706}"/>
              </a:ext>
            </a:extLst>
          </p:cNvPr>
          <p:cNvPicPr>
            <a:picLocks noChangeAspect="1"/>
          </p:cNvPicPr>
          <p:nvPr/>
        </p:nvPicPr>
        <p:blipFill>
          <a:blip r:embed="rId2"/>
          <a:stretch>
            <a:fillRect/>
          </a:stretch>
        </p:blipFill>
        <p:spPr>
          <a:xfrm>
            <a:off x="0" y="1476432"/>
            <a:ext cx="9144000" cy="5124174"/>
          </a:xfrm>
          <a:prstGeom prst="rect">
            <a:avLst/>
          </a:prstGeom>
        </p:spPr>
      </p:pic>
      <p:pic>
        <p:nvPicPr>
          <p:cNvPr id="6" name="Picture 5">
            <a:extLst>
              <a:ext uri="{FF2B5EF4-FFF2-40B4-BE49-F238E27FC236}">
                <a16:creationId xmlns:a16="http://schemas.microsoft.com/office/drawing/2014/main" id="{03BF1789-9F59-04EE-FA38-D5E65177204E}"/>
              </a:ext>
            </a:extLst>
          </p:cNvPr>
          <p:cNvPicPr>
            <a:picLocks noChangeAspect="1"/>
          </p:cNvPicPr>
          <p:nvPr/>
        </p:nvPicPr>
        <p:blipFill>
          <a:blip r:embed="rId3"/>
          <a:stretch>
            <a:fillRect/>
          </a:stretch>
        </p:blipFill>
        <p:spPr>
          <a:xfrm>
            <a:off x="6781800" y="4989491"/>
            <a:ext cx="1524000" cy="1457325"/>
          </a:xfrm>
          <a:prstGeom prst="rect">
            <a:avLst/>
          </a:prstGeom>
        </p:spPr>
      </p:pic>
    </p:spTree>
    <p:extLst>
      <p:ext uri="{BB962C8B-B14F-4D97-AF65-F5344CB8AC3E}">
        <p14:creationId xmlns:p14="http://schemas.microsoft.com/office/powerpoint/2010/main" val="667262014"/>
      </p:ext>
    </p:extLst>
  </p:cSld>
  <p:clrMapOvr>
    <a:masterClrMapping/>
  </p:clrMapOvr>
  <p:transition>
    <p:random/>
  </p:transition>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pic>
        <p:nvPicPr>
          <p:cNvPr id="10" name="Picture 2">
            <a:extLst>
              <a:ext uri="{FF2B5EF4-FFF2-40B4-BE49-F238E27FC236}">
                <a16:creationId xmlns:a16="http://schemas.microsoft.com/office/drawing/2014/main" id="{22790EC5-ACA7-4536-8066-B60199F3C6D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9144002" cy="6858001"/>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CAD20AEA-7CAF-4A83-BE2E-EAF010B8B7F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useBgFill="1">
        <p:nvSpPr>
          <p:cNvPr id="14" name="Rectangle 13">
            <a:extLst>
              <a:ext uri="{FF2B5EF4-FFF2-40B4-BE49-F238E27FC236}">
                <a16:creationId xmlns:a16="http://schemas.microsoft.com/office/drawing/2014/main" id="{4A391C69-E52F-4DC0-B51A-0DABC54840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D0F90DF0-76A9-01A6-4AD1-2158E4C93DE0}"/>
              </a:ext>
            </a:extLst>
          </p:cNvPr>
          <p:cNvPicPr>
            <a:picLocks noChangeAspect="1"/>
          </p:cNvPicPr>
          <p:nvPr/>
        </p:nvPicPr>
        <p:blipFill rotWithShape="1">
          <a:blip r:embed="rId4"/>
          <a:srcRect l="19982" r="50277"/>
          <a:stretch/>
        </p:blipFill>
        <p:spPr>
          <a:xfrm>
            <a:off x="20" y="10"/>
            <a:ext cx="3626024" cy="6857990"/>
          </a:xfrm>
          <a:prstGeom prst="rect">
            <a:avLst/>
          </a:prstGeom>
        </p:spPr>
      </p:pic>
      <p:sp>
        <p:nvSpPr>
          <p:cNvPr id="16" name="Rectangle 15">
            <a:extLst>
              <a:ext uri="{FF2B5EF4-FFF2-40B4-BE49-F238E27FC236}">
                <a16:creationId xmlns:a16="http://schemas.microsoft.com/office/drawing/2014/main" id="{048390FD-448E-4FF2-AEE8-C46960568E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26043" y="-2"/>
            <a:ext cx="60985" cy="6858002"/>
          </a:xfrm>
          <a:prstGeom prst="rect">
            <a:avLst/>
          </a:prstGeom>
          <a:gradFill flip="none" rotWithShape="1">
            <a:gsLst>
              <a:gs pos="84000">
                <a:srgbClr val="B5B5B5"/>
              </a:gs>
              <a:gs pos="60159">
                <a:srgbClr val="D5D5D5"/>
              </a:gs>
              <a:gs pos="50447">
                <a:srgbClr val="E6E6E6"/>
              </a:gs>
              <a:gs pos="44260">
                <a:srgbClr val="D5D5D5"/>
              </a:gs>
              <a:gs pos="15928">
                <a:srgbClr val="B5B5B5"/>
              </a:gs>
              <a:gs pos="7000">
                <a:srgbClr val="8A8A8A"/>
              </a:gs>
              <a:gs pos="0">
                <a:srgbClr val="BBBBBB"/>
              </a:gs>
              <a:gs pos="93000">
                <a:srgbClr val="8A8A8A"/>
              </a:gs>
              <a:gs pos="100000">
                <a:srgbClr val="BBBBB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0BD259F2-A289-4420-B3EB-BBC6A904FC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a:extLst>
              <a:ext uri="{FF2B5EF4-FFF2-40B4-BE49-F238E27FC236}">
                <a16:creationId xmlns:a16="http://schemas.microsoft.com/office/drawing/2014/main" id="{586F802C-6BD7-A6AC-219C-0A3154B8086C}"/>
              </a:ext>
            </a:extLst>
          </p:cNvPr>
          <p:cNvSpPr>
            <a:spLocks noGrp="1"/>
          </p:cNvSpPr>
          <p:nvPr>
            <p:ph type="title"/>
          </p:nvPr>
        </p:nvSpPr>
        <p:spPr>
          <a:xfrm>
            <a:off x="4448174" y="1358901"/>
            <a:ext cx="3960019" cy="2730498"/>
          </a:xfrm>
        </p:spPr>
        <p:txBody>
          <a:bodyPr vert="horz" lIns="91440" tIns="45720" rIns="91440" bIns="45720" rtlCol="0" anchor="b">
            <a:normAutofit/>
          </a:bodyPr>
          <a:lstStyle/>
          <a:p>
            <a:r>
              <a:rPr lang="en-US" sz="4800"/>
              <a:t>Creational pattern</a:t>
            </a:r>
          </a:p>
        </p:txBody>
      </p:sp>
      <p:sp>
        <p:nvSpPr>
          <p:cNvPr id="3" name="Date Placeholder 2">
            <a:extLst>
              <a:ext uri="{FF2B5EF4-FFF2-40B4-BE49-F238E27FC236}">
                <a16:creationId xmlns:a16="http://schemas.microsoft.com/office/drawing/2014/main" id="{8DAF682F-C3B9-C0CF-DF26-4116298CD5B7}"/>
              </a:ext>
            </a:extLst>
          </p:cNvPr>
          <p:cNvSpPr>
            <a:spLocks noGrp="1"/>
          </p:cNvSpPr>
          <p:nvPr>
            <p:ph type="dt" sz="half" idx="10"/>
          </p:nvPr>
        </p:nvSpPr>
        <p:spPr>
          <a:xfrm>
            <a:off x="5759052" y="5883275"/>
            <a:ext cx="2057400" cy="365125"/>
          </a:xfrm>
        </p:spPr>
        <p:txBody>
          <a:bodyPr vert="horz" lIns="91440" tIns="45720" rIns="91440" bIns="45720" rtlCol="0" anchor="ctr">
            <a:normAutofit/>
          </a:bodyPr>
          <a:lstStyle/>
          <a:p>
            <a:pPr defTabSz="457200" eaLnBrk="1" hangingPunct="1">
              <a:spcAft>
                <a:spcPts val="600"/>
              </a:spcAft>
              <a:defRPr/>
            </a:pPr>
            <a:fld id="{3A100575-81D0-4836-BDA5-88ECA2DF1A30}" type="datetime4">
              <a:rPr lang="en-US" altLang="en-US" smtClean="0">
                <a:latin typeface="+mn-lt"/>
                <a:ea typeface="+mn-ea"/>
              </a:rPr>
              <a:pPr defTabSz="457200" eaLnBrk="1" hangingPunct="1">
                <a:spcAft>
                  <a:spcPts val="600"/>
                </a:spcAft>
                <a:defRPr/>
              </a:pPr>
              <a:t>March 26, 2024</a:t>
            </a:fld>
            <a:endParaRPr lang="en-US" altLang="en-US">
              <a:latin typeface="+mn-lt"/>
              <a:ea typeface="+mn-ea"/>
            </a:endParaRPr>
          </a:p>
        </p:txBody>
      </p:sp>
      <p:sp>
        <p:nvSpPr>
          <p:cNvPr id="4" name="Slide Number Placeholder 3">
            <a:extLst>
              <a:ext uri="{FF2B5EF4-FFF2-40B4-BE49-F238E27FC236}">
                <a16:creationId xmlns:a16="http://schemas.microsoft.com/office/drawing/2014/main" id="{E15075C6-4B5A-E8D3-B463-965C78715EC4}"/>
              </a:ext>
            </a:extLst>
          </p:cNvPr>
          <p:cNvSpPr>
            <a:spLocks noGrp="1"/>
          </p:cNvSpPr>
          <p:nvPr>
            <p:ph type="sldNum" sz="quarter" idx="12"/>
          </p:nvPr>
        </p:nvSpPr>
        <p:spPr>
          <a:xfrm>
            <a:off x="7885508" y="5883275"/>
            <a:ext cx="573161" cy="365125"/>
          </a:xfrm>
        </p:spPr>
        <p:txBody>
          <a:bodyPr vert="horz" lIns="91440" tIns="45720" rIns="91440" bIns="45720" rtlCol="0" anchor="ctr">
            <a:normAutofit/>
          </a:bodyPr>
          <a:lstStyle/>
          <a:p>
            <a:pPr defTabSz="457200" eaLnBrk="1" hangingPunct="1">
              <a:spcAft>
                <a:spcPts val="600"/>
              </a:spcAft>
              <a:defRPr/>
            </a:pPr>
            <a:fld id="{F02FF4ED-2B23-4CC6-834A-FCFA22AF88CD}" type="slidenum">
              <a:rPr lang="en-US" altLang="en-US" smtClean="0">
                <a:latin typeface="+mn-lt"/>
                <a:ea typeface="+mn-ea"/>
              </a:rPr>
              <a:pPr defTabSz="457200" eaLnBrk="1" hangingPunct="1">
                <a:spcAft>
                  <a:spcPts val="600"/>
                </a:spcAft>
                <a:defRPr/>
              </a:pPr>
              <a:t>19</a:t>
            </a:fld>
            <a:endParaRPr lang="en-US" altLang="en-US">
              <a:latin typeface="+mn-lt"/>
              <a:ea typeface="+mn-ea"/>
            </a:endParaRPr>
          </a:p>
        </p:txBody>
      </p:sp>
    </p:spTree>
    <p:extLst>
      <p:ext uri="{BB962C8B-B14F-4D97-AF65-F5344CB8AC3E}">
        <p14:creationId xmlns:p14="http://schemas.microsoft.com/office/powerpoint/2010/main" val="1030332244"/>
      </p:ext>
    </p:extLst>
  </p:cSld>
  <p:clrMapOvr>
    <a:masterClrMapping/>
  </p:clrMapOvr>
  <p:transition>
    <p:random/>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1" name="Picture 2">
            <a:extLst>
              <a:ext uri="{FF2B5EF4-FFF2-40B4-BE49-F238E27FC236}">
                <a16:creationId xmlns:a16="http://schemas.microsoft.com/office/drawing/2014/main" id="{9A0F0AC6-A89F-416B-9FA4-48E664065E7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9144002" cy="6858001"/>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218D7DD0-110F-43F3-A7E4-B51873CBF10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useBgFill="1">
        <p:nvSpPr>
          <p:cNvPr id="15" name="Rectangle 14">
            <a:extLst>
              <a:ext uri="{FF2B5EF4-FFF2-40B4-BE49-F238E27FC236}">
                <a16:creationId xmlns:a16="http://schemas.microsoft.com/office/drawing/2014/main" id="{D2585039-CDA7-4B76-B013-776F970DE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638" y="0"/>
            <a:ext cx="9130362"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D53D942-8031-42E8-88B4-E03A710E89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9" name="Rectangle 18">
            <a:extLst>
              <a:ext uri="{FF2B5EF4-FFF2-40B4-BE49-F238E27FC236}">
                <a16:creationId xmlns:a16="http://schemas.microsoft.com/office/drawing/2014/main" id="{5FD07472-970F-49B5-8994-ADEAA31487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447800" cy="6858002"/>
          </a:xfrm>
          <a:prstGeom prst="rect">
            <a:avLst/>
          </a:prstGeom>
          <a:ln>
            <a:noFill/>
          </a:ln>
          <a:effectLst>
            <a:outerShdw blurRad="88900" dist="254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a:extLst>
              <a:ext uri="{FF2B5EF4-FFF2-40B4-BE49-F238E27FC236}">
                <a16:creationId xmlns:a16="http://schemas.microsoft.com/office/drawing/2014/main" id="{82869BAE-8EC0-4D16-ACB8-F0CBFDD9048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82524" t="71774" r="2564"/>
          <a:stretch/>
        </p:blipFill>
        <p:spPr>
          <a:xfrm>
            <a:off x="13638" y="4822361"/>
            <a:ext cx="1433926" cy="2035640"/>
          </a:xfrm>
          <a:prstGeom prst="rect">
            <a:avLst/>
          </a:prstGeom>
        </p:spPr>
      </p:pic>
      <p:pic>
        <p:nvPicPr>
          <p:cNvPr id="23" name="Picture 22">
            <a:extLst>
              <a:ext uri="{FF2B5EF4-FFF2-40B4-BE49-F238E27FC236}">
                <a16:creationId xmlns:a16="http://schemas.microsoft.com/office/drawing/2014/main" id="{3524A7AE-FFF7-4F70-9AEA-01A5DFF77BC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49896" t="75007" r="30510"/>
          <a:stretch/>
        </p:blipFill>
        <p:spPr>
          <a:xfrm>
            <a:off x="223391" y="5471958"/>
            <a:ext cx="667411" cy="638482"/>
          </a:xfrm>
          <a:custGeom>
            <a:avLst/>
            <a:gdLst>
              <a:gd name="connsiteX0" fmla="*/ 2051608 w 4103216"/>
              <a:gd name="connsiteY0" fmla="*/ 0 h 1714050"/>
              <a:gd name="connsiteX1" fmla="*/ 4103216 w 4103216"/>
              <a:gd name="connsiteY1" fmla="*/ 1266738 h 1714050"/>
              <a:gd name="connsiteX2" fmla="*/ 4010980 w 4103216"/>
              <a:gd name="connsiteY2" fmla="*/ 1643427 h 1714050"/>
              <a:gd name="connsiteX3" fmla="*/ 3969116 w 4103216"/>
              <a:gd name="connsiteY3" fmla="*/ 1714050 h 1714050"/>
              <a:gd name="connsiteX4" fmla="*/ 134100 w 4103216"/>
              <a:gd name="connsiteY4" fmla="*/ 1714050 h 1714050"/>
              <a:gd name="connsiteX5" fmla="*/ 92237 w 4103216"/>
              <a:gd name="connsiteY5" fmla="*/ 1643427 h 1714050"/>
              <a:gd name="connsiteX6" fmla="*/ 0 w 4103216"/>
              <a:gd name="connsiteY6" fmla="*/ 1266738 h 1714050"/>
              <a:gd name="connsiteX7" fmla="*/ 2051608 w 4103216"/>
              <a:gd name="connsiteY7" fmla="*/ 0 h 1714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03216" h="1714050">
                <a:moveTo>
                  <a:pt x="2051608" y="0"/>
                </a:moveTo>
                <a:cubicBezTo>
                  <a:pt x="3184680" y="0"/>
                  <a:pt x="4103216" y="567138"/>
                  <a:pt x="4103216" y="1266738"/>
                </a:cubicBezTo>
                <a:cubicBezTo>
                  <a:pt x="4103216" y="1397913"/>
                  <a:pt x="4070924" y="1524431"/>
                  <a:pt x="4010980" y="1643427"/>
                </a:cubicBezTo>
                <a:lnTo>
                  <a:pt x="3969116" y="1714050"/>
                </a:lnTo>
                <a:lnTo>
                  <a:pt x="134100" y="1714050"/>
                </a:lnTo>
                <a:lnTo>
                  <a:pt x="92237" y="1643427"/>
                </a:lnTo>
                <a:cubicBezTo>
                  <a:pt x="32293" y="1524431"/>
                  <a:pt x="0" y="1397913"/>
                  <a:pt x="0" y="1266738"/>
                </a:cubicBezTo>
                <a:cubicBezTo>
                  <a:pt x="0" y="567138"/>
                  <a:pt x="918536" y="0"/>
                  <a:pt x="2051608" y="0"/>
                </a:cubicBezTo>
                <a:close/>
              </a:path>
            </a:pathLst>
          </a:custGeom>
        </p:spPr>
      </p:pic>
      <p:sp>
        <p:nvSpPr>
          <p:cNvPr id="6" name="TextBox 5">
            <a:extLst>
              <a:ext uri="{FF2B5EF4-FFF2-40B4-BE49-F238E27FC236}">
                <a16:creationId xmlns:a16="http://schemas.microsoft.com/office/drawing/2014/main" id="{AAF20709-A061-7178-6DC1-9AC2B792AC04}"/>
              </a:ext>
            </a:extLst>
          </p:cNvPr>
          <p:cNvSpPr txBox="1"/>
          <p:nvPr/>
        </p:nvSpPr>
        <p:spPr>
          <a:xfrm>
            <a:off x="2133364" y="1950440"/>
            <a:ext cx="6324835" cy="3840760"/>
          </a:xfrm>
          <a:prstGeom prst="rect">
            <a:avLst/>
          </a:prstGeom>
        </p:spPr>
        <p:txBody>
          <a:bodyPr vert="horz" lIns="91440" tIns="45720" rIns="91440" bIns="45720" rtlCol="0" anchor="ctr">
            <a:normAutofit/>
          </a:bodyPr>
          <a:lstStyle/>
          <a:p>
            <a:pPr indent="-228600" eaLnBrk="1" hangingPunct="1">
              <a:lnSpc>
                <a:spcPct val="120000"/>
              </a:lnSpc>
              <a:spcAft>
                <a:spcPts val="600"/>
              </a:spcAft>
              <a:buClr>
                <a:schemeClr val="tx1"/>
              </a:buClr>
              <a:buFont typeface="Arial" panose="020B0604020202020204" pitchFamily="34" charset="0"/>
              <a:buChar char="•"/>
            </a:pPr>
            <a:r>
              <a:rPr lang="en-US" b="1" i="0" cap="all" dirty="0">
                <a:latin typeface="+mn-lt"/>
                <a:ea typeface="+mn-ea"/>
              </a:rPr>
              <a:t>Singleton</a:t>
            </a:r>
            <a:r>
              <a:rPr lang="en-US" b="0" i="0" cap="all" dirty="0">
                <a:latin typeface="+mn-lt"/>
                <a:ea typeface="+mn-ea"/>
              </a:rPr>
              <a:t> is a creational design pattern that lets you ensure that a class has only one instance, while providing a global access point to this instance.</a:t>
            </a:r>
            <a:endParaRPr lang="en-US" cap="all" dirty="0">
              <a:latin typeface="+mn-lt"/>
              <a:ea typeface="+mn-ea"/>
            </a:endParaRPr>
          </a:p>
        </p:txBody>
      </p:sp>
      <p:sp>
        <p:nvSpPr>
          <p:cNvPr id="2" name="Title 1">
            <a:extLst>
              <a:ext uri="{FF2B5EF4-FFF2-40B4-BE49-F238E27FC236}">
                <a16:creationId xmlns:a16="http://schemas.microsoft.com/office/drawing/2014/main" id="{1B75885E-60F4-1B2F-9361-ED0D26DCC4E1}"/>
              </a:ext>
            </a:extLst>
          </p:cNvPr>
          <p:cNvSpPr>
            <a:spLocks noGrp="1"/>
          </p:cNvSpPr>
          <p:nvPr>
            <p:ph type="title"/>
          </p:nvPr>
        </p:nvSpPr>
        <p:spPr>
          <a:xfrm>
            <a:off x="2133364" y="643467"/>
            <a:ext cx="6325304" cy="1306972"/>
          </a:xfrm>
        </p:spPr>
        <p:txBody>
          <a:bodyPr vert="horz" lIns="91440" tIns="45720" rIns="91440" bIns="45720" rtlCol="0" anchor="ctr">
            <a:normAutofit/>
          </a:bodyPr>
          <a:lstStyle/>
          <a:p>
            <a:r>
              <a:rPr lang="en-US" sz="3800"/>
              <a:t>Singleton</a:t>
            </a:r>
          </a:p>
        </p:txBody>
      </p:sp>
      <p:sp>
        <p:nvSpPr>
          <p:cNvPr id="3" name="Date Placeholder 2">
            <a:extLst>
              <a:ext uri="{FF2B5EF4-FFF2-40B4-BE49-F238E27FC236}">
                <a16:creationId xmlns:a16="http://schemas.microsoft.com/office/drawing/2014/main" id="{789E2D99-5271-82D0-2779-86835F5BF0AE}"/>
              </a:ext>
            </a:extLst>
          </p:cNvPr>
          <p:cNvSpPr>
            <a:spLocks noGrp="1"/>
          </p:cNvSpPr>
          <p:nvPr>
            <p:ph type="dt" sz="half" idx="10"/>
          </p:nvPr>
        </p:nvSpPr>
        <p:spPr>
          <a:xfrm>
            <a:off x="5759052" y="5883275"/>
            <a:ext cx="2057400" cy="365125"/>
          </a:xfrm>
        </p:spPr>
        <p:txBody>
          <a:bodyPr vert="horz" lIns="91440" tIns="45720" rIns="91440" bIns="45720" rtlCol="0" anchor="ctr">
            <a:normAutofit/>
          </a:bodyPr>
          <a:lstStyle/>
          <a:p>
            <a:pPr defTabSz="457200" eaLnBrk="1" hangingPunct="1">
              <a:spcAft>
                <a:spcPts val="600"/>
              </a:spcAft>
              <a:defRPr/>
            </a:pPr>
            <a:fld id="{3A100575-81D0-4836-BDA5-88ECA2DF1A30}" type="datetime4">
              <a:rPr lang="en-US" altLang="en-US" smtClean="0">
                <a:latin typeface="+mn-lt"/>
                <a:ea typeface="+mn-ea"/>
              </a:rPr>
              <a:pPr defTabSz="457200" eaLnBrk="1" hangingPunct="1">
                <a:spcAft>
                  <a:spcPts val="600"/>
                </a:spcAft>
                <a:defRPr/>
              </a:pPr>
              <a:t>March 26, 2024</a:t>
            </a:fld>
            <a:endParaRPr lang="en-US" altLang="en-US" dirty="0">
              <a:latin typeface="+mn-lt"/>
              <a:ea typeface="+mn-ea"/>
            </a:endParaRPr>
          </a:p>
        </p:txBody>
      </p:sp>
      <p:sp>
        <p:nvSpPr>
          <p:cNvPr id="4" name="Slide Number Placeholder 3">
            <a:extLst>
              <a:ext uri="{FF2B5EF4-FFF2-40B4-BE49-F238E27FC236}">
                <a16:creationId xmlns:a16="http://schemas.microsoft.com/office/drawing/2014/main" id="{514E7C27-42C3-864D-C8EF-C3710B406F49}"/>
              </a:ext>
            </a:extLst>
          </p:cNvPr>
          <p:cNvSpPr>
            <a:spLocks noGrp="1"/>
          </p:cNvSpPr>
          <p:nvPr>
            <p:ph type="sldNum" sz="quarter" idx="12"/>
          </p:nvPr>
        </p:nvSpPr>
        <p:spPr>
          <a:xfrm>
            <a:off x="7885508" y="5883275"/>
            <a:ext cx="573161" cy="365125"/>
          </a:xfrm>
        </p:spPr>
        <p:txBody>
          <a:bodyPr vert="horz" lIns="91440" tIns="45720" rIns="91440" bIns="45720" rtlCol="0" anchor="ctr">
            <a:normAutofit/>
          </a:bodyPr>
          <a:lstStyle/>
          <a:p>
            <a:pPr defTabSz="457200" eaLnBrk="1" hangingPunct="1">
              <a:spcAft>
                <a:spcPts val="600"/>
              </a:spcAft>
              <a:defRPr/>
            </a:pPr>
            <a:fld id="{F02FF4ED-2B23-4CC6-834A-FCFA22AF88CD}" type="slidenum">
              <a:rPr lang="en-US" altLang="en-US" kern="1200" dirty="0">
                <a:solidFill>
                  <a:schemeClr val="tx1"/>
                </a:solidFill>
                <a:latin typeface="+mn-lt"/>
                <a:ea typeface="+mn-ea"/>
                <a:cs typeface="+mn-cs"/>
              </a:rPr>
              <a:pPr defTabSz="457200" eaLnBrk="1" hangingPunct="1">
                <a:spcAft>
                  <a:spcPts val="600"/>
                </a:spcAft>
                <a:defRPr/>
              </a:pPr>
              <a:t>20</a:t>
            </a:fld>
            <a:endParaRPr lang="en-US" altLang="en-US" kern="1200" dirty="0">
              <a:solidFill>
                <a:schemeClr val="tx1"/>
              </a:solidFill>
              <a:latin typeface="+mn-lt"/>
              <a:ea typeface="+mn-ea"/>
              <a:cs typeface="+mn-cs"/>
            </a:endParaRPr>
          </a:p>
        </p:txBody>
      </p:sp>
    </p:spTree>
    <p:extLst>
      <p:ext uri="{BB962C8B-B14F-4D97-AF65-F5344CB8AC3E}">
        <p14:creationId xmlns:p14="http://schemas.microsoft.com/office/powerpoint/2010/main" val="1064238180"/>
      </p:ext>
    </p:extLst>
  </p:cSld>
  <p:clrMapOvr>
    <a:overrideClrMapping bg1="dk1" tx1="lt1" bg2="dk2" tx2="lt2" accent1="accent1" accent2="accent2" accent3="accent3" accent4="accent4" accent5="accent5" accent6="accent6" hlink="hlink" folHlink="folHlink"/>
  </p:clrMapOvr>
  <p:transition>
    <p:rand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13643-F2C8-BC2F-DDDE-76418F38597B}"/>
              </a:ext>
            </a:extLst>
          </p:cNvPr>
          <p:cNvSpPr>
            <a:spLocks noGrp="1"/>
          </p:cNvSpPr>
          <p:nvPr>
            <p:ph type="title"/>
          </p:nvPr>
        </p:nvSpPr>
        <p:spPr/>
        <p:txBody>
          <a:bodyPr/>
          <a:lstStyle/>
          <a:p>
            <a:r>
              <a:rPr lang="en-US" dirty="0"/>
              <a:t>Solve two problem</a:t>
            </a:r>
          </a:p>
        </p:txBody>
      </p:sp>
      <p:sp>
        <p:nvSpPr>
          <p:cNvPr id="3" name="Date Placeholder 2">
            <a:extLst>
              <a:ext uri="{FF2B5EF4-FFF2-40B4-BE49-F238E27FC236}">
                <a16:creationId xmlns:a16="http://schemas.microsoft.com/office/drawing/2014/main" id="{BD4D0D8F-5A59-0E48-5D51-7ECAB29FD44A}"/>
              </a:ext>
            </a:extLst>
          </p:cNvPr>
          <p:cNvSpPr>
            <a:spLocks noGrp="1"/>
          </p:cNvSpPr>
          <p:nvPr>
            <p:ph type="dt" sz="half" idx="10"/>
          </p:nvPr>
        </p:nvSpPr>
        <p:spPr/>
        <p:txBody>
          <a:bodyPr/>
          <a:lstStyle/>
          <a:p>
            <a:pPr>
              <a:defRPr/>
            </a:pPr>
            <a:fld id="{3A100575-81D0-4836-BDA5-88ECA2DF1A30}" type="datetime4">
              <a:rPr lang="en-US" altLang="en-US" smtClean="0"/>
              <a:t>March 26, 2024</a:t>
            </a:fld>
            <a:endParaRPr lang="en-US" altLang="en-US"/>
          </a:p>
        </p:txBody>
      </p:sp>
      <p:sp>
        <p:nvSpPr>
          <p:cNvPr id="4" name="Slide Number Placeholder 3">
            <a:extLst>
              <a:ext uri="{FF2B5EF4-FFF2-40B4-BE49-F238E27FC236}">
                <a16:creationId xmlns:a16="http://schemas.microsoft.com/office/drawing/2014/main" id="{2C5FE1AA-BFE1-8E3A-9F9F-354D4905DB17}"/>
              </a:ext>
            </a:extLst>
          </p:cNvPr>
          <p:cNvSpPr>
            <a:spLocks noGrp="1"/>
          </p:cNvSpPr>
          <p:nvPr>
            <p:ph type="sldNum" sz="quarter" idx="12"/>
          </p:nvPr>
        </p:nvSpPr>
        <p:spPr/>
        <p:txBody>
          <a:bodyPr/>
          <a:lstStyle/>
          <a:p>
            <a:pPr>
              <a:defRPr/>
            </a:pPr>
            <a:fld id="{F02FF4ED-2B23-4CC6-834A-FCFA22AF88CD}" type="slidenum">
              <a:rPr lang="en-US" altLang="en-US" smtClean="0"/>
              <a:pPr>
                <a:defRPr/>
              </a:pPr>
              <a:t>21</a:t>
            </a:fld>
            <a:endParaRPr lang="en-US" altLang="en-US"/>
          </a:p>
        </p:txBody>
      </p:sp>
      <p:sp>
        <p:nvSpPr>
          <p:cNvPr id="6" name="TextBox 5">
            <a:extLst>
              <a:ext uri="{FF2B5EF4-FFF2-40B4-BE49-F238E27FC236}">
                <a16:creationId xmlns:a16="http://schemas.microsoft.com/office/drawing/2014/main" id="{221C9E2A-9177-CA64-0277-A59478BFC9AF}"/>
              </a:ext>
            </a:extLst>
          </p:cNvPr>
          <p:cNvSpPr txBox="1"/>
          <p:nvPr/>
        </p:nvSpPr>
        <p:spPr>
          <a:xfrm>
            <a:off x="685330" y="1828800"/>
            <a:ext cx="4572000" cy="1754326"/>
          </a:xfrm>
          <a:prstGeom prst="rect">
            <a:avLst/>
          </a:prstGeom>
          <a:noFill/>
        </p:spPr>
        <p:txBody>
          <a:bodyPr wrap="square">
            <a:spAutoFit/>
          </a:bodyPr>
          <a:lstStyle/>
          <a:p>
            <a:r>
              <a:rPr lang="en-US" b="1" i="0" dirty="0">
                <a:solidFill>
                  <a:srgbClr val="444444"/>
                </a:solidFill>
                <a:effectLst/>
                <a:latin typeface="PT Sans" panose="020B0503020203020204" pitchFamily="34" charset="0"/>
              </a:rPr>
              <a:t>Ensure that a class has just a single instance</a:t>
            </a:r>
            <a:r>
              <a:rPr lang="en-US" b="0" i="0" dirty="0">
                <a:solidFill>
                  <a:srgbClr val="444444"/>
                </a:solidFill>
                <a:effectLst/>
                <a:latin typeface="PT Sans" panose="020B0503020203020204" pitchFamily="34" charset="0"/>
              </a:rPr>
              <a:t>. Why would anyone want to control how many instances a class has? The most common reason for this is to control access to some shared resource—for example, a database or a file.</a:t>
            </a:r>
            <a:endParaRPr lang="en-US" dirty="0"/>
          </a:p>
        </p:txBody>
      </p:sp>
      <p:sp>
        <p:nvSpPr>
          <p:cNvPr id="8" name="TextBox 7">
            <a:extLst>
              <a:ext uri="{FF2B5EF4-FFF2-40B4-BE49-F238E27FC236}">
                <a16:creationId xmlns:a16="http://schemas.microsoft.com/office/drawing/2014/main" id="{7D4E2FD4-BD5E-C4CC-DD4A-C5C98D6B64F5}"/>
              </a:ext>
            </a:extLst>
          </p:cNvPr>
          <p:cNvSpPr txBox="1"/>
          <p:nvPr/>
        </p:nvSpPr>
        <p:spPr>
          <a:xfrm>
            <a:off x="4267200" y="3573294"/>
            <a:ext cx="4572000" cy="2031325"/>
          </a:xfrm>
          <a:prstGeom prst="rect">
            <a:avLst/>
          </a:prstGeom>
          <a:noFill/>
        </p:spPr>
        <p:txBody>
          <a:bodyPr wrap="square">
            <a:spAutoFit/>
          </a:bodyPr>
          <a:lstStyle/>
          <a:p>
            <a:r>
              <a:rPr lang="en-US" b="1" i="0" dirty="0">
                <a:solidFill>
                  <a:srgbClr val="444444"/>
                </a:solidFill>
                <a:effectLst/>
                <a:latin typeface="PT Sans" panose="020B0503020203020204" pitchFamily="34" charset="0"/>
              </a:rPr>
              <a:t>Provide a global access point to that instance</a:t>
            </a:r>
            <a:r>
              <a:rPr lang="en-US" b="0" i="0" dirty="0">
                <a:solidFill>
                  <a:srgbClr val="444444"/>
                </a:solidFill>
                <a:effectLst/>
                <a:latin typeface="PT Sans" panose="020B0503020203020204" pitchFamily="34" charset="0"/>
              </a:rPr>
              <a:t>. Remember those global variables that you (all right, me) used to store some essential objects? While they’re very handy, they’re also very unsafe since any code can potentially overwrite the contents of those variables and crash the app.</a:t>
            </a:r>
            <a:endParaRPr lang="en-US" dirty="0"/>
          </a:p>
        </p:txBody>
      </p:sp>
    </p:spTree>
    <p:extLst>
      <p:ext uri="{BB962C8B-B14F-4D97-AF65-F5344CB8AC3E}">
        <p14:creationId xmlns:p14="http://schemas.microsoft.com/office/powerpoint/2010/main" val="2770097874"/>
      </p:ext>
    </p:extLst>
  </p:cSld>
  <p:clrMapOvr>
    <a:masterClrMapping/>
  </p:clrMapOvr>
  <p:transition>
    <p:rand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B575F438-7681-2083-BEA1-4CF06CA1ECCF}"/>
              </a:ext>
            </a:extLst>
          </p:cNvPr>
          <p:cNvSpPr>
            <a:spLocks noGrp="1"/>
          </p:cNvSpPr>
          <p:nvPr>
            <p:ph type="title"/>
          </p:nvPr>
        </p:nvSpPr>
        <p:spPr/>
        <p:txBody>
          <a:bodyPr/>
          <a:lstStyle/>
          <a:p>
            <a:r>
              <a:rPr lang="en-US" dirty="0"/>
              <a:t>Real world analogy</a:t>
            </a:r>
          </a:p>
        </p:txBody>
      </p:sp>
      <p:sp>
        <p:nvSpPr>
          <p:cNvPr id="3" name="Date Placeholder 2">
            <a:extLst>
              <a:ext uri="{FF2B5EF4-FFF2-40B4-BE49-F238E27FC236}">
                <a16:creationId xmlns:a16="http://schemas.microsoft.com/office/drawing/2014/main" id="{0535B96A-814B-458A-772D-8AEB96EF54DB}"/>
              </a:ext>
            </a:extLst>
          </p:cNvPr>
          <p:cNvSpPr>
            <a:spLocks noGrp="1"/>
          </p:cNvSpPr>
          <p:nvPr>
            <p:ph type="dt" sz="half" idx="10"/>
          </p:nvPr>
        </p:nvSpPr>
        <p:spPr/>
        <p:txBody>
          <a:bodyPr/>
          <a:lstStyle/>
          <a:p>
            <a:pPr>
              <a:defRPr/>
            </a:pPr>
            <a:fld id="{3A100575-81D0-4836-BDA5-88ECA2DF1A30}" type="datetime4">
              <a:rPr lang="en-US" altLang="en-US" smtClean="0"/>
              <a:t>March 26, 2024</a:t>
            </a:fld>
            <a:endParaRPr lang="en-US" altLang="en-US"/>
          </a:p>
        </p:txBody>
      </p:sp>
      <p:sp>
        <p:nvSpPr>
          <p:cNvPr id="4" name="Slide Number Placeholder 3">
            <a:extLst>
              <a:ext uri="{FF2B5EF4-FFF2-40B4-BE49-F238E27FC236}">
                <a16:creationId xmlns:a16="http://schemas.microsoft.com/office/drawing/2014/main" id="{93F44B16-2F5A-1386-4370-139E2ECAC6A4}"/>
              </a:ext>
            </a:extLst>
          </p:cNvPr>
          <p:cNvSpPr>
            <a:spLocks noGrp="1"/>
          </p:cNvSpPr>
          <p:nvPr>
            <p:ph type="sldNum" sz="quarter" idx="12"/>
          </p:nvPr>
        </p:nvSpPr>
        <p:spPr/>
        <p:txBody>
          <a:bodyPr/>
          <a:lstStyle/>
          <a:p>
            <a:pPr>
              <a:defRPr/>
            </a:pPr>
            <a:fld id="{F02FF4ED-2B23-4CC6-834A-FCFA22AF88CD}" type="slidenum">
              <a:rPr lang="en-US" altLang="en-US" smtClean="0"/>
              <a:pPr>
                <a:defRPr/>
              </a:pPr>
              <a:t>22</a:t>
            </a:fld>
            <a:endParaRPr lang="en-US" altLang="en-US"/>
          </a:p>
        </p:txBody>
      </p:sp>
      <p:sp>
        <p:nvSpPr>
          <p:cNvPr id="10" name="TextBox 9">
            <a:extLst>
              <a:ext uri="{FF2B5EF4-FFF2-40B4-BE49-F238E27FC236}">
                <a16:creationId xmlns:a16="http://schemas.microsoft.com/office/drawing/2014/main" id="{B46ED389-7E51-7964-F079-C6F995353150}"/>
              </a:ext>
            </a:extLst>
          </p:cNvPr>
          <p:cNvSpPr txBox="1"/>
          <p:nvPr/>
        </p:nvSpPr>
        <p:spPr>
          <a:xfrm>
            <a:off x="533400" y="1981200"/>
            <a:ext cx="8458200" cy="4062651"/>
          </a:xfrm>
          <a:prstGeom prst="rect">
            <a:avLst/>
          </a:prstGeom>
          <a:noFill/>
        </p:spPr>
        <p:txBody>
          <a:bodyPr wrap="square">
            <a:spAutoFit/>
          </a:bodyPr>
          <a:lstStyle/>
          <a:p>
            <a:pPr marL="285750" indent="-285750">
              <a:buFont typeface="Arial" panose="020B0604020202020204" pitchFamily="34" charset="0"/>
              <a:buChar char="•"/>
            </a:pPr>
            <a:r>
              <a:rPr lang="en-US" sz="2400" b="0" i="0" dirty="0">
                <a:effectLst/>
                <a:latin typeface="+mn-lt"/>
              </a:rPr>
              <a:t>The government is an excellent example of the Singleton pattern. A country can have only one official government. Regardless of the personal identities of the individuals who form governments, the title, “The Government of X”, is a global point of access that identifies the group of people in charge.</a:t>
            </a:r>
          </a:p>
          <a:p>
            <a:pPr marL="285750" indent="-285750" fontAlgn="base">
              <a:buFont typeface="Arial" panose="020B0604020202020204" pitchFamily="34" charset="0"/>
              <a:buChar char="•"/>
            </a:pPr>
            <a:r>
              <a:rPr lang="en-US" sz="2400" dirty="0">
                <a:latin typeface="+mn-lt"/>
              </a:rPr>
              <a:t>Take a scenario, say for a Company application, there is only one CEO. If you want to create or access CEO object, you should return the same CEO object every time.</a:t>
            </a:r>
          </a:p>
          <a:p>
            <a:pPr marL="285750" indent="-285750" fontAlgn="base">
              <a:buFont typeface="Arial" panose="020B0604020202020204" pitchFamily="34" charset="0"/>
              <a:buChar char="•"/>
            </a:pPr>
            <a:r>
              <a:rPr lang="en-US" sz="2400" dirty="0">
                <a:latin typeface="+mn-lt"/>
              </a:rPr>
              <a:t>One more, after logging into an application, current user must return same object every time</a:t>
            </a:r>
          </a:p>
          <a:p>
            <a:endParaRPr lang="en-US" dirty="0"/>
          </a:p>
        </p:txBody>
      </p:sp>
    </p:spTree>
    <p:extLst>
      <p:ext uri="{BB962C8B-B14F-4D97-AF65-F5344CB8AC3E}">
        <p14:creationId xmlns:p14="http://schemas.microsoft.com/office/powerpoint/2010/main" val="2645466902"/>
      </p:ext>
    </p:extLst>
  </p:cSld>
  <p:clrMapOvr>
    <a:masterClrMapping/>
  </p:clrMapOvr>
  <p:transition>
    <p:rand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BADF1FF-0BBB-2075-27C9-A3A6F7D0EA77}"/>
              </a:ext>
            </a:extLst>
          </p:cNvPr>
          <p:cNvSpPr>
            <a:spLocks noGrp="1"/>
          </p:cNvSpPr>
          <p:nvPr>
            <p:ph type="dt" sz="half" idx="10"/>
          </p:nvPr>
        </p:nvSpPr>
        <p:spPr/>
        <p:txBody>
          <a:bodyPr/>
          <a:lstStyle/>
          <a:p>
            <a:pPr>
              <a:defRPr/>
            </a:pPr>
            <a:fld id="{3A100575-81D0-4836-BDA5-88ECA2DF1A30}" type="datetime4">
              <a:rPr lang="en-US" altLang="en-US" smtClean="0"/>
              <a:t>March 26, 2024</a:t>
            </a:fld>
            <a:endParaRPr lang="en-US" altLang="en-US"/>
          </a:p>
        </p:txBody>
      </p:sp>
      <p:sp>
        <p:nvSpPr>
          <p:cNvPr id="4" name="Slide Number Placeholder 3">
            <a:extLst>
              <a:ext uri="{FF2B5EF4-FFF2-40B4-BE49-F238E27FC236}">
                <a16:creationId xmlns:a16="http://schemas.microsoft.com/office/drawing/2014/main" id="{55414343-F332-08CC-8953-CF71F4AD946F}"/>
              </a:ext>
            </a:extLst>
          </p:cNvPr>
          <p:cNvSpPr>
            <a:spLocks noGrp="1"/>
          </p:cNvSpPr>
          <p:nvPr>
            <p:ph type="sldNum" sz="quarter" idx="12"/>
          </p:nvPr>
        </p:nvSpPr>
        <p:spPr/>
        <p:txBody>
          <a:bodyPr/>
          <a:lstStyle/>
          <a:p>
            <a:pPr>
              <a:defRPr/>
            </a:pPr>
            <a:fld id="{F02FF4ED-2B23-4CC6-834A-FCFA22AF88CD}" type="slidenum">
              <a:rPr lang="en-US" altLang="en-US" smtClean="0"/>
              <a:pPr>
                <a:defRPr/>
              </a:pPr>
              <a:t>23</a:t>
            </a:fld>
            <a:endParaRPr lang="en-US" altLang="en-US"/>
          </a:p>
        </p:txBody>
      </p:sp>
      <p:pic>
        <p:nvPicPr>
          <p:cNvPr id="8" name="Picture 7">
            <a:extLst>
              <a:ext uri="{FF2B5EF4-FFF2-40B4-BE49-F238E27FC236}">
                <a16:creationId xmlns:a16="http://schemas.microsoft.com/office/drawing/2014/main" id="{053A3EBC-131B-1E44-82DD-65B1AC2B8582}"/>
              </a:ext>
            </a:extLst>
          </p:cNvPr>
          <p:cNvPicPr>
            <a:picLocks noChangeAspect="1"/>
          </p:cNvPicPr>
          <p:nvPr/>
        </p:nvPicPr>
        <p:blipFill>
          <a:blip r:embed="rId2"/>
          <a:stretch>
            <a:fillRect/>
          </a:stretch>
        </p:blipFill>
        <p:spPr>
          <a:xfrm>
            <a:off x="1066800" y="914400"/>
            <a:ext cx="7239000" cy="5183909"/>
          </a:xfrm>
          <a:prstGeom prst="rect">
            <a:avLst/>
          </a:prstGeom>
        </p:spPr>
      </p:pic>
    </p:spTree>
    <p:extLst>
      <p:ext uri="{BB962C8B-B14F-4D97-AF65-F5344CB8AC3E}">
        <p14:creationId xmlns:p14="http://schemas.microsoft.com/office/powerpoint/2010/main" val="2987356805"/>
      </p:ext>
    </p:extLst>
  </p:cSld>
  <p:clrMapOvr>
    <a:masterClrMapping/>
  </p:clrMapOvr>
  <p:transition>
    <p:random/>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1" name="Picture 2">
            <a:extLst>
              <a:ext uri="{FF2B5EF4-FFF2-40B4-BE49-F238E27FC236}">
                <a16:creationId xmlns:a16="http://schemas.microsoft.com/office/drawing/2014/main" id="{9A0F0AC6-A89F-416B-9FA4-48E664065E7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9144002" cy="6858001"/>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218D7DD0-110F-43F3-A7E4-B51873CBF10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useBgFill="1">
        <p:nvSpPr>
          <p:cNvPr id="15" name="Rectangle 14">
            <a:extLst>
              <a:ext uri="{FF2B5EF4-FFF2-40B4-BE49-F238E27FC236}">
                <a16:creationId xmlns:a16="http://schemas.microsoft.com/office/drawing/2014/main" id="{D2585039-CDA7-4B76-B013-776F970DE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638" y="0"/>
            <a:ext cx="9130362"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D53D942-8031-42E8-88B4-E03A710E89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9" name="Rectangle 18">
            <a:extLst>
              <a:ext uri="{FF2B5EF4-FFF2-40B4-BE49-F238E27FC236}">
                <a16:creationId xmlns:a16="http://schemas.microsoft.com/office/drawing/2014/main" id="{5FD07472-970F-49B5-8994-ADEAA31487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447800" cy="6858002"/>
          </a:xfrm>
          <a:prstGeom prst="rect">
            <a:avLst/>
          </a:prstGeom>
          <a:ln>
            <a:noFill/>
          </a:ln>
          <a:effectLst>
            <a:outerShdw blurRad="88900" dist="254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a:extLst>
              <a:ext uri="{FF2B5EF4-FFF2-40B4-BE49-F238E27FC236}">
                <a16:creationId xmlns:a16="http://schemas.microsoft.com/office/drawing/2014/main" id="{82869BAE-8EC0-4D16-ACB8-F0CBFDD9048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82524" t="71774" r="2564"/>
          <a:stretch/>
        </p:blipFill>
        <p:spPr>
          <a:xfrm>
            <a:off x="13638" y="4822361"/>
            <a:ext cx="1433926" cy="2035640"/>
          </a:xfrm>
          <a:prstGeom prst="rect">
            <a:avLst/>
          </a:prstGeom>
        </p:spPr>
      </p:pic>
      <p:pic>
        <p:nvPicPr>
          <p:cNvPr id="23" name="Picture 22">
            <a:extLst>
              <a:ext uri="{FF2B5EF4-FFF2-40B4-BE49-F238E27FC236}">
                <a16:creationId xmlns:a16="http://schemas.microsoft.com/office/drawing/2014/main" id="{3524A7AE-FFF7-4F70-9AEA-01A5DFF77BC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49896" t="75007" r="30510"/>
          <a:stretch/>
        </p:blipFill>
        <p:spPr>
          <a:xfrm>
            <a:off x="223391" y="5471958"/>
            <a:ext cx="667411" cy="638482"/>
          </a:xfrm>
          <a:custGeom>
            <a:avLst/>
            <a:gdLst>
              <a:gd name="connsiteX0" fmla="*/ 2051608 w 4103216"/>
              <a:gd name="connsiteY0" fmla="*/ 0 h 1714050"/>
              <a:gd name="connsiteX1" fmla="*/ 4103216 w 4103216"/>
              <a:gd name="connsiteY1" fmla="*/ 1266738 h 1714050"/>
              <a:gd name="connsiteX2" fmla="*/ 4010980 w 4103216"/>
              <a:gd name="connsiteY2" fmla="*/ 1643427 h 1714050"/>
              <a:gd name="connsiteX3" fmla="*/ 3969116 w 4103216"/>
              <a:gd name="connsiteY3" fmla="*/ 1714050 h 1714050"/>
              <a:gd name="connsiteX4" fmla="*/ 134100 w 4103216"/>
              <a:gd name="connsiteY4" fmla="*/ 1714050 h 1714050"/>
              <a:gd name="connsiteX5" fmla="*/ 92237 w 4103216"/>
              <a:gd name="connsiteY5" fmla="*/ 1643427 h 1714050"/>
              <a:gd name="connsiteX6" fmla="*/ 0 w 4103216"/>
              <a:gd name="connsiteY6" fmla="*/ 1266738 h 1714050"/>
              <a:gd name="connsiteX7" fmla="*/ 2051608 w 4103216"/>
              <a:gd name="connsiteY7" fmla="*/ 0 h 1714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03216" h="1714050">
                <a:moveTo>
                  <a:pt x="2051608" y="0"/>
                </a:moveTo>
                <a:cubicBezTo>
                  <a:pt x="3184680" y="0"/>
                  <a:pt x="4103216" y="567138"/>
                  <a:pt x="4103216" y="1266738"/>
                </a:cubicBezTo>
                <a:cubicBezTo>
                  <a:pt x="4103216" y="1397913"/>
                  <a:pt x="4070924" y="1524431"/>
                  <a:pt x="4010980" y="1643427"/>
                </a:cubicBezTo>
                <a:lnTo>
                  <a:pt x="3969116" y="1714050"/>
                </a:lnTo>
                <a:lnTo>
                  <a:pt x="134100" y="1714050"/>
                </a:lnTo>
                <a:lnTo>
                  <a:pt x="92237" y="1643427"/>
                </a:lnTo>
                <a:cubicBezTo>
                  <a:pt x="32293" y="1524431"/>
                  <a:pt x="0" y="1397913"/>
                  <a:pt x="0" y="1266738"/>
                </a:cubicBezTo>
                <a:cubicBezTo>
                  <a:pt x="0" y="567138"/>
                  <a:pt x="918536" y="0"/>
                  <a:pt x="2051608" y="0"/>
                </a:cubicBezTo>
                <a:close/>
              </a:path>
            </a:pathLst>
          </a:custGeom>
        </p:spPr>
      </p:pic>
      <p:sp>
        <p:nvSpPr>
          <p:cNvPr id="6" name="TextBox 5">
            <a:extLst>
              <a:ext uri="{FF2B5EF4-FFF2-40B4-BE49-F238E27FC236}">
                <a16:creationId xmlns:a16="http://schemas.microsoft.com/office/drawing/2014/main" id="{AAF20709-A061-7178-6DC1-9AC2B792AC04}"/>
              </a:ext>
            </a:extLst>
          </p:cNvPr>
          <p:cNvSpPr txBox="1"/>
          <p:nvPr/>
        </p:nvSpPr>
        <p:spPr>
          <a:xfrm>
            <a:off x="2133364" y="1950440"/>
            <a:ext cx="6324835" cy="3840760"/>
          </a:xfrm>
          <a:prstGeom prst="rect">
            <a:avLst/>
          </a:prstGeom>
        </p:spPr>
        <p:txBody>
          <a:bodyPr vert="horz" lIns="91440" tIns="45720" rIns="91440" bIns="45720" rtlCol="0" anchor="ctr">
            <a:normAutofit/>
          </a:bodyPr>
          <a:lstStyle/>
          <a:p>
            <a:pPr marL="0" indent="0" algn="ctr">
              <a:buNone/>
            </a:pPr>
            <a:r>
              <a:rPr lang="en-US" sz="1800" dirty="0">
                <a:solidFill>
                  <a:schemeClr val="tx1"/>
                </a:solidFill>
              </a:rPr>
              <a:t>In </a:t>
            </a:r>
            <a:r>
              <a:rPr lang="en-US" sz="1800" b="1" dirty="0">
                <a:solidFill>
                  <a:schemeClr val="tx1"/>
                </a:solidFill>
              </a:rPr>
              <a:t>Factory pattern</a:t>
            </a:r>
            <a:r>
              <a:rPr lang="en-US" sz="1800" dirty="0">
                <a:solidFill>
                  <a:schemeClr val="tx1"/>
                </a:solidFill>
              </a:rPr>
              <a:t>, we create object without exposing the creation logic. In this pattern, an interface is used for creating an object, but let subclass decide which class to instantiate. The creation of object is done when it is required. The Factory method allows a class later instantiation to subclasses</a:t>
            </a:r>
          </a:p>
          <a:p>
            <a:br>
              <a:rPr lang="en-US" dirty="0"/>
            </a:br>
            <a:endParaRPr lang="en-US" cap="all" dirty="0">
              <a:latin typeface="+mn-lt"/>
              <a:ea typeface="+mn-ea"/>
            </a:endParaRPr>
          </a:p>
        </p:txBody>
      </p:sp>
      <p:sp>
        <p:nvSpPr>
          <p:cNvPr id="2" name="Title 1">
            <a:extLst>
              <a:ext uri="{FF2B5EF4-FFF2-40B4-BE49-F238E27FC236}">
                <a16:creationId xmlns:a16="http://schemas.microsoft.com/office/drawing/2014/main" id="{1B75885E-60F4-1B2F-9361-ED0D26DCC4E1}"/>
              </a:ext>
            </a:extLst>
          </p:cNvPr>
          <p:cNvSpPr>
            <a:spLocks noGrp="1"/>
          </p:cNvSpPr>
          <p:nvPr>
            <p:ph type="title"/>
          </p:nvPr>
        </p:nvSpPr>
        <p:spPr>
          <a:xfrm>
            <a:off x="2133364" y="643467"/>
            <a:ext cx="6325304" cy="1306972"/>
          </a:xfrm>
        </p:spPr>
        <p:txBody>
          <a:bodyPr vert="horz" lIns="91440" tIns="45720" rIns="91440" bIns="45720" rtlCol="0" anchor="ctr">
            <a:normAutofit/>
          </a:bodyPr>
          <a:lstStyle/>
          <a:p>
            <a:r>
              <a:rPr lang="en-US" sz="3800" dirty="0"/>
              <a:t>FACTORY METHOD</a:t>
            </a:r>
          </a:p>
        </p:txBody>
      </p:sp>
      <p:sp>
        <p:nvSpPr>
          <p:cNvPr id="3" name="Date Placeholder 2">
            <a:extLst>
              <a:ext uri="{FF2B5EF4-FFF2-40B4-BE49-F238E27FC236}">
                <a16:creationId xmlns:a16="http://schemas.microsoft.com/office/drawing/2014/main" id="{789E2D99-5271-82D0-2779-86835F5BF0AE}"/>
              </a:ext>
            </a:extLst>
          </p:cNvPr>
          <p:cNvSpPr>
            <a:spLocks noGrp="1"/>
          </p:cNvSpPr>
          <p:nvPr>
            <p:ph type="dt" sz="half" idx="10"/>
          </p:nvPr>
        </p:nvSpPr>
        <p:spPr>
          <a:xfrm>
            <a:off x="5759052" y="5883275"/>
            <a:ext cx="2057400" cy="365125"/>
          </a:xfrm>
        </p:spPr>
        <p:txBody>
          <a:bodyPr vert="horz" lIns="91440" tIns="45720" rIns="91440" bIns="45720" rtlCol="0" anchor="ctr">
            <a:normAutofit/>
          </a:bodyPr>
          <a:lstStyle/>
          <a:p>
            <a:pPr defTabSz="457200" eaLnBrk="1" hangingPunct="1">
              <a:spcAft>
                <a:spcPts val="600"/>
              </a:spcAft>
              <a:defRPr/>
            </a:pPr>
            <a:fld id="{3A100575-81D0-4836-BDA5-88ECA2DF1A30}" type="datetime4">
              <a:rPr lang="en-US" altLang="en-US" smtClean="0">
                <a:latin typeface="+mn-lt"/>
                <a:ea typeface="+mn-ea"/>
              </a:rPr>
              <a:pPr defTabSz="457200" eaLnBrk="1" hangingPunct="1">
                <a:spcAft>
                  <a:spcPts val="600"/>
                </a:spcAft>
                <a:defRPr/>
              </a:pPr>
              <a:t>March 26, 2024</a:t>
            </a:fld>
            <a:endParaRPr lang="en-US" altLang="en-US" dirty="0">
              <a:latin typeface="+mn-lt"/>
              <a:ea typeface="+mn-ea"/>
            </a:endParaRPr>
          </a:p>
        </p:txBody>
      </p:sp>
      <p:sp>
        <p:nvSpPr>
          <p:cNvPr id="4" name="Slide Number Placeholder 3">
            <a:extLst>
              <a:ext uri="{FF2B5EF4-FFF2-40B4-BE49-F238E27FC236}">
                <a16:creationId xmlns:a16="http://schemas.microsoft.com/office/drawing/2014/main" id="{514E7C27-42C3-864D-C8EF-C3710B406F49}"/>
              </a:ext>
            </a:extLst>
          </p:cNvPr>
          <p:cNvSpPr>
            <a:spLocks noGrp="1"/>
          </p:cNvSpPr>
          <p:nvPr>
            <p:ph type="sldNum" sz="quarter" idx="12"/>
          </p:nvPr>
        </p:nvSpPr>
        <p:spPr>
          <a:xfrm>
            <a:off x="7885508" y="5883275"/>
            <a:ext cx="573161" cy="365125"/>
          </a:xfrm>
        </p:spPr>
        <p:txBody>
          <a:bodyPr vert="horz" lIns="91440" tIns="45720" rIns="91440" bIns="45720" rtlCol="0" anchor="ctr">
            <a:normAutofit/>
          </a:bodyPr>
          <a:lstStyle/>
          <a:p>
            <a:pPr defTabSz="457200" eaLnBrk="1" hangingPunct="1">
              <a:spcAft>
                <a:spcPts val="600"/>
              </a:spcAft>
              <a:defRPr/>
            </a:pPr>
            <a:fld id="{F02FF4ED-2B23-4CC6-834A-FCFA22AF88CD}" type="slidenum">
              <a:rPr lang="en-US" altLang="en-US" kern="1200" dirty="0">
                <a:solidFill>
                  <a:schemeClr val="tx1"/>
                </a:solidFill>
                <a:latin typeface="+mn-lt"/>
                <a:ea typeface="+mn-ea"/>
                <a:cs typeface="+mn-cs"/>
              </a:rPr>
              <a:pPr defTabSz="457200" eaLnBrk="1" hangingPunct="1">
                <a:spcAft>
                  <a:spcPts val="600"/>
                </a:spcAft>
                <a:defRPr/>
              </a:pPr>
              <a:t>24</a:t>
            </a:fld>
            <a:endParaRPr lang="en-US" altLang="en-US" kern="1200" dirty="0">
              <a:solidFill>
                <a:schemeClr val="tx1"/>
              </a:solidFill>
              <a:latin typeface="+mn-lt"/>
              <a:ea typeface="+mn-ea"/>
              <a:cs typeface="+mn-cs"/>
            </a:endParaRPr>
          </a:p>
        </p:txBody>
      </p:sp>
    </p:spTree>
    <p:extLst>
      <p:ext uri="{BB962C8B-B14F-4D97-AF65-F5344CB8AC3E}">
        <p14:creationId xmlns:p14="http://schemas.microsoft.com/office/powerpoint/2010/main" val="1331885566"/>
      </p:ext>
    </p:extLst>
  </p:cSld>
  <p:clrMapOvr>
    <a:overrideClrMapping bg1="dk1" tx1="lt1" bg2="dk2" tx2="lt2" accent1="accent1" accent2="accent2" accent3="accent3" accent4="accent4" accent5="accent5" accent6="accent6" hlink="hlink" folHlink="folHlink"/>
  </p:clrMapOvr>
  <p:transition>
    <p:rand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303FDF9-9F75-03F4-234A-575D186A2703}"/>
              </a:ext>
            </a:extLst>
          </p:cNvPr>
          <p:cNvSpPr>
            <a:spLocks noGrp="1"/>
          </p:cNvSpPr>
          <p:nvPr>
            <p:ph type="dt" sz="half" idx="10"/>
          </p:nvPr>
        </p:nvSpPr>
        <p:spPr/>
        <p:txBody>
          <a:bodyPr/>
          <a:lstStyle/>
          <a:p>
            <a:pPr>
              <a:defRPr/>
            </a:pPr>
            <a:fld id="{3A100575-81D0-4836-BDA5-88ECA2DF1A30}" type="datetime4">
              <a:rPr lang="en-US" altLang="en-US" smtClean="0"/>
              <a:t>March 26, 2024</a:t>
            </a:fld>
            <a:endParaRPr lang="en-US" altLang="en-US"/>
          </a:p>
        </p:txBody>
      </p:sp>
      <p:sp>
        <p:nvSpPr>
          <p:cNvPr id="4" name="Slide Number Placeholder 3">
            <a:extLst>
              <a:ext uri="{FF2B5EF4-FFF2-40B4-BE49-F238E27FC236}">
                <a16:creationId xmlns:a16="http://schemas.microsoft.com/office/drawing/2014/main" id="{457B9884-0E25-5B99-9B11-94699F4A2F8D}"/>
              </a:ext>
            </a:extLst>
          </p:cNvPr>
          <p:cNvSpPr>
            <a:spLocks noGrp="1"/>
          </p:cNvSpPr>
          <p:nvPr>
            <p:ph type="sldNum" sz="quarter" idx="12"/>
          </p:nvPr>
        </p:nvSpPr>
        <p:spPr/>
        <p:txBody>
          <a:bodyPr/>
          <a:lstStyle/>
          <a:p>
            <a:pPr>
              <a:defRPr/>
            </a:pPr>
            <a:fld id="{F02FF4ED-2B23-4CC6-834A-FCFA22AF88CD}" type="slidenum">
              <a:rPr lang="en-US" altLang="en-US" smtClean="0"/>
              <a:pPr>
                <a:defRPr/>
              </a:pPr>
              <a:t>25</a:t>
            </a:fld>
            <a:endParaRPr lang="en-US" altLang="en-US"/>
          </a:p>
        </p:txBody>
      </p:sp>
      <p:pic>
        <p:nvPicPr>
          <p:cNvPr id="6" name="Picture 5">
            <a:extLst>
              <a:ext uri="{FF2B5EF4-FFF2-40B4-BE49-F238E27FC236}">
                <a16:creationId xmlns:a16="http://schemas.microsoft.com/office/drawing/2014/main" id="{7A51BB2B-61CC-D985-21D6-DB7F5BCC5422}"/>
              </a:ext>
            </a:extLst>
          </p:cNvPr>
          <p:cNvPicPr>
            <a:picLocks noChangeAspect="1"/>
          </p:cNvPicPr>
          <p:nvPr/>
        </p:nvPicPr>
        <p:blipFill>
          <a:blip r:embed="rId2"/>
          <a:stretch>
            <a:fillRect/>
          </a:stretch>
        </p:blipFill>
        <p:spPr>
          <a:xfrm>
            <a:off x="533400" y="1104900"/>
            <a:ext cx="7925269" cy="5305698"/>
          </a:xfrm>
          <a:prstGeom prst="rect">
            <a:avLst/>
          </a:prstGeom>
        </p:spPr>
      </p:pic>
    </p:spTree>
    <p:extLst>
      <p:ext uri="{BB962C8B-B14F-4D97-AF65-F5344CB8AC3E}">
        <p14:creationId xmlns:p14="http://schemas.microsoft.com/office/powerpoint/2010/main" val="1752430212"/>
      </p:ext>
    </p:extLst>
  </p:cSld>
  <p:clrMapOvr>
    <a:masterClrMapping/>
  </p:clrMapOvr>
  <p:transition>
    <p:random/>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C56A88A-F254-819D-82C2-3A0A1CC7C641}"/>
              </a:ext>
            </a:extLst>
          </p:cNvPr>
          <p:cNvSpPr>
            <a:spLocks noGrp="1"/>
          </p:cNvSpPr>
          <p:nvPr>
            <p:ph type="dt" sz="half" idx="10"/>
          </p:nvPr>
        </p:nvSpPr>
        <p:spPr/>
        <p:txBody>
          <a:bodyPr/>
          <a:lstStyle/>
          <a:p>
            <a:pPr>
              <a:defRPr/>
            </a:pPr>
            <a:fld id="{3A100575-81D0-4836-BDA5-88ECA2DF1A30}" type="datetime4">
              <a:rPr lang="en-US" altLang="en-US" smtClean="0"/>
              <a:t>March 26, 2024</a:t>
            </a:fld>
            <a:endParaRPr lang="en-US" altLang="en-US"/>
          </a:p>
        </p:txBody>
      </p:sp>
      <p:sp>
        <p:nvSpPr>
          <p:cNvPr id="4" name="Slide Number Placeholder 3">
            <a:extLst>
              <a:ext uri="{FF2B5EF4-FFF2-40B4-BE49-F238E27FC236}">
                <a16:creationId xmlns:a16="http://schemas.microsoft.com/office/drawing/2014/main" id="{7A564864-35C5-B6EB-4FBF-C1EB21F45DB8}"/>
              </a:ext>
            </a:extLst>
          </p:cNvPr>
          <p:cNvSpPr>
            <a:spLocks noGrp="1"/>
          </p:cNvSpPr>
          <p:nvPr>
            <p:ph type="sldNum" sz="quarter" idx="12"/>
          </p:nvPr>
        </p:nvSpPr>
        <p:spPr/>
        <p:txBody>
          <a:bodyPr/>
          <a:lstStyle/>
          <a:p>
            <a:pPr>
              <a:defRPr/>
            </a:pPr>
            <a:fld id="{F02FF4ED-2B23-4CC6-834A-FCFA22AF88CD}" type="slidenum">
              <a:rPr lang="en-US" altLang="en-US" smtClean="0"/>
              <a:pPr>
                <a:defRPr/>
              </a:pPr>
              <a:t>26</a:t>
            </a:fld>
            <a:endParaRPr lang="en-US" altLang="en-US"/>
          </a:p>
        </p:txBody>
      </p:sp>
      <p:pic>
        <p:nvPicPr>
          <p:cNvPr id="6" name="Picture 5">
            <a:extLst>
              <a:ext uri="{FF2B5EF4-FFF2-40B4-BE49-F238E27FC236}">
                <a16:creationId xmlns:a16="http://schemas.microsoft.com/office/drawing/2014/main" id="{64375013-1598-C71B-9150-7F2A50FF8B22}"/>
              </a:ext>
            </a:extLst>
          </p:cNvPr>
          <p:cNvPicPr>
            <a:picLocks noChangeAspect="1"/>
          </p:cNvPicPr>
          <p:nvPr/>
        </p:nvPicPr>
        <p:blipFill>
          <a:blip r:embed="rId2"/>
          <a:stretch>
            <a:fillRect/>
          </a:stretch>
        </p:blipFill>
        <p:spPr>
          <a:xfrm>
            <a:off x="0" y="1142999"/>
            <a:ext cx="9144000" cy="4572001"/>
          </a:xfrm>
          <a:prstGeom prst="rect">
            <a:avLst/>
          </a:prstGeom>
        </p:spPr>
      </p:pic>
    </p:spTree>
    <p:extLst>
      <p:ext uri="{BB962C8B-B14F-4D97-AF65-F5344CB8AC3E}">
        <p14:creationId xmlns:p14="http://schemas.microsoft.com/office/powerpoint/2010/main" val="3376620988"/>
      </p:ext>
    </p:extLst>
  </p:cSld>
  <p:clrMapOvr>
    <a:masterClrMapping/>
  </p:clrMapOvr>
  <p:transition>
    <p:rand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D631A8F-A771-8693-B897-AD2CAACC321A}"/>
              </a:ext>
            </a:extLst>
          </p:cNvPr>
          <p:cNvSpPr>
            <a:spLocks noGrp="1"/>
          </p:cNvSpPr>
          <p:nvPr>
            <p:ph type="title"/>
          </p:nvPr>
        </p:nvSpPr>
        <p:spPr/>
        <p:txBody>
          <a:bodyPr/>
          <a:lstStyle/>
          <a:p>
            <a:r>
              <a:rPr lang="en-US" dirty="0"/>
              <a:t>STRUCTURE</a:t>
            </a:r>
          </a:p>
        </p:txBody>
      </p:sp>
      <p:sp>
        <p:nvSpPr>
          <p:cNvPr id="3" name="Date Placeholder 2">
            <a:extLst>
              <a:ext uri="{FF2B5EF4-FFF2-40B4-BE49-F238E27FC236}">
                <a16:creationId xmlns:a16="http://schemas.microsoft.com/office/drawing/2014/main" id="{FBADF1FF-0BBB-2075-27C9-A3A6F7D0EA77}"/>
              </a:ext>
            </a:extLst>
          </p:cNvPr>
          <p:cNvSpPr>
            <a:spLocks noGrp="1"/>
          </p:cNvSpPr>
          <p:nvPr>
            <p:ph type="dt" sz="half" idx="10"/>
          </p:nvPr>
        </p:nvSpPr>
        <p:spPr/>
        <p:txBody>
          <a:bodyPr/>
          <a:lstStyle/>
          <a:p>
            <a:pPr>
              <a:defRPr/>
            </a:pPr>
            <a:fld id="{3A100575-81D0-4836-BDA5-88ECA2DF1A30}" type="datetime4">
              <a:rPr lang="en-US" altLang="en-US" smtClean="0"/>
              <a:t>March 26, 2024</a:t>
            </a:fld>
            <a:endParaRPr lang="en-US" altLang="en-US" dirty="0"/>
          </a:p>
        </p:txBody>
      </p:sp>
      <p:sp>
        <p:nvSpPr>
          <p:cNvPr id="4" name="Slide Number Placeholder 3">
            <a:extLst>
              <a:ext uri="{FF2B5EF4-FFF2-40B4-BE49-F238E27FC236}">
                <a16:creationId xmlns:a16="http://schemas.microsoft.com/office/drawing/2014/main" id="{55414343-F332-08CC-8953-CF71F4AD946F}"/>
              </a:ext>
            </a:extLst>
          </p:cNvPr>
          <p:cNvSpPr>
            <a:spLocks noGrp="1"/>
          </p:cNvSpPr>
          <p:nvPr>
            <p:ph type="sldNum" sz="quarter" idx="12"/>
          </p:nvPr>
        </p:nvSpPr>
        <p:spPr/>
        <p:txBody>
          <a:bodyPr/>
          <a:lstStyle/>
          <a:p>
            <a:pPr>
              <a:defRPr/>
            </a:pPr>
            <a:fld id="{F02FF4ED-2B23-4CC6-834A-FCFA22AF88CD}" type="slidenum">
              <a:rPr lang="en-US" altLang="en-US" smtClean="0"/>
              <a:pPr>
                <a:defRPr/>
              </a:pPr>
              <a:t>27</a:t>
            </a:fld>
            <a:endParaRPr lang="en-US" altLang="en-US"/>
          </a:p>
        </p:txBody>
      </p:sp>
      <p:pic>
        <p:nvPicPr>
          <p:cNvPr id="5" name="Picture 4">
            <a:extLst>
              <a:ext uri="{FF2B5EF4-FFF2-40B4-BE49-F238E27FC236}">
                <a16:creationId xmlns:a16="http://schemas.microsoft.com/office/drawing/2014/main" id="{4C4E042D-0948-5ECE-8A55-51DDB60CEDA0}"/>
              </a:ext>
            </a:extLst>
          </p:cNvPr>
          <p:cNvPicPr>
            <a:picLocks noChangeAspect="1"/>
          </p:cNvPicPr>
          <p:nvPr/>
        </p:nvPicPr>
        <p:blipFill>
          <a:blip r:embed="rId2"/>
          <a:stretch>
            <a:fillRect/>
          </a:stretch>
        </p:blipFill>
        <p:spPr>
          <a:xfrm>
            <a:off x="1385887" y="1752600"/>
            <a:ext cx="6372225" cy="3829050"/>
          </a:xfrm>
          <a:prstGeom prst="rect">
            <a:avLst/>
          </a:prstGeom>
        </p:spPr>
      </p:pic>
    </p:spTree>
    <p:extLst>
      <p:ext uri="{BB962C8B-B14F-4D97-AF65-F5344CB8AC3E}">
        <p14:creationId xmlns:p14="http://schemas.microsoft.com/office/powerpoint/2010/main" val="2811940826"/>
      </p:ext>
    </p:extLst>
  </p:cSld>
  <p:clrMapOvr>
    <a:masterClrMapping/>
  </p:clrMapOvr>
  <p:transition>
    <p:random/>
  </p:transition>
</p:sld>
</file>

<file path=ppt/slides/slide2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pic>
        <p:nvPicPr>
          <p:cNvPr id="11" name="Picture 2">
            <a:extLst>
              <a:ext uri="{FF2B5EF4-FFF2-40B4-BE49-F238E27FC236}">
                <a16:creationId xmlns:a16="http://schemas.microsoft.com/office/drawing/2014/main" id="{22790EC5-ACA7-4536-8066-B60199F3C6D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9144002" cy="6858001"/>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5F86BEAF-FD24-4827-AD37-6785EBC9C2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useBgFill="1">
        <p:nvSpPr>
          <p:cNvPr id="15" name="Rectangle 14">
            <a:extLst>
              <a:ext uri="{FF2B5EF4-FFF2-40B4-BE49-F238E27FC236}">
                <a16:creationId xmlns:a16="http://schemas.microsoft.com/office/drawing/2014/main" id="{DC3B8C6B-63CA-4384-8059-2036BE5202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Top view of cubes connected with black lines">
            <a:extLst>
              <a:ext uri="{FF2B5EF4-FFF2-40B4-BE49-F238E27FC236}">
                <a16:creationId xmlns:a16="http://schemas.microsoft.com/office/drawing/2014/main" id="{539BFDF1-A1F4-7909-7BDA-B8573B8B1B9C}"/>
              </a:ext>
            </a:extLst>
          </p:cNvPr>
          <p:cNvPicPr>
            <a:picLocks noChangeAspect="1"/>
          </p:cNvPicPr>
          <p:nvPr/>
        </p:nvPicPr>
        <p:blipFill rotWithShape="1">
          <a:blip r:embed="rId4"/>
          <a:srcRect l="38455" r="28533"/>
          <a:stretch/>
        </p:blipFill>
        <p:spPr>
          <a:xfrm>
            <a:off x="20" y="10"/>
            <a:ext cx="3018550" cy="6857990"/>
          </a:xfrm>
          <a:prstGeom prst="rect">
            <a:avLst/>
          </a:prstGeom>
        </p:spPr>
      </p:pic>
      <p:sp>
        <p:nvSpPr>
          <p:cNvPr id="17" name="Rectangle 16">
            <a:extLst>
              <a:ext uri="{FF2B5EF4-FFF2-40B4-BE49-F238E27FC236}">
                <a16:creationId xmlns:a16="http://schemas.microsoft.com/office/drawing/2014/main" id="{C71B03AA-C0EB-4104-84F8-E1AB8BFBEF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8570" y="-2"/>
            <a:ext cx="60985" cy="6858002"/>
          </a:xfrm>
          <a:prstGeom prst="rect">
            <a:avLst/>
          </a:prstGeom>
          <a:gradFill flip="none" rotWithShape="1">
            <a:gsLst>
              <a:gs pos="84000">
                <a:srgbClr val="B5B5B5"/>
              </a:gs>
              <a:gs pos="60159">
                <a:srgbClr val="D5D5D5"/>
              </a:gs>
              <a:gs pos="50447">
                <a:srgbClr val="E6E6E6"/>
              </a:gs>
              <a:gs pos="44260">
                <a:srgbClr val="D5D5D5"/>
              </a:gs>
              <a:gs pos="15928">
                <a:srgbClr val="B5B5B5"/>
              </a:gs>
              <a:gs pos="7000">
                <a:srgbClr val="8A8A8A"/>
              </a:gs>
              <a:gs pos="0">
                <a:srgbClr val="BBBBBB"/>
              </a:gs>
              <a:gs pos="93000">
                <a:srgbClr val="8A8A8A"/>
              </a:gs>
              <a:gs pos="100000">
                <a:srgbClr val="BBBBB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09C2B723-6C2F-49DE-A429-50BDFD1ADB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idx="4294967295"/>
          </p:nvPr>
        </p:nvSpPr>
        <p:spPr>
          <a:xfrm>
            <a:off x="3348787" y="618517"/>
            <a:ext cx="5004665" cy="1596177"/>
          </a:xfrm>
        </p:spPr>
        <p:txBody>
          <a:bodyPr vert="horz" lIns="91440" tIns="45720" rIns="91440" bIns="45720" rtlCol="0" anchor="ctr">
            <a:normAutofit/>
          </a:bodyPr>
          <a:lstStyle/>
          <a:p>
            <a:r>
              <a:rPr lang="en-US" b="1" dirty="0"/>
              <a:t>Abstract Factory Pattern</a:t>
            </a:r>
            <a:endParaRPr lang="en-US"/>
          </a:p>
        </p:txBody>
      </p:sp>
      <p:sp>
        <p:nvSpPr>
          <p:cNvPr id="3" name="Content Placeholder 2"/>
          <p:cNvSpPr>
            <a:spLocks noGrp="1"/>
          </p:cNvSpPr>
          <p:nvPr>
            <p:ph idx="4294967295"/>
          </p:nvPr>
        </p:nvSpPr>
        <p:spPr>
          <a:xfrm>
            <a:off x="3348786" y="2367092"/>
            <a:ext cx="5004665" cy="3424107"/>
          </a:xfrm>
        </p:spPr>
        <p:txBody>
          <a:bodyPr vert="horz" lIns="91440" tIns="45720" rIns="91440" bIns="45720" rtlCol="0">
            <a:normAutofit/>
          </a:bodyPr>
          <a:lstStyle/>
          <a:p>
            <a:pPr marL="0">
              <a:lnSpc>
                <a:spcPct val="110000"/>
              </a:lnSpc>
            </a:pPr>
            <a:r>
              <a:rPr lang="en-US" sz="1700"/>
              <a:t>Provides an interface for creating families of related or dependent objects without specifying their concrete classes </a:t>
            </a:r>
          </a:p>
          <a:p>
            <a:pPr marL="0">
              <a:lnSpc>
                <a:spcPct val="110000"/>
              </a:lnSpc>
            </a:pPr>
            <a:r>
              <a:rPr lang="en-US" sz="1700"/>
              <a:t>Or </a:t>
            </a:r>
          </a:p>
          <a:p>
            <a:pPr marL="0">
              <a:lnSpc>
                <a:spcPct val="110000"/>
              </a:lnSpc>
            </a:pPr>
            <a:r>
              <a:rPr lang="en-US" sz="1700"/>
              <a:t>Abstract factory pattern is a super factory which creates other factories. This factory is also called factory of factories. </a:t>
            </a:r>
          </a:p>
          <a:p>
            <a:pPr marL="0">
              <a:lnSpc>
                <a:spcPct val="110000"/>
              </a:lnSpc>
            </a:pPr>
            <a:r>
              <a:rPr lang="en-US" sz="1700"/>
              <a:t>Also Known As: </a:t>
            </a:r>
            <a:r>
              <a:rPr lang="en-US" sz="1700" b="1"/>
              <a:t>Kit</a:t>
            </a:r>
            <a:r>
              <a:rPr lang="en-US" sz="1700"/>
              <a:t> </a:t>
            </a:r>
          </a:p>
        </p:txBody>
      </p:sp>
      <p:sp>
        <p:nvSpPr>
          <p:cNvPr id="4" name="Date Placeholder 3"/>
          <p:cNvSpPr>
            <a:spLocks noGrp="1"/>
          </p:cNvSpPr>
          <p:nvPr>
            <p:ph type="dt" sz="half" idx="10"/>
          </p:nvPr>
        </p:nvSpPr>
        <p:spPr>
          <a:xfrm>
            <a:off x="685800" y="5883275"/>
            <a:ext cx="2057400" cy="365125"/>
          </a:xfrm>
        </p:spPr>
        <p:txBody>
          <a:bodyPr vert="horz" lIns="91440" tIns="45720" rIns="91440" bIns="45720" rtlCol="0" anchor="ctr">
            <a:normAutofit/>
          </a:bodyPr>
          <a:lstStyle/>
          <a:p>
            <a:pPr algn="l" defTabSz="457200" eaLnBrk="1" hangingPunct="1">
              <a:spcAft>
                <a:spcPts val="600"/>
              </a:spcAft>
            </a:pPr>
            <a:fld id="{FEF2CCB8-730A-46A0-81A2-FB5ED352C581}" type="datetime1">
              <a:rPr lang="en-US">
                <a:solidFill>
                  <a:srgbClr val="FFFFFF"/>
                </a:solidFill>
                <a:latin typeface="+mn-lt"/>
                <a:ea typeface="+mn-ea"/>
              </a:rPr>
              <a:pPr algn="l" defTabSz="457200" eaLnBrk="1" hangingPunct="1">
                <a:spcAft>
                  <a:spcPts val="600"/>
                </a:spcAft>
              </a:pPr>
              <a:t>3/26/2024</a:t>
            </a:fld>
            <a:endParaRPr lang="en-US">
              <a:solidFill>
                <a:srgbClr val="FFFFFF"/>
              </a:solidFill>
              <a:latin typeface="+mn-lt"/>
              <a:ea typeface="+mn-ea"/>
            </a:endParaRPr>
          </a:p>
        </p:txBody>
      </p:sp>
      <p:sp>
        <p:nvSpPr>
          <p:cNvPr id="5" name="Slide Number Placeholder 4"/>
          <p:cNvSpPr>
            <a:spLocks noGrp="1"/>
          </p:cNvSpPr>
          <p:nvPr>
            <p:ph type="sldNum" sz="quarter" idx="12"/>
          </p:nvPr>
        </p:nvSpPr>
        <p:spPr>
          <a:xfrm>
            <a:off x="7885508" y="5883275"/>
            <a:ext cx="573161" cy="365125"/>
          </a:xfrm>
        </p:spPr>
        <p:txBody>
          <a:bodyPr vert="horz" lIns="91440" tIns="45720" rIns="91440" bIns="45720" rtlCol="0" anchor="ctr">
            <a:normAutofit/>
          </a:bodyPr>
          <a:lstStyle/>
          <a:p>
            <a:pPr defTabSz="457200" eaLnBrk="1" hangingPunct="1">
              <a:spcAft>
                <a:spcPts val="600"/>
              </a:spcAft>
            </a:pPr>
            <a:fld id="{34237BF9-6925-4FE3-8F98-72FCD8F1A9AE}" type="slidenum">
              <a:rPr lang="en-US" smtClean="0">
                <a:latin typeface="+mn-lt"/>
                <a:ea typeface="+mn-ea"/>
              </a:rPr>
              <a:pPr defTabSz="457200" eaLnBrk="1" hangingPunct="1">
                <a:spcAft>
                  <a:spcPts val="600"/>
                </a:spcAft>
              </a:pPr>
              <a:t>28</a:t>
            </a:fld>
            <a:endParaRPr lang="en-US">
              <a:latin typeface="+mn-lt"/>
              <a:ea typeface="+mn-ea"/>
            </a:endParaRPr>
          </a:p>
        </p:txBody>
      </p:sp>
    </p:spTree>
    <p:extLst>
      <p:ext uri="{BB962C8B-B14F-4D97-AF65-F5344CB8AC3E}">
        <p14:creationId xmlns:p14="http://schemas.microsoft.com/office/powerpoint/2010/main" val="3420746421"/>
      </p:ext>
    </p:extLst>
  </p:cSld>
  <p:clrMapOvr>
    <a:masterClrMapping/>
  </p:clrMapOvr>
  <p:transition>
    <p:rand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EF2CCB8-730A-46A0-81A2-FB5ED352C581}" type="datetime1">
              <a:rPr lang="en-US" smtClean="0"/>
              <a:t>3/26/2024</a:t>
            </a:fld>
            <a:endParaRPr lang="en-US" dirty="0"/>
          </a:p>
        </p:txBody>
      </p:sp>
      <p:sp>
        <p:nvSpPr>
          <p:cNvPr id="5" name="Slide Number Placeholder 4"/>
          <p:cNvSpPr>
            <a:spLocks noGrp="1"/>
          </p:cNvSpPr>
          <p:nvPr>
            <p:ph type="sldNum" sz="quarter" idx="12"/>
          </p:nvPr>
        </p:nvSpPr>
        <p:spPr/>
        <p:txBody>
          <a:bodyPr/>
          <a:lstStyle/>
          <a:p>
            <a:fld id="{34237BF9-6925-4FE3-8F98-72FCD8F1A9AE}" type="slidenum">
              <a:rPr lang="en-US" smtClean="0"/>
              <a:t>29</a:t>
            </a:fld>
            <a:endParaRPr lang="en-US" dirty="0"/>
          </a:p>
        </p:txBody>
      </p:sp>
      <p:sp>
        <p:nvSpPr>
          <p:cNvPr id="2" name="Title 1"/>
          <p:cNvSpPr>
            <a:spLocks noGrp="1"/>
          </p:cNvSpPr>
          <p:nvPr>
            <p:ph type="title" idx="4294967295"/>
          </p:nvPr>
        </p:nvSpPr>
        <p:spPr>
          <a:xfrm>
            <a:off x="1133078" y="643091"/>
            <a:ext cx="6683375" cy="1281112"/>
          </a:xfrm>
        </p:spPr>
        <p:txBody>
          <a:bodyPr/>
          <a:lstStyle/>
          <a:p>
            <a:r>
              <a:rPr lang="en-US" dirty="0"/>
              <a:t>In Depth</a:t>
            </a:r>
          </a:p>
        </p:txBody>
      </p:sp>
      <p:sp>
        <p:nvSpPr>
          <p:cNvPr id="3" name="Content Placeholder 2"/>
          <p:cNvSpPr>
            <a:spLocks noGrp="1"/>
          </p:cNvSpPr>
          <p:nvPr>
            <p:ph idx="4294967295"/>
          </p:nvPr>
        </p:nvSpPr>
        <p:spPr>
          <a:xfrm>
            <a:off x="762000" y="1919288"/>
            <a:ext cx="7696670" cy="2832100"/>
          </a:xfrm>
        </p:spPr>
        <p:txBody>
          <a:bodyPr>
            <a:noAutofit/>
          </a:bodyPr>
          <a:lstStyle/>
          <a:p>
            <a:pPr algn="just"/>
            <a:r>
              <a:rPr lang="en-US" sz="1500" dirty="0"/>
              <a:t>Consider an interface toolkit that supports multiple look-and-feel standards, such as Motif and Presentation Manager. Different look-and-feels define different appearances and behaviors for user interface “widgets” like scroll bars, windows and buttons. To be portable across look-and-feel standards, an application should not hardcode its widgets for a particular look and feel. This can be solved by defining an abstract Widget Factory class that declares an interface for creating each basic kind of widget. There’s also an abstract class for each kind of widget, and concrete subclasses implement widgets for specific look-and-feel standards. Widget Factory’s interface has no operation that returns a new widget object for each abstract widget class. Clients call these operations to obtain widget instances, but clients aren’t aware of the concrete classes they’re using. Thus, clients stay independent of the prevailing look and feel </a:t>
            </a:r>
          </a:p>
        </p:txBody>
      </p:sp>
    </p:spTree>
    <p:extLst>
      <p:ext uri="{BB962C8B-B14F-4D97-AF65-F5344CB8AC3E}">
        <p14:creationId xmlns:p14="http://schemas.microsoft.com/office/powerpoint/2010/main" val="3583433742"/>
      </p:ext>
    </p:extLst>
  </p:cSld>
  <p:clrMapOvr>
    <a:masterClrMapping/>
  </p:clrMapOvr>
  <p:transition>
    <p:rand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EF2CCB8-730A-46A0-81A2-FB5ED352C581}" type="datetime1">
              <a:rPr lang="en-US" smtClean="0"/>
              <a:t>3/26/2024</a:t>
            </a:fld>
            <a:endParaRPr lang="en-US" dirty="0"/>
          </a:p>
        </p:txBody>
      </p:sp>
      <p:sp>
        <p:nvSpPr>
          <p:cNvPr id="5" name="Slide Number Placeholder 4"/>
          <p:cNvSpPr>
            <a:spLocks noGrp="1"/>
          </p:cNvSpPr>
          <p:nvPr>
            <p:ph type="sldNum" sz="quarter" idx="12"/>
          </p:nvPr>
        </p:nvSpPr>
        <p:spPr/>
        <p:txBody>
          <a:bodyPr/>
          <a:lstStyle/>
          <a:p>
            <a:fld id="{34237BF9-6925-4FE3-8F98-72FCD8F1A9AE}" type="slidenum">
              <a:rPr lang="en-US" smtClean="0"/>
              <a:t>30</a:t>
            </a:fld>
            <a:endParaRPr lang="en-US" dirty="0"/>
          </a:p>
        </p:txBody>
      </p:sp>
      <p:pic>
        <p:nvPicPr>
          <p:cNvPr id="10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331" y="857249"/>
            <a:ext cx="8390090" cy="50835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47915775"/>
      </p:ext>
    </p:extLst>
  </p:cSld>
  <p:clrMapOvr>
    <a:masterClrMapping/>
  </p:clrMapOvr>
  <p:transition>
    <p:rand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EF2CCB8-730A-46A0-81A2-FB5ED352C581}" type="datetime1">
              <a:rPr lang="en-US" smtClean="0"/>
              <a:t>3/26/2024</a:t>
            </a:fld>
            <a:endParaRPr lang="en-US" dirty="0"/>
          </a:p>
        </p:txBody>
      </p:sp>
      <p:sp>
        <p:nvSpPr>
          <p:cNvPr id="5" name="Slide Number Placeholder 4"/>
          <p:cNvSpPr>
            <a:spLocks noGrp="1"/>
          </p:cNvSpPr>
          <p:nvPr>
            <p:ph type="sldNum" sz="quarter" idx="12"/>
          </p:nvPr>
        </p:nvSpPr>
        <p:spPr/>
        <p:txBody>
          <a:bodyPr/>
          <a:lstStyle/>
          <a:p>
            <a:fld id="{34237BF9-6925-4FE3-8F98-72FCD8F1A9AE}" type="slidenum">
              <a:rPr lang="en-US" smtClean="0"/>
              <a:t>31</a:t>
            </a:fld>
            <a:endParaRPr lang="en-US" dirty="0"/>
          </a:p>
        </p:txBody>
      </p:sp>
      <p:pic>
        <p:nvPicPr>
          <p:cNvPr id="1026" name="Picture 2" descr="Abstract Factory Pattern UML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6051" y="1164220"/>
            <a:ext cx="7274039" cy="45295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784117"/>
      </p:ext>
    </p:extLst>
  </p:cSld>
  <p:clrMapOvr>
    <a:masterClrMapping/>
  </p:clrMapOvr>
  <p:transition>
    <p:random/>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EF2CCB8-730A-46A0-81A2-FB5ED352C581}" type="datetime1">
              <a:rPr lang="en-US" smtClean="0"/>
              <a:t>3/26/2024</a:t>
            </a:fld>
            <a:endParaRPr lang="en-US" dirty="0"/>
          </a:p>
        </p:txBody>
      </p:sp>
      <p:sp>
        <p:nvSpPr>
          <p:cNvPr id="5" name="Slide Number Placeholder 4"/>
          <p:cNvSpPr>
            <a:spLocks noGrp="1"/>
          </p:cNvSpPr>
          <p:nvPr>
            <p:ph type="sldNum" sz="quarter" idx="12"/>
          </p:nvPr>
        </p:nvSpPr>
        <p:spPr/>
        <p:txBody>
          <a:bodyPr/>
          <a:lstStyle/>
          <a:p>
            <a:fld id="{34237BF9-6925-4FE3-8F98-72FCD8F1A9AE}" type="slidenum">
              <a:rPr lang="en-US" smtClean="0"/>
              <a:t>32</a:t>
            </a:fld>
            <a:endParaRPr lang="en-US" dirty="0"/>
          </a:p>
        </p:txBody>
      </p:sp>
      <p:sp>
        <p:nvSpPr>
          <p:cNvPr id="3" name="Content Placeholder 2"/>
          <p:cNvSpPr>
            <a:spLocks noGrp="1"/>
          </p:cNvSpPr>
          <p:nvPr>
            <p:ph idx="4294967295"/>
          </p:nvPr>
        </p:nvSpPr>
        <p:spPr>
          <a:xfrm>
            <a:off x="1228725" y="990600"/>
            <a:ext cx="6686550" cy="4151313"/>
          </a:xfrm>
        </p:spPr>
        <p:txBody>
          <a:bodyPr>
            <a:noAutofit/>
          </a:bodyPr>
          <a:lstStyle/>
          <a:p>
            <a:pPr marL="0" indent="0">
              <a:buNone/>
            </a:pPr>
            <a:r>
              <a:rPr lang="en-US" sz="1800" b="1" dirty="0"/>
              <a:t>Collaborations</a:t>
            </a:r>
            <a:r>
              <a:rPr lang="en-US" sz="1800" dirty="0"/>
              <a:t>: </a:t>
            </a:r>
          </a:p>
          <a:p>
            <a:pPr marL="0" indent="0">
              <a:buNone/>
            </a:pPr>
            <a:r>
              <a:rPr lang="en-US" sz="1800" dirty="0"/>
              <a:t>Normally a single instance of a Concrete Factory class is created at run-time  </a:t>
            </a:r>
          </a:p>
          <a:p>
            <a:pPr marL="0" indent="0">
              <a:buNone/>
            </a:pPr>
            <a:r>
              <a:rPr lang="en-US" sz="1800" b="1" dirty="0"/>
              <a:t>Consequences</a:t>
            </a:r>
            <a:r>
              <a:rPr lang="en-US" sz="1800" dirty="0"/>
              <a:t>: </a:t>
            </a:r>
          </a:p>
          <a:p>
            <a:pPr marL="0" indent="0">
              <a:buNone/>
            </a:pPr>
            <a:r>
              <a:rPr lang="en-US" sz="1800" dirty="0"/>
              <a:t>The Abstract Factory pattern has the following benefits and liabilities: </a:t>
            </a:r>
          </a:p>
          <a:p>
            <a:pPr marL="342900" indent="-342900">
              <a:spcBef>
                <a:spcPts val="0"/>
              </a:spcBef>
              <a:buFont typeface="+mj-lt"/>
              <a:buAutoNum type="arabicPeriod"/>
            </a:pPr>
            <a:r>
              <a:rPr lang="en-US" sz="1800" dirty="0"/>
              <a:t>Isolating concrete classes </a:t>
            </a:r>
          </a:p>
          <a:p>
            <a:pPr marL="342900" indent="-342900">
              <a:spcBef>
                <a:spcPts val="0"/>
              </a:spcBef>
              <a:buFont typeface="+mj-lt"/>
              <a:buAutoNum type="arabicPeriod"/>
            </a:pPr>
            <a:r>
              <a:rPr lang="en-US" sz="1800" dirty="0"/>
              <a:t>Exchanging product families easy </a:t>
            </a:r>
          </a:p>
          <a:p>
            <a:pPr marL="342900" indent="-342900">
              <a:spcBef>
                <a:spcPts val="0"/>
              </a:spcBef>
              <a:buFont typeface="+mj-lt"/>
              <a:buAutoNum type="arabicPeriod"/>
            </a:pPr>
            <a:r>
              <a:rPr lang="en-US" sz="1800" dirty="0"/>
              <a:t>Promoting consistency among products </a:t>
            </a:r>
          </a:p>
          <a:p>
            <a:pPr marL="342900" indent="-342900">
              <a:spcBef>
                <a:spcPts val="0"/>
              </a:spcBef>
              <a:buFont typeface="+mj-lt"/>
              <a:buAutoNum type="arabicPeriod"/>
            </a:pPr>
            <a:r>
              <a:rPr lang="en-US" sz="1800" dirty="0"/>
              <a:t>Supporting of new kinds of products is difficult  </a:t>
            </a:r>
          </a:p>
          <a:p>
            <a:pPr marL="0" indent="0">
              <a:buNone/>
            </a:pPr>
            <a:r>
              <a:rPr lang="en-US" sz="1800" b="1" dirty="0"/>
              <a:t>Related Patterns: </a:t>
            </a:r>
          </a:p>
          <a:p>
            <a:pPr marL="0" indent="0">
              <a:buNone/>
            </a:pPr>
            <a:r>
              <a:rPr lang="en-US" sz="1800" dirty="0"/>
              <a:t>Abstract Factory classes are often implemented with factory methods, but they can also be implemented using Prototype. A Concrete Factory is often a Singleton </a:t>
            </a:r>
          </a:p>
        </p:txBody>
      </p:sp>
    </p:spTree>
    <p:extLst>
      <p:ext uri="{BB962C8B-B14F-4D97-AF65-F5344CB8AC3E}">
        <p14:creationId xmlns:p14="http://schemas.microsoft.com/office/powerpoint/2010/main" val="2043066724"/>
      </p:ext>
    </p:extLst>
  </p:cSld>
  <p:clrMapOvr>
    <a:masterClrMapping/>
  </p:clrMapOvr>
  <p:transition>
    <p:random/>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EF2CCB8-730A-46A0-81A2-FB5ED352C581}" type="datetime1">
              <a:rPr lang="en-US" smtClean="0"/>
              <a:t>3/26/2024</a:t>
            </a:fld>
            <a:endParaRPr lang="en-US" dirty="0"/>
          </a:p>
        </p:txBody>
      </p:sp>
      <p:sp>
        <p:nvSpPr>
          <p:cNvPr id="5" name="Slide Number Placeholder 4"/>
          <p:cNvSpPr>
            <a:spLocks noGrp="1"/>
          </p:cNvSpPr>
          <p:nvPr>
            <p:ph type="sldNum" sz="quarter" idx="12"/>
          </p:nvPr>
        </p:nvSpPr>
        <p:spPr/>
        <p:txBody>
          <a:bodyPr/>
          <a:lstStyle/>
          <a:p>
            <a:fld id="{34237BF9-6925-4FE3-8F98-72FCD8F1A9AE}" type="slidenum">
              <a:rPr lang="en-US" smtClean="0"/>
              <a:t>33</a:t>
            </a:fld>
            <a:endParaRPr lang="en-US" dirty="0"/>
          </a:p>
        </p:txBody>
      </p:sp>
      <p:sp>
        <p:nvSpPr>
          <p:cNvPr id="6" name="Rectangle 5"/>
          <p:cNvSpPr/>
          <p:nvPr/>
        </p:nvSpPr>
        <p:spPr>
          <a:xfrm>
            <a:off x="1610406" y="1247549"/>
            <a:ext cx="7188653" cy="3647152"/>
          </a:xfrm>
          <a:prstGeom prst="rect">
            <a:avLst/>
          </a:prstGeom>
        </p:spPr>
        <p:txBody>
          <a:bodyPr wrap="square">
            <a:spAutoFit/>
          </a:bodyPr>
          <a:lstStyle/>
          <a:p>
            <a:r>
              <a:rPr lang="en-US" sz="2100" b="1" dirty="0"/>
              <a:t>Factory Pattern:</a:t>
            </a:r>
            <a:br>
              <a:rPr lang="en-US" sz="2100" dirty="0"/>
            </a:br>
            <a:r>
              <a:rPr lang="en-US" sz="2100" dirty="0"/>
              <a:t>1. Create object through inheritance</a:t>
            </a:r>
          </a:p>
          <a:p>
            <a:r>
              <a:rPr lang="en-US" sz="2100" dirty="0"/>
              <a:t>2. Produce only one product</a:t>
            </a:r>
          </a:p>
          <a:p>
            <a:r>
              <a:rPr lang="en-US" sz="2100" dirty="0"/>
              <a:t>3. Implements code in the abstract creator that make use of the concrete type that sub class produces.</a:t>
            </a:r>
          </a:p>
          <a:p>
            <a:br>
              <a:rPr lang="en-US" sz="2100" dirty="0"/>
            </a:br>
            <a:r>
              <a:rPr lang="en-US" sz="2100" b="1" dirty="0"/>
              <a:t>Abstract Factory Pattern:</a:t>
            </a:r>
            <a:br>
              <a:rPr lang="en-US" sz="2100" dirty="0"/>
            </a:br>
            <a:r>
              <a:rPr lang="en-US" sz="2100" dirty="0"/>
              <a:t>1. Create object through composition</a:t>
            </a:r>
          </a:p>
          <a:p>
            <a:r>
              <a:rPr lang="en-US" sz="2100" dirty="0"/>
              <a:t>2. Produce families of products</a:t>
            </a:r>
          </a:p>
          <a:p>
            <a:r>
              <a:rPr lang="en-US" sz="2100" dirty="0"/>
              <a:t>3. Concrete factories implements factory method to create product</a:t>
            </a:r>
          </a:p>
        </p:txBody>
      </p:sp>
    </p:spTree>
    <p:extLst>
      <p:ext uri="{BB962C8B-B14F-4D97-AF65-F5344CB8AC3E}">
        <p14:creationId xmlns:p14="http://schemas.microsoft.com/office/powerpoint/2010/main" val="4264120363"/>
      </p:ext>
    </p:extLst>
  </p:cSld>
  <p:clrMapOvr>
    <a:masterClrMapping/>
  </p:clrMapOvr>
  <p:transition>
    <p:random/>
  </p:transition>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1" name="Picture 2">
            <a:extLst>
              <a:ext uri="{FF2B5EF4-FFF2-40B4-BE49-F238E27FC236}">
                <a16:creationId xmlns:a16="http://schemas.microsoft.com/office/drawing/2014/main" id="{9A0F0AC6-A89F-416B-9FA4-48E664065E7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9144002" cy="6858001"/>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218D7DD0-110F-43F3-A7E4-B51873CBF10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useBgFill="1">
        <p:nvSpPr>
          <p:cNvPr id="15" name="Rectangle 14">
            <a:extLst>
              <a:ext uri="{FF2B5EF4-FFF2-40B4-BE49-F238E27FC236}">
                <a16:creationId xmlns:a16="http://schemas.microsoft.com/office/drawing/2014/main" id="{D2585039-CDA7-4B76-B013-776F970DE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638" y="0"/>
            <a:ext cx="9130362"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D53D942-8031-42E8-88B4-E03A710E89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9" name="Rectangle 18">
            <a:extLst>
              <a:ext uri="{FF2B5EF4-FFF2-40B4-BE49-F238E27FC236}">
                <a16:creationId xmlns:a16="http://schemas.microsoft.com/office/drawing/2014/main" id="{5FD07472-970F-49B5-8994-ADEAA31487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447800" cy="6858002"/>
          </a:xfrm>
          <a:prstGeom prst="rect">
            <a:avLst/>
          </a:prstGeom>
          <a:ln>
            <a:noFill/>
          </a:ln>
          <a:effectLst>
            <a:outerShdw blurRad="88900" dist="254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a:extLst>
              <a:ext uri="{FF2B5EF4-FFF2-40B4-BE49-F238E27FC236}">
                <a16:creationId xmlns:a16="http://schemas.microsoft.com/office/drawing/2014/main" id="{82869BAE-8EC0-4D16-ACB8-F0CBFDD9048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82524" t="71774" r="2564"/>
          <a:stretch/>
        </p:blipFill>
        <p:spPr>
          <a:xfrm>
            <a:off x="13638" y="4822361"/>
            <a:ext cx="1433926" cy="2035640"/>
          </a:xfrm>
          <a:prstGeom prst="rect">
            <a:avLst/>
          </a:prstGeom>
        </p:spPr>
      </p:pic>
      <p:pic>
        <p:nvPicPr>
          <p:cNvPr id="23" name="Picture 22">
            <a:extLst>
              <a:ext uri="{FF2B5EF4-FFF2-40B4-BE49-F238E27FC236}">
                <a16:creationId xmlns:a16="http://schemas.microsoft.com/office/drawing/2014/main" id="{3524A7AE-FFF7-4F70-9AEA-01A5DFF77BC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49896" t="75007" r="30510"/>
          <a:stretch/>
        </p:blipFill>
        <p:spPr>
          <a:xfrm>
            <a:off x="223391" y="5471958"/>
            <a:ext cx="667411" cy="638482"/>
          </a:xfrm>
          <a:custGeom>
            <a:avLst/>
            <a:gdLst>
              <a:gd name="connsiteX0" fmla="*/ 2051608 w 4103216"/>
              <a:gd name="connsiteY0" fmla="*/ 0 h 1714050"/>
              <a:gd name="connsiteX1" fmla="*/ 4103216 w 4103216"/>
              <a:gd name="connsiteY1" fmla="*/ 1266738 h 1714050"/>
              <a:gd name="connsiteX2" fmla="*/ 4010980 w 4103216"/>
              <a:gd name="connsiteY2" fmla="*/ 1643427 h 1714050"/>
              <a:gd name="connsiteX3" fmla="*/ 3969116 w 4103216"/>
              <a:gd name="connsiteY3" fmla="*/ 1714050 h 1714050"/>
              <a:gd name="connsiteX4" fmla="*/ 134100 w 4103216"/>
              <a:gd name="connsiteY4" fmla="*/ 1714050 h 1714050"/>
              <a:gd name="connsiteX5" fmla="*/ 92237 w 4103216"/>
              <a:gd name="connsiteY5" fmla="*/ 1643427 h 1714050"/>
              <a:gd name="connsiteX6" fmla="*/ 0 w 4103216"/>
              <a:gd name="connsiteY6" fmla="*/ 1266738 h 1714050"/>
              <a:gd name="connsiteX7" fmla="*/ 2051608 w 4103216"/>
              <a:gd name="connsiteY7" fmla="*/ 0 h 1714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03216" h="1714050">
                <a:moveTo>
                  <a:pt x="2051608" y="0"/>
                </a:moveTo>
                <a:cubicBezTo>
                  <a:pt x="3184680" y="0"/>
                  <a:pt x="4103216" y="567138"/>
                  <a:pt x="4103216" y="1266738"/>
                </a:cubicBezTo>
                <a:cubicBezTo>
                  <a:pt x="4103216" y="1397913"/>
                  <a:pt x="4070924" y="1524431"/>
                  <a:pt x="4010980" y="1643427"/>
                </a:cubicBezTo>
                <a:lnTo>
                  <a:pt x="3969116" y="1714050"/>
                </a:lnTo>
                <a:lnTo>
                  <a:pt x="134100" y="1714050"/>
                </a:lnTo>
                <a:lnTo>
                  <a:pt x="92237" y="1643427"/>
                </a:lnTo>
                <a:cubicBezTo>
                  <a:pt x="32293" y="1524431"/>
                  <a:pt x="0" y="1397913"/>
                  <a:pt x="0" y="1266738"/>
                </a:cubicBezTo>
                <a:cubicBezTo>
                  <a:pt x="0" y="567138"/>
                  <a:pt x="918536" y="0"/>
                  <a:pt x="2051608" y="0"/>
                </a:cubicBezTo>
                <a:close/>
              </a:path>
            </a:pathLst>
          </a:custGeom>
        </p:spPr>
      </p:pic>
      <p:sp>
        <p:nvSpPr>
          <p:cNvPr id="6" name="TextBox 5">
            <a:extLst>
              <a:ext uri="{FF2B5EF4-FFF2-40B4-BE49-F238E27FC236}">
                <a16:creationId xmlns:a16="http://schemas.microsoft.com/office/drawing/2014/main" id="{AAF20709-A061-7178-6DC1-9AC2B792AC04}"/>
              </a:ext>
            </a:extLst>
          </p:cNvPr>
          <p:cNvSpPr txBox="1"/>
          <p:nvPr/>
        </p:nvSpPr>
        <p:spPr>
          <a:xfrm>
            <a:off x="2133364" y="1950440"/>
            <a:ext cx="6324835" cy="3840760"/>
          </a:xfrm>
          <a:prstGeom prst="rect">
            <a:avLst/>
          </a:prstGeom>
        </p:spPr>
        <p:txBody>
          <a:bodyPr vert="horz" lIns="91440" tIns="45720" rIns="91440" bIns="45720" rtlCol="0" anchor="ctr">
            <a:normAutofit/>
          </a:bodyPr>
          <a:lstStyle/>
          <a:p>
            <a:r>
              <a:rPr lang="en-US" sz="2400" b="1" i="0" dirty="0">
                <a:effectLst/>
                <a:latin typeface="PT Sans" panose="020B0503020203020204" pitchFamily="34" charset="0"/>
              </a:rPr>
              <a:t>Builder</a:t>
            </a:r>
            <a:r>
              <a:rPr lang="en-US" sz="2400" b="0" i="0" dirty="0">
                <a:effectLst/>
                <a:latin typeface="PT Sans" panose="020B0503020203020204" pitchFamily="34" charset="0"/>
              </a:rPr>
              <a:t> is a creational design pattern that lets you construct complex objects step by step. The pattern allows you to produce different types and representations of an object using the same construction code.</a:t>
            </a:r>
            <a:endParaRPr lang="en-US" sz="2400" dirty="0"/>
          </a:p>
        </p:txBody>
      </p:sp>
      <p:sp>
        <p:nvSpPr>
          <p:cNvPr id="2" name="Title 1">
            <a:extLst>
              <a:ext uri="{FF2B5EF4-FFF2-40B4-BE49-F238E27FC236}">
                <a16:creationId xmlns:a16="http://schemas.microsoft.com/office/drawing/2014/main" id="{1B75885E-60F4-1B2F-9361-ED0D26DCC4E1}"/>
              </a:ext>
            </a:extLst>
          </p:cNvPr>
          <p:cNvSpPr>
            <a:spLocks noGrp="1"/>
          </p:cNvSpPr>
          <p:nvPr>
            <p:ph type="title"/>
          </p:nvPr>
        </p:nvSpPr>
        <p:spPr>
          <a:xfrm>
            <a:off x="2133364" y="643467"/>
            <a:ext cx="6325304" cy="1306972"/>
          </a:xfrm>
        </p:spPr>
        <p:txBody>
          <a:bodyPr vert="horz" lIns="91440" tIns="45720" rIns="91440" bIns="45720" rtlCol="0" anchor="ctr">
            <a:normAutofit/>
          </a:bodyPr>
          <a:lstStyle/>
          <a:p>
            <a:r>
              <a:rPr lang="en-US" b="1" i="0" dirty="0">
                <a:effectLst/>
                <a:latin typeface="PT Sans" panose="020B0503020203020204" pitchFamily="34" charset="0"/>
              </a:rPr>
              <a:t>Builder</a:t>
            </a:r>
            <a:endParaRPr lang="en-US" sz="5400" dirty="0"/>
          </a:p>
        </p:txBody>
      </p:sp>
      <p:sp>
        <p:nvSpPr>
          <p:cNvPr id="3" name="Date Placeholder 2">
            <a:extLst>
              <a:ext uri="{FF2B5EF4-FFF2-40B4-BE49-F238E27FC236}">
                <a16:creationId xmlns:a16="http://schemas.microsoft.com/office/drawing/2014/main" id="{789E2D99-5271-82D0-2779-86835F5BF0AE}"/>
              </a:ext>
            </a:extLst>
          </p:cNvPr>
          <p:cNvSpPr>
            <a:spLocks noGrp="1"/>
          </p:cNvSpPr>
          <p:nvPr>
            <p:ph type="dt" sz="half" idx="10"/>
          </p:nvPr>
        </p:nvSpPr>
        <p:spPr>
          <a:xfrm>
            <a:off x="5759052" y="5883275"/>
            <a:ext cx="2057400" cy="365125"/>
          </a:xfrm>
        </p:spPr>
        <p:txBody>
          <a:bodyPr vert="horz" lIns="91440" tIns="45720" rIns="91440" bIns="45720" rtlCol="0" anchor="ctr">
            <a:normAutofit/>
          </a:bodyPr>
          <a:lstStyle/>
          <a:p>
            <a:pPr defTabSz="457200" eaLnBrk="1" hangingPunct="1">
              <a:spcAft>
                <a:spcPts val="600"/>
              </a:spcAft>
              <a:defRPr/>
            </a:pPr>
            <a:fld id="{3A100575-81D0-4836-BDA5-88ECA2DF1A30}" type="datetime4">
              <a:rPr lang="en-US" altLang="en-US" smtClean="0">
                <a:latin typeface="+mn-lt"/>
                <a:ea typeface="+mn-ea"/>
              </a:rPr>
              <a:pPr defTabSz="457200" eaLnBrk="1" hangingPunct="1">
                <a:spcAft>
                  <a:spcPts val="600"/>
                </a:spcAft>
                <a:defRPr/>
              </a:pPr>
              <a:t>March 26, 2024</a:t>
            </a:fld>
            <a:endParaRPr lang="en-US" altLang="en-US" dirty="0">
              <a:latin typeface="+mn-lt"/>
              <a:ea typeface="+mn-ea"/>
            </a:endParaRPr>
          </a:p>
        </p:txBody>
      </p:sp>
      <p:sp>
        <p:nvSpPr>
          <p:cNvPr id="4" name="Slide Number Placeholder 3">
            <a:extLst>
              <a:ext uri="{FF2B5EF4-FFF2-40B4-BE49-F238E27FC236}">
                <a16:creationId xmlns:a16="http://schemas.microsoft.com/office/drawing/2014/main" id="{514E7C27-42C3-864D-C8EF-C3710B406F49}"/>
              </a:ext>
            </a:extLst>
          </p:cNvPr>
          <p:cNvSpPr>
            <a:spLocks noGrp="1"/>
          </p:cNvSpPr>
          <p:nvPr>
            <p:ph type="sldNum" sz="quarter" idx="12"/>
          </p:nvPr>
        </p:nvSpPr>
        <p:spPr>
          <a:xfrm>
            <a:off x="7885508" y="5883275"/>
            <a:ext cx="573161" cy="365125"/>
          </a:xfrm>
        </p:spPr>
        <p:txBody>
          <a:bodyPr vert="horz" lIns="91440" tIns="45720" rIns="91440" bIns="45720" rtlCol="0" anchor="ctr">
            <a:normAutofit/>
          </a:bodyPr>
          <a:lstStyle/>
          <a:p>
            <a:pPr defTabSz="457200" eaLnBrk="1" hangingPunct="1">
              <a:spcAft>
                <a:spcPts val="600"/>
              </a:spcAft>
              <a:defRPr/>
            </a:pPr>
            <a:fld id="{F02FF4ED-2B23-4CC6-834A-FCFA22AF88CD}" type="slidenum">
              <a:rPr lang="en-US" altLang="en-US" kern="1200" dirty="0">
                <a:solidFill>
                  <a:schemeClr val="tx1"/>
                </a:solidFill>
                <a:latin typeface="+mn-lt"/>
                <a:ea typeface="+mn-ea"/>
                <a:cs typeface="+mn-cs"/>
              </a:rPr>
              <a:pPr defTabSz="457200" eaLnBrk="1" hangingPunct="1">
                <a:spcAft>
                  <a:spcPts val="600"/>
                </a:spcAft>
                <a:defRPr/>
              </a:pPr>
              <a:t>34</a:t>
            </a:fld>
            <a:endParaRPr lang="en-US" altLang="en-US" kern="1200" dirty="0">
              <a:solidFill>
                <a:schemeClr val="tx1"/>
              </a:solidFill>
              <a:latin typeface="+mn-lt"/>
              <a:ea typeface="+mn-ea"/>
              <a:cs typeface="+mn-cs"/>
            </a:endParaRPr>
          </a:p>
        </p:txBody>
      </p:sp>
    </p:spTree>
    <p:extLst>
      <p:ext uri="{BB962C8B-B14F-4D97-AF65-F5344CB8AC3E}">
        <p14:creationId xmlns:p14="http://schemas.microsoft.com/office/powerpoint/2010/main" val="168134176"/>
      </p:ext>
    </p:extLst>
  </p:cSld>
  <p:clrMapOvr>
    <a:overrideClrMapping bg1="dk1" tx1="lt1" bg2="dk2" tx2="lt2" accent1="accent1" accent2="accent2" accent3="accent3" accent4="accent4" accent5="accent5" accent6="accent6" hlink="hlink" folHlink="folHlink"/>
  </p:clrMapOvr>
  <p:transition>
    <p:random/>
  </p:transition>
</p:sld>
</file>

<file path=ppt/slides/slide3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pic>
        <p:nvPicPr>
          <p:cNvPr id="11" name="Picture 2">
            <a:extLst>
              <a:ext uri="{FF2B5EF4-FFF2-40B4-BE49-F238E27FC236}">
                <a16:creationId xmlns:a16="http://schemas.microsoft.com/office/drawing/2014/main" id="{22790EC5-ACA7-4536-8066-B60199F3C6D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9144002" cy="6858001"/>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5F86BEAF-FD24-4827-AD37-6785EBC9C2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useBgFill="1">
        <p:nvSpPr>
          <p:cNvPr id="15" name="Rectangle 14">
            <a:extLst>
              <a:ext uri="{FF2B5EF4-FFF2-40B4-BE49-F238E27FC236}">
                <a16:creationId xmlns:a16="http://schemas.microsoft.com/office/drawing/2014/main" id="{DC3B8C6B-63CA-4384-8059-2036BE5202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Maze and steel ball">
            <a:extLst>
              <a:ext uri="{FF2B5EF4-FFF2-40B4-BE49-F238E27FC236}">
                <a16:creationId xmlns:a16="http://schemas.microsoft.com/office/drawing/2014/main" id="{71C2F724-AC65-23E6-D619-1DB939807348}"/>
              </a:ext>
            </a:extLst>
          </p:cNvPr>
          <p:cNvPicPr>
            <a:picLocks noChangeAspect="1"/>
          </p:cNvPicPr>
          <p:nvPr/>
        </p:nvPicPr>
        <p:blipFill rotWithShape="1">
          <a:blip r:embed="rId4"/>
          <a:srcRect l="33193" r="37757" b="-1"/>
          <a:stretch/>
        </p:blipFill>
        <p:spPr>
          <a:xfrm>
            <a:off x="20" y="10"/>
            <a:ext cx="3018550" cy="6857990"/>
          </a:xfrm>
          <a:prstGeom prst="rect">
            <a:avLst/>
          </a:prstGeom>
        </p:spPr>
      </p:pic>
      <p:sp>
        <p:nvSpPr>
          <p:cNvPr id="17" name="Rectangle 16">
            <a:extLst>
              <a:ext uri="{FF2B5EF4-FFF2-40B4-BE49-F238E27FC236}">
                <a16:creationId xmlns:a16="http://schemas.microsoft.com/office/drawing/2014/main" id="{C71B03AA-C0EB-4104-84F8-E1AB8BFBEF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8570" y="-2"/>
            <a:ext cx="60985" cy="6858002"/>
          </a:xfrm>
          <a:prstGeom prst="rect">
            <a:avLst/>
          </a:prstGeom>
          <a:gradFill flip="none" rotWithShape="1">
            <a:gsLst>
              <a:gs pos="84000">
                <a:srgbClr val="B5B5B5"/>
              </a:gs>
              <a:gs pos="60159">
                <a:srgbClr val="D5D5D5"/>
              </a:gs>
              <a:gs pos="50447">
                <a:srgbClr val="E6E6E6"/>
              </a:gs>
              <a:gs pos="44260">
                <a:srgbClr val="D5D5D5"/>
              </a:gs>
              <a:gs pos="15928">
                <a:srgbClr val="B5B5B5"/>
              </a:gs>
              <a:gs pos="7000">
                <a:srgbClr val="8A8A8A"/>
              </a:gs>
              <a:gs pos="0">
                <a:srgbClr val="BBBBBB"/>
              </a:gs>
              <a:gs pos="93000">
                <a:srgbClr val="8A8A8A"/>
              </a:gs>
              <a:gs pos="100000">
                <a:srgbClr val="BBBBB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09C2B723-6C2F-49DE-A429-50BDFD1ADB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idx="4294967295"/>
          </p:nvPr>
        </p:nvSpPr>
        <p:spPr>
          <a:xfrm>
            <a:off x="3348787" y="618517"/>
            <a:ext cx="5004665" cy="1596177"/>
          </a:xfrm>
        </p:spPr>
        <p:txBody>
          <a:bodyPr vert="horz" lIns="91440" tIns="45720" rIns="91440" bIns="45720" rtlCol="0" anchor="ctr">
            <a:normAutofit/>
          </a:bodyPr>
          <a:lstStyle/>
          <a:p>
            <a:r>
              <a:rPr lang="en-US" b="1" dirty="0"/>
              <a:t>Builder Pattern</a:t>
            </a:r>
            <a:endParaRPr lang="en-US" dirty="0"/>
          </a:p>
        </p:txBody>
      </p:sp>
      <p:sp>
        <p:nvSpPr>
          <p:cNvPr id="3" name="Content Placeholder 2"/>
          <p:cNvSpPr>
            <a:spLocks noGrp="1"/>
          </p:cNvSpPr>
          <p:nvPr>
            <p:ph idx="4294967295"/>
          </p:nvPr>
        </p:nvSpPr>
        <p:spPr>
          <a:xfrm>
            <a:off x="3348786" y="2367092"/>
            <a:ext cx="5004665" cy="3424107"/>
          </a:xfrm>
        </p:spPr>
        <p:txBody>
          <a:bodyPr vert="horz" lIns="91440" tIns="45720" rIns="91440" bIns="45720" rtlCol="0">
            <a:normAutofit/>
          </a:bodyPr>
          <a:lstStyle/>
          <a:p>
            <a:pPr marL="0">
              <a:lnSpc>
                <a:spcPct val="110000"/>
              </a:lnSpc>
            </a:pPr>
            <a:r>
              <a:rPr lang="en-US"/>
              <a:t>Builder Pattern Builds a complex object using simple objects and using step by step approach. </a:t>
            </a:r>
          </a:p>
          <a:p>
            <a:pPr marL="0">
              <a:lnSpc>
                <a:spcPct val="110000"/>
              </a:lnSpc>
            </a:pPr>
            <a:r>
              <a:rPr lang="en-US"/>
              <a:t>Or </a:t>
            </a:r>
          </a:p>
          <a:p>
            <a:pPr marL="0">
              <a:lnSpc>
                <a:spcPct val="110000"/>
              </a:lnSpc>
            </a:pPr>
            <a:r>
              <a:rPr lang="en-US"/>
              <a:t>The process of constructing object should be generic so that the same process can be used to create different representations of the same complex object. </a:t>
            </a:r>
          </a:p>
        </p:txBody>
      </p:sp>
      <p:sp>
        <p:nvSpPr>
          <p:cNvPr id="4" name="Date Placeholder 3"/>
          <p:cNvSpPr>
            <a:spLocks noGrp="1"/>
          </p:cNvSpPr>
          <p:nvPr>
            <p:ph type="dt" sz="half" idx="10"/>
          </p:nvPr>
        </p:nvSpPr>
        <p:spPr>
          <a:xfrm>
            <a:off x="685800" y="5883275"/>
            <a:ext cx="2057400" cy="365125"/>
          </a:xfrm>
        </p:spPr>
        <p:txBody>
          <a:bodyPr vert="horz" lIns="91440" tIns="45720" rIns="91440" bIns="45720" rtlCol="0" anchor="ctr">
            <a:normAutofit/>
          </a:bodyPr>
          <a:lstStyle/>
          <a:p>
            <a:pPr algn="l" defTabSz="457200" eaLnBrk="1" hangingPunct="1">
              <a:spcAft>
                <a:spcPts val="600"/>
              </a:spcAft>
            </a:pPr>
            <a:fld id="{FEF2CCB8-730A-46A0-81A2-FB5ED352C581}" type="datetime1">
              <a:rPr lang="en-US">
                <a:solidFill>
                  <a:srgbClr val="FFFFFF"/>
                </a:solidFill>
                <a:latin typeface="+mn-lt"/>
                <a:ea typeface="+mn-ea"/>
              </a:rPr>
              <a:pPr algn="l" defTabSz="457200" eaLnBrk="1" hangingPunct="1">
                <a:spcAft>
                  <a:spcPts val="600"/>
                </a:spcAft>
              </a:pPr>
              <a:t>3/26/2024</a:t>
            </a:fld>
            <a:endParaRPr lang="en-US">
              <a:solidFill>
                <a:srgbClr val="FFFFFF"/>
              </a:solidFill>
              <a:latin typeface="+mn-lt"/>
              <a:ea typeface="+mn-ea"/>
            </a:endParaRPr>
          </a:p>
        </p:txBody>
      </p:sp>
      <p:sp>
        <p:nvSpPr>
          <p:cNvPr id="5" name="Slide Number Placeholder 4"/>
          <p:cNvSpPr>
            <a:spLocks noGrp="1"/>
          </p:cNvSpPr>
          <p:nvPr>
            <p:ph type="sldNum" sz="quarter" idx="12"/>
          </p:nvPr>
        </p:nvSpPr>
        <p:spPr>
          <a:xfrm>
            <a:off x="7885508" y="5883275"/>
            <a:ext cx="573161" cy="365125"/>
          </a:xfrm>
        </p:spPr>
        <p:txBody>
          <a:bodyPr vert="horz" lIns="91440" tIns="45720" rIns="91440" bIns="45720" rtlCol="0" anchor="ctr">
            <a:normAutofit/>
          </a:bodyPr>
          <a:lstStyle/>
          <a:p>
            <a:pPr defTabSz="457200" eaLnBrk="1" hangingPunct="1">
              <a:spcAft>
                <a:spcPts val="600"/>
              </a:spcAft>
            </a:pPr>
            <a:fld id="{34237BF9-6925-4FE3-8F98-72FCD8F1A9AE}" type="slidenum">
              <a:rPr lang="en-US" smtClean="0">
                <a:latin typeface="+mn-lt"/>
                <a:ea typeface="+mn-ea"/>
              </a:rPr>
              <a:pPr defTabSz="457200" eaLnBrk="1" hangingPunct="1">
                <a:spcAft>
                  <a:spcPts val="600"/>
                </a:spcAft>
              </a:pPr>
              <a:t>35</a:t>
            </a:fld>
            <a:endParaRPr lang="en-US">
              <a:latin typeface="+mn-lt"/>
              <a:ea typeface="+mn-ea"/>
            </a:endParaRPr>
          </a:p>
        </p:txBody>
      </p:sp>
    </p:spTree>
    <p:extLst>
      <p:ext uri="{BB962C8B-B14F-4D97-AF65-F5344CB8AC3E}">
        <p14:creationId xmlns:p14="http://schemas.microsoft.com/office/powerpoint/2010/main" val="2496860859"/>
      </p:ext>
    </p:extLst>
  </p:cSld>
  <p:clrMapOvr>
    <a:masterClrMapping/>
  </p:clrMapOvr>
  <p:transition>
    <p:random/>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C26C78B-7D23-105C-8C69-65ED31D2FF26}"/>
              </a:ext>
            </a:extLst>
          </p:cNvPr>
          <p:cNvSpPr>
            <a:spLocks noGrp="1"/>
          </p:cNvSpPr>
          <p:nvPr>
            <p:ph type="dt" sz="half" idx="10"/>
          </p:nvPr>
        </p:nvSpPr>
        <p:spPr/>
        <p:txBody>
          <a:bodyPr/>
          <a:lstStyle/>
          <a:p>
            <a:pPr>
              <a:defRPr/>
            </a:pPr>
            <a:fld id="{8FC35119-4326-4B12-8C41-028122D81B5B}" type="datetime4">
              <a:rPr lang="en-US" altLang="en-US" smtClean="0"/>
              <a:t>March 26, 2024</a:t>
            </a:fld>
            <a:endParaRPr lang="en-US" altLang="en-US"/>
          </a:p>
        </p:txBody>
      </p:sp>
      <p:sp>
        <p:nvSpPr>
          <p:cNvPr id="3" name="Slide Number Placeholder 2">
            <a:extLst>
              <a:ext uri="{FF2B5EF4-FFF2-40B4-BE49-F238E27FC236}">
                <a16:creationId xmlns:a16="http://schemas.microsoft.com/office/drawing/2014/main" id="{9DD30040-A20B-7D88-75C3-AF3705D02A57}"/>
              </a:ext>
            </a:extLst>
          </p:cNvPr>
          <p:cNvSpPr>
            <a:spLocks noGrp="1"/>
          </p:cNvSpPr>
          <p:nvPr>
            <p:ph type="sldNum" sz="quarter" idx="12"/>
          </p:nvPr>
        </p:nvSpPr>
        <p:spPr/>
        <p:txBody>
          <a:bodyPr/>
          <a:lstStyle/>
          <a:p>
            <a:pPr>
              <a:defRPr/>
            </a:pPr>
            <a:fld id="{CC516D0E-CD58-4E49-9F6D-689564ED6CA6}" type="slidenum">
              <a:rPr lang="en-US" altLang="en-US" smtClean="0"/>
              <a:pPr>
                <a:defRPr/>
              </a:pPr>
              <a:t>36</a:t>
            </a:fld>
            <a:endParaRPr lang="en-US" altLang="en-US"/>
          </a:p>
        </p:txBody>
      </p:sp>
      <p:pic>
        <p:nvPicPr>
          <p:cNvPr id="7" name="Picture 6">
            <a:extLst>
              <a:ext uri="{FF2B5EF4-FFF2-40B4-BE49-F238E27FC236}">
                <a16:creationId xmlns:a16="http://schemas.microsoft.com/office/drawing/2014/main" id="{78AB4082-23CF-2CAE-AB4F-5C291B92B10C}"/>
              </a:ext>
            </a:extLst>
          </p:cNvPr>
          <p:cNvPicPr>
            <a:picLocks noChangeAspect="1"/>
          </p:cNvPicPr>
          <p:nvPr/>
        </p:nvPicPr>
        <p:blipFill>
          <a:blip r:embed="rId2"/>
          <a:stretch>
            <a:fillRect/>
          </a:stretch>
        </p:blipFill>
        <p:spPr>
          <a:xfrm>
            <a:off x="928687" y="859449"/>
            <a:ext cx="7286625" cy="5139101"/>
          </a:xfrm>
          <a:prstGeom prst="rect">
            <a:avLst/>
          </a:prstGeom>
        </p:spPr>
      </p:pic>
    </p:spTree>
    <p:extLst>
      <p:ext uri="{BB962C8B-B14F-4D97-AF65-F5344CB8AC3E}">
        <p14:creationId xmlns:p14="http://schemas.microsoft.com/office/powerpoint/2010/main" val="3108171554"/>
      </p:ext>
    </p:extLst>
  </p:cSld>
  <p:clrMapOvr>
    <a:masterClrMapping/>
  </p:clrMapOvr>
  <p:transition>
    <p:rand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0C691F-A29D-8ECA-D635-C5BE142146C2}"/>
              </a:ext>
            </a:extLst>
          </p:cNvPr>
          <p:cNvSpPr>
            <a:spLocks noGrp="1"/>
          </p:cNvSpPr>
          <p:nvPr>
            <p:ph type="dt" sz="half" idx="10"/>
          </p:nvPr>
        </p:nvSpPr>
        <p:spPr/>
        <p:txBody>
          <a:bodyPr/>
          <a:lstStyle/>
          <a:p>
            <a:pPr>
              <a:defRPr/>
            </a:pPr>
            <a:fld id="{8FC35119-4326-4B12-8C41-028122D81B5B}" type="datetime4">
              <a:rPr lang="en-US" altLang="en-US" smtClean="0"/>
              <a:t>March 26, 2024</a:t>
            </a:fld>
            <a:endParaRPr lang="en-US" altLang="en-US"/>
          </a:p>
        </p:txBody>
      </p:sp>
      <p:sp>
        <p:nvSpPr>
          <p:cNvPr id="3" name="Slide Number Placeholder 2">
            <a:extLst>
              <a:ext uri="{FF2B5EF4-FFF2-40B4-BE49-F238E27FC236}">
                <a16:creationId xmlns:a16="http://schemas.microsoft.com/office/drawing/2014/main" id="{FCE654C5-9986-60E2-083F-EEC6A0B87022}"/>
              </a:ext>
            </a:extLst>
          </p:cNvPr>
          <p:cNvSpPr>
            <a:spLocks noGrp="1"/>
          </p:cNvSpPr>
          <p:nvPr>
            <p:ph type="sldNum" sz="quarter" idx="12"/>
          </p:nvPr>
        </p:nvSpPr>
        <p:spPr/>
        <p:txBody>
          <a:bodyPr/>
          <a:lstStyle/>
          <a:p>
            <a:pPr>
              <a:defRPr/>
            </a:pPr>
            <a:fld id="{CC516D0E-CD58-4E49-9F6D-689564ED6CA6}" type="slidenum">
              <a:rPr lang="en-US" altLang="en-US" smtClean="0"/>
              <a:pPr>
                <a:defRPr/>
              </a:pPr>
              <a:t>37</a:t>
            </a:fld>
            <a:endParaRPr lang="en-US" altLang="en-US"/>
          </a:p>
        </p:txBody>
      </p:sp>
      <p:pic>
        <p:nvPicPr>
          <p:cNvPr id="5" name="Picture 4">
            <a:extLst>
              <a:ext uri="{FF2B5EF4-FFF2-40B4-BE49-F238E27FC236}">
                <a16:creationId xmlns:a16="http://schemas.microsoft.com/office/drawing/2014/main" id="{A2FB14B1-A17E-0535-BD85-9E8A2C59DA36}"/>
              </a:ext>
            </a:extLst>
          </p:cNvPr>
          <p:cNvPicPr>
            <a:picLocks noChangeAspect="1"/>
          </p:cNvPicPr>
          <p:nvPr/>
        </p:nvPicPr>
        <p:blipFill>
          <a:blip r:embed="rId2"/>
          <a:stretch>
            <a:fillRect/>
          </a:stretch>
        </p:blipFill>
        <p:spPr>
          <a:xfrm>
            <a:off x="838200" y="948583"/>
            <a:ext cx="7826448" cy="4932235"/>
          </a:xfrm>
          <a:prstGeom prst="rect">
            <a:avLst/>
          </a:prstGeom>
        </p:spPr>
      </p:pic>
    </p:spTree>
    <p:extLst>
      <p:ext uri="{BB962C8B-B14F-4D97-AF65-F5344CB8AC3E}">
        <p14:creationId xmlns:p14="http://schemas.microsoft.com/office/powerpoint/2010/main" val="2210544028"/>
      </p:ext>
    </p:extLst>
  </p:cSld>
  <p:clrMapOvr>
    <a:masterClrMapping/>
  </p:clrMapOvr>
  <p:transition>
    <p:random/>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EF2CCB8-730A-46A0-81A2-FB5ED352C581}" type="datetime1">
              <a:rPr lang="en-US" smtClean="0"/>
              <a:t>3/26/2024</a:t>
            </a:fld>
            <a:endParaRPr lang="en-US" dirty="0"/>
          </a:p>
        </p:txBody>
      </p:sp>
      <p:sp>
        <p:nvSpPr>
          <p:cNvPr id="5" name="Slide Number Placeholder 4"/>
          <p:cNvSpPr>
            <a:spLocks noGrp="1"/>
          </p:cNvSpPr>
          <p:nvPr>
            <p:ph type="sldNum" sz="quarter" idx="12"/>
          </p:nvPr>
        </p:nvSpPr>
        <p:spPr/>
        <p:txBody>
          <a:bodyPr/>
          <a:lstStyle/>
          <a:p>
            <a:fld id="{34237BF9-6925-4FE3-8F98-72FCD8F1A9AE}" type="slidenum">
              <a:rPr lang="en-US" smtClean="0"/>
              <a:t>38</a:t>
            </a:fld>
            <a:endParaRPr lang="en-US" dirty="0"/>
          </a:p>
        </p:txBody>
      </p:sp>
      <p:sp>
        <p:nvSpPr>
          <p:cNvPr id="2" name="Title 1"/>
          <p:cNvSpPr>
            <a:spLocks noGrp="1"/>
          </p:cNvSpPr>
          <p:nvPr>
            <p:ph type="title" idx="4294967295"/>
          </p:nvPr>
        </p:nvSpPr>
        <p:spPr>
          <a:xfrm>
            <a:off x="2460625" y="623888"/>
            <a:ext cx="6683375" cy="1281112"/>
          </a:xfrm>
        </p:spPr>
        <p:txBody>
          <a:bodyPr/>
          <a:lstStyle/>
          <a:p>
            <a:r>
              <a:rPr lang="en-US" dirty="0"/>
              <a:t>Example</a:t>
            </a:r>
          </a:p>
        </p:txBody>
      </p:sp>
      <p:pic>
        <p:nvPicPr>
          <p:cNvPr id="11" name="Picture 10"/>
          <p:cNvPicPr>
            <a:picLocks noChangeAspect="1"/>
          </p:cNvPicPr>
          <p:nvPr/>
        </p:nvPicPr>
        <p:blipFill>
          <a:blip r:embed="rId2"/>
          <a:stretch>
            <a:fillRect/>
          </a:stretch>
        </p:blipFill>
        <p:spPr>
          <a:xfrm>
            <a:off x="3601392" y="1987967"/>
            <a:ext cx="3133591" cy="2992073"/>
          </a:xfrm>
          <a:prstGeom prst="rect">
            <a:avLst/>
          </a:prstGeom>
        </p:spPr>
      </p:pic>
      <p:pic>
        <p:nvPicPr>
          <p:cNvPr id="12" name="Picture 11"/>
          <p:cNvPicPr>
            <a:picLocks noChangeAspect="1"/>
          </p:cNvPicPr>
          <p:nvPr/>
        </p:nvPicPr>
        <p:blipFill>
          <a:blip r:embed="rId3"/>
          <a:stretch>
            <a:fillRect/>
          </a:stretch>
        </p:blipFill>
        <p:spPr>
          <a:xfrm>
            <a:off x="761841" y="1672558"/>
            <a:ext cx="2658399" cy="3512884"/>
          </a:xfrm>
          <a:prstGeom prst="rect">
            <a:avLst/>
          </a:prstGeom>
        </p:spPr>
      </p:pic>
      <p:pic>
        <p:nvPicPr>
          <p:cNvPr id="13" name="Picture 12"/>
          <p:cNvPicPr>
            <a:picLocks noChangeAspect="1"/>
          </p:cNvPicPr>
          <p:nvPr/>
        </p:nvPicPr>
        <p:blipFill>
          <a:blip r:embed="rId4"/>
          <a:stretch>
            <a:fillRect/>
          </a:stretch>
        </p:blipFill>
        <p:spPr>
          <a:xfrm>
            <a:off x="7391400" y="2052121"/>
            <a:ext cx="1404843" cy="2809686"/>
          </a:xfrm>
          <a:prstGeom prst="rect">
            <a:avLst/>
          </a:prstGeom>
        </p:spPr>
      </p:pic>
    </p:spTree>
    <p:extLst>
      <p:ext uri="{BB962C8B-B14F-4D97-AF65-F5344CB8AC3E}">
        <p14:creationId xmlns:p14="http://schemas.microsoft.com/office/powerpoint/2010/main" val="140338952"/>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1000"/>
                                        <p:tgtEl>
                                          <p:spTgt spid="13"/>
                                        </p:tgtEl>
                                      </p:cBhvr>
                                    </p:animEffect>
                                    <p:anim calcmode="lin" valueType="num">
                                      <p:cBhvr>
                                        <p:cTn id="20" dur="1000" fill="hold"/>
                                        <p:tgtEl>
                                          <p:spTgt spid="13"/>
                                        </p:tgtEl>
                                        <p:attrNameLst>
                                          <p:attrName>ppt_x</p:attrName>
                                        </p:attrNameLst>
                                      </p:cBhvr>
                                      <p:tavLst>
                                        <p:tav tm="0">
                                          <p:val>
                                            <p:strVal val="#ppt_x"/>
                                          </p:val>
                                        </p:tav>
                                        <p:tav tm="100000">
                                          <p:val>
                                            <p:strVal val="#ppt_x"/>
                                          </p:val>
                                        </p:tav>
                                      </p:tavLst>
                                    </p:anim>
                                    <p:anim calcmode="lin" valueType="num">
                                      <p:cBhvr>
                                        <p:cTn id="21"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pic>
        <p:nvPicPr>
          <p:cNvPr id="11" name="Picture 2">
            <a:extLst>
              <a:ext uri="{FF2B5EF4-FFF2-40B4-BE49-F238E27FC236}">
                <a16:creationId xmlns:a16="http://schemas.microsoft.com/office/drawing/2014/main" id="{22790EC5-ACA7-4536-8066-B60199F3C6D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9144002" cy="6858001"/>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5F86BEAF-FD24-4827-AD37-6785EBC9C2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useBgFill="1">
        <p:nvSpPr>
          <p:cNvPr id="15" name="Rectangle 14">
            <a:extLst>
              <a:ext uri="{FF2B5EF4-FFF2-40B4-BE49-F238E27FC236}">
                <a16:creationId xmlns:a16="http://schemas.microsoft.com/office/drawing/2014/main" id="{DC3B8C6B-63CA-4384-8059-2036BE5202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Building block toys">
            <a:extLst>
              <a:ext uri="{FF2B5EF4-FFF2-40B4-BE49-F238E27FC236}">
                <a16:creationId xmlns:a16="http://schemas.microsoft.com/office/drawing/2014/main" id="{A79C5444-D25F-06E6-48CF-E0CF452E907E}"/>
              </a:ext>
            </a:extLst>
          </p:cNvPr>
          <p:cNvPicPr>
            <a:picLocks noChangeAspect="1"/>
          </p:cNvPicPr>
          <p:nvPr/>
        </p:nvPicPr>
        <p:blipFill rotWithShape="1">
          <a:blip r:embed="rId4"/>
          <a:srcRect l="274" r="70346" b="-1"/>
          <a:stretch/>
        </p:blipFill>
        <p:spPr>
          <a:xfrm>
            <a:off x="20" y="10"/>
            <a:ext cx="3018550" cy="6857990"/>
          </a:xfrm>
          <a:prstGeom prst="rect">
            <a:avLst/>
          </a:prstGeom>
        </p:spPr>
      </p:pic>
      <p:sp>
        <p:nvSpPr>
          <p:cNvPr id="17" name="Rectangle 16">
            <a:extLst>
              <a:ext uri="{FF2B5EF4-FFF2-40B4-BE49-F238E27FC236}">
                <a16:creationId xmlns:a16="http://schemas.microsoft.com/office/drawing/2014/main" id="{C71B03AA-C0EB-4104-84F8-E1AB8BFBEF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8570" y="-2"/>
            <a:ext cx="60985" cy="6858002"/>
          </a:xfrm>
          <a:prstGeom prst="rect">
            <a:avLst/>
          </a:prstGeom>
          <a:gradFill flip="none" rotWithShape="1">
            <a:gsLst>
              <a:gs pos="84000">
                <a:srgbClr val="B5B5B5"/>
              </a:gs>
              <a:gs pos="60159">
                <a:srgbClr val="D5D5D5"/>
              </a:gs>
              <a:gs pos="50447">
                <a:srgbClr val="E6E6E6"/>
              </a:gs>
              <a:gs pos="44260">
                <a:srgbClr val="D5D5D5"/>
              </a:gs>
              <a:gs pos="15928">
                <a:srgbClr val="B5B5B5"/>
              </a:gs>
              <a:gs pos="7000">
                <a:srgbClr val="8A8A8A"/>
              </a:gs>
              <a:gs pos="0">
                <a:srgbClr val="BBBBBB"/>
              </a:gs>
              <a:gs pos="93000">
                <a:srgbClr val="8A8A8A"/>
              </a:gs>
              <a:gs pos="100000">
                <a:srgbClr val="BBBBB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09C2B723-6C2F-49DE-A429-50BDFD1ADB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idx="4294967295"/>
          </p:nvPr>
        </p:nvSpPr>
        <p:spPr>
          <a:xfrm>
            <a:off x="3348787" y="618517"/>
            <a:ext cx="5004665" cy="1596177"/>
          </a:xfrm>
        </p:spPr>
        <p:txBody>
          <a:bodyPr vert="horz" lIns="91440" tIns="45720" rIns="91440" bIns="45720" rtlCol="0" anchor="ctr">
            <a:normAutofit/>
          </a:bodyPr>
          <a:lstStyle/>
          <a:p>
            <a:r>
              <a:rPr lang="en-US" dirty="0"/>
              <a:t>Motivation </a:t>
            </a:r>
          </a:p>
        </p:txBody>
      </p:sp>
      <p:sp>
        <p:nvSpPr>
          <p:cNvPr id="3" name="Content Placeholder 2"/>
          <p:cNvSpPr>
            <a:spLocks noGrp="1"/>
          </p:cNvSpPr>
          <p:nvPr>
            <p:ph idx="4294967295"/>
          </p:nvPr>
        </p:nvSpPr>
        <p:spPr>
          <a:xfrm>
            <a:off x="3348786" y="2367092"/>
            <a:ext cx="5004665" cy="3424107"/>
          </a:xfrm>
        </p:spPr>
        <p:txBody>
          <a:bodyPr vert="horz" lIns="91440" tIns="45720" rIns="91440" bIns="45720" rtlCol="0">
            <a:normAutofit/>
          </a:bodyPr>
          <a:lstStyle/>
          <a:p>
            <a:pPr marL="0"/>
            <a:r>
              <a:rPr lang="en-US" dirty="0"/>
              <a:t>There are two specific problems that we need to solve:</a:t>
            </a:r>
            <a:endParaRPr lang="en-US"/>
          </a:p>
          <a:p>
            <a:r>
              <a:rPr lang="en-US" dirty="0"/>
              <a:t>Too many constructor arguments.</a:t>
            </a:r>
          </a:p>
          <a:p>
            <a:r>
              <a:rPr lang="en-US" dirty="0"/>
              <a:t>Incorrect object state.</a:t>
            </a:r>
          </a:p>
          <a:p>
            <a:pPr marL="0"/>
            <a:r>
              <a:rPr lang="en-US" dirty="0"/>
              <a:t>This is where the Builder pattern comes into play.</a:t>
            </a:r>
            <a:endParaRPr lang="en-US"/>
          </a:p>
          <a:p>
            <a:endParaRPr lang="en-US" dirty="0"/>
          </a:p>
        </p:txBody>
      </p:sp>
      <p:sp>
        <p:nvSpPr>
          <p:cNvPr id="4" name="Date Placeholder 3"/>
          <p:cNvSpPr>
            <a:spLocks noGrp="1"/>
          </p:cNvSpPr>
          <p:nvPr>
            <p:ph type="dt" sz="half" idx="10"/>
          </p:nvPr>
        </p:nvSpPr>
        <p:spPr>
          <a:xfrm>
            <a:off x="685800" y="5883275"/>
            <a:ext cx="2057400" cy="365125"/>
          </a:xfrm>
        </p:spPr>
        <p:txBody>
          <a:bodyPr vert="horz" lIns="91440" tIns="45720" rIns="91440" bIns="45720" rtlCol="0" anchor="ctr">
            <a:normAutofit/>
          </a:bodyPr>
          <a:lstStyle/>
          <a:p>
            <a:pPr algn="l" defTabSz="457200" eaLnBrk="1" hangingPunct="1">
              <a:spcAft>
                <a:spcPts val="600"/>
              </a:spcAft>
            </a:pPr>
            <a:fld id="{FEF2CCB8-730A-46A0-81A2-FB5ED352C581}" type="datetime1">
              <a:rPr lang="en-US">
                <a:solidFill>
                  <a:srgbClr val="FFFFFF"/>
                </a:solidFill>
                <a:latin typeface="+mn-lt"/>
                <a:ea typeface="+mn-ea"/>
              </a:rPr>
              <a:pPr algn="l" defTabSz="457200" eaLnBrk="1" hangingPunct="1">
                <a:spcAft>
                  <a:spcPts val="600"/>
                </a:spcAft>
              </a:pPr>
              <a:t>3/26/2024</a:t>
            </a:fld>
            <a:endParaRPr lang="en-US">
              <a:solidFill>
                <a:srgbClr val="FFFFFF"/>
              </a:solidFill>
              <a:latin typeface="+mn-lt"/>
              <a:ea typeface="+mn-ea"/>
            </a:endParaRPr>
          </a:p>
        </p:txBody>
      </p:sp>
      <p:sp>
        <p:nvSpPr>
          <p:cNvPr id="5" name="Slide Number Placeholder 4"/>
          <p:cNvSpPr>
            <a:spLocks noGrp="1"/>
          </p:cNvSpPr>
          <p:nvPr>
            <p:ph type="sldNum" sz="quarter" idx="12"/>
          </p:nvPr>
        </p:nvSpPr>
        <p:spPr>
          <a:xfrm>
            <a:off x="7885508" y="5883275"/>
            <a:ext cx="573161" cy="365125"/>
          </a:xfrm>
        </p:spPr>
        <p:txBody>
          <a:bodyPr vert="horz" lIns="91440" tIns="45720" rIns="91440" bIns="45720" rtlCol="0" anchor="ctr">
            <a:normAutofit/>
          </a:bodyPr>
          <a:lstStyle/>
          <a:p>
            <a:pPr defTabSz="457200" eaLnBrk="1" hangingPunct="1">
              <a:spcAft>
                <a:spcPts val="600"/>
              </a:spcAft>
            </a:pPr>
            <a:fld id="{34237BF9-6925-4FE3-8F98-72FCD8F1A9AE}" type="slidenum">
              <a:rPr lang="en-US" smtClean="0">
                <a:latin typeface="+mn-lt"/>
                <a:ea typeface="+mn-ea"/>
              </a:rPr>
              <a:pPr defTabSz="457200" eaLnBrk="1" hangingPunct="1">
                <a:spcAft>
                  <a:spcPts val="600"/>
                </a:spcAft>
              </a:pPr>
              <a:t>39</a:t>
            </a:fld>
            <a:endParaRPr lang="en-US">
              <a:latin typeface="+mn-lt"/>
              <a:ea typeface="+mn-ea"/>
            </a:endParaRPr>
          </a:p>
        </p:txBody>
      </p:sp>
    </p:spTree>
    <p:extLst>
      <p:ext uri="{BB962C8B-B14F-4D97-AF65-F5344CB8AC3E}">
        <p14:creationId xmlns:p14="http://schemas.microsoft.com/office/powerpoint/2010/main" val="2381923289"/>
      </p:ext>
    </p:extLst>
  </p:cSld>
  <p:clrMapOvr>
    <a:masterClrMapping/>
  </p:clrMapOvr>
  <p:transition>
    <p:random/>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EF2CCB8-730A-46A0-81A2-FB5ED352C581}" type="datetime1">
              <a:rPr lang="en-US" smtClean="0"/>
              <a:t>3/26/2024</a:t>
            </a:fld>
            <a:endParaRPr lang="en-US" dirty="0"/>
          </a:p>
        </p:txBody>
      </p:sp>
      <p:sp>
        <p:nvSpPr>
          <p:cNvPr id="5" name="Slide Number Placeholder 4"/>
          <p:cNvSpPr>
            <a:spLocks noGrp="1"/>
          </p:cNvSpPr>
          <p:nvPr>
            <p:ph type="sldNum" sz="quarter" idx="12"/>
          </p:nvPr>
        </p:nvSpPr>
        <p:spPr/>
        <p:txBody>
          <a:bodyPr/>
          <a:lstStyle/>
          <a:p>
            <a:fld id="{34237BF9-6925-4FE3-8F98-72FCD8F1A9AE}" type="slidenum">
              <a:rPr lang="en-US" smtClean="0"/>
              <a:t>40</a:t>
            </a:fld>
            <a:endParaRPr lang="en-US" dirty="0"/>
          </a:p>
        </p:txBody>
      </p:sp>
      <p:sp>
        <p:nvSpPr>
          <p:cNvPr id="2" name="Title 1"/>
          <p:cNvSpPr>
            <a:spLocks noGrp="1"/>
          </p:cNvSpPr>
          <p:nvPr>
            <p:ph type="title" idx="4294967295"/>
          </p:nvPr>
        </p:nvSpPr>
        <p:spPr>
          <a:xfrm>
            <a:off x="1027471" y="992130"/>
            <a:ext cx="7659329" cy="1281112"/>
          </a:xfrm>
        </p:spPr>
        <p:txBody>
          <a:bodyPr>
            <a:normAutofit/>
          </a:bodyPr>
          <a:lstStyle/>
          <a:p>
            <a:pPr algn="just"/>
            <a:r>
              <a:rPr lang="en-US" dirty="0"/>
              <a:t>UML </a:t>
            </a:r>
            <a:br>
              <a:rPr lang="en-US" dirty="0"/>
            </a:br>
            <a:r>
              <a:rPr lang="en-US" sz="1600" dirty="0"/>
              <a:t>The Builder design pattern uses the Factory Builder pattern to decide which concrete class to initiate in order to build the desired type of object, as we will see below in the UML diagram:</a:t>
            </a:r>
            <a:endParaRPr lang="en-US" sz="1500" dirty="0"/>
          </a:p>
        </p:txBody>
      </p:sp>
      <p:pic>
        <p:nvPicPr>
          <p:cNvPr id="1026" name="Picture 2" descr="Builder Pattern - UML Class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2538244"/>
            <a:ext cx="7659329" cy="31767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3841365"/>
      </p:ext>
    </p:extLst>
  </p:cSld>
  <p:clrMapOvr>
    <a:masterClrMapping/>
  </p:clrMapOvr>
  <p:transition>
    <p:random/>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EF2CCB8-730A-46A0-81A2-FB5ED352C581}" type="datetime1">
              <a:rPr lang="en-US" smtClean="0"/>
              <a:t>3/26/2024</a:t>
            </a:fld>
            <a:endParaRPr lang="en-US" dirty="0"/>
          </a:p>
        </p:txBody>
      </p:sp>
      <p:sp>
        <p:nvSpPr>
          <p:cNvPr id="5" name="Slide Number Placeholder 4"/>
          <p:cNvSpPr>
            <a:spLocks noGrp="1"/>
          </p:cNvSpPr>
          <p:nvPr>
            <p:ph type="sldNum" sz="quarter" idx="12"/>
          </p:nvPr>
        </p:nvSpPr>
        <p:spPr/>
        <p:txBody>
          <a:bodyPr/>
          <a:lstStyle/>
          <a:p>
            <a:fld id="{34237BF9-6925-4FE3-8F98-72FCD8F1A9AE}" type="slidenum">
              <a:rPr lang="en-US" smtClean="0"/>
              <a:t>41</a:t>
            </a:fld>
            <a:endParaRPr lang="en-US" dirty="0"/>
          </a:p>
        </p:txBody>
      </p:sp>
      <p:sp>
        <p:nvSpPr>
          <p:cNvPr id="2" name="Title 1"/>
          <p:cNvSpPr>
            <a:spLocks noGrp="1"/>
          </p:cNvSpPr>
          <p:nvPr>
            <p:ph type="title" idx="4294967295"/>
          </p:nvPr>
        </p:nvSpPr>
        <p:spPr>
          <a:xfrm>
            <a:off x="1230312" y="488158"/>
            <a:ext cx="6683375" cy="1281112"/>
          </a:xfrm>
        </p:spPr>
        <p:txBody>
          <a:bodyPr/>
          <a:lstStyle/>
          <a:p>
            <a:r>
              <a:rPr lang="en-US" dirty="0"/>
              <a:t>In depth </a:t>
            </a:r>
          </a:p>
        </p:txBody>
      </p:sp>
      <p:sp>
        <p:nvSpPr>
          <p:cNvPr id="3" name="Content Placeholder 2"/>
          <p:cNvSpPr>
            <a:spLocks noGrp="1"/>
          </p:cNvSpPr>
          <p:nvPr>
            <p:ph idx="4294967295"/>
          </p:nvPr>
        </p:nvSpPr>
        <p:spPr>
          <a:xfrm>
            <a:off x="990600" y="1593851"/>
            <a:ext cx="8153400" cy="3359150"/>
          </a:xfrm>
        </p:spPr>
        <p:txBody>
          <a:bodyPr>
            <a:noAutofit/>
          </a:bodyPr>
          <a:lstStyle/>
          <a:p>
            <a:pPr marL="0" indent="0">
              <a:buNone/>
            </a:pPr>
            <a:r>
              <a:rPr lang="en-US" sz="1800" dirty="0"/>
              <a:t>The participants classes in this pattern are:</a:t>
            </a:r>
          </a:p>
          <a:p>
            <a:r>
              <a:rPr lang="en-US" sz="1800" dirty="0"/>
              <a:t>The </a:t>
            </a:r>
            <a:r>
              <a:rPr lang="en-US" sz="1800" b="1" dirty="0"/>
              <a:t>Builder</a:t>
            </a:r>
            <a:r>
              <a:rPr lang="en-US" sz="1800" dirty="0"/>
              <a:t> class specifies an abstract interface for creating parts of a Product object.</a:t>
            </a:r>
          </a:p>
          <a:p>
            <a:r>
              <a:rPr lang="en-US" sz="1800" dirty="0"/>
              <a:t>The </a:t>
            </a:r>
            <a:r>
              <a:rPr lang="en-US" sz="1800" b="1" dirty="0"/>
              <a:t>Concrete Builder</a:t>
            </a:r>
            <a:r>
              <a:rPr lang="en-US" sz="1800" dirty="0"/>
              <a:t> constructs and puts together parts of the product by implementing the Builder interface. It defines and keeps track of the representation it creates and provides an interface for saving the product.</a:t>
            </a:r>
          </a:p>
          <a:p>
            <a:r>
              <a:rPr lang="en-US" sz="1800" dirty="0"/>
              <a:t>The </a:t>
            </a:r>
            <a:r>
              <a:rPr lang="en-US" sz="1800" b="1" dirty="0"/>
              <a:t>Director</a:t>
            </a:r>
            <a:r>
              <a:rPr lang="en-US" sz="1800" dirty="0"/>
              <a:t> class constructs the complex object using the Builder interface.</a:t>
            </a:r>
          </a:p>
          <a:p>
            <a:r>
              <a:rPr lang="en-US" sz="1800" dirty="0"/>
              <a:t>The </a:t>
            </a:r>
            <a:r>
              <a:rPr lang="en-US" sz="1800" b="1" dirty="0"/>
              <a:t>Product</a:t>
            </a:r>
            <a:r>
              <a:rPr lang="en-US" sz="1800" dirty="0"/>
              <a:t> represents the complex object that is being built.</a:t>
            </a:r>
          </a:p>
          <a:p>
            <a:endParaRPr lang="en-US" sz="1800" dirty="0"/>
          </a:p>
        </p:txBody>
      </p:sp>
    </p:spTree>
    <p:extLst>
      <p:ext uri="{BB962C8B-B14F-4D97-AF65-F5344CB8AC3E}">
        <p14:creationId xmlns:p14="http://schemas.microsoft.com/office/powerpoint/2010/main" val="4117030235"/>
      </p:ext>
    </p:extLst>
  </p:cSld>
  <p:clrMapOvr>
    <a:masterClrMapping/>
  </p:clrMapOvr>
  <p:transition>
    <p:random/>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D7B1B9-CF5D-5A06-4FC2-DFFA84A9AA8A}"/>
              </a:ext>
            </a:extLst>
          </p:cNvPr>
          <p:cNvSpPr>
            <a:spLocks noGrp="1"/>
          </p:cNvSpPr>
          <p:nvPr>
            <p:ph type="dt" sz="half" idx="10"/>
          </p:nvPr>
        </p:nvSpPr>
        <p:spPr/>
        <p:txBody>
          <a:bodyPr/>
          <a:lstStyle/>
          <a:p>
            <a:pPr>
              <a:defRPr/>
            </a:pPr>
            <a:fld id="{8FC35119-4326-4B12-8C41-028122D81B5B}" type="datetime4">
              <a:rPr lang="en-US" altLang="en-US" smtClean="0"/>
              <a:t>March 26, 2024</a:t>
            </a:fld>
            <a:endParaRPr lang="en-US" altLang="en-US"/>
          </a:p>
        </p:txBody>
      </p:sp>
      <p:sp>
        <p:nvSpPr>
          <p:cNvPr id="3" name="Slide Number Placeholder 2">
            <a:extLst>
              <a:ext uri="{FF2B5EF4-FFF2-40B4-BE49-F238E27FC236}">
                <a16:creationId xmlns:a16="http://schemas.microsoft.com/office/drawing/2014/main" id="{7670A6B1-1A15-3253-0F9D-3CDF4117CFBE}"/>
              </a:ext>
            </a:extLst>
          </p:cNvPr>
          <p:cNvSpPr>
            <a:spLocks noGrp="1"/>
          </p:cNvSpPr>
          <p:nvPr>
            <p:ph type="sldNum" sz="quarter" idx="12"/>
          </p:nvPr>
        </p:nvSpPr>
        <p:spPr/>
        <p:txBody>
          <a:bodyPr/>
          <a:lstStyle/>
          <a:p>
            <a:pPr>
              <a:defRPr/>
            </a:pPr>
            <a:fld id="{CC516D0E-CD58-4E49-9F6D-689564ED6CA6}" type="slidenum">
              <a:rPr lang="en-US" altLang="en-US" smtClean="0"/>
              <a:pPr>
                <a:defRPr/>
              </a:pPr>
              <a:t>42</a:t>
            </a:fld>
            <a:endParaRPr lang="en-US" altLang="en-US"/>
          </a:p>
        </p:txBody>
      </p:sp>
      <p:pic>
        <p:nvPicPr>
          <p:cNvPr id="5" name="Picture 4">
            <a:extLst>
              <a:ext uri="{FF2B5EF4-FFF2-40B4-BE49-F238E27FC236}">
                <a16:creationId xmlns:a16="http://schemas.microsoft.com/office/drawing/2014/main" id="{29AA3E1E-D7E7-437F-CDE1-8D4B4D5021A3}"/>
              </a:ext>
            </a:extLst>
          </p:cNvPr>
          <p:cNvPicPr>
            <a:picLocks noChangeAspect="1"/>
          </p:cNvPicPr>
          <p:nvPr/>
        </p:nvPicPr>
        <p:blipFill>
          <a:blip r:embed="rId2"/>
          <a:stretch>
            <a:fillRect/>
          </a:stretch>
        </p:blipFill>
        <p:spPr>
          <a:xfrm>
            <a:off x="533400" y="566737"/>
            <a:ext cx="8077199" cy="5724525"/>
          </a:xfrm>
          <a:prstGeom prst="rect">
            <a:avLst/>
          </a:prstGeom>
        </p:spPr>
      </p:pic>
    </p:spTree>
    <p:extLst>
      <p:ext uri="{BB962C8B-B14F-4D97-AF65-F5344CB8AC3E}">
        <p14:creationId xmlns:p14="http://schemas.microsoft.com/office/powerpoint/2010/main" val="3443500362"/>
      </p:ext>
    </p:extLst>
  </p:cSld>
  <p:clrMapOvr>
    <a:masterClrMapping/>
  </p:clrMapOvr>
  <p:transition>
    <p:random/>
  </p:transition>
</p:sld>
</file>

<file path=ppt/slides/slide4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pic>
        <p:nvPicPr>
          <p:cNvPr id="11" name="Picture 2">
            <a:extLst>
              <a:ext uri="{FF2B5EF4-FFF2-40B4-BE49-F238E27FC236}">
                <a16:creationId xmlns:a16="http://schemas.microsoft.com/office/drawing/2014/main" id="{22790EC5-ACA7-4536-8066-B60199F3C6D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9144002" cy="6858001"/>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5F86BEAF-FD24-4827-AD37-6785EBC9C2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useBgFill="1">
        <p:nvSpPr>
          <p:cNvPr id="15" name="Rectangle 14">
            <a:extLst>
              <a:ext uri="{FF2B5EF4-FFF2-40B4-BE49-F238E27FC236}">
                <a16:creationId xmlns:a16="http://schemas.microsoft.com/office/drawing/2014/main" id="{4D4DD4CF-9732-4771-98FE-77886DC915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a:extLst>
              <a:ext uri="{FF2B5EF4-FFF2-40B4-BE49-F238E27FC236}">
                <a16:creationId xmlns:a16="http://schemas.microsoft.com/office/drawing/2014/main" id="{0917E639-5738-4605-929E-1222198314A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2" y="-1"/>
            <a:ext cx="9144002"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idx="4294967295"/>
          </p:nvPr>
        </p:nvSpPr>
        <p:spPr>
          <a:xfrm>
            <a:off x="482597" y="640831"/>
            <a:ext cx="2514096" cy="1573863"/>
          </a:xfrm>
        </p:spPr>
        <p:txBody>
          <a:bodyPr vert="horz" lIns="91440" tIns="45720" rIns="91440" bIns="45720" rtlCol="0" anchor="ctr">
            <a:normAutofit/>
          </a:bodyPr>
          <a:lstStyle/>
          <a:p>
            <a:pPr algn="l"/>
            <a:r>
              <a:rPr lang="en-US" b="1" dirty="0"/>
              <a:t>Prototype Pattern</a:t>
            </a:r>
            <a:endParaRPr lang="en-US"/>
          </a:p>
        </p:txBody>
      </p:sp>
      <p:sp>
        <p:nvSpPr>
          <p:cNvPr id="3" name="Content Placeholder 2"/>
          <p:cNvSpPr>
            <a:spLocks noGrp="1"/>
          </p:cNvSpPr>
          <p:nvPr>
            <p:ph idx="4294967295"/>
          </p:nvPr>
        </p:nvSpPr>
        <p:spPr>
          <a:xfrm>
            <a:off x="482597" y="2367092"/>
            <a:ext cx="2514096" cy="3881309"/>
          </a:xfrm>
        </p:spPr>
        <p:txBody>
          <a:bodyPr vert="horz" lIns="91440" tIns="45720" rIns="91440" bIns="45720" rtlCol="0">
            <a:normAutofit/>
          </a:bodyPr>
          <a:lstStyle/>
          <a:p>
            <a:pPr marL="0"/>
            <a:r>
              <a:rPr lang="en-US" sz="1600"/>
              <a:t>Specifying the kind of objects to create using a prototypical instance. creating new objects by copying this prototype</a:t>
            </a:r>
          </a:p>
        </p:txBody>
      </p:sp>
      <p:sp>
        <p:nvSpPr>
          <p:cNvPr id="19" name="Rectangle 18">
            <a:extLst>
              <a:ext uri="{FF2B5EF4-FFF2-40B4-BE49-F238E27FC236}">
                <a16:creationId xmlns:a16="http://schemas.microsoft.com/office/drawing/2014/main" id="{A2861A9C-C970-4FFE-B67C-222B6F5732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3643" y="-2"/>
            <a:ext cx="60985" cy="6858002"/>
          </a:xfrm>
          <a:prstGeom prst="rect">
            <a:avLst/>
          </a:prstGeom>
          <a:gradFill flip="none" rotWithShape="1">
            <a:gsLst>
              <a:gs pos="84000">
                <a:srgbClr val="B5B5B5"/>
              </a:gs>
              <a:gs pos="60159">
                <a:srgbClr val="D5D5D5"/>
              </a:gs>
              <a:gs pos="50447">
                <a:srgbClr val="E6E6E6"/>
              </a:gs>
              <a:gs pos="44260">
                <a:srgbClr val="D5D5D5"/>
              </a:gs>
              <a:gs pos="15928">
                <a:srgbClr val="B5B5B5"/>
              </a:gs>
              <a:gs pos="7000">
                <a:srgbClr val="8A8A8A"/>
              </a:gs>
              <a:gs pos="0">
                <a:srgbClr val="BBBBBB"/>
              </a:gs>
              <a:gs pos="93000">
                <a:srgbClr val="8A8A8A"/>
              </a:gs>
              <a:gs pos="100000">
                <a:srgbClr val="BBBBB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Light bulb on yellow background with sketched light beams and cord">
            <a:extLst>
              <a:ext uri="{FF2B5EF4-FFF2-40B4-BE49-F238E27FC236}">
                <a16:creationId xmlns:a16="http://schemas.microsoft.com/office/drawing/2014/main" id="{C4A2EDB8-14D9-543B-83B4-A1BB511E679B}"/>
              </a:ext>
            </a:extLst>
          </p:cNvPr>
          <p:cNvPicPr>
            <a:picLocks noChangeAspect="1"/>
          </p:cNvPicPr>
          <p:nvPr/>
        </p:nvPicPr>
        <p:blipFill rotWithShape="1">
          <a:blip r:embed="rId4"/>
          <a:srcRect l="46978" r="2720"/>
          <a:stretch/>
        </p:blipFill>
        <p:spPr>
          <a:xfrm>
            <a:off x="3534631" y="10"/>
            <a:ext cx="5609368" cy="6857990"/>
          </a:xfrm>
          <a:prstGeom prst="rect">
            <a:avLst/>
          </a:prstGeom>
        </p:spPr>
      </p:pic>
      <p:pic>
        <p:nvPicPr>
          <p:cNvPr id="21" name="Picture 20">
            <a:extLst>
              <a:ext uri="{FF2B5EF4-FFF2-40B4-BE49-F238E27FC236}">
                <a16:creationId xmlns:a16="http://schemas.microsoft.com/office/drawing/2014/main" id="{D2FDF82E-EBD8-4EC5-AD10-CD9E70EE85C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8150"/>
          <a:stretch/>
        </p:blipFill>
        <p:spPr>
          <a:xfrm>
            <a:off x="3488431" y="0"/>
            <a:ext cx="5655569" cy="6858000"/>
          </a:xfrm>
          <a:prstGeom prst="rect">
            <a:avLst/>
          </a:prstGeom>
        </p:spPr>
      </p:pic>
      <p:sp>
        <p:nvSpPr>
          <p:cNvPr id="4" name="Date Placeholder 3"/>
          <p:cNvSpPr>
            <a:spLocks noGrp="1"/>
          </p:cNvSpPr>
          <p:nvPr>
            <p:ph type="dt" sz="half" idx="10"/>
          </p:nvPr>
        </p:nvSpPr>
        <p:spPr>
          <a:xfrm>
            <a:off x="5759052" y="5883275"/>
            <a:ext cx="2057400" cy="365125"/>
          </a:xfrm>
        </p:spPr>
        <p:txBody>
          <a:bodyPr vert="horz" lIns="91440" tIns="45720" rIns="91440" bIns="45720" rtlCol="0" anchor="ctr">
            <a:normAutofit/>
          </a:bodyPr>
          <a:lstStyle/>
          <a:p>
            <a:pPr defTabSz="457200" eaLnBrk="1" hangingPunct="1">
              <a:spcAft>
                <a:spcPts val="600"/>
              </a:spcAft>
            </a:pPr>
            <a:fld id="{FEF2CCB8-730A-46A0-81A2-FB5ED352C581}" type="datetime1">
              <a:rPr lang="en-US">
                <a:solidFill>
                  <a:srgbClr val="FFFFFF"/>
                </a:solidFill>
                <a:latin typeface="+mn-lt"/>
                <a:ea typeface="+mn-ea"/>
              </a:rPr>
              <a:pPr defTabSz="457200" eaLnBrk="1" hangingPunct="1">
                <a:spcAft>
                  <a:spcPts val="600"/>
                </a:spcAft>
              </a:pPr>
              <a:t>3/26/2024</a:t>
            </a:fld>
            <a:endParaRPr lang="en-US">
              <a:solidFill>
                <a:srgbClr val="FFFFFF"/>
              </a:solidFill>
              <a:latin typeface="+mn-lt"/>
              <a:ea typeface="+mn-ea"/>
            </a:endParaRPr>
          </a:p>
        </p:txBody>
      </p:sp>
      <p:sp>
        <p:nvSpPr>
          <p:cNvPr id="5" name="Slide Number Placeholder 4"/>
          <p:cNvSpPr>
            <a:spLocks noGrp="1"/>
          </p:cNvSpPr>
          <p:nvPr>
            <p:ph type="sldNum" sz="quarter" idx="12"/>
          </p:nvPr>
        </p:nvSpPr>
        <p:spPr>
          <a:xfrm>
            <a:off x="7885508" y="5883275"/>
            <a:ext cx="573161" cy="365125"/>
          </a:xfrm>
        </p:spPr>
        <p:txBody>
          <a:bodyPr vert="horz" lIns="91440" tIns="45720" rIns="91440" bIns="45720" rtlCol="0" anchor="ctr">
            <a:normAutofit/>
          </a:bodyPr>
          <a:lstStyle/>
          <a:p>
            <a:pPr defTabSz="457200" eaLnBrk="1" hangingPunct="1">
              <a:spcAft>
                <a:spcPts val="600"/>
              </a:spcAft>
            </a:pPr>
            <a:fld id="{34237BF9-6925-4FE3-8F98-72FCD8F1A9AE}" type="slidenum">
              <a:rPr lang="en-US">
                <a:solidFill>
                  <a:srgbClr val="FFFFFF"/>
                </a:solidFill>
                <a:latin typeface="+mn-lt"/>
                <a:ea typeface="+mn-ea"/>
              </a:rPr>
              <a:pPr defTabSz="457200" eaLnBrk="1" hangingPunct="1">
                <a:spcAft>
                  <a:spcPts val="600"/>
                </a:spcAft>
              </a:pPr>
              <a:t>43</a:t>
            </a:fld>
            <a:endParaRPr lang="en-US">
              <a:solidFill>
                <a:srgbClr val="FFFFFF"/>
              </a:solidFill>
              <a:latin typeface="+mn-lt"/>
              <a:ea typeface="+mn-ea"/>
            </a:endParaRPr>
          </a:p>
        </p:txBody>
      </p:sp>
    </p:spTree>
    <p:extLst>
      <p:ext uri="{BB962C8B-B14F-4D97-AF65-F5344CB8AC3E}">
        <p14:creationId xmlns:p14="http://schemas.microsoft.com/office/powerpoint/2010/main" val="112541269"/>
      </p:ext>
    </p:extLst>
  </p:cSld>
  <p:clrMapOvr>
    <a:masterClrMapping/>
  </p:clrMapOvr>
  <p:transition>
    <p:random/>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EF2CCB8-730A-46A0-81A2-FB5ED352C581}" type="datetime1">
              <a:rPr lang="en-US" smtClean="0"/>
              <a:t>3/26/2024</a:t>
            </a:fld>
            <a:endParaRPr lang="en-US" dirty="0"/>
          </a:p>
        </p:txBody>
      </p:sp>
      <p:sp>
        <p:nvSpPr>
          <p:cNvPr id="5" name="Slide Number Placeholder 4"/>
          <p:cNvSpPr>
            <a:spLocks noGrp="1"/>
          </p:cNvSpPr>
          <p:nvPr>
            <p:ph type="sldNum" sz="quarter" idx="12"/>
          </p:nvPr>
        </p:nvSpPr>
        <p:spPr/>
        <p:txBody>
          <a:bodyPr/>
          <a:lstStyle/>
          <a:p>
            <a:fld id="{34237BF9-6925-4FE3-8F98-72FCD8F1A9AE}" type="slidenum">
              <a:rPr lang="en-US" smtClean="0"/>
              <a:t>44</a:t>
            </a:fld>
            <a:endParaRPr lang="en-US" dirty="0"/>
          </a:p>
        </p:txBody>
      </p:sp>
      <p:sp>
        <p:nvSpPr>
          <p:cNvPr id="2" name="Title 1"/>
          <p:cNvSpPr>
            <a:spLocks noGrp="1"/>
          </p:cNvSpPr>
          <p:nvPr>
            <p:ph type="title" idx="4294967295"/>
          </p:nvPr>
        </p:nvSpPr>
        <p:spPr>
          <a:xfrm>
            <a:off x="1230312" y="838200"/>
            <a:ext cx="6683375" cy="1281112"/>
          </a:xfrm>
        </p:spPr>
        <p:txBody>
          <a:bodyPr>
            <a:normAutofit/>
          </a:bodyPr>
          <a:lstStyle/>
          <a:p>
            <a:pPr algn="just"/>
            <a:r>
              <a:rPr lang="en-US" dirty="0"/>
              <a:t>UML </a:t>
            </a:r>
            <a:br>
              <a:rPr lang="en-US" dirty="0"/>
            </a:br>
            <a:r>
              <a:rPr lang="en-US" sz="1500" dirty="0"/>
              <a:t>The pattern uses abstract classes, as we will see below and only three types of classes making its implementation rather easy.</a:t>
            </a:r>
          </a:p>
        </p:txBody>
      </p:sp>
      <p:pic>
        <p:nvPicPr>
          <p:cNvPr id="3074" name="Picture 2" descr="Prototype Implementation - UML Class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3126" y="2457464"/>
            <a:ext cx="6728963" cy="33913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7404657"/>
      </p:ext>
    </p:extLst>
  </p:cSld>
  <p:clrMapOvr>
    <a:masterClrMapping/>
  </p:clrMapOvr>
  <p:transition>
    <p:random/>
  </p:transition>
</p:sld>
</file>

<file path=ppt/slides/slide4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C3B8C6B-63CA-4384-8059-2036BE5202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Technological background">
            <a:extLst>
              <a:ext uri="{FF2B5EF4-FFF2-40B4-BE49-F238E27FC236}">
                <a16:creationId xmlns:a16="http://schemas.microsoft.com/office/drawing/2014/main" id="{087718A5-F9A6-8AED-2152-851D03901DC6}"/>
              </a:ext>
            </a:extLst>
          </p:cNvPr>
          <p:cNvPicPr>
            <a:picLocks noChangeAspect="1"/>
          </p:cNvPicPr>
          <p:nvPr/>
        </p:nvPicPr>
        <p:blipFill rotWithShape="1">
          <a:blip r:embed="rId2"/>
          <a:srcRect l="27842" r="42778" b="-1"/>
          <a:stretch/>
        </p:blipFill>
        <p:spPr>
          <a:xfrm>
            <a:off x="20" y="10"/>
            <a:ext cx="3018550" cy="6857990"/>
          </a:xfrm>
          <a:prstGeom prst="rect">
            <a:avLst/>
          </a:prstGeom>
        </p:spPr>
      </p:pic>
      <p:sp>
        <p:nvSpPr>
          <p:cNvPr id="13" name="Rectangle 12">
            <a:extLst>
              <a:ext uri="{FF2B5EF4-FFF2-40B4-BE49-F238E27FC236}">
                <a16:creationId xmlns:a16="http://schemas.microsoft.com/office/drawing/2014/main" id="{C71B03AA-C0EB-4104-84F8-E1AB8BFBEF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8570" y="-2"/>
            <a:ext cx="60985" cy="6858002"/>
          </a:xfrm>
          <a:prstGeom prst="rect">
            <a:avLst/>
          </a:prstGeom>
          <a:gradFill flip="none" rotWithShape="1">
            <a:gsLst>
              <a:gs pos="84000">
                <a:srgbClr val="B5B5B5"/>
              </a:gs>
              <a:gs pos="60159">
                <a:srgbClr val="D5D5D5"/>
              </a:gs>
              <a:gs pos="50447">
                <a:srgbClr val="E6E6E6"/>
              </a:gs>
              <a:gs pos="44260">
                <a:srgbClr val="D5D5D5"/>
              </a:gs>
              <a:gs pos="15928">
                <a:srgbClr val="B5B5B5"/>
              </a:gs>
              <a:gs pos="7000">
                <a:srgbClr val="8A8A8A"/>
              </a:gs>
              <a:gs pos="0">
                <a:srgbClr val="BBBBBB"/>
              </a:gs>
              <a:gs pos="93000">
                <a:srgbClr val="8A8A8A"/>
              </a:gs>
              <a:gs pos="100000">
                <a:srgbClr val="BBBBB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09C2B723-6C2F-49DE-A429-50BDFD1ADB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3348787" y="618517"/>
            <a:ext cx="5004665" cy="1596177"/>
          </a:xfrm>
        </p:spPr>
        <p:txBody>
          <a:bodyPr>
            <a:normAutofit/>
          </a:bodyPr>
          <a:lstStyle/>
          <a:p>
            <a:r>
              <a:rPr lang="en-US" dirty="0"/>
              <a:t>In depth </a:t>
            </a:r>
          </a:p>
        </p:txBody>
      </p:sp>
      <p:sp>
        <p:nvSpPr>
          <p:cNvPr id="3" name="Content Placeholder 2"/>
          <p:cNvSpPr>
            <a:spLocks noGrp="1"/>
          </p:cNvSpPr>
          <p:nvPr>
            <p:ph idx="1"/>
          </p:nvPr>
        </p:nvSpPr>
        <p:spPr>
          <a:xfrm>
            <a:off x="3348786" y="2367092"/>
            <a:ext cx="5004665" cy="3424107"/>
          </a:xfrm>
        </p:spPr>
        <p:txBody>
          <a:bodyPr>
            <a:normAutofit/>
          </a:bodyPr>
          <a:lstStyle/>
          <a:p>
            <a:pPr marL="0" indent="0">
              <a:buNone/>
            </a:pPr>
            <a:r>
              <a:rPr lang="en-US"/>
              <a:t>The classes participating to the Prototype Pattern are:</a:t>
            </a:r>
            <a:br>
              <a:rPr lang="en-US"/>
            </a:br>
            <a:endParaRPr lang="en-US"/>
          </a:p>
          <a:p>
            <a:pPr lvl="1"/>
            <a:r>
              <a:rPr lang="en-US" b="1" dirty="0"/>
              <a:t>Client</a:t>
            </a:r>
            <a:r>
              <a:rPr lang="en-US" dirty="0"/>
              <a:t> - creates a new object by asking a prototype to clone itself.</a:t>
            </a:r>
          </a:p>
          <a:p>
            <a:pPr lvl="1"/>
            <a:r>
              <a:rPr lang="en-US" b="1" dirty="0"/>
              <a:t>Prototype</a:t>
            </a:r>
            <a:r>
              <a:rPr lang="en-US" dirty="0"/>
              <a:t> - declares an interface for cloning itself.</a:t>
            </a:r>
          </a:p>
          <a:p>
            <a:pPr lvl="1"/>
            <a:r>
              <a:rPr lang="en-US" b="1" dirty="0" err="1"/>
              <a:t>ConcretePrototype</a:t>
            </a:r>
            <a:r>
              <a:rPr lang="en-US" dirty="0"/>
              <a:t> - implements the operation for cloning itself.</a:t>
            </a:r>
          </a:p>
          <a:p>
            <a:endParaRPr lang="en-US"/>
          </a:p>
        </p:txBody>
      </p:sp>
      <p:sp>
        <p:nvSpPr>
          <p:cNvPr id="4" name="Date Placeholder 3"/>
          <p:cNvSpPr>
            <a:spLocks noGrp="1"/>
          </p:cNvSpPr>
          <p:nvPr>
            <p:ph type="dt" sz="half" idx="10"/>
          </p:nvPr>
        </p:nvSpPr>
        <p:spPr>
          <a:xfrm>
            <a:off x="685800" y="5883275"/>
            <a:ext cx="2057400" cy="365125"/>
          </a:xfrm>
        </p:spPr>
        <p:txBody>
          <a:bodyPr>
            <a:normAutofit/>
          </a:bodyPr>
          <a:lstStyle/>
          <a:p>
            <a:pPr algn="l">
              <a:spcAft>
                <a:spcPts val="600"/>
              </a:spcAft>
            </a:pPr>
            <a:fld id="{FEF2CCB8-730A-46A0-81A2-FB5ED352C581}" type="datetime1">
              <a:rPr lang="en-US">
                <a:solidFill>
                  <a:srgbClr val="FFFFFF"/>
                </a:solidFill>
              </a:rPr>
              <a:pPr algn="l">
                <a:spcAft>
                  <a:spcPts val="600"/>
                </a:spcAft>
              </a:pPr>
              <a:t>3/26/2024</a:t>
            </a:fld>
            <a:endParaRPr lang="en-US">
              <a:solidFill>
                <a:srgbClr val="FFFFFF"/>
              </a:solidFill>
            </a:endParaRPr>
          </a:p>
        </p:txBody>
      </p:sp>
      <p:sp>
        <p:nvSpPr>
          <p:cNvPr id="5" name="Slide Number Placeholder 4"/>
          <p:cNvSpPr>
            <a:spLocks noGrp="1"/>
          </p:cNvSpPr>
          <p:nvPr>
            <p:ph type="sldNum" sz="quarter" idx="12"/>
          </p:nvPr>
        </p:nvSpPr>
        <p:spPr>
          <a:xfrm>
            <a:off x="7885508" y="5883275"/>
            <a:ext cx="573161" cy="365125"/>
          </a:xfrm>
        </p:spPr>
        <p:txBody>
          <a:bodyPr>
            <a:normAutofit/>
          </a:bodyPr>
          <a:lstStyle/>
          <a:p>
            <a:pPr>
              <a:spcAft>
                <a:spcPts val="600"/>
              </a:spcAft>
            </a:pPr>
            <a:fld id="{34237BF9-6925-4FE3-8F98-72FCD8F1A9AE}" type="slidenum">
              <a:rPr lang="en-US" smtClean="0"/>
              <a:pPr>
                <a:spcAft>
                  <a:spcPts val="600"/>
                </a:spcAft>
              </a:pPr>
              <a:t>45</a:t>
            </a:fld>
            <a:endParaRPr lang="en-US"/>
          </a:p>
        </p:txBody>
      </p:sp>
    </p:spTree>
    <p:extLst>
      <p:ext uri="{BB962C8B-B14F-4D97-AF65-F5344CB8AC3E}">
        <p14:creationId xmlns:p14="http://schemas.microsoft.com/office/powerpoint/2010/main" val="19198873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pic>
        <p:nvPicPr>
          <p:cNvPr id="19" name="Picture 2">
            <a:extLst>
              <a:ext uri="{FF2B5EF4-FFF2-40B4-BE49-F238E27FC236}">
                <a16:creationId xmlns:a16="http://schemas.microsoft.com/office/drawing/2014/main" id="{9A0F0AC6-A89F-416B-9FA4-48E664065E7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9144002" cy="6858001"/>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0">
            <a:extLst>
              <a:ext uri="{FF2B5EF4-FFF2-40B4-BE49-F238E27FC236}">
                <a16:creationId xmlns:a16="http://schemas.microsoft.com/office/drawing/2014/main" id="{C31AA009-40AD-4098-8AE7-680CA35C6EA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useBgFill="1">
        <p:nvSpPr>
          <p:cNvPr id="23" name="Rectangle 22">
            <a:extLst>
              <a:ext uri="{FF2B5EF4-FFF2-40B4-BE49-F238E27FC236}">
                <a16:creationId xmlns:a16="http://schemas.microsoft.com/office/drawing/2014/main" id="{B63B6C0C-65BB-4F38-9C8A-0892266F8B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5" name="Picture 24">
            <a:extLst>
              <a:ext uri="{FF2B5EF4-FFF2-40B4-BE49-F238E27FC236}">
                <a16:creationId xmlns:a16="http://schemas.microsoft.com/office/drawing/2014/main" id="{09D77137-01B7-45E4-AA14-CD9E779B443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4" name="Date Placeholder 3">
            <a:extLst>
              <a:ext uri="{FF2B5EF4-FFF2-40B4-BE49-F238E27FC236}">
                <a16:creationId xmlns:a16="http://schemas.microsoft.com/office/drawing/2014/main" id="{F449B8EF-B004-A647-9719-BC183DB7C0D7}"/>
              </a:ext>
            </a:extLst>
          </p:cNvPr>
          <p:cNvSpPr>
            <a:spLocks noGrp="1"/>
          </p:cNvSpPr>
          <p:nvPr>
            <p:ph type="dt" sz="half" idx="10"/>
          </p:nvPr>
        </p:nvSpPr>
        <p:spPr>
          <a:xfrm>
            <a:off x="5759052" y="5883275"/>
            <a:ext cx="2057400" cy="365125"/>
          </a:xfrm>
        </p:spPr>
        <p:txBody>
          <a:bodyPr vert="horz" lIns="91440" tIns="45720" rIns="91440" bIns="45720" rtlCol="0" anchor="ctr">
            <a:normAutofit/>
          </a:bodyPr>
          <a:lstStyle/>
          <a:p>
            <a:pPr defTabSz="457200" eaLnBrk="1" hangingPunct="1">
              <a:spcAft>
                <a:spcPts val="600"/>
              </a:spcAft>
            </a:pPr>
            <a:fld id="{FEF2CCB8-730A-46A0-81A2-FB5ED352C581}" type="datetime1">
              <a:rPr lang="en-US">
                <a:latin typeface="+mn-lt"/>
                <a:ea typeface="+mn-ea"/>
              </a:rPr>
              <a:pPr defTabSz="457200" eaLnBrk="1" hangingPunct="1">
                <a:spcAft>
                  <a:spcPts val="600"/>
                </a:spcAft>
              </a:pPr>
              <a:t>3/26/2024</a:t>
            </a:fld>
            <a:endParaRPr lang="en-US">
              <a:latin typeface="+mn-lt"/>
              <a:ea typeface="+mn-ea"/>
            </a:endParaRPr>
          </a:p>
        </p:txBody>
      </p:sp>
      <p:sp>
        <p:nvSpPr>
          <p:cNvPr id="5" name="Slide Number Placeholder 4">
            <a:extLst>
              <a:ext uri="{FF2B5EF4-FFF2-40B4-BE49-F238E27FC236}">
                <a16:creationId xmlns:a16="http://schemas.microsoft.com/office/drawing/2014/main" id="{34605510-034A-2357-0508-444A388E79A2}"/>
              </a:ext>
            </a:extLst>
          </p:cNvPr>
          <p:cNvSpPr>
            <a:spLocks noGrp="1"/>
          </p:cNvSpPr>
          <p:nvPr>
            <p:ph type="sldNum" sz="quarter" idx="12"/>
          </p:nvPr>
        </p:nvSpPr>
        <p:spPr>
          <a:xfrm>
            <a:off x="7885508" y="5883275"/>
            <a:ext cx="573161" cy="365125"/>
          </a:xfrm>
        </p:spPr>
        <p:txBody>
          <a:bodyPr vert="horz" lIns="91440" tIns="45720" rIns="91440" bIns="45720" rtlCol="0" anchor="ctr">
            <a:normAutofit/>
          </a:bodyPr>
          <a:lstStyle/>
          <a:p>
            <a:pPr defTabSz="457200" eaLnBrk="1" hangingPunct="1">
              <a:spcAft>
                <a:spcPts val="600"/>
              </a:spcAft>
            </a:pPr>
            <a:fld id="{34237BF9-6925-4FE3-8F98-72FCD8F1A9AE}" type="slidenum">
              <a:rPr lang="en-US" kern="1200" dirty="0">
                <a:solidFill>
                  <a:schemeClr val="tx1"/>
                </a:solidFill>
                <a:latin typeface="+mn-lt"/>
                <a:ea typeface="+mn-ea"/>
                <a:cs typeface="+mn-cs"/>
              </a:rPr>
              <a:pPr defTabSz="457200" eaLnBrk="1" hangingPunct="1">
                <a:spcAft>
                  <a:spcPts val="600"/>
                </a:spcAft>
              </a:pPr>
              <a:t>46</a:t>
            </a:fld>
            <a:endParaRPr lang="en-US" kern="1200" dirty="0">
              <a:solidFill>
                <a:schemeClr val="tx1"/>
              </a:solidFill>
              <a:latin typeface="+mn-lt"/>
              <a:ea typeface="+mn-ea"/>
              <a:cs typeface="+mn-cs"/>
            </a:endParaRPr>
          </a:p>
        </p:txBody>
      </p:sp>
      <p:pic>
        <p:nvPicPr>
          <p:cNvPr id="7" name="Picture 6">
            <a:extLst>
              <a:ext uri="{FF2B5EF4-FFF2-40B4-BE49-F238E27FC236}">
                <a16:creationId xmlns:a16="http://schemas.microsoft.com/office/drawing/2014/main" id="{76F2C0B9-B1BE-C433-D021-8E2175F1432F}"/>
              </a:ext>
            </a:extLst>
          </p:cNvPr>
          <p:cNvPicPr>
            <a:picLocks noChangeAspect="1"/>
          </p:cNvPicPr>
          <p:nvPr/>
        </p:nvPicPr>
        <p:blipFill>
          <a:blip r:embed="rId4"/>
          <a:stretch>
            <a:fillRect/>
          </a:stretch>
        </p:blipFill>
        <p:spPr>
          <a:xfrm>
            <a:off x="1314450" y="881062"/>
            <a:ext cx="6515100" cy="5095875"/>
          </a:xfrm>
          <a:prstGeom prst="rect">
            <a:avLst/>
          </a:prstGeom>
        </p:spPr>
      </p:pic>
    </p:spTree>
    <p:extLst>
      <p:ext uri="{BB962C8B-B14F-4D97-AF65-F5344CB8AC3E}">
        <p14:creationId xmlns:p14="http://schemas.microsoft.com/office/powerpoint/2010/main" val="206309437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E2879AA-D700-8ACF-B203-FE4C7494CE09}"/>
              </a:ext>
            </a:extLst>
          </p:cNvPr>
          <p:cNvSpPr>
            <a:spLocks noGrp="1"/>
          </p:cNvSpPr>
          <p:nvPr>
            <p:ph type="dt" sz="half" idx="10"/>
          </p:nvPr>
        </p:nvSpPr>
        <p:spPr/>
        <p:txBody>
          <a:bodyPr/>
          <a:lstStyle/>
          <a:p>
            <a:fld id="{FEF2CCB8-730A-46A0-81A2-FB5ED352C581}" type="datetime1">
              <a:rPr lang="en-US" smtClean="0"/>
              <a:t>3/26/2024</a:t>
            </a:fld>
            <a:endParaRPr lang="en-US" dirty="0"/>
          </a:p>
        </p:txBody>
      </p:sp>
      <p:sp>
        <p:nvSpPr>
          <p:cNvPr id="5" name="Slide Number Placeholder 4">
            <a:extLst>
              <a:ext uri="{FF2B5EF4-FFF2-40B4-BE49-F238E27FC236}">
                <a16:creationId xmlns:a16="http://schemas.microsoft.com/office/drawing/2014/main" id="{FC796487-B885-49EF-0EED-17A270DBA3B7}"/>
              </a:ext>
            </a:extLst>
          </p:cNvPr>
          <p:cNvSpPr>
            <a:spLocks noGrp="1"/>
          </p:cNvSpPr>
          <p:nvPr>
            <p:ph type="sldNum" sz="quarter" idx="12"/>
          </p:nvPr>
        </p:nvSpPr>
        <p:spPr/>
        <p:txBody>
          <a:bodyPr/>
          <a:lstStyle/>
          <a:p>
            <a:fld id="{34237BF9-6925-4FE3-8F98-72FCD8F1A9AE}" type="slidenum">
              <a:rPr lang="en-US" smtClean="0"/>
              <a:t>47</a:t>
            </a:fld>
            <a:endParaRPr lang="en-US" dirty="0"/>
          </a:p>
        </p:txBody>
      </p:sp>
      <p:pic>
        <p:nvPicPr>
          <p:cNvPr id="7" name="Picture 6">
            <a:extLst>
              <a:ext uri="{FF2B5EF4-FFF2-40B4-BE49-F238E27FC236}">
                <a16:creationId xmlns:a16="http://schemas.microsoft.com/office/drawing/2014/main" id="{B78ECCF7-CEB5-3FB5-7F1C-75E43ABE4C10}"/>
              </a:ext>
            </a:extLst>
          </p:cNvPr>
          <p:cNvPicPr>
            <a:picLocks noChangeAspect="1"/>
          </p:cNvPicPr>
          <p:nvPr/>
        </p:nvPicPr>
        <p:blipFill>
          <a:blip r:embed="rId2"/>
          <a:stretch>
            <a:fillRect/>
          </a:stretch>
        </p:blipFill>
        <p:spPr>
          <a:xfrm>
            <a:off x="1344138" y="297721"/>
            <a:ext cx="6573105" cy="5798279"/>
          </a:xfrm>
          <a:prstGeom prst="rect">
            <a:avLst/>
          </a:prstGeom>
        </p:spPr>
      </p:pic>
    </p:spTree>
    <p:extLst>
      <p:ext uri="{BB962C8B-B14F-4D97-AF65-F5344CB8AC3E}">
        <p14:creationId xmlns:p14="http://schemas.microsoft.com/office/powerpoint/2010/main" val="4084404720"/>
      </p:ext>
    </p:extLst>
  </p:cSld>
  <p:clrMapOvr>
    <a:masterClrMapping/>
  </p:clrMapOvr>
  <p:transition>
    <p:random/>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28285-46A3-3C09-0AB5-EA8654967F53}"/>
              </a:ext>
            </a:extLst>
          </p:cNvPr>
          <p:cNvSpPr>
            <a:spLocks noGrp="1"/>
          </p:cNvSpPr>
          <p:nvPr>
            <p:ph type="title"/>
          </p:nvPr>
        </p:nvSpPr>
        <p:spPr/>
        <p:txBody>
          <a:bodyPr/>
          <a:lstStyle/>
          <a:p>
            <a:r>
              <a:rPr lang="en-US" dirty="0"/>
              <a:t>Useful links</a:t>
            </a:r>
          </a:p>
        </p:txBody>
      </p:sp>
      <p:sp>
        <p:nvSpPr>
          <p:cNvPr id="3" name="Date Placeholder 2">
            <a:extLst>
              <a:ext uri="{FF2B5EF4-FFF2-40B4-BE49-F238E27FC236}">
                <a16:creationId xmlns:a16="http://schemas.microsoft.com/office/drawing/2014/main" id="{CBD2EC39-C2F3-BD3C-1166-962F9C8786D3}"/>
              </a:ext>
            </a:extLst>
          </p:cNvPr>
          <p:cNvSpPr>
            <a:spLocks noGrp="1"/>
          </p:cNvSpPr>
          <p:nvPr>
            <p:ph type="dt" sz="half" idx="10"/>
          </p:nvPr>
        </p:nvSpPr>
        <p:spPr/>
        <p:txBody>
          <a:bodyPr/>
          <a:lstStyle/>
          <a:p>
            <a:pPr>
              <a:defRPr/>
            </a:pPr>
            <a:fld id="{3A100575-81D0-4836-BDA5-88ECA2DF1A30}" type="datetime4">
              <a:rPr lang="en-US" altLang="en-US" smtClean="0"/>
              <a:t>March 26, 2024</a:t>
            </a:fld>
            <a:endParaRPr lang="en-US" altLang="en-US"/>
          </a:p>
        </p:txBody>
      </p:sp>
      <p:sp>
        <p:nvSpPr>
          <p:cNvPr id="4" name="Slide Number Placeholder 3">
            <a:extLst>
              <a:ext uri="{FF2B5EF4-FFF2-40B4-BE49-F238E27FC236}">
                <a16:creationId xmlns:a16="http://schemas.microsoft.com/office/drawing/2014/main" id="{4CC689A3-F0E2-6727-1677-2445718E8042}"/>
              </a:ext>
            </a:extLst>
          </p:cNvPr>
          <p:cNvSpPr>
            <a:spLocks noGrp="1"/>
          </p:cNvSpPr>
          <p:nvPr>
            <p:ph type="sldNum" sz="quarter" idx="12"/>
          </p:nvPr>
        </p:nvSpPr>
        <p:spPr/>
        <p:txBody>
          <a:bodyPr/>
          <a:lstStyle/>
          <a:p>
            <a:pPr>
              <a:defRPr/>
            </a:pPr>
            <a:fld id="{F02FF4ED-2B23-4CC6-834A-FCFA22AF88CD}" type="slidenum">
              <a:rPr lang="en-US" altLang="en-US" smtClean="0"/>
              <a:pPr>
                <a:defRPr/>
              </a:pPr>
              <a:t>48</a:t>
            </a:fld>
            <a:endParaRPr lang="en-US" altLang="en-US"/>
          </a:p>
        </p:txBody>
      </p:sp>
      <p:sp>
        <p:nvSpPr>
          <p:cNvPr id="6" name="TextBox 5">
            <a:extLst>
              <a:ext uri="{FF2B5EF4-FFF2-40B4-BE49-F238E27FC236}">
                <a16:creationId xmlns:a16="http://schemas.microsoft.com/office/drawing/2014/main" id="{0C2E0423-53C4-4617-7BC0-01F6A5E7BFAA}"/>
              </a:ext>
            </a:extLst>
          </p:cNvPr>
          <p:cNvSpPr txBox="1"/>
          <p:nvPr/>
        </p:nvSpPr>
        <p:spPr>
          <a:xfrm>
            <a:off x="533400" y="3105835"/>
            <a:ext cx="6324600" cy="923330"/>
          </a:xfrm>
          <a:prstGeom prst="rect">
            <a:avLst/>
          </a:prstGeom>
          <a:noFill/>
        </p:spPr>
        <p:txBody>
          <a:bodyPr wrap="square">
            <a:spAutoFit/>
          </a:bodyPr>
          <a:lstStyle/>
          <a:p>
            <a:r>
              <a:rPr lang="en-US" dirty="0">
                <a:hlinkClick r:id="rId2"/>
              </a:rPr>
              <a:t>https://refactoring.guru/design-patterns</a:t>
            </a:r>
            <a:endParaRPr lang="en-US" dirty="0"/>
          </a:p>
          <a:p>
            <a:r>
              <a:rPr lang="en-US" dirty="0">
                <a:hlinkClick r:id="rId3"/>
              </a:rPr>
              <a:t>https://sourcemaking.com/design_patterns</a:t>
            </a:r>
            <a:endParaRPr lang="en-US" dirty="0"/>
          </a:p>
          <a:p>
            <a:endParaRPr lang="en-US" dirty="0"/>
          </a:p>
        </p:txBody>
      </p:sp>
    </p:spTree>
    <p:extLst>
      <p:ext uri="{BB962C8B-B14F-4D97-AF65-F5344CB8AC3E}">
        <p14:creationId xmlns:p14="http://schemas.microsoft.com/office/powerpoint/2010/main" val="3924960854"/>
      </p:ext>
    </p:extLst>
  </p:cSld>
  <p:clrMapOvr>
    <a:masterClrMapping/>
  </p:clrMapOvr>
  <p:transition>
    <p:random/>
  </p:transition>
</p:sld>
</file>

<file path=ppt/slides/slide4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pic>
        <p:nvPicPr>
          <p:cNvPr id="10" name="Picture 2">
            <a:extLst>
              <a:ext uri="{FF2B5EF4-FFF2-40B4-BE49-F238E27FC236}">
                <a16:creationId xmlns:a16="http://schemas.microsoft.com/office/drawing/2014/main" id="{7407B0FF-43E0-4B2E-B48B-C2A472D103F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9144002" cy="6858001"/>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7CAC6C18-4147-48ED-8B6A-19B3E0D8916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graphicFrame>
        <p:nvGraphicFramePr>
          <p:cNvPr id="5" name="Content Placeholder 2">
            <a:extLst>
              <a:ext uri="{FF2B5EF4-FFF2-40B4-BE49-F238E27FC236}">
                <a16:creationId xmlns:a16="http://schemas.microsoft.com/office/drawing/2014/main" id="{5278F4BF-A879-0DA4-ED9F-B67AD249CD74}"/>
              </a:ext>
            </a:extLst>
          </p:cNvPr>
          <p:cNvGraphicFramePr>
            <a:graphicFrameLocks noGrp="1"/>
          </p:cNvGraphicFramePr>
          <p:nvPr>
            <p:ph idx="4294967295"/>
            <p:extLst>
              <p:ext uri="{D42A27DB-BD31-4B8C-83A1-F6EECF244321}">
                <p14:modId xmlns:p14="http://schemas.microsoft.com/office/powerpoint/2010/main" val="2582692244"/>
              </p:ext>
            </p:extLst>
          </p:nvPr>
        </p:nvGraphicFramePr>
        <p:xfrm>
          <a:off x="685800" y="2532475"/>
          <a:ext cx="7772400" cy="302906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4079085215"/>
      </p:ext>
    </p:extLst>
  </p:cSld>
  <p:clrMapOvr>
    <a:masterClrMapping/>
  </p:clrMapOvr>
  <p:transition>
    <p:random/>
  </p:transition>
</p:sld>
</file>

<file path=ppt/theme/theme1.xml><?xml version="1.0" encoding="utf-8"?>
<a:theme xmlns:a="http://schemas.openxmlformats.org/drawingml/2006/main" name="Layers">
  <a:themeElements>
    <a:clrScheme name="Layers 6">
      <a:dk1>
        <a:srgbClr val="000000"/>
      </a:dk1>
      <a:lt1>
        <a:srgbClr val="FFFFE1"/>
      </a:lt1>
      <a:dk2>
        <a:srgbClr val="330033"/>
      </a:dk2>
      <a:lt2>
        <a:srgbClr val="330033"/>
      </a:lt2>
      <a:accent1>
        <a:srgbClr val="CCCC99"/>
      </a:accent1>
      <a:accent2>
        <a:srgbClr val="FF0000"/>
      </a:accent2>
      <a:accent3>
        <a:srgbClr val="FFFFEE"/>
      </a:accent3>
      <a:accent4>
        <a:srgbClr val="000000"/>
      </a:accent4>
      <a:accent5>
        <a:srgbClr val="E2E2CA"/>
      </a:accent5>
      <a:accent6>
        <a:srgbClr val="E70000"/>
      </a:accent6>
      <a:hlink>
        <a:srgbClr val="990033"/>
      </a:hlink>
      <a:folHlink>
        <a:srgbClr val="B2B2B2"/>
      </a:folHlink>
    </a:clrScheme>
    <a:fontScheme name="Layers">
      <a:majorFont>
        <a:latin typeface="Times New Roman"/>
        <a:ea typeface=""/>
        <a:cs typeface="Arial"/>
      </a:majorFont>
      <a:minorFont>
        <a:latin typeface="Arial"/>
        <a:ea typeface=""/>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0000" tIns="46800" rIns="90000" bIns="4680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th-TH" altLang="en-US" sz="1800" b="0" i="0" u="none" strike="noStrike" cap="none" normalizeH="0" baseline="0" smtClean="0">
            <a:ln>
              <a:noFill/>
            </a:ln>
            <a:solidFill>
              <a:schemeClr val="tx1"/>
            </a:solidFill>
            <a:effectLst/>
            <a:latin typeface="Arial" panose="020B0604020202020204" pitchFamily="34" charset="0"/>
            <a:ea typeface="Angsana New" panose="02020603050405020304" pitchFamily="18" charset="-34"/>
            <a:cs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0000" tIns="46800" rIns="90000" bIns="4680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th-TH" altLang="en-US" sz="1800" b="0" i="0" u="none" strike="noStrike" cap="none" normalizeH="0" baseline="0" smtClean="0">
            <a:ln>
              <a:noFill/>
            </a:ln>
            <a:solidFill>
              <a:schemeClr val="tx1"/>
            </a:solidFill>
            <a:effectLst/>
            <a:latin typeface="Arial" panose="020B0604020202020204" pitchFamily="34" charset="0"/>
            <a:ea typeface="Angsana New" panose="02020603050405020304" pitchFamily="18" charset="-34"/>
            <a:cs typeface="Arial" panose="020B0604020202020204" pitchFamily="34" charset="0"/>
          </a:defRPr>
        </a:defPPr>
      </a:lstStyle>
    </a:lnDef>
  </a:objectDefaults>
  <a:extraClrSchemeLst>
    <a:extraClrScheme>
      <a:clrScheme name="Layers 1">
        <a:dk1>
          <a:srgbClr val="993300"/>
        </a:dk1>
        <a:lt1>
          <a:srgbClr val="CCCCCC"/>
        </a:lt1>
        <a:dk2>
          <a:srgbClr val="000000"/>
        </a:dk2>
        <a:lt2>
          <a:srgbClr val="FFFFFF"/>
        </a:lt2>
        <a:accent1>
          <a:srgbClr val="576F2B"/>
        </a:accent1>
        <a:accent2>
          <a:srgbClr val="666699"/>
        </a:accent2>
        <a:accent3>
          <a:srgbClr val="AAAAAA"/>
        </a:accent3>
        <a:accent4>
          <a:srgbClr val="AEAEAE"/>
        </a:accent4>
        <a:accent5>
          <a:srgbClr val="B4BBAC"/>
        </a:accent5>
        <a:accent6>
          <a:srgbClr val="5C5C8A"/>
        </a:accent6>
        <a:hlink>
          <a:srgbClr val="993300"/>
        </a:hlink>
        <a:folHlink>
          <a:srgbClr val="CC9900"/>
        </a:folHlink>
      </a:clrScheme>
      <a:clrMap bg1="dk2" tx1="lt1" bg2="dk1" tx2="lt2" accent1="accent1" accent2="accent2" accent3="accent3" accent4="accent4" accent5="accent5" accent6="accent6" hlink="hlink" folHlink="folHlink"/>
    </a:extraClrScheme>
    <a:extraClrScheme>
      <a:clrScheme name="Layers 2">
        <a:dk1>
          <a:srgbClr val="993300"/>
        </a:dk1>
        <a:lt1>
          <a:srgbClr val="CCCCCC"/>
        </a:lt1>
        <a:dk2>
          <a:srgbClr val="330000"/>
        </a:dk2>
        <a:lt2>
          <a:srgbClr val="FFFFFF"/>
        </a:lt2>
        <a:accent1>
          <a:srgbClr val="996633"/>
        </a:accent1>
        <a:accent2>
          <a:srgbClr val="FF0000"/>
        </a:accent2>
        <a:accent3>
          <a:srgbClr val="ADAAAA"/>
        </a:accent3>
        <a:accent4>
          <a:srgbClr val="AEAEAE"/>
        </a:accent4>
        <a:accent5>
          <a:srgbClr val="CAB8AD"/>
        </a:accent5>
        <a:accent6>
          <a:srgbClr val="E70000"/>
        </a:accent6>
        <a:hlink>
          <a:srgbClr val="FF3300"/>
        </a:hlink>
        <a:folHlink>
          <a:srgbClr val="CC9933"/>
        </a:folHlink>
      </a:clrScheme>
      <a:clrMap bg1="dk2" tx1="lt1" bg2="dk1" tx2="lt2" accent1="accent1" accent2="accent2" accent3="accent3" accent4="accent4" accent5="accent5" accent6="accent6" hlink="hlink" folHlink="folHlink"/>
    </a:extraClrScheme>
    <a:extraClrScheme>
      <a:clrScheme name="Layers 3">
        <a:dk1>
          <a:srgbClr val="79788A"/>
        </a:dk1>
        <a:lt1>
          <a:srgbClr val="FFFFFF"/>
        </a:lt1>
        <a:dk2>
          <a:srgbClr val="21203C"/>
        </a:dk2>
        <a:lt2>
          <a:srgbClr val="FFFFCC"/>
        </a:lt2>
        <a:accent1>
          <a:srgbClr val="476077"/>
        </a:accent1>
        <a:accent2>
          <a:srgbClr val="676C5A"/>
        </a:accent2>
        <a:accent3>
          <a:srgbClr val="ABABAF"/>
        </a:accent3>
        <a:accent4>
          <a:srgbClr val="DADADA"/>
        </a:accent4>
        <a:accent5>
          <a:srgbClr val="B1B6BD"/>
        </a:accent5>
        <a:accent6>
          <a:srgbClr val="5D6151"/>
        </a:accent6>
        <a:hlink>
          <a:srgbClr val="666699"/>
        </a:hlink>
        <a:folHlink>
          <a:srgbClr val="8CB0A2"/>
        </a:folHlink>
      </a:clrScheme>
      <a:clrMap bg1="dk2" tx1="lt1" bg2="dk1" tx2="lt2" accent1="accent1" accent2="accent2" accent3="accent3" accent4="accent4" accent5="accent5" accent6="accent6" hlink="hlink" folHlink="folHlink"/>
    </a:extraClrScheme>
    <a:extraClrScheme>
      <a:clrScheme name="Layers 4">
        <a:dk1>
          <a:srgbClr val="455B41"/>
        </a:dk1>
        <a:lt1>
          <a:srgbClr val="FFFFCC"/>
        </a:lt1>
        <a:dk2>
          <a:srgbClr val="79A994"/>
        </a:dk2>
        <a:lt2>
          <a:srgbClr val="FFFFCC"/>
        </a:lt2>
        <a:accent1>
          <a:srgbClr val="517087"/>
        </a:accent1>
        <a:accent2>
          <a:srgbClr val="666699"/>
        </a:accent2>
        <a:accent3>
          <a:srgbClr val="BED1C8"/>
        </a:accent3>
        <a:accent4>
          <a:srgbClr val="DADAAE"/>
        </a:accent4>
        <a:accent5>
          <a:srgbClr val="B3BBC3"/>
        </a:accent5>
        <a:accent6>
          <a:srgbClr val="5C5C8A"/>
        </a:accent6>
        <a:hlink>
          <a:srgbClr val="993300"/>
        </a:hlink>
        <a:folHlink>
          <a:srgbClr val="A4AF6B"/>
        </a:folHlink>
      </a:clrScheme>
      <a:clrMap bg1="dk2" tx1="lt1" bg2="dk1" tx2="lt2" accent1="accent1" accent2="accent2" accent3="accent3" accent4="accent4" accent5="accent5" accent6="accent6" hlink="hlink" folHlink="folHlink"/>
    </a:extraClrScheme>
    <a:extraClrScheme>
      <a:clrScheme name="Layers 5">
        <a:dk1>
          <a:srgbClr val="330000"/>
        </a:dk1>
        <a:lt1>
          <a:srgbClr val="FF9900"/>
        </a:lt1>
        <a:dk2>
          <a:srgbClr val="FFFFFF"/>
        </a:dk2>
        <a:lt2>
          <a:srgbClr val="8B3111"/>
        </a:lt2>
        <a:accent1>
          <a:srgbClr val="DD6D07"/>
        </a:accent1>
        <a:accent2>
          <a:srgbClr val="CC9900"/>
        </a:accent2>
        <a:accent3>
          <a:srgbClr val="FFCAAA"/>
        </a:accent3>
        <a:accent4>
          <a:srgbClr val="2A0000"/>
        </a:accent4>
        <a:accent5>
          <a:srgbClr val="EBBAAA"/>
        </a:accent5>
        <a:accent6>
          <a:srgbClr val="B98A00"/>
        </a:accent6>
        <a:hlink>
          <a:srgbClr val="CC3300"/>
        </a:hlink>
        <a:folHlink>
          <a:srgbClr val="CCCC66"/>
        </a:folHlink>
      </a:clrScheme>
      <a:clrMap bg1="lt1" tx1="dk1" bg2="lt2" tx2="dk2" accent1="accent1" accent2="accent2" accent3="accent3" accent4="accent4" accent5="accent5" accent6="accent6" hlink="hlink" folHlink="folHlink"/>
    </a:extraClrScheme>
    <a:extraClrScheme>
      <a:clrScheme name="Layers 6">
        <a:dk1>
          <a:srgbClr val="000000"/>
        </a:dk1>
        <a:lt1>
          <a:srgbClr val="FFFFE1"/>
        </a:lt1>
        <a:dk2>
          <a:srgbClr val="330033"/>
        </a:dk2>
        <a:lt2>
          <a:srgbClr val="330033"/>
        </a:lt2>
        <a:accent1>
          <a:srgbClr val="CCCC99"/>
        </a:accent1>
        <a:accent2>
          <a:srgbClr val="FF0000"/>
        </a:accent2>
        <a:accent3>
          <a:srgbClr val="FFFFEE"/>
        </a:accent3>
        <a:accent4>
          <a:srgbClr val="000000"/>
        </a:accent4>
        <a:accent5>
          <a:srgbClr val="E2E2CA"/>
        </a:accent5>
        <a:accent6>
          <a:srgbClr val="E70000"/>
        </a:accent6>
        <a:hlink>
          <a:srgbClr val="990033"/>
        </a:hlink>
        <a:folHlink>
          <a:srgbClr val="B2B2B2"/>
        </a:folHlink>
      </a:clrScheme>
      <a:clrMap bg1="lt1" tx1="dk1" bg2="lt2" tx2="dk2" accent1="accent1" accent2="accent2" accent3="accent3" accent4="accent4" accent5="accent5" accent6="accent6" hlink="hlink" folHlink="folHlink"/>
    </a:extraClrScheme>
    <a:extraClrScheme>
      <a:clrScheme name="Layers 7">
        <a:dk1>
          <a:srgbClr val="000000"/>
        </a:dk1>
        <a:lt1>
          <a:srgbClr val="FFFFFF"/>
        </a:lt1>
        <a:dk2>
          <a:srgbClr val="000000"/>
        </a:dk2>
        <a:lt2>
          <a:srgbClr val="891411"/>
        </a:lt2>
        <a:accent1>
          <a:srgbClr val="4F917E"/>
        </a:accent1>
        <a:accent2>
          <a:srgbClr val="CC9900"/>
        </a:accent2>
        <a:accent3>
          <a:srgbClr val="FFFFFF"/>
        </a:accent3>
        <a:accent4>
          <a:srgbClr val="000000"/>
        </a:accent4>
        <a:accent5>
          <a:srgbClr val="B2C7C0"/>
        </a:accent5>
        <a:accent6>
          <a:srgbClr val="B98A00"/>
        </a:accent6>
        <a:hlink>
          <a:srgbClr val="5A84D8"/>
        </a:hlink>
        <a:folHlink>
          <a:srgbClr val="A0C6BA"/>
        </a:folHlink>
      </a:clrScheme>
      <a:clrMap bg1="lt1" tx1="dk1" bg2="lt2" tx2="dk2" accent1="accent1" accent2="accent2" accent3="accent3" accent4="accent4" accent5="accent5" accent6="accent6" hlink="hlink" folHlink="folHlink"/>
    </a:extraClrScheme>
    <a:extraClrScheme>
      <a:clrScheme name="Layers 8">
        <a:dk1>
          <a:srgbClr val="000000"/>
        </a:dk1>
        <a:lt1>
          <a:srgbClr val="FFFFFF"/>
        </a:lt1>
        <a:dk2>
          <a:srgbClr val="CC0000"/>
        </a:dk2>
        <a:lt2>
          <a:srgbClr val="999966"/>
        </a:lt2>
        <a:accent1>
          <a:srgbClr val="CCCCCC"/>
        </a:accent1>
        <a:accent2>
          <a:srgbClr val="CCCC66"/>
        </a:accent2>
        <a:accent3>
          <a:srgbClr val="FFFFFF"/>
        </a:accent3>
        <a:accent4>
          <a:srgbClr val="000000"/>
        </a:accent4>
        <a:accent5>
          <a:srgbClr val="E2E2E2"/>
        </a:accent5>
        <a:accent6>
          <a:srgbClr val="B9B95C"/>
        </a:accent6>
        <a:hlink>
          <a:srgbClr val="666699"/>
        </a:hlink>
        <a:folHlink>
          <a:srgbClr val="CCCC99"/>
        </a:folHlink>
      </a:clrScheme>
      <a:clrMap bg1="lt1" tx1="dk1" bg2="lt2" tx2="dk2" accent1="accent1" accent2="accent2" accent3="accent3" accent4="accent4" accent5="accent5" accent6="accent6" hlink="hlink" folHlink="folHlink"/>
    </a:extraClrScheme>
    <a:extraClrScheme>
      <a:clrScheme name="Layers 9">
        <a:dk1>
          <a:srgbClr val="000000"/>
        </a:dk1>
        <a:lt1>
          <a:srgbClr val="FFFFFF"/>
        </a:lt1>
        <a:dk2>
          <a:srgbClr val="FF0000"/>
        </a:dk2>
        <a:lt2>
          <a:srgbClr val="009999"/>
        </a:lt2>
        <a:accent1>
          <a:srgbClr val="C7B505"/>
        </a:accent1>
        <a:accent2>
          <a:srgbClr val="FFFF66"/>
        </a:accent2>
        <a:accent3>
          <a:srgbClr val="FFFFFF"/>
        </a:accent3>
        <a:accent4>
          <a:srgbClr val="000000"/>
        </a:accent4>
        <a:accent5>
          <a:srgbClr val="E0D7AA"/>
        </a:accent5>
        <a:accent6>
          <a:srgbClr val="E7E75C"/>
        </a:accent6>
        <a:hlink>
          <a:srgbClr val="5A84D8"/>
        </a:hlink>
        <a:folHlink>
          <a:srgbClr val="A0C6BA"/>
        </a:folHlink>
      </a:clrScheme>
      <a:clrMap bg1="lt1" tx1="dk1" bg2="lt2" tx2="dk2" accent1="accent1" accent2="accent2" accent3="accent3" accent4="accent4" accent5="accent5" accent6="accent6" hlink="hlink" folHlink="folHlink"/>
    </a:extraClrScheme>
    <a:extraClrScheme>
      <a:clrScheme name="Layers 10">
        <a:dk1>
          <a:srgbClr val="000000"/>
        </a:dk1>
        <a:lt1>
          <a:srgbClr val="FFFFFF"/>
        </a:lt1>
        <a:dk2>
          <a:srgbClr val="660033"/>
        </a:dk2>
        <a:lt2>
          <a:srgbClr val="666699"/>
        </a:lt2>
        <a:accent1>
          <a:srgbClr val="95A3D1"/>
        </a:accent1>
        <a:accent2>
          <a:srgbClr val="FFFF66"/>
        </a:accent2>
        <a:accent3>
          <a:srgbClr val="FFFFFF"/>
        </a:accent3>
        <a:accent4>
          <a:srgbClr val="000000"/>
        </a:accent4>
        <a:accent5>
          <a:srgbClr val="C8CEE5"/>
        </a:accent5>
        <a:accent6>
          <a:srgbClr val="E7E75C"/>
        </a:accent6>
        <a:hlink>
          <a:srgbClr val="5A84D8"/>
        </a:hlink>
        <a:folHlink>
          <a:srgbClr val="CCCC9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Advantage">
  <a:themeElements>
    <a:clrScheme name="Advantage">
      <a:dk1>
        <a:sysClr val="windowText" lastClr="000000"/>
      </a:dk1>
      <a:lt1>
        <a:sysClr val="window" lastClr="FFFFFF"/>
      </a:lt1>
      <a:dk2>
        <a:srgbClr val="2B142D"/>
      </a:dk2>
      <a:lt2>
        <a:srgbClr val="C3AFCC"/>
      </a:lt2>
      <a:accent1>
        <a:srgbClr val="663366"/>
      </a:accent1>
      <a:accent2>
        <a:srgbClr val="330F42"/>
      </a:accent2>
      <a:accent3>
        <a:srgbClr val="666699"/>
      </a:accent3>
      <a:accent4>
        <a:srgbClr val="999966"/>
      </a:accent4>
      <a:accent5>
        <a:srgbClr val="F7901E"/>
      </a:accent5>
      <a:accent6>
        <a:srgbClr val="A3A101"/>
      </a:accent6>
      <a:hlink>
        <a:srgbClr val="BC5FBC"/>
      </a:hlink>
      <a:folHlink>
        <a:srgbClr val="9775A7"/>
      </a:folHlink>
    </a:clrScheme>
    <a:fontScheme name="Advantage">
      <a:majorFont>
        <a:latin typeface="Rockwell"/>
        <a:ea typeface=""/>
        <a:cs typeface=""/>
        <a:font script="Jpan" typeface="ＭＳ ゴシック"/>
      </a:majorFont>
      <a:minorFont>
        <a:latin typeface="Rockwell"/>
        <a:ea typeface=""/>
        <a:cs typeface=""/>
        <a:font script="Jpan" typeface="ＭＳ ゴシック"/>
      </a:minorFont>
    </a:fontScheme>
    <a:fmtScheme name="Advantage">
      <a:fillStyleLst>
        <a:solidFill>
          <a:schemeClr val="phClr"/>
        </a:solidFill>
        <a:gradFill rotWithShape="1">
          <a:gsLst>
            <a:gs pos="0">
              <a:schemeClr val="phClr">
                <a:tint val="100000"/>
                <a:shade val="40000"/>
                <a:alpha val="100000"/>
                <a:satMod val="150000"/>
                <a:lumMod val="100000"/>
              </a:schemeClr>
            </a:gs>
            <a:gs pos="100000">
              <a:schemeClr val="phClr">
                <a:tint val="70000"/>
                <a:shade val="100000"/>
                <a:alpha val="100000"/>
                <a:satMod val="200000"/>
                <a:lumMod val="100000"/>
              </a:schemeClr>
            </a:gs>
          </a:gsLst>
          <a:lin ang="6000000" scaled="1"/>
        </a:gradFill>
        <a:gradFill rotWithShape="1">
          <a:gsLst>
            <a:gs pos="0">
              <a:schemeClr val="phClr">
                <a:shade val="40000"/>
                <a:alpha val="100000"/>
                <a:satMod val="150000"/>
                <a:lumMod val="100000"/>
              </a:schemeClr>
            </a:gs>
            <a:gs pos="100000">
              <a:schemeClr val="phClr">
                <a:tint val="70000"/>
                <a:shade val="100000"/>
                <a:alpha val="100000"/>
                <a:satMod val="200000"/>
                <a:lumMod val="100000"/>
              </a:schemeClr>
            </a:gs>
          </a:gsLst>
          <a:lin ang="54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innerShdw blurRad="50800" dist="25400" dir="13500000">
              <a:srgbClr val="FFFFFF">
                <a:alpha val="75000"/>
              </a:srgbClr>
            </a:innerShdw>
            <a:outerShdw blurRad="63500" dist="25400" dir="5400000" rotWithShape="0">
              <a:srgbClr val="808080">
                <a:alpha val="75000"/>
              </a:srgbClr>
            </a:outerShdw>
          </a:effectLst>
        </a:effectStyle>
        <a:effectStyle>
          <a:effectLst/>
          <a:scene3d>
            <a:camera prst="orthographicFront">
              <a:rot lat="0" lon="0" rev="0"/>
            </a:camera>
            <a:lightRig rig="twoPt" dir="tl">
              <a:rot lat="0" lon="0" rev="4500000"/>
            </a:lightRig>
          </a:scene3d>
          <a:sp3d>
            <a:bevelT w="63500" h="50800"/>
          </a:sp3d>
        </a:effectStyle>
      </a:effectStyleLst>
      <a:bgFillStyleLst>
        <a:solidFill>
          <a:schemeClr val="phClr"/>
        </a:solidFill>
        <a:gradFill rotWithShape="1">
          <a:gsLst>
            <a:gs pos="0">
              <a:schemeClr val="phClr">
                <a:tint val="40000"/>
                <a:satMod val="1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1_Layers">
  <a:themeElements>
    <a:clrScheme name="Layers 6">
      <a:dk1>
        <a:srgbClr val="000000"/>
      </a:dk1>
      <a:lt1>
        <a:srgbClr val="FFFFE1"/>
      </a:lt1>
      <a:dk2>
        <a:srgbClr val="330033"/>
      </a:dk2>
      <a:lt2>
        <a:srgbClr val="330033"/>
      </a:lt2>
      <a:accent1>
        <a:srgbClr val="CCCC99"/>
      </a:accent1>
      <a:accent2>
        <a:srgbClr val="FF0000"/>
      </a:accent2>
      <a:accent3>
        <a:srgbClr val="FFFFEE"/>
      </a:accent3>
      <a:accent4>
        <a:srgbClr val="000000"/>
      </a:accent4>
      <a:accent5>
        <a:srgbClr val="E2E2CA"/>
      </a:accent5>
      <a:accent6>
        <a:srgbClr val="E70000"/>
      </a:accent6>
      <a:hlink>
        <a:srgbClr val="990033"/>
      </a:hlink>
      <a:folHlink>
        <a:srgbClr val="B2B2B2"/>
      </a:folHlink>
    </a:clrScheme>
    <a:fontScheme name="Layers">
      <a:majorFont>
        <a:latin typeface="Times New Roman"/>
        <a:ea typeface=""/>
        <a:cs typeface="Arial"/>
      </a:majorFont>
      <a:minorFont>
        <a:latin typeface="Arial"/>
        <a:ea typeface=""/>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0000" tIns="46800" rIns="90000" bIns="4680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th-TH" altLang="en-US" sz="1800" b="0" i="0" u="none" strike="noStrike" cap="none" normalizeH="0" baseline="0" smtClean="0">
            <a:ln>
              <a:noFill/>
            </a:ln>
            <a:solidFill>
              <a:schemeClr val="tx1"/>
            </a:solidFill>
            <a:effectLst/>
            <a:latin typeface="Arial" panose="020B0604020202020204" pitchFamily="34" charset="0"/>
            <a:ea typeface="Angsana New" panose="020B0502040204020203" pitchFamily="18" charset="-34"/>
            <a:cs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0000" tIns="46800" rIns="90000" bIns="4680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th-TH" altLang="en-US" sz="1800" b="0" i="0" u="none" strike="noStrike" cap="none" normalizeH="0" baseline="0" smtClean="0">
            <a:ln>
              <a:noFill/>
            </a:ln>
            <a:solidFill>
              <a:schemeClr val="tx1"/>
            </a:solidFill>
            <a:effectLst/>
            <a:latin typeface="Arial" panose="020B0604020202020204" pitchFamily="34" charset="0"/>
            <a:ea typeface="Angsana New" panose="020B0502040204020203" pitchFamily="18" charset="-34"/>
            <a:cs typeface="Arial" panose="020B0604020202020204" pitchFamily="34" charset="0"/>
          </a:defRPr>
        </a:defPPr>
      </a:lstStyle>
    </a:lnDef>
  </a:objectDefaults>
  <a:extraClrSchemeLst>
    <a:extraClrScheme>
      <a:clrScheme name="Layers 1">
        <a:dk1>
          <a:srgbClr val="993300"/>
        </a:dk1>
        <a:lt1>
          <a:srgbClr val="CCCCCC"/>
        </a:lt1>
        <a:dk2>
          <a:srgbClr val="000000"/>
        </a:dk2>
        <a:lt2>
          <a:srgbClr val="FFFFFF"/>
        </a:lt2>
        <a:accent1>
          <a:srgbClr val="576F2B"/>
        </a:accent1>
        <a:accent2>
          <a:srgbClr val="666699"/>
        </a:accent2>
        <a:accent3>
          <a:srgbClr val="AAAAAA"/>
        </a:accent3>
        <a:accent4>
          <a:srgbClr val="AEAEAE"/>
        </a:accent4>
        <a:accent5>
          <a:srgbClr val="B4BBAC"/>
        </a:accent5>
        <a:accent6>
          <a:srgbClr val="5C5C8A"/>
        </a:accent6>
        <a:hlink>
          <a:srgbClr val="993300"/>
        </a:hlink>
        <a:folHlink>
          <a:srgbClr val="CC9900"/>
        </a:folHlink>
      </a:clrScheme>
      <a:clrMap bg1="dk2" tx1="lt1" bg2="dk1" tx2="lt2" accent1="accent1" accent2="accent2" accent3="accent3" accent4="accent4" accent5="accent5" accent6="accent6" hlink="hlink" folHlink="folHlink"/>
    </a:extraClrScheme>
    <a:extraClrScheme>
      <a:clrScheme name="Layers 2">
        <a:dk1>
          <a:srgbClr val="993300"/>
        </a:dk1>
        <a:lt1>
          <a:srgbClr val="CCCCCC"/>
        </a:lt1>
        <a:dk2>
          <a:srgbClr val="330000"/>
        </a:dk2>
        <a:lt2>
          <a:srgbClr val="FFFFFF"/>
        </a:lt2>
        <a:accent1>
          <a:srgbClr val="996633"/>
        </a:accent1>
        <a:accent2>
          <a:srgbClr val="FF0000"/>
        </a:accent2>
        <a:accent3>
          <a:srgbClr val="ADAAAA"/>
        </a:accent3>
        <a:accent4>
          <a:srgbClr val="AEAEAE"/>
        </a:accent4>
        <a:accent5>
          <a:srgbClr val="CAB8AD"/>
        </a:accent5>
        <a:accent6>
          <a:srgbClr val="E70000"/>
        </a:accent6>
        <a:hlink>
          <a:srgbClr val="FF3300"/>
        </a:hlink>
        <a:folHlink>
          <a:srgbClr val="CC9933"/>
        </a:folHlink>
      </a:clrScheme>
      <a:clrMap bg1="dk2" tx1="lt1" bg2="dk1" tx2="lt2" accent1="accent1" accent2="accent2" accent3="accent3" accent4="accent4" accent5="accent5" accent6="accent6" hlink="hlink" folHlink="folHlink"/>
    </a:extraClrScheme>
    <a:extraClrScheme>
      <a:clrScheme name="Layers 3">
        <a:dk1>
          <a:srgbClr val="79788A"/>
        </a:dk1>
        <a:lt1>
          <a:srgbClr val="FFFFFF"/>
        </a:lt1>
        <a:dk2>
          <a:srgbClr val="21203C"/>
        </a:dk2>
        <a:lt2>
          <a:srgbClr val="FFFFCC"/>
        </a:lt2>
        <a:accent1>
          <a:srgbClr val="476077"/>
        </a:accent1>
        <a:accent2>
          <a:srgbClr val="676C5A"/>
        </a:accent2>
        <a:accent3>
          <a:srgbClr val="ABABAF"/>
        </a:accent3>
        <a:accent4>
          <a:srgbClr val="DADADA"/>
        </a:accent4>
        <a:accent5>
          <a:srgbClr val="B1B6BD"/>
        </a:accent5>
        <a:accent6>
          <a:srgbClr val="5D6151"/>
        </a:accent6>
        <a:hlink>
          <a:srgbClr val="666699"/>
        </a:hlink>
        <a:folHlink>
          <a:srgbClr val="8CB0A2"/>
        </a:folHlink>
      </a:clrScheme>
      <a:clrMap bg1="dk2" tx1="lt1" bg2="dk1" tx2="lt2" accent1="accent1" accent2="accent2" accent3="accent3" accent4="accent4" accent5="accent5" accent6="accent6" hlink="hlink" folHlink="folHlink"/>
    </a:extraClrScheme>
    <a:extraClrScheme>
      <a:clrScheme name="Layers 4">
        <a:dk1>
          <a:srgbClr val="455B41"/>
        </a:dk1>
        <a:lt1>
          <a:srgbClr val="FFFFCC"/>
        </a:lt1>
        <a:dk2>
          <a:srgbClr val="79A994"/>
        </a:dk2>
        <a:lt2>
          <a:srgbClr val="FFFFCC"/>
        </a:lt2>
        <a:accent1>
          <a:srgbClr val="517087"/>
        </a:accent1>
        <a:accent2>
          <a:srgbClr val="666699"/>
        </a:accent2>
        <a:accent3>
          <a:srgbClr val="BED1C8"/>
        </a:accent3>
        <a:accent4>
          <a:srgbClr val="DADAAE"/>
        </a:accent4>
        <a:accent5>
          <a:srgbClr val="B3BBC3"/>
        </a:accent5>
        <a:accent6>
          <a:srgbClr val="5C5C8A"/>
        </a:accent6>
        <a:hlink>
          <a:srgbClr val="993300"/>
        </a:hlink>
        <a:folHlink>
          <a:srgbClr val="A4AF6B"/>
        </a:folHlink>
      </a:clrScheme>
      <a:clrMap bg1="dk2" tx1="lt1" bg2="dk1" tx2="lt2" accent1="accent1" accent2="accent2" accent3="accent3" accent4="accent4" accent5="accent5" accent6="accent6" hlink="hlink" folHlink="folHlink"/>
    </a:extraClrScheme>
    <a:extraClrScheme>
      <a:clrScheme name="Layers 5">
        <a:dk1>
          <a:srgbClr val="330000"/>
        </a:dk1>
        <a:lt1>
          <a:srgbClr val="FF9900"/>
        </a:lt1>
        <a:dk2>
          <a:srgbClr val="FFFFFF"/>
        </a:dk2>
        <a:lt2>
          <a:srgbClr val="8B3111"/>
        </a:lt2>
        <a:accent1>
          <a:srgbClr val="DD6D07"/>
        </a:accent1>
        <a:accent2>
          <a:srgbClr val="CC9900"/>
        </a:accent2>
        <a:accent3>
          <a:srgbClr val="FFCAAA"/>
        </a:accent3>
        <a:accent4>
          <a:srgbClr val="2A0000"/>
        </a:accent4>
        <a:accent5>
          <a:srgbClr val="EBBAAA"/>
        </a:accent5>
        <a:accent6>
          <a:srgbClr val="B98A00"/>
        </a:accent6>
        <a:hlink>
          <a:srgbClr val="CC3300"/>
        </a:hlink>
        <a:folHlink>
          <a:srgbClr val="CCCC66"/>
        </a:folHlink>
      </a:clrScheme>
      <a:clrMap bg1="lt1" tx1="dk1" bg2="lt2" tx2="dk2" accent1="accent1" accent2="accent2" accent3="accent3" accent4="accent4" accent5="accent5" accent6="accent6" hlink="hlink" folHlink="folHlink"/>
    </a:extraClrScheme>
    <a:extraClrScheme>
      <a:clrScheme name="Layers 6">
        <a:dk1>
          <a:srgbClr val="000000"/>
        </a:dk1>
        <a:lt1>
          <a:srgbClr val="FFFFE1"/>
        </a:lt1>
        <a:dk2>
          <a:srgbClr val="330033"/>
        </a:dk2>
        <a:lt2>
          <a:srgbClr val="330033"/>
        </a:lt2>
        <a:accent1>
          <a:srgbClr val="CCCC99"/>
        </a:accent1>
        <a:accent2>
          <a:srgbClr val="FF0000"/>
        </a:accent2>
        <a:accent3>
          <a:srgbClr val="FFFFEE"/>
        </a:accent3>
        <a:accent4>
          <a:srgbClr val="000000"/>
        </a:accent4>
        <a:accent5>
          <a:srgbClr val="E2E2CA"/>
        </a:accent5>
        <a:accent6>
          <a:srgbClr val="E70000"/>
        </a:accent6>
        <a:hlink>
          <a:srgbClr val="990033"/>
        </a:hlink>
        <a:folHlink>
          <a:srgbClr val="B2B2B2"/>
        </a:folHlink>
      </a:clrScheme>
      <a:clrMap bg1="lt1" tx1="dk1" bg2="lt2" tx2="dk2" accent1="accent1" accent2="accent2" accent3="accent3" accent4="accent4" accent5="accent5" accent6="accent6" hlink="hlink" folHlink="folHlink"/>
    </a:extraClrScheme>
    <a:extraClrScheme>
      <a:clrScheme name="Layers 7">
        <a:dk1>
          <a:srgbClr val="000000"/>
        </a:dk1>
        <a:lt1>
          <a:srgbClr val="FFFFFF"/>
        </a:lt1>
        <a:dk2>
          <a:srgbClr val="000000"/>
        </a:dk2>
        <a:lt2>
          <a:srgbClr val="891411"/>
        </a:lt2>
        <a:accent1>
          <a:srgbClr val="4F917E"/>
        </a:accent1>
        <a:accent2>
          <a:srgbClr val="CC9900"/>
        </a:accent2>
        <a:accent3>
          <a:srgbClr val="FFFFFF"/>
        </a:accent3>
        <a:accent4>
          <a:srgbClr val="000000"/>
        </a:accent4>
        <a:accent5>
          <a:srgbClr val="B2C7C0"/>
        </a:accent5>
        <a:accent6>
          <a:srgbClr val="B98A00"/>
        </a:accent6>
        <a:hlink>
          <a:srgbClr val="5A84D8"/>
        </a:hlink>
        <a:folHlink>
          <a:srgbClr val="A0C6BA"/>
        </a:folHlink>
      </a:clrScheme>
      <a:clrMap bg1="lt1" tx1="dk1" bg2="lt2" tx2="dk2" accent1="accent1" accent2="accent2" accent3="accent3" accent4="accent4" accent5="accent5" accent6="accent6" hlink="hlink" folHlink="folHlink"/>
    </a:extraClrScheme>
    <a:extraClrScheme>
      <a:clrScheme name="Layers 8">
        <a:dk1>
          <a:srgbClr val="000000"/>
        </a:dk1>
        <a:lt1>
          <a:srgbClr val="FFFFFF"/>
        </a:lt1>
        <a:dk2>
          <a:srgbClr val="CC0000"/>
        </a:dk2>
        <a:lt2>
          <a:srgbClr val="999966"/>
        </a:lt2>
        <a:accent1>
          <a:srgbClr val="CCCCCC"/>
        </a:accent1>
        <a:accent2>
          <a:srgbClr val="CCCC66"/>
        </a:accent2>
        <a:accent3>
          <a:srgbClr val="FFFFFF"/>
        </a:accent3>
        <a:accent4>
          <a:srgbClr val="000000"/>
        </a:accent4>
        <a:accent5>
          <a:srgbClr val="E2E2E2"/>
        </a:accent5>
        <a:accent6>
          <a:srgbClr val="B9B95C"/>
        </a:accent6>
        <a:hlink>
          <a:srgbClr val="666699"/>
        </a:hlink>
        <a:folHlink>
          <a:srgbClr val="CCCC99"/>
        </a:folHlink>
      </a:clrScheme>
      <a:clrMap bg1="lt1" tx1="dk1" bg2="lt2" tx2="dk2" accent1="accent1" accent2="accent2" accent3="accent3" accent4="accent4" accent5="accent5" accent6="accent6" hlink="hlink" folHlink="folHlink"/>
    </a:extraClrScheme>
    <a:extraClrScheme>
      <a:clrScheme name="Layers 9">
        <a:dk1>
          <a:srgbClr val="000000"/>
        </a:dk1>
        <a:lt1>
          <a:srgbClr val="FFFFFF"/>
        </a:lt1>
        <a:dk2>
          <a:srgbClr val="FF0000"/>
        </a:dk2>
        <a:lt2>
          <a:srgbClr val="009999"/>
        </a:lt2>
        <a:accent1>
          <a:srgbClr val="C7B505"/>
        </a:accent1>
        <a:accent2>
          <a:srgbClr val="FFFF66"/>
        </a:accent2>
        <a:accent3>
          <a:srgbClr val="FFFFFF"/>
        </a:accent3>
        <a:accent4>
          <a:srgbClr val="000000"/>
        </a:accent4>
        <a:accent5>
          <a:srgbClr val="E0D7AA"/>
        </a:accent5>
        <a:accent6>
          <a:srgbClr val="E7E75C"/>
        </a:accent6>
        <a:hlink>
          <a:srgbClr val="5A84D8"/>
        </a:hlink>
        <a:folHlink>
          <a:srgbClr val="A0C6BA"/>
        </a:folHlink>
      </a:clrScheme>
      <a:clrMap bg1="lt1" tx1="dk1" bg2="lt2" tx2="dk2" accent1="accent1" accent2="accent2" accent3="accent3" accent4="accent4" accent5="accent5" accent6="accent6" hlink="hlink" folHlink="folHlink"/>
    </a:extraClrScheme>
    <a:extraClrScheme>
      <a:clrScheme name="Layers 10">
        <a:dk1>
          <a:srgbClr val="000000"/>
        </a:dk1>
        <a:lt1>
          <a:srgbClr val="FFFFFF"/>
        </a:lt1>
        <a:dk2>
          <a:srgbClr val="660033"/>
        </a:dk2>
        <a:lt2>
          <a:srgbClr val="666699"/>
        </a:lt2>
        <a:accent1>
          <a:srgbClr val="95A3D1"/>
        </a:accent1>
        <a:accent2>
          <a:srgbClr val="FFFF66"/>
        </a:accent2>
        <a:accent3>
          <a:srgbClr val="FFFFFF"/>
        </a:accent3>
        <a:accent4>
          <a:srgbClr val="000000"/>
        </a:accent4>
        <a:accent5>
          <a:srgbClr val="C8CEE5"/>
        </a:accent5>
        <a:accent6>
          <a:srgbClr val="E7E75C"/>
        </a:accent6>
        <a:hlink>
          <a:srgbClr val="5A84D8"/>
        </a:hlink>
        <a:folHlink>
          <a:srgbClr val="CCCC9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iab97">
  <a:themeElements>
    <a:clrScheme name="">
      <a:dk1>
        <a:srgbClr val="000000"/>
      </a:dk1>
      <a:lt1>
        <a:srgbClr val="FFFFFF"/>
      </a:lt1>
      <a:dk2>
        <a:srgbClr val="000082"/>
      </a:dk2>
      <a:lt2>
        <a:srgbClr val="C0C0C0"/>
      </a:lt2>
      <a:accent1>
        <a:srgbClr val="D01608"/>
      </a:accent1>
      <a:accent2>
        <a:srgbClr val="000082"/>
      </a:accent2>
      <a:accent3>
        <a:srgbClr val="FFFFFF"/>
      </a:accent3>
      <a:accent4>
        <a:srgbClr val="000000"/>
      </a:accent4>
      <a:accent5>
        <a:srgbClr val="E4ABAA"/>
      </a:accent5>
      <a:accent6>
        <a:srgbClr val="000075"/>
      </a:accent6>
      <a:hlink>
        <a:srgbClr val="00C000"/>
      </a:hlink>
      <a:folHlink>
        <a:srgbClr val="800080"/>
      </a:folHlink>
    </a:clrScheme>
    <a:fontScheme name="iab97">
      <a:majorFont>
        <a:latin typeface="Book Antiqua"/>
        <a:ea typeface="新細明體"/>
        <a:cs typeface=""/>
      </a:majorFont>
      <a:minorFont>
        <a:latin typeface="Book Antiqua"/>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400" b="0" i="1" u="sng" strike="noStrike" cap="none" normalizeH="0" baseline="0" smtClean="0">
            <a:ln>
              <a:noFill/>
            </a:ln>
            <a:solidFill>
              <a:srgbClr val="003366"/>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400" b="0" i="1" u="sng" strike="noStrike" cap="none" normalizeH="0" baseline="0" smtClean="0">
            <a:ln>
              <a:noFill/>
            </a:ln>
            <a:solidFill>
              <a:srgbClr val="003366"/>
            </a:solidFill>
            <a:effectLst/>
            <a:latin typeface="Times New Roman" pitchFamily="18" charset="0"/>
          </a:defRPr>
        </a:defPPr>
      </a:lstStyle>
    </a:lnDef>
  </a:objectDefaults>
  <a:extraClrSchemeLst>
    <a:extraClrScheme>
      <a:clrScheme name="iab97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iab97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iab97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iab97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iab97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iab97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iab97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自訂設計">
  <a:themeElements>
    <a:clrScheme name="自訂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訂設計">
      <a:majorFont>
        <a:latin typeface="Arial"/>
        <a:ea typeface="新細明體"/>
        <a:cs typeface=""/>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400" b="0" i="1" u="sng" strike="noStrike" cap="none" normalizeH="0" baseline="0" smtClean="0">
            <a:ln>
              <a:noFill/>
            </a:ln>
            <a:solidFill>
              <a:srgbClr val="003366"/>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400" b="0" i="1" u="sng" strike="noStrike" cap="none" normalizeH="0" baseline="0" smtClean="0">
            <a:ln>
              <a:noFill/>
            </a:ln>
            <a:solidFill>
              <a:srgbClr val="003366"/>
            </a:solidFill>
            <a:effectLst/>
            <a:latin typeface="Times New Roman" pitchFamily="18" charset="0"/>
          </a:defRPr>
        </a:defPPr>
      </a:lstStyle>
    </a:lnDef>
  </a:objectDefaults>
  <a:extraClrSchemeLst>
    <a:extraClrScheme>
      <a:clrScheme name="自訂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訂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訂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訂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訂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訂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訂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訂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訂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訂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訂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訂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7.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4220</TotalTime>
  <Words>2008</Words>
  <Application>Microsoft Office PowerPoint</Application>
  <PresentationFormat>On-screen Show (4:3)</PresentationFormat>
  <Paragraphs>214</Paragraphs>
  <Slides>49</Slides>
  <Notes>1</Notes>
  <HiddenSlides>0</HiddenSlides>
  <MMClips>0</MMClips>
  <ScaleCrop>false</ScaleCrop>
  <HeadingPairs>
    <vt:vector size="6" baseType="variant">
      <vt:variant>
        <vt:lpstr>Fonts Used</vt:lpstr>
      </vt:variant>
      <vt:variant>
        <vt:i4>9</vt:i4>
      </vt:variant>
      <vt:variant>
        <vt:lpstr>Theme</vt:lpstr>
      </vt:variant>
      <vt:variant>
        <vt:i4>6</vt:i4>
      </vt:variant>
      <vt:variant>
        <vt:lpstr>Slide Titles</vt:lpstr>
      </vt:variant>
      <vt:variant>
        <vt:i4>49</vt:i4>
      </vt:variant>
    </vt:vector>
  </HeadingPairs>
  <TitlesOfParts>
    <vt:vector size="64" baseType="lpstr">
      <vt:lpstr>Arial</vt:lpstr>
      <vt:lpstr>Book Antiqua</vt:lpstr>
      <vt:lpstr>Georgia</vt:lpstr>
      <vt:lpstr>PT Sans</vt:lpstr>
      <vt:lpstr>Rockwell</vt:lpstr>
      <vt:lpstr>Times New Roman</vt:lpstr>
      <vt:lpstr>Tw Cen MT</vt:lpstr>
      <vt:lpstr>Wingdings</vt:lpstr>
      <vt:lpstr>Wingdings 2</vt:lpstr>
      <vt:lpstr>Layers</vt:lpstr>
      <vt:lpstr>Advantage</vt:lpstr>
      <vt:lpstr>1_Layers</vt:lpstr>
      <vt:lpstr>iab97</vt:lpstr>
      <vt:lpstr>自訂設計</vt:lpstr>
      <vt:lpstr>Droplet</vt:lpstr>
      <vt:lpstr>Software Design and Arcitecture(SDA) Lecture 6</vt:lpstr>
      <vt:lpstr>Design patterns </vt:lpstr>
      <vt:lpstr>What is design pattern</vt:lpstr>
      <vt:lpstr>DEFINITION</vt:lpstr>
      <vt:lpstr>Design pattern</vt:lpstr>
      <vt:lpstr>Benefits of Patterns</vt:lpstr>
      <vt:lpstr>four essential elements:</vt:lpstr>
      <vt:lpstr>four essential elements:</vt:lpstr>
      <vt:lpstr>Why use patterns</vt:lpstr>
      <vt:lpstr>Describing design patterns</vt:lpstr>
      <vt:lpstr>Describing design patterns</vt:lpstr>
      <vt:lpstr>Describing design patterns</vt:lpstr>
      <vt:lpstr>Describing design patterns</vt:lpstr>
      <vt:lpstr>PowerPoint Presentation</vt:lpstr>
      <vt:lpstr>Classification of design patterns</vt:lpstr>
      <vt:lpstr>Classification</vt:lpstr>
      <vt:lpstr>classification</vt:lpstr>
      <vt:lpstr>classification</vt:lpstr>
      <vt:lpstr>Creational pattern</vt:lpstr>
      <vt:lpstr>Singleton</vt:lpstr>
      <vt:lpstr>Solve two problem</vt:lpstr>
      <vt:lpstr>Real world analogy</vt:lpstr>
      <vt:lpstr>PowerPoint Presentation</vt:lpstr>
      <vt:lpstr>FACTORY METHOD</vt:lpstr>
      <vt:lpstr>PowerPoint Presentation</vt:lpstr>
      <vt:lpstr>PowerPoint Presentation</vt:lpstr>
      <vt:lpstr>STRUCTURE</vt:lpstr>
      <vt:lpstr>Abstract Factory Pattern</vt:lpstr>
      <vt:lpstr>In Depth</vt:lpstr>
      <vt:lpstr>PowerPoint Presentation</vt:lpstr>
      <vt:lpstr>PowerPoint Presentation</vt:lpstr>
      <vt:lpstr>PowerPoint Presentation</vt:lpstr>
      <vt:lpstr>PowerPoint Presentation</vt:lpstr>
      <vt:lpstr>Builder</vt:lpstr>
      <vt:lpstr>Builder Pattern</vt:lpstr>
      <vt:lpstr>PowerPoint Presentation</vt:lpstr>
      <vt:lpstr>PowerPoint Presentation</vt:lpstr>
      <vt:lpstr>Example</vt:lpstr>
      <vt:lpstr>Motivation </vt:lpstr>
      <vt:lpstr>UML  The Builder design pattern uses the Factory Builder pattern to decide which concrete class to initiate in order to build the desired type of object, as we will see below in the UML diagram:</vt:lpstr>
      <vt:lpstr>In depth </vt:lpstr>
      <vt:lpstr>PowerPoint Presentation</vt:lpstr>
      <vt:lpstr>Prototype Pattern</vt:lpstr>
      <vt:lpstr>UML  The pattern uses abstract classes, as we will see below and only three types of classes making its implementation rather easy.</vt:lpstr>
      <vt:lpstr>In depth </vt:lpstr>
      <vt:lpstr>PowerPoint Presentation</vt:lpstr>
      <vt:lpstr>PowerPoint Presentation</vt:lpstr>
      <vt:lpstr>Useful links</vt:lpstr>
      <vt:lpstr>PowerPoint Presentation</vt:lpstr>
    </vt:vector>
  </TitlesOfParts>
  <Manager/>
  <Company>Kasetsart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Organization and Architecture</dc:title>
  <dc:subject/>
  <dc:creator>Pradondet Nilagupta</dc:creator>
  <cp:keywords/>
  <dc:description/>
  <cp:lastModifiedBy>Ramsha Mashood BUKC</cp:lastModifiedBy>
  <cp:revision>145</cp:revision>
  <cp:lastPrinted>1601-01-01T00:00:00Z</cp:lastPrinted>
  <dcterms:created xsi:type="dcterms:W3CDTF">2007-10-31T16:45:31Z</dcterms:created>
  <dcterms:modified xsi:type="dcterms:W3CDTF">2024-03-26T06:45:34Z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TC102037551033</vt:lpwstr>
  </property>
</Properties>
</file>