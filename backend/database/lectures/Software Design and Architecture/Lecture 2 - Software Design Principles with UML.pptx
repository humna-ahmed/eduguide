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2.xml" ContentType="application/vnd.openxmlformats-officedocument.theme+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theme/theme3.xml" ContentType="application/vnd.openxmlformats-officedocument.theme+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theme/theme4.xml" ContentType="application/vnd.openxmlformats-officedocument.theme+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theme/theme5.xml" ContentType="application/vnd.openxmlformats-officedocument.theme+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theme/theme6.xml" ContentType="application/vnd.openxmlformats-officedocument.theme+xml"/>
  <Override PartName="/ppt/theme/theme7.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7" r:id="rId1"/>
    <p:sldMasterId id="2147483679" r:id="rId2"/>
    <p:sldMasterId id="2147483703" r:id="rId3"/>
    <p:sldMasterId id="2147483716" r:id="rId4"/>
    <p:sldMasterId id="2147483729" r:id="rId5"/>
    <p:sldMasterId id="2147484092" r:id="rId6"/>
  </p:sldMasterIdLst>
  <p:notesMasterIdLst>
    <p:notesMasterId r:id="rId39"/>
  </p:notesMasterIdLst>
  <p:sldIdLst>
    <p:sldId id="386" r:id="rId7"/>
    <p:sldId id="387" r:id="rId8"/>
    <p:sldId id="388" r:id="rId9"/>
    <p:sldId id="390" r:id="rId10"/>
    <p:sldId id="257" r:id="rId11"/>
    <p:sldId id="392" r:id="rId12"/>
    <p:sldId id="393" r:id="rId13"/>
    <p:sldId id="424" r:id="rId14"/>
    <p:sldId id="391" r:id="rId15"/>
    <p:sldId id="425" r:id="rId16"/>
    <p:sldId id="301" r:id="rId17"/>
    <p:sldId id="332" r:id="rId18"/>
    <p:sldId id="333" r:id="rId19"/>
    <p:sldId id="340" r:id="rId20"/>
    <p:sldId id="339" r:id="rId21"/>
    <p:sldId id="341" r:id="rId22"/>
    <p:sldId id="300" r:id="rId23"/>
    <p:sldId id="426" r:id="rId24"/>
    <p:sldId id="427" r:id="rId25"/>
    <p:sldId id="428" r:id="rId26"/>
    <p:sldId id="430" r:id="rId27"/>
    <p:sldId id="431" r:id="rId28"/>
    <p:sldId id="302" r:id="rId29"/>
    <p:sldId id="433" r:id="rId30"/>
    <p:sldId id="434" r:id="rId31"/>
    <p:sldId id="435" r:id="rId32"/>
    <p:sldId id="299" r:id="rId33"/>
    <p:sldId id="298" r:id="rId34"/>
    <p:sldId id="303" r:id="rId35"/>
    <p:sldId id="297" r:id="rId36"/>
    <p:sldId id="436" r:id="rId37"/>
    <p:sldId id="432" r:id="rId38"/>
  </p:sldIdLst>
  <p:sldSz cx="9144000" cy="6858000" type="screen4x3"/>
  <p:notesSz cx="7099300" cy="10234613"/>
  <p:defaultTextStyle>
    <a:defPPr>
      <a:defRPr lang="th-TH"/>
    </a:defPPr>
    <a:lvl1pPr algn="l" rtl="0" eaLnBrk="0" fontAlgn="base" hangingPunct="0">
      <a:spcBef>
        <a:spcPct val="0"/>
      </a:spcBef>
      <a:spcAft>
        <a:spcPct val="0"/>
      </a:spcAft>
      <a:defRPr kern="1200">
        <a:solidFill>
          <a:schemeClr val="tx1"/>
        </a:solidFill>
        <a:latin typeface="Arial" panose="020B0604020202020204" pitchFamily="34" charset="0"/>
        <a:ea typeface="Angsana New" panose="02020603050405020304" pitchFamily="18" charset="-34"/>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Angsana New" panose="02020603050405020304" pitchFamily="18" charset="-34"/>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Angsana New" panose="02020603050405020304" pitchFamily="18" charset="-34"/>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Angsana New" panose="02020603050405020304" pitchFamily="18" charset="-34"/>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Angsana New" panose="02020603050405020304" pitchFamily="18" charset="-34"/>
        <a:cs typeface="+mn-cs"/>
      </a:defRPr>
    </a:lvl5pPr>
    <a:lvl6pPr marL="2286000" algn="l" defTabSz="914400" rtl="0" eaLnBrk="1" latinLnBrk="0" hangingPunct="1">
      <a:defRPr kern="1200">
        <a:solidFill>
          <a:schemeClr val="tx1"/>
        </a:solidFill>
        <a:latin typeface="Arial" panose="020B0604020202020204" pitchFamily="34" charset="0"/>
        <a:ea typeface="Angsana New" panose="02020603050405020304" pitchFamily="18" charset="-34"/>
        <a:cs typeface="+mn-cs"/>
      </a:defRPr>
    </a:lvl6pPr>
    <a:lvl7pPr marL="2743200" algn="l" defTabSz="914400" rtl="0" eaLnBrk="1" latinLnBrk="0" hangingPunct="1">
      <a:defRPr kern="1200">
        <a:solidFill>
          <a:schemeClr val="tx1"/>
        </a:solidFill>
        <a:latin typeface="Arial" panose="020B0604020202020204" pitchFamily="34" charset="0"/>
        <a:ea typeface="Angsana New" panose="02020603050405020304" pitchFamily="18" charset="-34"/>
        <a:cs typeface="+mn-cs"/>
      </a:defRPr>
    </a:lvl7pPr>
    <a:lvl8pPr marL="3200400" algn="l" defTabSz="914400" rtl="0" eaLnBrk="1" latinLnBrk="0" hangingPunct="1">
      <a:defRPr kern="1200">
        <a:solidFill>
          <a:schemeClr val="tx1"/>
        </a:solidFill>
        <a:latin typeface="Arial" panose="020B0604020202020204" pitchFamily="34" charset="0"/>
        <a:ea typeface="Angsana New" panose="02020603050405020304" pitchFamily="18" charset="-34"/>
        <a:cs typeface="+mn-cs"/>
      </a:defRPr>
    </a:lvl8pPr>
    <a:lvl9pPr marL="3657600" algn="l" defTabSz="914400" rtl="0" eaLnBrk="1" latinLnBrk="0" hangingPunct="1">
      <a:defRPr kern="1200">
        <a:solidFill>
          <a:schemeClr val="tx1"/>
        </a:solidFill>
        <a:latin typeface="Arial" panose="020B0604020202020204" pitchFamily="34" charset="0"/>
        <a:ea typeface="Angsana New" panose="02020603050405020304" pitchFamily="18" charset="-34"/>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666FF"/>
    <a:srgbClr val="800080"/>
    <a:srgbClr val="339966"/>
    <a:srgbClr val="CC3300"/>
    <a:srgbClr val="4924A4"/>
    <a:srgbClr val="542ABC"/>
    <a:srgbClr val="8EC1D8"/>
    <a:srgbClr val="FFFF9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368" autoAdjust="0"/>
    <p:restoredTop sz="94660"/>
  </p:normalViewPr>
  <p:slideViewPr>
    <p:cSldViewPr>
      <p:cViewPr varScale="1">
        <p:scale>
          <a:sx n="65" d="100"/>
          <a:sy n="65" d="100"/>
        </p:scale>
        <p:origin x="1542" y="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slide" Target="slides/slide20.xml"/><Relationship Id="rId39" Type="http://schemas.openxmlformats.org/officeDocument/2006/relationships/notesMaster" Target="notesMasters/notesMaster1.xml"/><Relationship Id="rId21" Type="http://schemas.openxmlformats.org/officeDocument/2006/relationships/slide" Target="slides/slide15.xml"/><Relationship Id="rId34" Type="http://schemas.openxmlformats.org/officeDocument/2006/relationships/slide" Target="slides/slide28.xml"/><Relationship Id="rId42" Type="http://schemas.openxmlformats.org/officeDocument/2006/relationships/theme" Target="theme/theme1.xml"/><Relationship Id="rId7" Type="http://schemas.openxmlformats.org/officeDocument/2006/relationships/slide" Target="slides/slide1.xml"/><Relationship Id="rId2" Type="http://schemas.openxmlformats.org/officeDocument/2006/relationships/slideMaster" Target="slideMasters/slideMaster2.xml"/><Relationship Id="rId16" Type="http://schemas.openxmlformats.org/officeDocument/2006/relationships/slide" Target="slides/slide10.xml"/><Relationship Id="rId20" Type="http://schemas.openxmlformats.org/officeDocument/2006/relationships/slide" Target="slides/slide14.xml"/><Relationship Id="rId29" Type="http://schemas.openxmlformats.org/officeDocument/2006/relationships/slide" Target="slides/slide23.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Master" Target="slideMasters/slideMaster6.xml"/><Relationship Id="rId11" Type="http://schemas.openxmlformats.org/officeDocument/2006/relationships/slide" Target="slides/slide5.xml"/><Relationship Id="rId24" Type="http://schemas.openxmlformats.org/officeDocument/2006/relationships/slide" Target="slides/slide18.xml"/><Relationship Id="rId32" Type="http://schemas.openxmlformats.org/officeDocument/2006/relationships/slide" Target="slides/slide26.xml"/><Relationship Id="rId37" Type="http://schemas.openxmlformats.org/officeDocument/2006/relationships/slide" Target="slides/slide31.xml"/><Relationship Id="rId40" Type="http://schemas.openxmlformats.org/officeDocument/2006/relationships/presProps" Target="presProps.xml"/><Relationship Id="rId5" Type="http://schemas.openxmlformats.org/officeDocument/2006/relationships/slideMaster" Target="slideMasters/slideMaster5.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36" Type="http://schemas.openxmlformats.org/officeDocument/2006/relationships/slide" Target="slides/slide30.xml"/><Relationship Id="rId10" Type="http://schemas.openxmlformats.org/officeDocument/2006/relationships/slide" Target="slides/slide4.xml"/><Relationship Id="rId19" Type="http://schemas.openxmlformats.org/officeDocument/2006/relationships/slide" Target="slides/slide13.xml"/><Relationship Id="rId31" Type="http://schemas.openxmlformats.org/officeDocument/2006/relationships/slide" Target="slides/slide25.xml"/><Relationship Id="rId4" Type="http://schemas.openxmlformats.org/officeDocument/2006/relationships/slideMaster" Target="slideMasters/slideMaster4.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slide" Target="slides/slide24.xml"/><Relationship Id="rId35" Type="http://schemas.openxmlformats.org/officeDocument/2006/relationships/slide" Target="slides/slide29.xml"/><Relationship Id="rId43" Type="http://schemas.openxmlformats.org/officeDocument/2006/relationships/tableStyles" Target="tableStyles.xml"/><Relationship Id="rId8" Type="http://schemas.openxmlformats.org/officeDocument/2006/relationships/slide" Target="slides/slide2.xml"/><Relationship Id="rId3" Type="http://schemas.openxmlformats.org/officeDocument/2006/relationships/slideMaster" Target="slideMasters/slideMaster3.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slide" Target="slides/slide27.xml"/><Relationship Id="rId38"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1858" name="Rectangle 2">
            <a:extLst>
              <a:ext uri="{FF2B5EF4-FFF2-40B4-BE49-F238E27FC236}">
                <a16:creationId xmlns:a16="http://schemas.microsoft.com/office/drawing/2014/main" id="{0A90D812-285E-45BA-991F-3B053307A42D}"/>
              </a:ext>
            </a:extLst>
          </p:cNvPr>
          <p:cNvSpPr>
            <a:spLocks noGrp="1" noChangeArrowheads="1"/>
          </p:cNvSpPr>
          <p:nvPr>
            <p:ph type="hdr" sz="quarter"/>
          </p:nvPr>
        </p:nvSpPr>
        <p:spPr bwMode="auto">
          <a:xfrm>
            <a:off x="0" y="0"/>
            <a:ext cx="3076575" cy="511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9048" tIns="49524" rIns="99048" bIns="49524" numCol="1" anchor="t" anchorCtr="0" compatLnSpc="1">
            <a:prstTxWarp prst="textNoShape">
              <a:avLst/>
            </a:prstTxWarp>
          </a:bodyPr>
          <a:lstStyle>
            <a:lvl1pPr defTabSz="990600" eaLnBrk="1" hangingPunct="1">
              <a:defRPr sz="1300">
                <a:ea typeface="Angsana New" panose="02020603050405020304" pitchFamily="18" charset="-34"/>
                <a:cs typeface="Angsana New" panose="02020603050405020304" pitchFamily="18" charset="-34"/>
              </a:defRPr>
            </a:lvl1pPr>
          </a:lstStyle>
          <a:p>
            <a:pPr>
              <a:defRPr/>
            </a:pPr>
            <a:endParaRPr lang="th-TH" altLang="en-US"/>
          </a:p>
        </p:txBody>
      </p:sp>
      <p:sp>
        <p:nvSpPr>
          <p:cNvPr id="121859" name="Rectangle 3">
            <a:extLst>
              <a:ext uri="{FF2B5EF4-FFF2-40B4-BE49-F238E27FC236}">
                <a16:creationId xmlns:a16="http://schemas.microsoft.com/office/drawing/2014/main" id="{0F67A946-3E2C-4C51-977C-26A29244F098}"/>
              </a:ext>
            </a:extLst>
          </p:cNvPr>
          <p:cNvSpPr>
            <a:spLocks noGrp="1" noChangeArrowheads="1"/>
          </p:cNvSpPr>
          <p:nvPr>
            <p:ph type="dt" idx="1"/>
          </p:nvPr>
        </p:nvSpPr>
        <p:spPr bwMode="auto">
          <a:xfrm>
            <a:off x="4021138" y="0"/>
            <a:ext cx="3076575" cy="511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9048" tIns="49524" rIns="99048" bIns="49524" numCol="1" anchor="t" anchorCtr="0" compatLnSpc="1">
            <a:prstTxWarp prst="textNoShape">
              <a:avLst/>
            </a:prstTxWarp>
          </a:bodyPr>
          <a:lstStyle>
            <a:lvl1pPr algn="r" defTabSz="990600" eaLnBrk="1" hangingPunct="1">
              <a:defRPr sz="1300">
                <a:ea typeface="Angsana New" panose="02020603050405020304" pitchFamily="18" charset="-34"/>
                <a:cs typeface="Angsana New" panose="02020603050405020304" pitchFamily="18" charset="-34"/>
              </a:defRPr>
            </a:lvl1pPr>
          </a:lstStyle>
          <a:p>
            <a:pPr>
              <a:defRPr/>
            </a:pPr>
            <a:endParaRPr lang="th-TH" altLang="en-US"/>
          </a:p>
        </p:txBody>
      </p:sp>
      <p:sp>
        <p:nvSpPr>
          <p:cNvPr id="44036" name="Rectangle 4">
            <a:extLst>
              <a:ext uri="{FF2B5EF4-FFF2-40B4-BE49-F238E27FC236}">
                <a16:creationId xmlns:a16="http://schemas.microsoft.com/office/drawing/2014/main" id="{15225186-8A11-432F-AA98-2D5E5BDD3642}"/>
              </a:ext>
            </a:extLst>
          </p:cNvPr>
          <p:cNvSpPr>
            <a:spLocks noGrp="1" noRot="1" noChangeAspect="1" noChangeArrowheads="1" noTextEdit="1"/>
          </p:cNvSpPr>
          <p:nvPr>
            <p:ph type="sldImg" idx="2"/>
          </p:nvPr>
        </p:nvSpPr>
        <p:spPr bwMode="auto">
          <a:xfrm>
            <a:off x="990600" y="768350"/>
            <a:ext cx="5118100" cy="3836988"/>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121861" name="Rectangle 5">
            <a:extLst>
              <a:ext uri="{FF2B5EF4-FFF2-40B4-BE49-F238E27FC236}">
                <a16:creationId xmlns:a16="http://schemas.microsoft.com/office/drawing/2014/main" id="{9BC1CC21-6C5F-4763-87E7-383E478E4E08}"/>
              </a:ext>
            </a:extLst>
          </p:cNvPr>
          <p:cNvSpPr>
            <a:spLocks noGrp="1" noChangeArrowheads="1"/>
          </p:cNvSpPr>
          <p:nvPr>
            <p:ph type="body" sz="quarter" idx="3"/>
          </p:nvPr>
        </p:nvSpPr>
        <p:spPr bwMode="auto">
          <a:xfrm>
            <a:off x="709613" y="4860925"/>
            <a:ext cx="5680075" cy="46053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9048" tIns="49524" rIns="99048" bIns="49524" numCol="1" anchor="t" anchorCtr="0" compatLnSpc="1">
            <a:prstTxWarp prst="textNoShape">
              <a:avLst/>
            </a:prstTxWarp>
          </a:bodyPr>
          <a:lstStyle/>
          <a:p>
            <a:pPr lvl="0"/>
            <a:r>
              <a:rPr lang="th-TH" altLang="en-US" noProof="0"/>
              <a:t>Click to edit Master text styles</a:t>
            </a:r>
          </a:p>
          <a:p>
            <a:pPr lvl="1"/>
            <a:r>
              <a:rPr lang="th-TH" altLang="en-US" noProof="0"/>
              <a:t>Second level</a:t>
            </a:r>
          </a:p>
          <a:p>
            <a:pPr lvl="2"/>
            <a:r>
              <a:rPr lang="th-TH" altLang="en-US" noProof="0"/>
              <a:t>Third level</a:t>
            </a:r>
          </a:p>
          <a:p>
            <a:pPr lvl="3"/>
            <a:r>
              <a:rPr lang="th-TH" altLang="en-US" noProof="0"/>
              <a:t>Fourth level</a:t>
            </a:r>
          </a:p>
          <a:p>
            <a:pPr lvl="4"/>
            <a:r>
              <a:rPr lang="th-TH" altLang="en-US" noProof="0"/>
              <a:t>Fifth level</a:t>
            </a:r>
          </a:p>
        </p:txBody>
      </p:sp>
      <p:sp>
        <p:nvSpPr>
          <p:cNvPr id="121862" name="Rectangle 6">
            <a:extLst>
              <a:ext uri="{FF2B5EF4-FFF2-40B4-BE49-F238E27FC236}">
                <a16:creationId xmlns:a16="http://schemas.microsoft.com/office/drawing/2014/main" id="{64EBE8B3-3F9B-456F-B901-2F004D5B654A}"/>
              </a:ext>
            </a:extLst>
          </p:cNvPr>
          <p:cNvSpPr>
            <a:spLocks noGrp="1" noChangeArrowheads="1"/>
          </p:cNvSpPr>
          <p:nvPr>
            <p:ph type="ftr" sz="quarter" idx="4"/>
          </p:nvPr>
        </p:nvSpPr>
        <p:spPr bwMode="auto">
          <a:xfrm>
            <a:off x="0" y="9721850"/>
            <a:ext cx="3076575" cy="511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9048" tIns="49524" rIns="99048" bIns="49524" numCol="1" anchor="b" anchorCtr="0" compatLnSpc="1">
            <a:prstTxWarp prst="textNoShape">
              <a:avLst/>
            </a:prstTxWarp>
          </a:bodyPr>
          <a:lstStyle>
            <a:lvl1pPr defTabSz="990600" eaLnBrk="1" hangingPunct="1">
              <a:defRPr sz="1300">
                <a:ea typeface="Angsana New" panose="02020603050405020304" pitchFamily="18" charset="-34"/>
                <a:cs typeface="Angsana New" panose="02020603050405020304" pitchFamily="18" charset="-34"/>
              </a:defRPr>
            </a:lvl1pPr>
          </a:lstStyle>
          <a:p>
            <a:pPr>
              <a:defRPr/>
            </a:pPr>
            <a:endParaRPr lang="th-TH" altLang="en-US"/>
          </a:p>
        </p:txBody>
      </p:sp>
      <p:sp>
        <p:nvSpPr>
          <p:cNvPr id="121863" name="Rectangle 7">
            <a:extLst>
              <a:ext uri="{FF2B5EF4-FFF2-40B4-BE49-F238E27FC236}">
                <a16:creationId xmlns:a16="http://schemas.microsoft.com/office/drawing/2014/main" id="{3D2FC271-3D65-4025-B92F-C7BB2C360095}"/>
              </a:ext>
            </a:extLst>
          </p:cNvPr>
          <p:cNvSpPr>
            <a:spLocks noGrp="1" noChangeArrowheads="1"/>
          </p:cNvSpPr>
          <p:nvPr>
            <p:ph type="sldNum" sz="quarter" idx="5"/>
          </p:nvPr>
        </p:nvSpPr>
        <p:spPr bwMode="auto">
          <a:xfrm>
            <a:off x="4021138" y="9721850"/>
            <a:ext cx="3076575" cy="511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9048" tIns="49524" rIns="99048" bIns="49524" numCol="1" anchor="b" anchorCtr="0" compatLnSpc="1">
            <a:prstTxWarp prst="textNoShape">
              <a:avLst/>
            </a:prstTxWarp>
          </a:bodyPr>
          <a:lstStyle>
            <a:lvl1pPr algn="r" defTabSz="990600" eaLnBrk="1" hangingPunct="1">
              <a:defRPr sz="1300">
                <a:ea typeface="Angsana New" panose="02020603050405020304" pitchFamily="18" charset="-34"/>
                <a:cs typeface="Angsana New" panose="02020603050405020304" pitchFamily="18" charset="-34"/>
              </a:defRPr>
            </a:lvl1pPr>
          </a:lstStyle>
          <a:p>
            <a:pPr>
              <a:defRPr/>
            </a:pPr>
            <a:fld id="{C07C3744-6EC3-4E79-A53A-5EE949019065}" type="slidenum">
              <a:rPr lang="en-US" altLang="en-US"/>
              <a:pPr>
                <a:defRPr/>
              </a:pPr>
              <a:t>‹#›</a:t>
            </a:fld>
            <a:endParaRPr lang="th-TH" altLang="en-US"/>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anose="020B0604020202020204" pitchFamily="34" charset="0"/>
        <a:ea typeface="+mn-ea"/>
        <a:cs typeface="Arial" panose="020B0604020202020204" pitchFamily="34" charset="0"/>
      </a:defRPr>
    </a:lvl1pPr>
    <a:lvl2pPr marL="457200" algn="l" rtl="0" eaLnBrk="0" fontAlgn="base" hangingPunct="0">
      <a:spcBef>
        <a:spcPct val="30000"/>
      </a:spcBef>
      <a:spcAft>
        <a:spcPct val="0"/>
      </a:spcAft>
      <a:defRPr sz="1200" kern="1200">
        <a:solidFill>
          <a:schemeClr val="tx1"/>
        </a:solidFill>
        <a:latin typeface="Arial" panose="020B0604020202020204" pitchFamily="34" charset="0"/>
        <a:ea typeface="+mn-ea"/>
        <a:cs typeface="Arial" panose="020B0604020202020204" pitchFamily="34" charset="0"/>
      </a:defRPr>
    </a:lvl2pPr>
    <a:lvl3pPr marL="914400" algn="l" rtl="0" eaLnBrk="0" fontAlgn="base" hangingPunct="0">
      <a:spcBef>
        <a:spcPct val="30000"/>
      </a:spcBef>
      <a:spcAft>
        <a:spcPct val="0"/>
      </a:spcAft>
      <a:defRPr sz="1200" kern="1200">
        <a:solidFill>
          <a:schemeClr val="tx1"/>
        </a:solidFill>
        <a:latin typeface="Arial" panose="020B0604020202020204" pitchFamily="34" charset="0"/>
        <a:ea typeface="+mn-ea"/>
        <a:cs typeface="Arial" panose="020B0604020202020204" pitchFamily="34" charset="0"/>
      </a:defRPr>
    </a:lvl3pPr>
    <a:lvl4pPr marL="1371600" algn="l" rtl="0" eaLnBrk="0" fontAlgn="base" hangingPunct="0">
      <a:spcBef>
        <a:spcPct val="30000"/>
      </a:spcBef>
      <a:spcAft>
        <a:spcPct val="0"/>
      </a:spcAft>
      <a:defRPr sz="1200" kern="1200">
        <a:solidFill>
          <a:schemeClr val="tx1"/>
        </a:solidFill>
        <a:latin typeface="Arial" panose="020B0604020202020204" pitchFamily="34" charset="0"/>
        <a:ea typeface="+mn-ea"/>
        <a:cs typeface="Arial" panose="020B0604020202020204" pitchFamily="34" charset="0"/>
      </a:defRPr>
    </a:lvl4pPr>
    <a:lvl5pPr marL="1828800" algn="l" rtl="0" eaLnBrk="0" fontAlgn="base" hangingPunct="0">
      <a:spcBef>
        <a:spcPct val="30000"/>
      </a:spcBef>
      <a:spcAft>
        <a:spcPct val="0"/>
      </a:spcAft>
      <a:defRPr sz="1200" kern="1200">
        <a:solidFill>
          <a:schemeClr val="tx1"/>
        </a:solidFill>
        <a:latin typeface="Arial" panose="020B0604020202020204" pitchFamily="34" charset="0"/>
        <a:ea typeface="+mn-ea"/>
        <a:cs typeface="Arial" panose="020B0604020202020204" pitchFamily="34"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Slide Image Placeholder 1">
            <a:extLst>
              <a:ext uri="{FF2B5EF4-FFF2-40B4-BE49-F238E27FC236}">
                <a16:creationId xmlns:a16="http://schemas.microsoft.com/office/drawing/2014/main" id="{E927BB22-7120-44A8-9731-A2D2E90B1390}"/>
              </a:ext>
            </a:extLst>
          </p:cNvPr>
          <p:cNvSpPr>
            <a:spLocks noGrp="1" noRot="1" noChangeAspect="1" noChangeArrowheads="1" noTextEdit="1"/>
          </p:cNvSpPr>
          <p:nvPr>
            <p:ph type="sldImg"/>
          </p:nvPr>
        </p:nvSpPr>
        <p:spPr>
          <a:xfrm>
            <a:off x="1150938" y="692150"/>
            <a:ext cx="4556125" cy="3416300"/>
          </a:xfrm>
          <a:ln/>
        </p:spPr>
      </p:sp>
      <p:sp>
        <p:nvSpPr>
          <p:cNvPr id="46083" name="Notes Placeholder 2">
            <a:extLst>
              <a:ext uri="{FF2B5EF4-FFF2-40B4-BE49-F238E27FC236}">
                <a16:creationId xmlns:a16="http://schemas.microsoft.com/office/drawing/2014/main" id="{B1D4B81E-0CC1-4B34-931C-D8E6CA341978}"/>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
        <p:nvSpPr>
          <p:cNvPr id="46084" name="Footer Placeholder 3">
            <a:extLst>
              <a:ext uri="{FF2B5EF4-FFF2-40B4-BE49-F238E27FC236}">
                <a16:creationId xmlns:a16="http://schemas.microsoft.com/office/drawing/2014/main" id="{484F9F28-10A3-46CF-9C5F-2B4FA1BD8BE1}"/>
              </a:ext>
            </a:extLst>
          </p:cNvPr>
          <p:cNvSpPr>
            <a:spLocks noGrp="1"/>
          </p:cNvSpPr>
          <p:nvPr>
            <p:ph type="ftr" sz="quarter" idx="4"/>
          </p:nvPr>
        </p:nvSpPr>
        <p:spPr>
          <a:xfrm>
            <a:off x="0" y="8686800"/>
            <a:ext cx="2971800" cy="457200"/>
          </a:xfrm>
          <a:noFill/>
        </p:spPr>
        <p:txBody>
          <a:bodyPr/>
          <a:lstStyle>
            <a:lvl1pPr defTabSz="990600">
              <a:defRPr>
                <a:solidFill>
                  <a:schemeClr val="tx1"/>
                </a:solidFill>
                <a:latin typeface="Arial" panose="020B0604020202020204" pitchFamily="34" charset="0"/>
                <a:ea typeface="Angsana New" panose="02020603050405020304" pitchFamily="18" charset="-34"/>
              </a:defRPr>
            </a:lvl1pPr>
            <a:lvl2pPr marL="742950" indent="-285750" defTabSz="990600">
              <a:defRPr>
                <a:solidFill>
                  <a:schemeClr val="tx1"/>
                </a:solidFill>
                <a:latin typeface="Arial" panose="020B0604020202020204" pitchFamily="34" charset="0"/>
                <a:ea typeface="Angsana New" panose="02020603050405020304" pitchFamily="18" charset="-34"/>
              </a:defRPr>
            </a:lvl2pPr>
            <a:lvl3pPr marL="1143000" indent="-228600" defTabSz="990600">
              <a:defRPr>
                <a:solidFill>
                  <a:schemeClr val="tx1"/>
                </a:solidFill>
                <a:latin typeface="Arial" panose="020B0604020202020204" pitchFamily="34" charset="0"/>
                <a:ea typeface="Angsana New" panose="02020603050405020304" pitchFamily="18" charset="-34"/>
              </a:defRPr>
            </a:lvl3pPr>
            <a:lvl4pPr marL="1600200" indent="-228600" defTabSz="990600">
              <a:defRPr>
                <a:solidFill>
                  <a:schemeClr val="tx1"/>
                </a:solidFill>
                <a:latin typeface="Arial" panose="020B0604020202020204" pitchFamily="34" charset="0"/>
                <a:ea typeface="Angsana New" panose="02020603050405020304" pitchFamily="18" charset="-34"/>
              </a:defRPr>
            </a:lvl4pPr>
            <a:lvl5pPr marL="2057400" indent="-228600" defTabSz="990600">
              <a:defRPr>
                <a:solidFill>
                  <a:schemeClr val="tx1"/>
                </a:solidFill>
                <a:latin typeface="Arial" panose="020B0604020202020204" pitchFamily="34" charset="0"/>
                <a:ea typeface="Angsana New" panose="02020603050405020304" pitchFamily="18" charset="-34"/>
              </a:defRPr>
            </a:lvl5pPr>
            <a:lvl6pPr marL="2514600" indent="-228600" defTabSz="990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6pPr>
            <a:lvl7pPr marL="2971800" indent="-228600" defTabSz="990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7pPr>
            <a:lvl8pPr marL="3429000" indent="-228600" defTabSz="990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8pPr>
            <a:lvl9pPr marL="3886200" indent="-228600" defTabSz="990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9pPr>
          </a:lstStyle>
          <a:p>
            <a:r>
              <a:rPr lang="en-US" altLang="en-US"/>
              <a:t>© 2016 Pearson Education, Inc., Hoboken, NJ. All rights reserved.</a:t>
            </a:r>
          </a:p>
        </p:txBody>
      </p:sp>
      <p:sp>
        <p:nvSpPr>
          <p:cNvPr id="46085" name="Slide Number Placeholder 4">
            <a:extLst>
              <a:ext uri="{FF2B5EF4-FFF2-40B4-BE49-F238E27FC236}">
                <a16:creationId xmlns:a16="http://schemas.microsoft.com/office/drawing/2014/main" id="{32185DEE-BFE2-45E2-8220-BC578E7C10C4}"/>
              </a:ext>
            </a:extLst>
          </p:cNvPr>
          <p:cNvSpPr>
            <a:spLocks noGrp="1" noChangeArrowheads="1"/>
          </p:cNvSpPr>
          <p:nvPr>
            <p:ph type="sldNum" sz="quarter" idx="5"/>
          </p:nvPr>
        </p:nvSpPr>
        <p:spPr>
          <a:xfrm>
            <a:off x="3886200" y="8686800"/>
            <a:ext cx="2971800" cy="4572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09638">
              <a:defRPr>
                <a:solidFill>
                  <a:schemeClr val="tx1"/>
                </a:solidFill>
                <a:latin typeface="Arial" panose="020B0604020202020204" pitchFamily="34" charset="0"/>
                <a:ea typeface="Angsana New" panose="02020603050405020304" pitchFamily="18" charset="-34"/>
              </a:defRPr>
            </a:lvl1pPr>
            <a:lvl2pPr marL="742950" indent="-285750" defTabSz="909638">
              <a:defRPr>
                <a:solidFill>
                  <a:schemeClr val="tx1"/>
                </a:solidFill>
                <a:latin typeface="Arial" panose="020B0604020202020204" pitchFamily="34" charset="0"/>
                <a:ea typeface="Angsana New" panose="02020603050405020304" pitchFamily="18" charset="-34"/>
              </a:defRPr>
            </a:lvl2pPr>
            <a:lvl3pPr marL="1143000" indent="-228600" defTabSz="909638">
              <a:defRPr>
                <a:solidFill>
                  <a:schemeClr val="tx1"/>
                </a:solidFill>
                <a:latin typeface="Arial" panose="020B0604020202020204" pitchFamily="34" charset="0"/>
                <a:ea typeface="Angsana New" panose="02020603050405020304" pitchFamily="18" charset="-34"/>
              </a:defRPr>
            </a:lvl3pPr>
            <a:lvl4pPr marL="1600200" indent="-228600" defTabSz="909638">
              <a:defRPr>
                <a:solidFill>
                  <a:schemeClr val="tx1"/>
                </a:solidFill>
                <a:latin typeface="Arial" panose="020B0604020202020204" pitchFamily="34" charset="0"/>
                <a:ea typeface="Angsana New" panose="02020603050405020304" pitchFamily="18" charset="-34"/>
              </a:defRPr>
            </a:lvl4pPr>
            <a:lvl5pPr marL="2057400" indent="-228600" defTabSz="909638">
              <a:defRPr>
                <a:solidFill>
                  <a:schemeClr val="tx1"/>
                </a:solidFill>
                <a:latin typeface="Arial" panose="020B0604020202020204" pitchFamily="34" charset="0"/>
                <a:ea typeface="Angsana New" panose="02020603050405020304" pitchFamily="18" charset="-34"/>
              </a:defRPr>
            </a:lvl5pPr>
            <a:lvl6pPr marL="2514600" indent="-228600" defTabSz="909638"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6pPr>
            <a:lvl7pPr marL="2971800" indent="-228600" defTabSz="909638"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7pPr>
            <a:lvl8pPr marL="3429000" indent="-228600" defTabSz="909638"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8pPr>
            <a:lvl9pPr marL="3886200" indent="-228600" defTabSz="909638"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9pPr>
          </a:lstStyle>
          <a:p>
            <a:fld id="{404B7AD8-E783-48AE-9303-16B5B68B1C49}" type="slidenum">
              <a:rPr lang="en-US" altLang="en-US" sz="1000" i="1" smtClean="0">
                <a:latin typeface="Times New Roman" panose="02020603050405020304" pitchFamily="18" charset="0"/>
                <a:ea typeface="新細明體" panose="02020500000000000000" pitchFamily="18" charset="-120"/>
              </a:rPr>
              <a:pPr/>
              <a:t>1</a:t>
            </a:fld>
            <a:endParaRPr lang="en-US" altLang="en-US" sz="1000" i="1">
              <a:latin typeface="Times New Roman" panose="02020603050405020304" pitchFamily="18" charset="0"/>
              <a:ea typeface="新細明體" panose="02020500000000000000" pitchFamily="18" charset="-120"/>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6.xml"/></Relationships>
</file>

<file path=ppt/slideLayouts/_rels/slideLayout7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6.xml"/></Relationships>
</file>

<file path=ppt/slideLayouts/_rels/slideLayout7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6.xml"/></Relationships>
</file>

<file path=ppt/slideLayouts/_rels/slideLayout7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6.xml"/></Relationships>
</file>

<file path=ppt/slideLayouts/_rels/slideLayout7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6.xml"/></Relationships>
</file>

<file path=ppt/slideLayouts/_rels/slideLayout7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6.xml"/></Relationships>
</file>

<file path=ppt/slideLayouts/_rels/slideLayout7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6.xml"/></Relationships>
</file>

<file path=ppt/slideLayouts/_rels/slideLayout7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6.xml"/></Relationships>
</file>

<file path=ppt/slideLayouts/_rels/slideLayout7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6.xml"/></Relationships>
</file>

<file path=ppt/slideLayouts/_rels/slideLayout7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6.xml"/></Relationships>
</file>

<file path=ppt/slideLayouts/_rels/slideLayout8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6.xml"/></Relationships>
</file>

<file path=ppt/slideLayouts/_rels/slideLayout8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6.xml"/></Relationships>
</file>

<file path=ppt/slideLayouts/_rels/slideLayout8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6.xml"/></Relationships>
</file>

<file path=ppt/slideLayouts/_rels/slideLayout8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6.xml"/></Relationships>
</file>

<file path=ppt/slideLayouts/_rels/slideLayout8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6.xml"/></Relationships>
</file>

<file path=ppt/slideLayouts/_rels/slideLayout8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6.xml"/></Relationships>
</file>

<file path=ppt/slideLayouts/_rels/slideLayout8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6.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4" name="Group 2">
            <a:extLst>
              <a:ext uri="{FF2B5EF4-FFF2-40B4-BE49-F238E27FC236}">
                <a16:creationId xmlns:a16="http://schemas.microsoft.com/office/drawing/2014/main" id="{CA7BF0AF-4BD3-456F-876E-731944C7CF1E}"/>
              </a:ext>
            </a:extLst>
          </p:cNvPr>
          <p:cNvGrpSpPr>
            <a:grpSpLocks/>
          </p:cNvGrpSpPr>
          <p:nvPr/>
        </p:nvGrpSpPr>
        <p:grpSpPr bwMode="auto">
          <a:xfrm>
            <a:off x="0" y="0"/>
            <a:ext cx="8763000" cy="5943600"/>
            <a:chOff x="0" y="0"/>
            <a:chExt cx="5520" cy="3744"/>
          </a:xfrm>
        </p:grpSpPr>
        <p:sp>
          <p:nvSpPr>
            <p:cNvPr id="5" name="Rectangle 3">
              <a:extLst>
                <a:ext uri="{FF2B5EF4-FFF2-40B4-BE49-F238E27FC236}">
                  <a16:creationId xmlns:a16="http://schemas.microsoft.com/office/drawing/2014/main" id="{66A0F1AE-2137-46E3-93A2-7105D8B0B170}"/>
                </a:ext>
              </a:extLst>
            </p:cNvPr>
            <p:cNvSpPr>
              <a:spLocks noChangeArrowheads="1"/>
            </p:cNvSpPr>
            <p:nvPr/>
          </p:nvSpPr>
          <p:spPr bwMode="auto">
            <a:xfrm>
              <a:off x="0" y="0"/>
              <a:ext cx="1104" cy="3072"/>
            </a:xfrm>
            <a:prstGeom prst="rect">
              <a:avLst/>
            </a:prstGeom>
            <a:solidFill>
              <a:schemeClr val="accent1"/>
            </a:solidFill>
            <a:ln>
              <a:noFill/>
            </a:ln>
            <a:effectLst/>
            <a:extLst>
              <a:ext uri="{91240B29-F687-4F45-9708-019B960494DF}">
                <a14:hiddenLine xmlns:a14="http://schemas.microsoft.com/office/drawing/2010/main" w="9525">
                  <a:solidFill>
                    <a:schemeClr val="bg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Arial" panose="020B0604020202020204" pitchFamily="34" charset="0"/>
                  <a:ea typeface="Angsana New" panose="02020603050405020304" pitchFamily="18" charset="-34"/>
                </a:defRPr>
              </a:lvl1pPr>
              <a:lvl2pPr marL="742950" indent="-285750">
                <a:defRPr>
                  <a:solidFill>
                    <a:schemeClr val="tx1"/>
                  </a:solidFill>
                  <a:latin typeface="Arial" panose="020B0604020202020204" pitchFamily="34" charset="0"/>
                  <a:ea typeface="Angsana New" panose="02020603050405020304" pitchFamily="18" charset="-34"/>
                </a:defRPr>
              </a:lvl2pPr>
              <a:lvl3pPr marL="1143000" indent="-228600">
                <a:defRPr>
                  <a:solidFill>
                    <a:schemeClr val="tx1"/>
                  </a:solidFill>
                  <a:latin typeface="Arial" panose="020B0604020202020204" pitchFamily="34" charset="0"/>
                  <a:ea typeface="Angsana New" panose="02020603050405020304" pitchFamily="18" charset="-34"/>
                </a:defRPr>
              </a:lvl3pPr>
              <a:lvl4pPr marL="1600200" indent="-228600">
                <a:defRPr>
                  <a:solidFill>
                    <a:schemeClr val="tx1"/>
                  </a:solidFill>
                  <a:latin typeface="Arial" panose="020B0604020202020204" pitchFamily="34" charset="0"/>
                  <a:ea typeface="Angsana New" panose="02020603050405020304" pitchFamily="18" charset="-34"/>
                </a:defRPr>
              </a:lvl4pPr>
              <a:lvl5pPr marL="2057400" indent="-228600">
                <a:defRPr>
                  <a:solidFill>
                    <a:schemeClr val="tx1"/>
                  </a:solidFill>
                  <a:latin typeface="Arial" panose="020B0604020202020204" pitchFamily="34" charset="0"/>
                  <a:ea typeface="Angsana New" panose="02020603050405020304" pitchFamily="18" charset="-34"/>
                </a:defRPr>
              </a:lvl5pPr>
              <a:lvl6pPr marL="25146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6pPr>
              <a:lvl7pPr marL="29718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7pPr>
              <a:lvl8pPr marL="34290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8pPr>
              <a:lvl9pPr marL="38862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9pPr>
            </a:lstStyle>
            <a:p>
              <a:pPr algn="ctr" eaLnBrk="1" hangingPunct="1">
                <a:defRPr/>
              </a:pPr>
              <a:endParaRPr lang="en-US" altLang="en-US" sz="2400">
                <a:latin typeface="Times New Roman" panose="02020603050405020304" pitchFamily="18" charset="0"/>
              </a:endParaRPr>
            </a:p>
          </p:txBody>
        </p:sp>
        <p:grpSp>
          <p:nvGrpSpPr>
            <p:cNvPr id="6" name="Group 4">
              <a:extLst>
                <a:ext uri="{FF2B5EF4-FFF2-40B4-BE49-F238E27FC236}">
                  <a16:creationId xmlns:a16="http://schemas.microsoft.com/office/drawing/2014/main" id="{2926F480-999F-4E5A-A679-2CC66462FF7A}"/>
                </a:ext>
              </a:extLst>
            </p:cNvPr>
            <p:cNvGrpSpPr>
              <a:grpSpLocks/>
            </p:cNvGrpSpPr>
            <p:nvPr userDrawn="1"/>
          </p:nvGrpSpPr>
          <p:grpSpPr bwMode="auto">
            <a:xfrm>
              <a:off x="0" y="2208"/>
              <a:ext cx="5520" cy="1536"/>
              <a:chOff x="0" y="2208"/>
              <a:chExt cx="5520" cy="1536"/>
            </a:xfrm>
          </p:grpSpPr>
          <p:sp>
            <p:nvSpPr>
              <p:cNvPr id="10" name="Rectangle 5">
                <a:extLst>
                  <a:ext uri="{FF2B5EF4-FFF2-40B4-BE49-F238E27FC236}">
                    <a16:creationId xmlns:a16="http://schemas.microsoft.com/office/drawing/2014/main" id="{787588DD-AA41-4277-9C17-B221A4E03C4C}"/>
                  </a:ext>
                </a:extLst>
              </p:cNvPr>
              <p:cNvSpPr>
                <a:spLocks noChangeArrowheads="1"/>
              </p:cNvSpPr>
              <p:nvPr/>
            </p:nvSpPr>
            <p:spPr bwMode="ltGray">
              <a:xfrm>
                <a:off x="624" y="2208"/>
                <a:ext cx="4896" cy="1536"/>
              </a:xfrm>
              <a:prstGeom prst="rect">
                <a:avLst/>
              </a:prstGeom>
              <a:solidFill>
                <a:schemeClr val="bg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Arial" panose="020B0604020202020204" pitchFamily="34" charset="0"/>
                    <a:ea typeface="Angsana New" panose="02020603050405020304" pitchFamily="18" charset="-34"/>
                  </a:defRPr>
                </a:lvl1pPr>
                <a:lvl2pPr marL="742950" indent="-285750">
                  <a:defRPr>
                    <a:solidFill>
                      <a:schemeClr val="tx1"/>
                    </a:solidFill>
                    <a:latin typeface="Arial" panose="020B0604020202020204" pitchFamily="34" charset="0"/>
                    <a:ea typeface="Angsana New" panose="02020603050405020304" pitchFamily="18" charset="-34"/>
                  </a:defRPr>
                </a:lvl2pPr>
                <a:lvl3pPr marL="1143000" indent="-228600">
                  <a:defRPr>
                    <a:solidFill>
                      <a:schemeClr val="tx1"/>
                    </a:solidFill>
                    <a:latin typeface="Arial" panose="020B0604020202020204" pitchFamily="34" charset="0"/>
                    <a:ea typeface="Angsana New" panose="02020603050405020304" pitchFamily="18" charset="-34"/>
                  </a:defRPr>
                </a:lvl3pPr>
                <a:lvl4pPr marL="1600200" indent="-228600">
                  <a:defRPr>
                    <a:solidFill>
                      <a:schemeClr val="tx1"/>
                    </a:solidFill>
                    <a:latin typeface="Arial" panose="020B0604020202020204" pitchFamily="34" charset="0"/>
                    <a:ea typeface="Angsana New" panose="02020603050405020304" pitchFamily="18" charset="-34"/>
                  </a:defRPr>
                </a:lvl4pPr>
                <a:lvl5pPr marL="2057400" indent="-228600">
                  <a:defRPr>
                    <a:solidFill>
                      <a:schemeClr val="tx1"/>
                    </a:solidFill>
                    <a:latin typeface="Arial" panose="020B0604020202020204" pitchFamily="34" charset="0"/>
                    <a:ea typeface="Angsana New" panose="02020603050405020304" pitchFamily="18" charset="-34"/>
                  </a:defRPr>
                </a:lvl5pPr>
                <a:lvl6pPr marL="25146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6pPr>
                <a:lvl7pPr marL="29718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7pPr>
                <a:lvl8pPr marL="34290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8pPr>
                <a:lvl9pPr marL="38862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9pPr>
              </a:lstStyle>
              <a:p>
                <a:pPr algn="ctr" eaLnBrk="1" hangingPunct="1">
                  <a:defRPr/>
                </a:pPr>
                <a:endParaRPr lang="en-US" altLang="en-US" sz="2400">
                  <a:latin typeface="Times New Roman" panose="02020603050405020304" pitchFamily="18" charset="0"/>
                </a:endParaRPr>
              </a:p>
            </p:txBody>
          </p:sp>
          <p:sp>
            <p:nvSpPr>
              <p:cNvPr id="11" name="Rectangle 6">
                <a:extLst>
                  <a:ext uri="{FF2B5EF4-FFF2-40B4-BE49-F238E27FC236}">
                    <a16:creationId xmlns:a16="http://schemas.microsoft.com/office/drawing/2014/main" id="{DF66D16C-F975-445F-861F-4D4E68151433}"/>
                  </a:ext>
                </a:extLst>
              </p:cNvPr>
              <p:cNvSpPr>
                <a:spLocks noChangeArrowheads="1"/>
              </p:cNvSpPr>
              <p:nvPr/>
            </p:nvSpPr>
            <p:spPr bwMode="white">
              <a:xfrm>
                <a:off x="654" y="2352"/>
                <a:ext cx="4818" cy="134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Arial" panose="020B0604020202020204" pitchFamily="34" charset="0"/>
                    <a:ea typeface="Angsana New" panose="02020603050405020304" pitchFamily="18" charset="-34"/>
                  </a:defRPr>
                </a:lvl1pPr>
                <a:lvl2pPr marL="742950" indent="-285750">
                  <a:defRPr>
                    <a:solidFill>
                      <a:schemeClr val="tx1"/>
                    </a:solidFill>
                    <a:latin typeface="Arial" panose="020B0604020202020204" pitchFamily="34" charset="0"/>
                    <a:ea typeface="Angsana New" panose="02020603050405020304" pitchFamily="18" charset="-34"/>
                  </a:defRPr>
                </a:lvl2pPr>
                <a:lvl3pPr marL="1143000" indent="-228600">
                  <a:defRPr>
                    <a:solidFill>
                      <a:schemeClr val="tx1"/>
                    </a:solidFill>
                    <a:latin typeface="Arial" panose="020B0604020202020204" pitchFamily="34" charset="0"/>
                    <a:ea typeface="Angsana New" panose="02020603050405020304" pitchFamily="18" charset="-34"/>
                  </a:defRPr>
                </a:lvl3pPr>
                <a:lvl4pPr marL="1600200" indent="-228600">
                  <a:defRPr>
                    <a:solidFill>
                      <a:schemeClr val="tx1"/>
                    </a:solidFill>
                    <a:latin typeface="Arial" panose="020B0604020202020204" pitchFamily="34" charset="0"/>
                    <a:ea typeface="Angsana New" panose="02020603050405020304" pitchFamily="18" charset="-34"/>
                  </a:defRPr>
                </a:lvl4pPr>
                <a:lvl5pPr marL="2057400" indent="-228600">
                  <a:defRPr>
                    <a:solidFill>
                      <a:schemeClr val="tx1"/>
                    </a:solidFill>
                    <a:latin typeface="Arial" panose="020B0604020202020204" pitchFamily="34" charset="0"/>
                    <a:ea typeface="Angsana New" panose="02020603050405020304" pitchFamily="18" charset="-34"/>
                  </a:defRPr>
                </a:lvl5pPr>
                <a:lvl6pPr marL="25146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6pPr>
                <a:lvl7pPr marL="29718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7pPr>
                <a:lvl8pPr marL="34290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8pPr>
                <a:lvl9pPr marL="38862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9pPr>
              </a:lstStyle>
              <a:p>
                <a:pPr algn="ctr" eaLnBrk="1" hangingPunct="1">
                  <a:defRPr/>
                </a:pPr>
                <a:endParaRPr lang="en-US" altLang="en-US" sz="2400">
                  <a:latin typeface="Times New Roman" panose="02020603050405020304" pitchFamily="18" charset="0"/>
                </a:endParaRPr>
              </a:p>
            </p:txBody>
          </p:sp>
          <p:sp>
            <p:nvSpPr>
              <p:cNvPr id="12" name="Line 7">
                <a:extLst>
                  <a:ext uri="{FF2B5EF4-FFF2-40B4-BE49-F238E27FC236}">
                    <a16:creationId xmlns:a16="http://schemas.microsoft.com/office/drawing/2014/main" id="{6E705887-AB71-4B76-B1F4-8D7F77EAE8CC}"/>
                  </a:ext>
                </a:extLst>
              </p:cNvPr>
              <p:cNvSpPr>
                <a:spLocks noChangeShapeType="1"/>
              </p:cNvSpPr>
              <p:nvPr/>
            </p:nvSpPr>
            <p:spPr bwMode="auto">
              <a:xfrm>
                <a:off x="0" y="3072"/>
                <a:ext cx="624" cy="0"/>
              </a:xfrm>
              <a:prstGeom prst="line">
                <a:avLst/>
              </a:prstGeom>
              <a:noFill/>
              <a:ln w="50800">
                <a:solidFill>
                  <a:schemeClr val="bg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grpSp>
          <p:nvGrpSpPr>
            <p:cNvPr id="7" name="Group 8">
              <a:extLst>
                <a:ext uri="{FF2B5EF4-FFF2-40B4-BE49-F238E27FC236}">
                  <a16:creationId xmlns:a16="http://schemas.microsoft.com/office/drawing/2014/main" id="{BB03B609-8F28-44A4-AC11-5F5379FF134A}"/>
                </a:ext>
              </a:extLst>
            </p:cNvPr>
            <p:cNvGrpSpPr>
              <a:grpSpLocks/>
            </p:cNvGrpSpPr>
            <p:nvPr userDrawn="1"/>
          </p:nvGrpSpPr>
          <p:grpSpPr bwMode="auto">
            <a:xfrm>
              <a:off x="400" y="336"/>
              <a:ext cx="5088" cy="192"/>
              <a:chOff x="400" y="336"/>
              <a:chExt cx="5088" cy="192"/>
            </a:xfrm>
          </p:grpSpPr>
          <p:sp>
            <p:nvSpPr>
              <p:cNvPr id="8" name="Rectangle 9">
                <a:extLst>
                  <a:ext uri="{FF2B5EF4-FFF2-40B4-BE49-F238E27FC236}">
                    <a16:creationId xmlns:a16="http://schemas.microsoft.com/office/drawing/2014/main" id="{C3C17E7D-EFC9-4005-8EDE-8E4466AE8642}"/>
                  </a:ext>
                </a:extLst>
              </p:cNvPr>
              <p:cNvSpPr>
                <a:spLocks noChangeArrowheads="1"/>
              </p:cNvSpPr>
              <p:nvPr/>
            </p:nvSpPr>
            <p:spPr bwMode="auto">
              <a:xfrm>
                <a:off x="3952" y="336"/>
                <a:ext cx="1536" cy="192"/>
              </a:xfrm>
              <a:prstGeom prst="rect">
                <a:avLst/>
              </a:prstGeom>
              <a:solidFill>
                <a:schemeClr val="folHlink"/>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Arial" panose="020B0604020202020204" pitchFamily="34" charset="0"/>
                    <a:ea typeface="Angsana New" panose="02020603050405020304" pitchFamily="18" charset="-34"/>
                  </a:defRPr>
                </a:lvl1pPr>
                <a:lvl2pPr marL="742950" indent="-285750">
                  <a:defRPr>
                    <a:solidFill>
                      <a:schemeClr val="tx1"/>
                    </a:solidFill>
                    <a:latin typeface="Arial" panose="020B0604020202020204" pitchFamily="34" charset="0"/>
                    <a:ea typeface="Angsana New" panose="02020603050405020304" pitchFamily="18" charset="-34"/>
                  </a:defRPr>
                </a:lvl2pPr>
                <a:lvl3pPr marL="1143000" indent="-228600">
                  <a:defRPr>
                    <a:solidFill>
                      <a:schemeClr val="tx1"/>
                    </a:solidFill>
                    <a:latin typeface="Arial" panose="020B0604020202020204" pitchFamily="34" charset="0"/>
                    <a:ea typeface="Angsana New" panose="02020603050405020304" pitchFamily="18" charset="-34"/>
                  </a:defRPr>
                </a:lvl3pPr>
                <a:lvl4pPr marL="1600200" indent="-228600">
                  <a:defRPr>
                    <a:solidFill>
                      <a:schemeClr val="tx1"/>
                    </a:solidFill>
                    <a:latin typeface="Arial" panose="020B0604020202020204" pitchFamily="34" charset="0"/>
                    <a:ea typeface="Angsana New" panose="02020603050405020304" pitchFamily="18" charset="-34"/>
                  </a:defRPr>
                </a:lvl4pPr>
                <a:lvl5pPr marL="2057400" indent="-228600">
                  <a:defRPr>
                    <a:solidFill>
                      <a:schemeClr val="tx1"/>
                    </a:solidFill>
                    <a:latin typeface="Arial" panose="020B0604020202020204" pitchFamily="34" charset="0"/>
                    <a:ea typeface="Angsana New" panose="02020603050405020304" pitchFamily="18" charset="-34"/>
                  </a:defRPr>
                </a:lvl5pPr>
                <a:lvl6pPr marL="25146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6pPr>
                <a:lvl7pPr marL="29718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7pPr>
                <a:lvl8pPr marL="34290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8pPr>
                <a:lvl9pPr marL="38862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9pPr>
              </a:lstStyle>
              <a:p>
                <a:pPr algn="ctr" eaLnBrk="1" hangingPunct="1">
                  <a:defRPr/>
                </a:pPr>
                <a:endParaRPr lang="en-US" altLang="en-US" sz="2400">
                  <a:latin typeface="Times New Roman" panose="02020603050405020304" pitchFamily="18" charset="0"/>
                </a:endParaRPr>
              </a:p>
            </p:txBody>
          </p:sp>
          <p:sp>
            <p:nvSpPr>
              <p:cNvPr id="9" name="Line 10">
                <a:extLst>
                  <a:ext uri="{FF2B5EF4-FFF2-40B4-BE49-F238E27FC236}">
                    <a16:creationId xmlns:a16="http://schemas.microsoft.com/office/drawing/2014/main" id="{792123B1-DDFD-4680-AB10-CFA32939CBCF}"/>
                  </a:ext>
                </a:extLst>
              </p:cNvPr>
              <p:cNvSpPr>
                <a:spLocks noChangeShapeType="1"/>
              </p:cNvSpPr>
              <p:nvPr/>
            </p:nvSpPr>
            <p:spPr bwMode="auto">
              <a:xfrm>
                <a:off x="400" y="432"/>
                <a:ext cx="5088" cy="0"/>
              </a:xfrm>
              <a:prstGeom prst="line">
                <a:avLst/>
              </a:prstGeom>
              <a:noFill/>
              <a:ln w="44450">
                <a:solidFill>
                  <a:schemeClr val="bg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grpSp>
      <p:pic>
        <p:nvPicPr>
          <p:cNvPr id="13" name="Picture 16" descr="emu_300x300_72dpi_black">
            <a:extLst>
              <a:ext uri="{FF2B5EF4-FFF2-40B4-BE49-F238E27FC236}">
                <a16:creationId xmlns:a16="http://schemas.microsoft.com/office/drawing/2014/main" id="{A6F507B9-BBC3-4F9E-B5B3-1F84BF9FAC5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8313" y="115888"/>
            <a:ext cx="574675" cy="574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98027" name="Rectangle 11"/>
          <p:cNvSpPr>
            <a:spLocks noGrp="1" noChangeArrowheads="1"/>
          </p:cNvSpPr>
          <p:nvPr>
            <p:ph type="ctrTitle"/>
          </p:nvPr>
        </p:nvSpPr>
        <p:spPr>
          <a:xfrm>
            <a:off x="2057400" y="1143000"/>
            <a:ext cx="6629400" cy="2209800"/>
          </a:xfrm>
        </p:spPr>
        <p:txBody>
          <a:bodyPr/>
          <a:lstStyle>
            <a:lvl1pPr>
              <a:defRPr sz="4800"/>
            </a:lvl1pPr>
          </a:lstStyle>
          <a:p>
            <a:pPr lvl="0"/>
            <a:r>
              <a:rPr lang="en-US" altLang="en-US" noProof="0"/>
              <a:t>Click to edit Master title style</a:t>
            </a:r>
          </a:p>
        </p:txBody>
      </p:sp>
      <p:sp>
        <p:nvSpPr>
          <p:cNvPr id="598028" name="Rectangle 12"/>
          <p:cNvSpPr>
            <a:spLocks noGrp="1" noChangeArrowheads="1"/>
          </p:cNvSpPr>
          <p:nvPr>
            <p:ph type="subTitle" idx="1"/>
          </p:nvPr>
        </p:nvSpPr>
        <p:spPr>
          <a:xfrm>
            <a:off x="1371600" y="3962400"/>
            <a:ext cx="6858000" cy="1600200"/>
          </a:xfrm>
        </p:spPr>
        <p:txBody>
          <a:bodyPr anchor="ctr"/>
          <a:lstStyle>
            <a:lvl1pPr marL="0" indent="0" algn="ctr">
              <a:buFont typeface="Wingdings" panose="05000000000000000000" pitchFamily="2" charset="2"/>
              <a:buNone/>
              <a:defRPr/>
            </a:lvl1pPr>
          </a:lstStyle>
          <a:p>
            <a:pPr lvl="0"/>
            <a:r>
              <a:rPr lang="en-US" altLang="en-US" noProof="0"/>
              <a:t>Click to edit Master subtitle style</a:t>
            </a:r>
          </a:p>
        </p:txBody>
      </p:sp>
      <p:sp>
        <p:nvSpPr>
          <p:cNvPr id="14" name="Date Placeholder 13">
            <a:extLst>
              <a:ext uri="{FF2B5EF4-FFF2-40B4-BE49-F238E27FC236}">
                <a16:creationId xmlns:a16="http://schemas.microsoft.com/office/drawing/2014/main" id="{0F1BC169-C2A2-45B5-A374-71F2EBA035EC}"/>
              </a:ext>
            </a:extLst>
          </p:cNvPr>
          <p:cNvSpPr>
            <a:spLocks noGrp="1" noChangeArrowheads="1"/>
          </p:cNvSpPr>
          <p:nvPr>
            <p:ph type="dt" sz="half" idx="10"/>
          </p:nvPr>
        </p:nvSpPr>
        <p:spPr>
          <a:xfrm>
            <a:off x="912813" y="6251575"/>
            <a:ext cx="1905000" cy="457200"/>
          </a:xfrm>
        </p:spPr>
        <p:txBody>
          <a:bodyPr/>
          <a:lstStyle>
            <a:lvl1pPr>
              <a:defRPr/>
            </a:lvl1pPr>
          </a:lstStyle>
          <a:p>
            <a:pPr>
              <a:defRPr/>
            </a:pPr>
            <a:fld id="{5BC5A4B5-26F4-4CC4-A8C9-7256B7BDEED5}" type="datetime4">
              <a:rPr lang="en-US" altLang="en-US" smtClean="0"/>
              <a:t>February 29, 2024</a:t>
            </a:fld>
            <a:endParaRPr lang="en-US" altLang="en-US"/>
          </a:p>
        </p:txBody>
      </p:sp>
      <p:sp>
        <p:nvSpPr>
          <p:cNvPr id="15" name="Footer Placeholder 14">
            <a:extLst>
              <a:ext uri="{FF2B5EF4-FFF2-40B4-BE49-F238E27FC236}">
                <a16:creationId xmlns:a16="http://schemas.microsoft.com/office/drawing/2014/main" id="{2790513F-446A-47CC-8086-B585B729A85A}"/>
              </a:ext>
            </a:extLst>
          </p:cNvPr>
          <p:cNvSpPr>
            <a:spLocks noGrp="1" noChangeArrowheads="1"/>
          </p:cNvSpPr>
          <p:nvPr>
            <p:ph type="ftr" sz="quarter" idx="11"/>
          </p:nvPr>
        </p:nvSpPr>
        <p:spPr>
          <a:xfrm>
            <a:off x="3354388" y="6248400"/>
            <a:ext cx="2895600" cy="457200"/>
          </a:xfrm>
        </p:spPr>
        <p:txBody>
          <a:bodyPr/>
          <a:lstStyle>
            <a:lvl1pPr>
              <a:defRPr/>
            </a:lvl1pPr>
          </a:lstStyle>
          <a:p>
            <a:pPr>
              <a:defRPr/>
            </a:pPr>
            <a:endParaRPr lang="en-US" altLang="en-US"/>
          </a:p>
        </p:txBody>
      </p:sp>
      <p:sp>
        <p:nvSpPr>
          <p:cNvPr id="16" name="Slide Number Placeholder 15">
            <a:extLst>
              <a:ext uri="{FF2B5EF4-FFF2-40B4-BE49-F238E27FC236}">
                <a16:creationId xmlns:a16="http://schemas.microsoft.com/office/drawing/2014/main" id="{44DC9E00-0C42-4E33-9791-DB74392E7DDC}"/>
              </a:ext>
            </a:extLst>
          </p:cNvPr>
          <p:cNvSpPr>
            <a:spLocks noGrp="1" noChangeArrowheads="1"/>
          </p:cNvSpPr>
          <p:nvPr>
            <p:ph type="sldNum" sz="quarter" idx="12"/>
          </p:nvPr>
        </p:nvSpPr>
        <p:spPr>
          <a:xfrm>
            <a:off x="6781800" y="6248400"/>
            <a:ext cx="1905000" cy="457200"/>
          </a:xfrm>
        </p:spPr>
        <p:txBody>
          <a:bodyPr/>
          <a:lstStyle>
            <a:lvl1pPr>
              <a:defRPr/>
            </a:lvl1pPr>
          </a:lstStyle>
          <a:p>
            <a:pPr>
              <a:defRPr/>
            </a:pPr>
            <a:fld id="{FCA2A49A-F948-456B-8433-624613035A24}" type="slidenum">
              <a:rPr lang="en-US" altLang="en-US"/>
              <a:pPr>
                <a:defRPr/>
              </a:pPr>
              <a:t>‹#›</a:t>
            </a:fld>
            <a:endParaRPr lang="en-US" altLang="en-US"/>
          </a:p>
        </p:txBody>
      </p:sp>
    </p:spTree>
    <p:extLst>
      <p:ext uri="{BB962C8B-B14F-4D97-AF65-F5344CB8AC3E}">
        <p14:creationId xmlns:p14="http://schemas.microsoft.com/office/powerpoint/2010/main" val="4081891055"/>
      </p:ext>
    </p:extLst>
  </p:cSld>
  <p:clrMapOvr>
    <a:masterClrMapping/>
  </p:clrMapOvr>
  <p:transition>
    <p:random/>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9">
            <a:extLst>
              <a:ext uri="{FF2B5EF4-FFF2-40B4-BE49-F238E27FC236}">
                <a16:creationId xmlns:a16="http://schemas.microsoft.com/office/drawing/2014/main" id="{CF9C34EE-72F3-48EA-B932-2A64C2038FE7}"/>
              </a:ext>
            </a:extLst>
          </p:cNvPr>
          <p:cNvSpPr>
            <a:spLocks noGrp="1" noChangeArrowheads="1"/>
          </p:cNvSpPr>
          <p:nvPr>
            <p:ph type="dt" sz="half" idx="10"/>
          </p:nvPr>
        </p:nvSpPr>
        <p:spPr>
          <a:ln/>
        </p:spPr>
        <p:txBody>
          <a:bodyPr/>
          <a:lstStyle>
            <a:lvl1pPr>
              <a:defRPr/>
            </a:lvl1pPr>
          </a:lstStyle>
          <a:p>
            <a:pPr>
              <a:defRPr/>
            </a:pPr>
            <a:fld id="{9827BBBE-186A-4024-8E62-590462448208}" type="datetime4">
              <a:rPr lang="en-US" altLang="en-US" smtClean="0"/>
              <a:t>February 29, 2024</a:t>
            </a:fld>
            <a:endParaRPr lang="en-US" altLang="en-US"/>
          </a:p>
        </p:txBody>
      </p:sp>
      <p:sp>
        <p:nvSpPr>
          <p:cNvPr id="5" name="Rectangle 10">
            <a:extLst>
              <a:ext uri="{FF2B5EF4-FFF2-40B4-BE49-F238E27FC236}">
                <a16:creationId xmlns:a16="http://schemas.microsoft.com/office/drawing/2014/main" id="{C590B3F9-588F-420A-B941-CFF2AA2EA9F4}"/>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6" name="Rectangle 11">
            <a:extLst>
              <a:ext uri="{FF2B5EF4-FFF2-40B4-BE49-F238E27FC236}">
                <a16:creationId xmlns:a16="http://schemas.microsoft.com/office/drawing/2014/main" id="{B8035C69-28AB-4877-8601-E8807E4BE94F}"/>
              </a:ext>
            </a:extLst>
          </p:cNvPr>
          <p:cNvSpPr>
            <a:spLocks noGrp="1" noChangeArrowheads="1"/>
          </p:cNvSpPr>
          <p:nvPr>
            <p:ph type="sldNum" sz="quarter" idx="12"/>
          </p:nvPr>
        </p:nvSpPr>
        <p:spPr>
          <a:ln/>
        </p:spPr>
        <p:txBody>
          <a:bodyPr/>
          <a:lstStyle>
            <a:lvl1pPr>
              <a:defRPr/>
            </a:lvl1pPr>
          </a:lstStyle>
          <a:p>
            <a:pPr>
              <a:defRPr/>
            </a:pPr>
            <a:fld id="{50DA9C81-8C0B-420A-8765-3A9516626B09}" type="slidenum">
              <a:rPr lang="en-US" altLang="en-US"/>
              <a:pPr>
                <a:defRPr/>
              </a:pPr>
              <a:t>‹#›</a:t>
            </a:fld>
            <a:endParaRPr lang="en-US" altLang="en-US"/>
          </a:p>
        </p:txBody>
      </p:sp>
    </p:spTree>
    <p:extLst>
      <p:ext uri="{BB962C8B-B14F-4D97-AF65-F5344CB8AC3E}">
        <p14:creationId xmlns:p14="http://schemas.microsoft.com/office/powerpoint/2010/main" val="3406192934"/>
      </p:ext>
    </p:extLst>
  </p:cSld>
  <p:clrMapOvr>
    <a:masterClrMapping/>
  </p:clrMapOvr>
  <p:transition>
    <p:random/>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8"/>
            <a:ext cx="78867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623888" y="4589463"/>
            <a:ext cx="7886700" cy="1500187"/>
          </a:xfrm>
        </p:spPr>
        <p:txBody>
          <a:bodyPr/>
          <a:lstStyle>
            <a:lvl1pPr marL="0" indent="0">
              <a:buNone/>
              <a:defRPr sz="2400"/>
            </a:lvl1pPr>
            <a:lvl2pPr marL="457200" indent="0">
              <a:buNone/>
              <a:defRPr sz="2000"/>
            </a:lvl2pPr>
            <a:lvl3pPr marL="914400" indent="0">
              <a:buNone/>
              <a:defRPr sz="18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lvl="0"/>
            <a:r>
              <a:rPr lang="en-US"/>
              <a:t>Edit Master text styles</a:t>
            </a:r>
          </a:p>
        </p:txBody>
      </p:sp>
      <p:sp>
        <p:nvSpPr>
          <p:cNvPr id="4" name="Rectangle 9">
            <a:extLst>
              <a:ext uri="{FF2B5EF4-FFF2-40B4-BE49-F238E27FC236}">
                <a16:creationId xmlns:a16="http://schemas.microsoft.com/office/drawing/2014/main" id="{C4234A2A-5D0C-44C8-887E-D10DDFC7AA53}"/>
              </a:ext>
            </a:extLst>
          </p:cNvPr>
          <p:cNvSpPr>
            <a:spLocks noGrp="1" noChangeArrowheads="1"/>
          </p:cNvSpPr>
          <p:nvPr>
            <p:ph type="dt" sz="half" idx="10"/>
          </p:nvPr>
        </p:nvSpPr>
        <p:spPr>
          <a:ln/>
        </p:spPr>
        <p:txBody>
          <a:bodyPr/>
          <a:lstStyle>
            <a:lvl1pPr>
              <a:defRPr/>
            </a:lvl1pPr>
          </a:lstStyle>
          <a:p>
            <a:pPr>
              <a:defRPr/>
            </a:pPr>
            <a:fld id="{68994EEA-CDE1-4CF0-B97E-F046BC99017A}" type="datetime4">
              <a:rPr lang="en-US" altLang="en-US" smtClean="0"/>
              <a:t>February 29, 2024</a:t>
            </a:fld>
            <a:endParaRPr lang="en-US" altLang="en-US"/>
          </a:p>
        </p:txBody>
      </p:sp>
      <p:sp>
        <p:nvSpPr>
          <p:cNvPr id="5" name="Rectangle 10">
            <a:extLst>
              <a:ext uri="{FF2B5EF4-FFF2-40B4-BE49-F238E27FC236}">
                <a16:creationId xmlns:a16="http://schemas.microsoft.com/office/drawing/2014/main" id="{04E8673F-D3A8-4270-A880-5464CB01F963}"/>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6" name="Rectangle 11">
            <a:extLst>
              <a:ext uri="{FF2B5EF4-FFF2-40B4-BE49-F238E27FC236}">
                <a16:creationId xmlns:a16="http://schemas.microsoft.com/office/drawing/2014/main" id="{EB1F1F1B-8663-4447-B9F0-E50D78F34EFB}"/>
              </a:ext>
            </a:extLst>
          </p:cNvPr>
          <p:cNvSpPr>
            <a:spLocks noGrp="1" noChangeArrowheads="1"/>
          </p:cNvSpPr>
          <p:nvPr>
            <p:ph type="sldNum" sz="quarter" idx="12"/>
          </p:nvPr>
        </p:nvSpPr>
        <p:spPr>
          <a:ln/>
        </p:spPr>
        <p:txBody>
          <a:bodyPr/>
          <a:lstStyle>
            <a:lvl1pPr>
              <a:defRPr/>
            </a:lvl1pPr>
          </a:lstStyle>
          <a:p>
            <a:pPr>
              <a:defRPr/>
            </a:pPr>
            <a:fld id="{99E7F0A4-9658-43EF-876F-1B09C1E0A41F}" type="slidenum">
              <a:rPr lang="en-US" altLang="en-US"/>
              <a:pPr>
                <a:defRPr/>
              </a:pPr>
              <a:t>‹#›</a:t>
            </a:fld>
            <a:endParaRPr lang="en-US" altLang="en-US"/>
          </a:p>
        </p:txBody>
      </p:sp>
    </p:spTree>
    <p:extLst>
      <p:ext uri="{BB962C8B-B14F-4D97-AF65-F5344CB8AC3E}">
        <p14:creationId xmlns:p14="http://schemas.microsoft.com/office/powerpoint/2010/main" val="2982120886"/>
      </p:ext>
    </p:extLst>
  </p:cSld>
  <p:clrMapOvr>
    <a:masterClrMapping/>
  </p:clrMapOvr>
  <p:transition>
    <p:random/>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85800" y="1066800"/>
            <a:ext cx="3962400" cy="51816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800600" y="1066800"/>
            <a:ext cx="3962400" cy="51816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9">
            <a:extLst>
              <a:ext uri="{FF2B5EF4-FFF2-40B4-BE49-F238E27FC236}">
                <a16:creationId xmlns:a16="http://schemas.microsoft.com/office/drawing/2014/main" id="{BEDEDA5F-0A5D-4CA4-A1C5-E0BBCA7D32B1}"/>
              </a:ext>
            </a:extLst>
          </p:cNvPr>
          <p:cNvSpPr>
            <a:spLocks noGrp="1" noChangeArrowheads="1"/>
          </p:cNvSpPr>
          <p:nvPr>
            <p:ph type="dt" sz="half" idx="10"/>
          </p:nvPr>
        </p:nvSpPr>
        <p:spPr>
          <a:ln/>
        </p:spPr>
        <p:txBody>
          <a:bodyPr/>
          <a:lstStyle>
            <a:lvl1pPr>
              <a:defRPr/>
            </a:lvl1pPr>
          </a:lstStyle>
          <a:p>
            <a:pPr>
              <a:defRPr/>
            </a:pPr>
            <a:fld id="{AE36E2F7-403A-4BD1-97B2-954E718C0676}" type="datetime4">
              <a:rPr lang="en-US" altLang="en-US" smtClean="0"/>
              <a:t>February 29, 2024</a:t>
            </a:fld>
            <a:endParaRPr lang="en-US" altLang="en-US"/>
          </a:p>
        </p:txBody>
      </p:sp>
      <p:sp>
        <p:nvSpPr>
          <p:cNvPr id="6" name="Rectangle 10">
            <a:extLst>
              <a:ext uri="{FF2B5EF4-FFF2-40B4-BE49-F238E27FC236}">
                <a16:creationId xmlns:a16="http://schemas.microsoft.com/office/drawing/2014/main" id="{4C2AD675-B79B-4C82-8BB7-A5BB8E849A2A}"/>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7" name="Rectangle 11">
            <a:extLst>
              <a:ext uri="{FF2B5EF4-FFF2-40B4-BE49-F238E27FC236}">
                <a16:creationId xmlns:a16="http://schemas.microsoft.com/office/drawing/2014/main" id="{FA6E5F42-4825-4052-A411-7C9668ACCC14}"/>
              </a:ext>
            </a:extLst>
          </p:cNvPr>
          <p:cNvSpPr>
            <a:spLocks noGrp="1" noChangeArrowheads="1"/>
          </p:cNvSpPr>
          <p:nvPr>
            <p:ph type="sldNum" sz="quarter" idx="12"/>
          </p:nvPr>
        </p:nvSpPr>
        <p:spPr>
          <a:ln/>
        </p:spPr>
        <p:txBody>
          <a:bodyPr/>
          <a:lstStyle>
            <a:lvl1pPr>
              <a:defRPr/>
            </a:lvl1pPr>
          </a:lstStyle>
          <a:p>
            <a:pPr>
              <a:defRPr/>
            </a:pPr>
            <a:fld id="{2A030BC2-7CF3-4AF3-91D9-2A59AC404433}" type="slidenum">
              <a:rPr lang="en-US" altLang="en-US"/>
              <a:pPr>
                <a:defRPr/>
              </a:pPr>
              <a:t>‹#›</a:t>
            </a:fld>
            <a:endParaRPr lang="en-US" altLang="en-US"/>
          </a:p>
        </p:txBody>
      </p:sp>
    </p:spTree>
    <p:extLst>
      <p:ext uri="{BB962C8B-B14F-4D97-AF65-F5344CB8AC3E}">
        <p14:creationId xmlns:p14="http://schemas.microsoft.com/office/powerpoint/2010/main" val="762873303"/>
      </p:ext>
    </p:extLst>
  </p:cSld>
  <p:clrMapOvr>
    <a:masterClrMapping/>
  </p:clrMapOvr>
  <p:transition>
    <p:random/>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30238" y="365125"/>
            <a:ext cx="7886700" cy="1325563"/>
          </a:xfrm>
        </p:spPr>
        <p:txBody>
          <a:bodyPr/>
          <a:lstStyle/>
          <a:p>
            <a:r>
              <a:rPr lang="en-US"/>
              <a:t>Click to edit Master title style</a:t>
            </a:r>
          </a:p>
        </p:txBody>
      </p:sp>
      <p:sp>
        <p:nvSpPr>
          <p:cNvPr id="3" name="Text Placeholder 2"/>
          <p:cNvSpPr>
            <a:spLocks noGrp="1"/>
          </p:cNvSpPr>
          <p:nvPr>
            <p:ph type="body" idx="1"/>
          </p:nvPr>
        </p:nvSpPr>
        <p:spPr>
          <a:xfrm>
            <a:off x="630238" y="1681163"/>
            <a:ext cx="38687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30238" y="2505075"/>
            <a:ext cx="386873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29150" y="1681163"/>
            <a:ext cx="38877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7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9">
            <a:extLst>
              <a:ext uri="{FF2B5EF4-FFF2-40B4-BE49-F238E27FC236}">
                <a16:creationId xmlns:a16="http://schemas.microsoft.com/office/drawing/2014/main" id="{B4B9A3CC-A69C-4380-B243-FF56F5877D4A}"/>
              </a:ext>
            </a:extLst>
          </p:cNvPr>
          <p:cNvSpPr>
            <a:spLocks noGrp="1" noChangeArrowheads="1"/>
          </p:cNvSpPr>
          <p:nvPr>
            <p:ph type="dt" sz="half" idx="10"/>
          </p:nvPr>
        </p:nvSpPr>
        <p:spPr>
          <a:ln/>
        </p:spPr>
        <p:txBody>
          <a:bodyPr/>
          <a:lstStyle>
            <a:lvl1pPr>
              <a:defRPr/>
            </a:lvl1pPr>
          </a:lstStyle>
          <a:p>
            <a:pPr>
              <a:defRPr/>
            </a:pPr>
            <a:fld id="{53C47519-7D6C-4277-A527-EC8BF8B7D20D}" type="datetime4">
              <a:rPr lang="en-US" altLang="en-US" smtClean="0"/>
              <a:t>February 29, 2024</a:t>
            </a:fld>
            <a:endParaRPr lang="en-US" altLang="en-US"/>
          </a:p>
        </p:txBody>
      </p:sp>
      <p:sp>
        <p:nvSpPr>
          <p:cNvPr id="8" name="Rectangle 10">
            <a:extLst>
              <a:ext uri="{FF2B5EF4-FFF2-40B4-BE49-F238E27FC236}">
                <a16:creationId xmlns:a16="http://schemas.microsoft.com/office/drawing/2014/main" id="{4BB100D0-7C52-4FE4-BB69-6A02DD958353}"/>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9" name="Rectangle 11">
            <a:extLst>
              <a:ext uri="{FF2B5EF4-FFF2-40B4-BE49-F238E27FC236}">
                <a16:creationId xmlns:a16="http://schemas.microsoft.com/office/drawing/2014/main" id="{8BE3667C-9E53-4554-BDEC-26A785705C60}"/>
              </a:ext>
            </a:extLst>
          </p:cNvPr>
          <p:cNvSpPr>
            <a:spLocks noGrp="1" noChangeArrowheads="1"/>
          </p:cNvSpPr>
          <p:nvPr>
            <p:ph type="sldNum" sz="quarter" idx="12"/>
          </p:nvPr>
        </p:nvSpPr>
        <p:spPr>
          <a:ln/>
        </p:spPr>
        <p:txBody>
          <a:bodyPr/>
          <a:lstStyle>
            <a:lvl1pPr>
              <a:defRPr/>
            </a:lvl1pPr>
          </a:lstStyle>
          <a:p>
            <a:pPr>
              <a:defRPr/>
            </a:pPr>
            <a:fld id="{4E8385E0-B45E-4570-A3AA-0856022418D9}" type="slidenum">
              <a:rPr lang="en-US" altLang="en-US"/>
              <a:pPr>
                <a:defRPr/>
              </a:pPr>
              <a:t>‹#›</a:t>
            </a:fld>
            <a:endParaRPr lang="en-US" altLang="en-US"/>
          </a:p>
        </p:txBody>
      </p:sp>
    </p:spTree>
    <p:extLst>
      <p:ext uri="{BB962C8B-B14F-4D97-AF65-F5344CB8AC3E}">
        <p14:creationId xmlns:p14="http://schemas.microsoft.com/office/powerpoint/2010/main" val="3859124618"/>
      </p:ext>
    </p:extLst>
  </p:cSld>
  <p:clrMapOvr>
    <a:masterClrMapping/>
  </p:clrMapOvr>
  <p:transition>
    <p:random/>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9">
            <a:extLst>
              <a:ext uri="{FF2B5EF4-FFF2-40B4-BE49-F238E27FC236}">
                <a16:creationId xmlns:a16="http://schemas.microsoft.com/office/drawing/2014/main" id="{75C9C638-878C-4E40-8D06-96E4C1B412DE}"/>
              </a:ext>
            </a:extLst>
          </p:cNvPr>
          <p:cNvSpPr>
            <a:spLocks noGrp="1" noChangeArrowheads="1"/>
          </p:cNvSpPr>
          <p:nvPr>
            <p:ph type="dt" sz="half" idx="10"/>
          </p:nvPr>
        </p:nvSpPr>
        <p:spPr>
          <a:ln/>
        </p:spPr>
        <p:txBody>
          <a:bodyPr/>
          <a:lstStyle>
            <a:lvl1pPr>
              <a:defRPr/>
            </a:lvl1pPr>
          </a:lstStyle>
          <a:p>
            <a:pPr>
              <a:defRPr/>
            </a:pPr>
            <a:fld id="{5DCB4BA1-EF4A-46E7-A043-BEC20C08A882}" type="datetime4">
              <a:rPr lang="en-US" altLang="en-US" smtClean="0"/>
              <a:t>February 29, 2024</a:t>
            </a:fld>
            <a:endParaRPr lang="en-US" altLang="en-US"/>
          </a:p>
        </p:txBody>
      </p:sp>
      <p:sp>
        <p:nvSpPr>
          <p:cNvPr id="4" name="Rectangle 10">
            <a:extLst>
              <a:ext uri="{FF2B5EF4-FFF2-40B4-BE49-F238E27FC236}">
                <a16:creationId xmlns:a16="http://schemas.microsoft.com/office/drawing/2014/main" id="{3310315F-DE20-461D-BB40-598604683D4F}"/>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5" name="Rectangle 11">
            <a:extLst>
              <a:ext uri="{FF2B5EF4-FFF2-40B4-BE49-F238E27FC236}">
                <a16:creationId xmlns:a16="http://schemas.microsoft.com/office/drawing/2014/main" id="{45B671E4-A185-4AAA-BFEE-B5DA72854E32}"/>
              </a:ext>
            </a:extLst>
          </p:cNvPr>
          <p:cNvSpPr>
            <a:spLocks noGrp="1" noChangeArrowheads="1"/>
          </p:cNvSpPr>
          <p:nvPr>
            <p:ph type="sldNum" sz="quarter" idx="12"/>
          </p:nvPr>
        </p:nvSpPr>
        <p:spPr>
          <a:ln/>
        </p:spPr>
        <p:txBody>
          <a:bodyPr/>
          <a:lstStyle>
            <a:lvl1pPr>
              <a:defRPr/>
            </a:lvl1pPr>
          </a:lstStyle>
          <a:p>
            <a:pPr>
              <a:defRPr/>
            </a:pPr>
            <a:fld id="{A92DC3B9-A196-4109-8661-49D33AF61530}" type="slidenum">
              <a:rPr lang="en-US" altLang="en-US"/>
              <a:pPr>
                <a:defRPr/>
              </a:pPr>
              <a:t>‹#›</a:t>
            </a:fld>
            <a:endParaRPr lang="en-US" altLang="en-US"/>
          </a:p>
        </p:txBody>
      </p:sp>
    </p:spTree>
    <p:extLst>
      <p:ext uri="{BB962C8B-B14F-4D97-AF65-F5344CB8AC3E}">
        <p14:creationId xmlns:p14="http://schemas.microsoft.com/office/powerpoint/2010/main" val="45112132"/>
      </p:ext>
    </p:extLst>
  </p:cSld>
  <p:clrMapOvr>
    <a:masterClrMapping/>
  </p:clrMapOvr>
  <p:transition>
    <p:random/>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9">
            <a:extLst>
              <a:ext uri="{FF2B5EF4-FFF2-40B4-BE49-F238E27FC236}">
                <a16:creationId xmlns:a16="http://schemas.microsoft.com/office/drawing/2014/main" id="{5C476D0D-B5BB-40B1-97F5-041B0BB00038}"/>
              </a:ext>
            </a:extLst>
          </p:cNvPr>
          <p:cNvSpPr>
            <a:spLocks noGrp="1" noChangeArrowheads="1"/>
          </p:cNvSpPr>
          <p:nvPr>
            <p:ph type="dt" sz="half" idx="10"/>
          </p:nvPr>
        </p:nvSpPr>
        <p:spPr>
          <a:ln/>
        </p:spPr>
        <p:txBody>
          <a:bodyPr/>
          <a:lstStyle>
            <a:lvl1pPr>
              <a:defRPr/>
            </a:lvl1pPr>
          </a:lstStyle>
          <a:p>
            <a:pPr>
              <a:defRPr/>
            </a:pPr>
            <a:fld id="{331896EC-27A3-4DEC-9EAE-1715D1EE9CB2}" type="datetime4">
              <a:rPr lang="en-US" altLang="en-US" smtClean="0"/>
              <a:t>February 29, 2024</a:t>
            </a:fld>
            <a:endParaRPr lang="en-US" altLang="en-US"/>
          </a:p>
        </p:txBody>
      </p:sp>
      <p:sp>
        <p:nvSpPr>
          <p:cNvPr id="3" name="Rectangle 10">
            <a:extLst>
              <a:ext uri="{FF2B5EF4-FFF2-40B4-BE49-F238E27FC236}">
                <a16:creationId xmlns:a16="http://schemas.microsoft.com/office/drawing/2014/main" id="{584D7CD9-03DE-48D5-8B6F-A09B7D332F85}"/>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4" name="Rectangle 11">
            <a:extLst>
              <a:ext uri="{FF2B5EF4-FFF2-40B4-BE49-F238E27FC236}">
                <a16:creationId xmlns:a16="http://schemas.microsoft.com/office/drawing/2014/main" id="{4B50E0DF-BFAF-460E-AA43-87A734A1C027}"/>
              </a:ext>
            </a:extLst>
          </p:cNvPr>
          <p:cNvSpPr>
            <a:spLocks noGrp="1" noChangeArrowheads="1"/>
          </p:cNvSpPr>
          <p:nvPr>
            <p:ph type="sldNum" sz="quarter" idx="12"/>
          </p:nvPr>
        </p:nvSpPr>
        <p:spPr>
          <a:ln/>
        </p:spPr>
        <p:txBody>
          <a:bodyPr/>
          <a:lstStyle>
            <a:lvl1pPr>
              <a:defRPr/>
            </a:lvl1pPr>
          </a:lstStyle>
          <a:p>
            <a:pPr>
              <a:defRPr/>
            </a:pPr>
            <a:fld id="{EB21815A-02CE-4946-BC74-B18050342953}" type="slidenum">
              <a:rPr lang="en-US" altLang="en-US"/>
              <a:pPr>
                <a:defRPr/>
              </a:pPr>
              <a:t>‹#›</a:t>
            </a:fld>
            <a:endParaRPr lang="en-US" altLang="en-US"/>
          </a:p>
        </p:txBody>
      </p:sp>
    </p:spTree>
    <p:extLst>
      <p:ext uri="{BB962C8B-B14F-4D97-AF65-F5344CB8AC3E}">
        <p14:creationId xmlns:p14="http://schemas.microsoft.com/office/powerpoint/2010/main" val="4045836488"/>
      </p:ext>
    </p:extLst>
  </p:cSld>
  <p:clrMapOvr>
    <a:masterClrMapping/>
  </p:clrMapOvr>
  <p:transition>
    <p:random/>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3887788" y="987425"/>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Rectangle 9">
            <a:extLst>
              <a:ext uri="{FF2B5EF4-FFF2-40B4-BE49-F238E27FC236}">
                <a16:creationId xmlns:a16="http://schemas.microsoft.com/office/drawing/2014/main" id="{9765C9AE-0CF0-4AA4-A848-0E2835A2EE33}"/>
              </a:ext>
            </a:extLst>
          </p:cNvPr>
          <p:cNvSpPr>
            <a:spLocks noGrp="1" noChangeArrowheads="1"/>
          </p:cNvSpPr>
          <p:nvPr>
            <p:ph type="dt" sz="half" idx="10"/>
          </p:nvPr>
        </p:nvSpPr>
        <p:spPr>
          <a:ln/>
        </p:spPr>
        <p:txBody>
          <a:bodyPr/>
          <a:lstStyle>
            <a:lvl1pPr>
              <a:defRPr/>
            </a:lvl1pPr>
          </a:lstStyle>
          <a:p>
            <a:pPr>
              <a:defRPr/>
            </a:pPr>
            <a:fld id="{6F01F57A-160C-4DBD-8129-F74AC5E4C8FF}" type="datetime4">
              <a:rPr lang="en-US" altLang="en-US" smtClean="0"/>
              <a:t>February 29, 2024</a:t>
            </a:fld>
            <a:endParaRPr lang="en-US" altLang="en-US"/>
          </a:p>
        </p:txBody>
      </p:sp>
      <p:sp>
        <p:nvSpPr>
          <p:cNvPr id="6" name="Rectangle 10">
            <a:extLst>
              <a:ext uri="{FF2B5EF4-FFF2-40B4-BE49-F238E27FC236}">
                <a16:creationId xmlns:a16="http://schemas.microsoft.com/office/drawing/2014/main" id="{FC78EA8E-2184-4C93-A632-2F9F0776E0C3}"/>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7" name="Rectangle 11">
            <a:extLst>
              <a:ext uri="{FF2B5EF4-FFF2-40B4-BE49-F238E27FC236}">
                <a16:creationId xmlns:a16="http://schemas.microsoft.com/office/drawing/2014/main" id="{1C0FE5F5-94B2-4263-8EC5-9430AB9C03D8}"/>
              </a:ext>
            </a:extLst>
          </p:cNvPr>
          <p:cNvSpPr>
            <a:spLocks noGrp="1" noChangeArrowheads="1"/>
          </p:cNvSpPr>
          <p:nvPr>
            <p:ph type="sldNum" sz="quarter" idx="12"/>
          </p:nvPr>
        </p:nvSpPr>
        <p:spPr>
          <a:ln/>
        </p:spPr>
        <p:txBody>
          <a:bodyPr/>
          <a:lstStyle>
            <a:lvl1pPr>
              <a:defRPr/>
            </a:lvl1pPr>
          </a:lstStyle>
          <a:p>
            <a:pPr>
              <a:defRPr/>
            </a:pPr>
            <a:fld id="{0DE921B3-5AA3-40B2-BD1E-81A7FD4E636B}" type="slidenum">
              <a:rPr lang="en-US" altLang="en-US"/>
              <a:pPr>
                <a:defRPr/>
              </a:pPr>
              <a:t>‹#›</a:t>
            </a:fld>
            <a:endParaRPr lang="en-US" altLang="en-US"/>
          </a:p>
        </p:txBody>
      </p:sp>
    </p:spTree>
    <p:extLst>
      <p:ext uri="{BB962C8B-B14F-4D97-AF65-F5344CB8AC3E}">
        <p14:creationId xmlns:p14="http://schemas.microsoft.com/office/powerpoint/2010/main" val="4154247001"/>
      </p:ext>
    </p:extLst>
  </p:cSld>
  <p:clrMapOvr>
    <a:masterClrMapping/>
  </p:clrMapOvr>
  <p:transition>
    <p:random/>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3887788" y="987425"/>
            <a:ext cx="462915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Rectangle 9">
            <a:extLst>
              <a:ext uri="{FF2B5EF4-FFF2-40B4-BE49-F238E27FC236}">
                <a16:creationId xmlns:a16="http://schemas.microsoft.com/office/drawing/2014/main" id="{0E467AB0-774D-43D9-8198-193CB588BACB}"/>
              </a:ext>
            </a:extLst>
          </p:cNvPr>
          <p:cNvSpPr>
            <a:spLocks noGrp="1" noChangeArrowheads="1"/>
          </p:cNvSpPr>
          <p:nvPr>
            <p:ph type="dt" sz="half" idx="10"/>
          </p:nvPr>
        </p:nvSpPr>
        <p:spPr>
          <a:ln/>
        </p:spPr>
        <p:txBody>
          <a:bodyPr/>
          <a:lstStyle>
            <a:lvl1pPr>
              <a:defRPr/>
            </a:lvl1pPr>
          </a:lstStyle>
          <a:p>
            <a:pPr>
              <a:defRPr/>
            </a:pPr>
            <a:fld id="{AAB558D7-F0E0-4297-ADF6-FEC8ACB68C6B}" type="datetime4">
              <a:rPr lang="en-US" altLang="en-US" smtClean="0"/>
              <a:t>February 29, 2024</a:t>
            </a:fld>
            <a:endParaRPr lang="en-US" altLang="en-US"/>
          </a:p>
        </p:txBody>
      </p:sp>
      <p:sp>
        <p:nvSpPr>
          <p:cNvPr id="6" name="Rectangle 10">
            <a:extLst>
              <a:ext uri="{FF2B5EF4-FFF2-40B4-BE49-F238E27FC236}">
                <a16:creationId xmlns:a16="http://schemas.microsoft.com/office/drawing/2014/main" id="{7B808355-42A5-4D0E-8518-E0F4FD43197E}"/>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7" name="Rectangle 11">
            <a:extLst>
              <a:ext uri="{FF2B5EF4-FFF2-40B4-BE49-F238E27FC236}">
                <a16:creationId xmlns:a16="http://schemas.microsoft.com/office/drawing/2014/main" id="{3BAF7EF2-E2DF-47AB-891C-D84081527129}"/>
              </a:ext>
            </a:extLst>
          </p:cNvPr>
          <p:cNvSpPr>
            <a:spLocks noGrp="1" noChangeArrowheads="1"/>
          </p:cNvSpPr>
          <p:nvPr>
            <p:ph type="sldNum" sz="quarter" idx="12"/>
          </p:nvPr>
        </p:nvSpPr>
        <p:spPr>
          <a:ln/>
        </p:spPr>
        <p:txBody>
          <a:bodyPr/>
          <a:lstStyle>
            <a:lvl1pPr>
              <a:defRPr/>
            </a:lvl1pPr>
          </a:lstStyle>
          <a:p>
            <a:pPr>
              <a:defRPr/>
            </a:pPr>
            <a:fld id="{CCB248BD-9539-4CAF-93DC-A2CA13CA5E98}" type="slidenum">
              <a:rPr lang="en-US" altLang="en-US"/>
              <a:pPr>
                <a:defRPr/>
              </a:pPr>
              <a:t>‹#›</a:t>
            </a:fld>
            <a:endParaRPr lang="en-US" altLang="en-US"/>
          </a:p>
        </p:txBody>
      </p:sp>
    </p:spTree>
    <p:extLst>
      <p:ext uri="{BB962C8B-B14F-4D97-AF65-F5344CB8AC3E}">
        <p14:creationId xmlns:p14="http://schemas.microsoft.com/office/powerpoint/2010/main" val="1270631338"/>
      </p:ext>
    </p:extLst>
  </p:cSld>
  <p:clrMapOvr>
    <a:masterClrMapping/>
  </p:clrMapOvr>
  <p:transition>
    <p:random/>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9">
            <a:extLst>
              <a:ext uri="{FF2B5EF4-FFF2-40B4-BE49-F238E27FC236}">
                <a16:creationId xmlns:a16="http://schemas.microsoft.com/office/drawing/2014/main" id="{4DFEB8B6-9CBD-44BF-A7E4-D3D886E91852}"/>
              </a:ext>
            </a:extLst>
          </p:cNvPr>
          <p:cNvSpPr>
            <a:spLocks noGrp="1" noChangeArrowheads="1"/>
          </p:cNvSpPr>
          <p:nvPr>
            <p:ph type="dt" sz="half" idx="10"/>
          </p:nvPr>
        </p:nvSpPr>
        <p:spPr>
          <a:ln/>
        </p:spPr>
        <p:txBody>
          <a:bodyPr/>
          <a:lstStyle>
            <a:lvl1pPr>
              <a:defRPr/>
            </a:lvl1pPr>
          </a:lstStyle>
          <a:p>
            <a:pPr>
              <a:defRPr/>
            </a:pPr>
            <a:fld id="{2EE4C2D4-AED4-49A9-9EFA-2DD204261EE7}" type="datetime4">
              <a:rPr lang="en-US" altLang="en-US" smtClean="0"/>
              <a:t>February 29, 2024</a:t>
            </a:fld>
            <a:endParaRPr lang="en-US" altLang="en-US"/>
          </a:p>
        </p:txBody>
      </p:sp>
      <p:sp>
        <p:nvSpPr>
          <p:cNvPr id="5" name="Rectangle 10">
            <a:extLst>
              <a:ext uri="{FF2B5EF4-FFF2-40B4-BE49-F238E27FC236}">
                <a16:creationId xmlns:a16="http://schemas.microsoft.com/office/drawing/2014/main" id="{E0908BF4-CB10-49D2-9638-F9AF6998E68F}"/>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6" name="Rectangle 11">
            <a:extLst>
              <a:ext uri="{FF2B5EF4-FFF2-40B4-BE49-F238E27FC236}">
                <a16:creationId xmlns:a16="http://schemas.microsoft.com/office/drawing/2014/main" id="{D8A2F6A0-8795-460A-8A6C-6A0D79743EA3}"/>
              </a:ext>
            </a:extLst>
          </p:cNvPr>
          <p:cNvSpPr>
            <a:spLocks noGrp="1" noChangeArrowheads="1"/>
          </p:cNvSpPr>
          <p:nvPr>
            <p:ph type="sldNum" sz="quarter" idx="12"/>
          </p:nvPr>
        </p:nvSpPr>
        <p:spPr>
          <a:ln/>
        </p:spPr>
        <p:txBody>
          <a:bodyPr/>
          <a:lstStyle>
            <a:lvl1pPr>
              <a:defRPr/>
            </a:lvl1pPr>
          </a:lstStyle>
          <a:p>
            <a:pPr>
              <a:defRPr/>
            </a:pPr>
            <a:fld id="{DE73F2B1-D81C-4169-96DE-C2961E383EAB}" type="slidenum">
              <a:rPr lang="en-US" altLang="en-US"/>
              <a:pPr>
                <a:defRPr/>
              </a:pPr>
              <a:t>‹#›</a:t>
            </a:fld>
            <a:endParaRPr lang="en-US" altLang="en-US"/>
          </a:p>
        </p:txBody>
      </p:sp>
    </p:spTree>
    <p:extLst>
      <p:ext uri="{BB962C8B-B14F-4D97-AF65-F5344CB8AC3E}">
        <p14:creationId xmlns:p14="http://schemas.microsoft.com/office/powerpoint/2010/main" val="3553602119"/>
      </p:ext>
    </p:extLst>
  </p:cSld>
  <p:clrMapOvr>
    <a:masterClrMapping/>
  </p:clrMapOvr>
  <p:transition>
    <p:random/>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743700" y="152400"/>
            <a:ext cx="2019300" cy="60960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85800" y="152400"/>
            <a:ext cx="5905500" cy="609600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9">
            <a:extLst>
              <a:ext uri="{FF2B5EF4-FFF2-40B4-BE49-F238E27FC236}">
                <a16:creationId xmlns:a16="http://schemas.microsoft.com/office/drawing/2014/main" id="{1DBC7B38-5070-4237-8553-69481B5B89E3}"/>
              </a:ext>
            </a:extLst>
          </p:cNvPr>
          <p:cNvSpPr>
            <a:spLocks noGrp="1" noChangeArrowheads="1"/>
          </p:cNvSpPr>
          <p:nvPr>
            <p:ph type="dt" sz="half" idx="10"/>
          </p:nvPr>
        </p:nvSpPr>
        <p:spPr>
          <a:ln/>
        </p:spPr>
        <p:txBody>
          <a:bodyPr/>
          <a:lstStyle>
            <a:lvl1pPr>
              <a:defRPr/>
            </a:lvl1pPr>
          </a:lstStyle>
          <a:p>
            <a:pPr>
              <a:defRPr/>
            </a:pPr>
            <a:fld id="{845C5BC7-25FB-48F9-9ECD-E148693D6F39}" type="datetime4">
              <a:rPr lang="en-US" altLang="en-US" smtClean="0"/>
              <a:t>February 29, 2024</a:t>
            </a:fld>
            <a:endParaRPr lang="en-US" altLang="en-US"/>
          </a:p>
        </p:txBody>
      </p:sp>
      <p:sp>
        <p:nvSpPr>
          <p:cNvPr id="5" name="Rectangle 10">
            <a:extLst>
              <a:ext uri="{FF2B5EF4-FFF2-40B4-BE49-F238E27FC236}">
                <a16:creationId xmlns:a16="http://schemas.microsoft.com/office/drawing/2014/main" id="{48EF8B06-6A73-463B-8148-0D54FBA1B4F1}"/>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6" name="Rectangle 11">
            <a:extLst>
              <a:ext uri="{FF2B5EF4-FFF2-40B4-BE49-F238E27FC236}">
                <a16:creationId xmlns:a16="http://schemas.microsoft.com/office/drawing/2014/main" id="{4E710C1B-376F-4EEA-81E0-1E3990D393E9}"/>
              </a:ext>
            </a:extLst>
          </p:cNvPr>
          <p:cNvSpPr>
            <a:spLocks noGrp="1" noChangeArrowheads="1"/>
          </p:cNvSpPr>
          <p:nvPr>
            <p:ph type="sldNum" sz="quarter" idx="12"/>
          </p:nvPr>
        </p:nvSpPr>
        <p:spPr>
          <a:ln/>
        </p:spPr>
        <p:txBody>
          <a:bodyPr/>
          <a:lstStyle>
            <a:lvl1pPr>
              <a:defRPr/>
            </a:lvl1pPr>
          </a:lstStyle>
          <a:p>
            <a:pPr>
              <a:defRPr/>
            </a:pPr>
            <a:fld id="{CE560F63-EACA-4932-AF9B-D14368E73A48}" type="slidenum">
              <a:rPr lang="en-US" altLang="en-US"/>
              <a:pPr>
                <a:defRPr/>
              </a:pPr>
              <a:t>‹#›</a:t>
            </a:fld>
            <a:endParaRPr lang="en-US" altLang="en-US"/>
          </a:p>
        </p:txBody>
      </p:sp>
    </p:spTree>
    <p:extLst>
      <p:ext uri="{BB962C8B-B14F-4D97-AF65-F5344CB8AC3E}">
        <p14:creationId xmlns:p14="http://schemas.microsoft.com/office/powerpoint/2010/main" val="3187015778"/>
      </p:ext>
    </p:extLst>
  </p:cSld>
  <p:clrMapOvr>
    <a:masterClrMapping/>
  </p:clrMapOvr>
  <p:transition>
    <p:random/>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D6549AE-72E3-47BE-AD73-E71A3EA949A1}"/>
              </a:ext>
            </a:extLst>
          </p:cNvPr>
          <p:cNvSpPr/>
          <p:nvPr/>
        </p:nvSpPr>
        <p:spPr>
          <a:xfrm>
            <a:off x="282575" y="228600"/>
            <a:ext cx="4235450" cy="418782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5" name="Rectangle 4">
            <a:extLst>
              <a:ext uri="{FF2B5EF4-FFF2-40B4-BE49-F238E27FC236}">
                <a16:creationId xmlns:a16="http://schemas.microsoft.com/office/drawing/2014/main" id="{39EC22C5-F716-4404-9C88-99D11E2E0C45}"/>
              </a:ext>
            </a:extLst>
          </p:cNvPr>
          <p:cNvSpPr/>
          <p:nvPr/>
        </p:nvSpPr>
        <p:spPr>
          <a:xfrm>
            <a:off x="6802438" y="228600"/>
            <a:ext cx="2057400" cy="203835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6" name="Rectangle 5">
            <a:extLst>
              <a:ext uri="{FF2B5EF4-FFF2-40B4-BE49-F238E27FC236}">
                <a16:creationId xmlns:a16="http://schemas.microsoft.com/office/drawing/2014/main" id="{8F9F2FC3-1FDA-44A6-9B5F-C8C03570B5AB}"/>
              </a:ext>
            </a:extLst>
          </p:cNvPr>
          <p:cNvSpPr/>
          <p:nvPr/>
        </p:nvSpPr>
        <p:spPr>
          <a:xfrm>
            <a:off x="4624388" y="2378075"/>
            <a:ext cx="2057400" cy="203835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7" name="TextBox 6">
            <a:extLst>
              <a:ext uri="{FF2B5EF4-FFF2-40B4-BE49-F238E27FC236}">
                <a16:creationId xmlns:a16="http://schemas.microsoft.com/office/drawing/2014/main" id="{3A8AF5D0-F3E1-4ABD-8A1F-F331D59F0408}"/>
              </a:ext>
            </a:extLst>
          </p:cNvPr>
          <p:cNvSpPr txBox="1">
            <a:spLocks noChangeArrowheads="1"/>
          </p:cNvSpPr>
          <p:nvPr/>
        </p:nvSpPr>
        <p:spPr bwMode="auto">
          <a:xfrm>
            <a:off x="425450" y="174625"/>
            <a:ext cx="412750" cy="831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5400" b="1">
                <a:solidFill>
                  <a:srgbClr val="B870B8"/>
                </a:solidFill>
                <a:cs typeface="Arial" panose="020B0604020202020204" pitchFamily="34" charset="0"/>
              </a:rPr>
              <a:t>+</a:t>
            </a:r>
          </a:p>
        </p:txBody>
      </p:sp>
      <p:sp>
        <p:nvSpPr>
          <p:cNvPr id="8" name="Rectangle 7">
            <a:extLst>
              <a:ext uri="{FF2B5EF4-FFF2-40B4-BE49-F238E27FC236}">
                <a16:creationId xmlns:a16="http://schemas.microsoft.com/office/drawing/2014/main" id="{60510EAD-8477-4A4C-8F7B-CAE19A6CB78E}"/>
              </a:ext>
            </a:extLst>
          </p:cNvPr>
          <p:cNvSpPr/>
          <p:nvPr/>
        </p:nvSpPr>
        <p:spPr>
          <a:xfrm>
            <a:off x="4624388" y="228600"/>
            <a:ext cx="2057400" cy="203835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9" name="Rectangle 8">
            <a:extLst>
              <a:ext uri="{FF2B5EF4-FFF2-40B4-BE49-F238E27FC236}">
                <a16:creationId xmlns:a16="http://schemas.microsoft.com/office/drawing/2014/main" id="{6E6F5103-6E1E-41E2-A621-C0B09AD9ACB2}"/>
              </a:ext>
            </a:extLst>
          </p:cNvPr>
          <p:cNvSpPr/>
          <p:nvPr/>
        </p:nvSpPr>
        <p:spPr>
          <a:xfrm>
            <a:off x="6802438" y="2378075"/>
            <a:ext cx="2057400" cy="203835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2" name="Title 1"/>
          <p:cNvSpPr>
            <a:spLocks noGrp="1"/>
          </p:cNvSpPr>
          <p:nvPr>
            <p:ph type="ctrTitle"/>
          </p:nvPr>
        </p:nvSpPr>
        <p:spPr>
          <a:xfrm>
            <a:off x="4800600" y="4624668"/>
            <a:ext cx="4038600" cy="933450"/>
          </a:xfrm>
        </p:spPr>
        <p:txBody>
          <a:bodyPr>
            <a:normAutofit/>
          </a:bodyPr>
          <a:lstStyle>
            <a:lvl1pPr>
              <a:defRPr sz="2800"/>
            </a:lvl1pPr>
          </a:lstStyle>
          <a:p>
            <a:r>
              <a:rPr lang="en-US"/>
              <a:t>Click to edit Master title style</a:t>
            </a:r>
            <a:endParaRPr/>
          </a:p>
        </p:txBody>
      </p:sp>
      <p:sp>
        <p:nvSpPr>
          <p:cNvPr id="3" name="Subtitle 2"/>
          <p:cNvSpPr>
            <a:spLocks noGrp="1"/>
          </p:cNvSpPr>
          <p:nvPr>
            <p:ph type="subTitle" idx="1"/>
          </p:nvPr>
        </p:nvSpPr>
        <p:spPr>
          <a:xfrm>
            <a:off x="4800600" y="5562599"/>
            <a:ext cx="4038600" cy="748553"/>
          </a:xfrm>
        </p:spPr>
        <p:txBody>
          <a:bodyPr>
            <a:normAutofit/>
          </a:bodyPr>
          <a:lstStyle>
            <a:lvl1pPr marL="0" indent="0" algn="l">
              <a:spcBef>
                <a:spcPts val="300"/>
              </a:spcBef>
              <a:buNone/>
              <a:defRPr sz="1400">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a:p>
        </p:txBody>
      </p:sp>
      <p:sp>
        <p:nvSpPr>
          <p:cNvPr id="10" name="Date Placeholder 3">
            <a:extLst>
              <a:ext uri="{FF2B5EF4-FFF2-40B4-BE49-F238E27FC236}">
                <a16:creationId xmlns:a16="http://schemas.microsoft.com/office/drawing/2014/main" id="{206B4422-FDBB-451A-80A3-E1AF08DE1A22}"/>
              </a:ext>
            </a:extLst>
          </p:cNvPr>
          <p:cNvSpPr>
            <a:spLocks noGrp="1"/>
          </p:cNvSpPr>
          <p:nvPr>
            <p:ph type="dt" sz="half" idx="10"/>
          </p:nvPr>
        </p:nvSpPr>
        <p:spPr>
          <a:xfrm>
            <a:off x="4800600" y="6426200"/>
            <a:ext cx="1231900" cy="365125"/>
          </a:xfrm>
        </p:spPr>
        <p:txBody>
          <a:bodyPr/>
          <a:lstStyle>
            <a:lvl1pPr algn="l">
              <a:defRPr/>
            </a:lvl1pPr>
          </a:lstStyle>
          <a:p>
            <a:pPr>
              <a:defRPr/>
            </a:pPr>
            <a:fld id="{51752509-2F43-4E42-9C46-F67640C7B1B0}" type="datetime4">
              <a:rPr lang="en-US" altLang="en-US" smtClean="0"/>
              <a:t>February 29, 2024</a:t>
            </a:fld>
            <a:endParaRPr lang="en-US" altLang="en-US"/>
          </a:p>
        </p:txBody>
      </p:sp>
      <p:sp>
        <p:nvSpPr>
          <p:cNvPr id="11" name="Footer Placeholder 4">
            <a:extLst>
              <a:ext uri="{FF2B5EF4-FFF2-40B4-BE49-F238E27FC236}">
                <a16:creationId xmlns:a16="http://schemas.microsoft.com/office/drawing/2014/main" id="{F2442541-6637-473A-8646-7A5B17DAAB20}"/>
              </a:ext>
            </a:extLst>
          </p:cNvPr>
          <p:cNvSpPr>
            <a:spLocks noGrp="1"/>
          </p:cNvSpPr>
          <p:nvPr>
            <p:ph type="ftr" sz="quarter" idx="11"/>
          </p:nvPr>
        </p:nvSpPr>
        <p:spPr>
          <a:xfrm>
            <a:off x="6311900" y="6426200"/>
            <a:ext cx="2616200" cy="365125"/>
          </a:xfrm>
        </p:spPr>
        <p:txBody>
          <a:bodyPr/>
          <a:lstStyle>
            <a:lvl1pPr algn="r">
              <a:defRPr/>
            </a:lvl1pPr>
          </a:lstStyle>
          <a:p>
            <a:pPr>
              <a:defRPr/>
            </a:pPr>
            <a:endParaRPr lang="en-US" altLang="en-US"/>
          </a:p>
        </p:txBody>
      </p:sp>
    </p:spTree>
    <p:extLst>
      <p:ext uri="{BB962C8B-B14F-4D97-AF65-F5344CB8AC3E}">
        <p14:creationId xmlns:p14="http://schemas.microsoft.com/office/powerpoint/2010/main" val="3095534497"/>
      </p:ext>
    </p:extLst>
  </p:cSld>
  <p:clrMapOvr>
    <a:masterClrMapping/>
  </p:clrMapOvr>
  <p:transition>
    <p:random/>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p:cSld name="Title and Content">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65A05DE3-C201-4B11-9666-0C6166F80377}"/>
              </a:ext>
            </a:extLst>
          </p:cNvPr>
          <p:cNvSpPr txBox="1">
            <a:spLocks noChangeArrowheads="1"/>
          </p:cNvSpPr>
          <p:nvPr/>
        </p:nvSpPr>
        <p:spPr bwMode="auto">
          <a:xfrm>
            <a:off x="223838" y="228600"/>
            <a:ext cx="260350"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3600" b="1">
                <a:solidFill>
                  <a:srgbClr val="B870B8"/>
                </a:solidFill>
                <a:cs typeface="Arial" panose="020B0604020202020204" pitchFamily="34" charset="0"/>
              </a:rPr>
              <a:t>+</a:t>
            </a:r>
          </a:p>
        </p:txBody>
      </p:sp>
      <p:sp>
        <p:nvSpPr>
          <p:cNvPr id="2" name="Title 1"/>
          <p:cNvSpPr>
            <a:spLocks noGrp="1"/>
          </p:cNvSpPr>
          <p:nvPr>
            <p:ph type="title"/>
          </p:nvPr>
        </p:nvSpPr>
        <p:spPr/>
        <p:txBody>
          <a:bodyPr/>
          <a:lstStyle>
            <a:lvl1pPr>
              <a:defRPr>
                <a:solidFill>
                  <a:srgbClr val="FF0000"/>
                </a:solidFill>
              </a:defRPr>
            </a:lvl1pPr>
          </a:lstStyle>
          <a:p>
            <a:r>
              <a:rPr lang="en-US"/>
              <a:t>Click to edit Master title style</a:t>
            </a:r>
            <a:endParaRPr dirty="0"/>
          </a:p>
        </p:txBody>
      </p:sp>
      <p:sp>
        <p:nvSpPr>
          <p:cNvPr id="3" name="Content Placeholder 2"/>
          <p:cNvSpPr>
            <a:spLocks noGrp="1"/>
          </p:cNvSpPr>
          <p:nvPr>
            <p:ph idx="1"/>
          </p:nvPr>
        </p:nvSpPr>
        <p:spPr/>
        <p:txBody>
          <a:bodyPr/>
          <a:lstStyle>
            <a:lvl1pPr>
              <a:defRPr>
                <a:solidFill>
                  <a:srgbClr val="0070C0"/>
                </a:solidFill>
              </a:defRPr>
            </a:lvl1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dirty="0"/>
          </a:p>
        </p:txBody>
      </p:sp>
      <p:sp>
        <p:nvSpPr>
          <p:cNvPr id="5" name="Date Placeholder 3">
            <a:extLst>
              <a:ext uri="{FF2B5EF4-FFF2-40B4-BE49-F238E27FC236}">
                <a16:creationId xmlns:a16="http://schemas.microsoft.com/office/drawing/2014/main" id="{84101D24-BFA7-4899-9B74-B8A3EFA117AF}"/>
              </a:ext>
            </a:extLst>
          </p:cNvPr>
          <p:cNvSpPr>
            <a:spLocks noGrp="1"/>
          </p:cNvSpPr>
          <p:nvPr>
            <p:ph type="dt" sz="half" idx="10"/>
          </p:nvPr>
        </p:nvSpPr>
        <p:spPr/>
        <p:txBody>
          <a:bodyPr/>
          <a:lstStyle>
            <a:lvl1pPr>
              <a:defRPr/>
            </a:lvl1pPr>
          </a:lstStyle>
          <a:p>
            <a:pPr>
              <a:defRPr/>
            </a:pPr>
            <a:fld id="{13F99C14-10D9-4321-B3FF-0E9B3870EC11}" type="datetime4">
              <a:rPr lang="en-US" altLang="en-US" smtClean="0"/>
              <a:t>February 29, 2024</a:t>
            </a:fld>
            <a:endParaRPr lang="en-US" altLang="en-US"/>
          </a:p>
        </p:txBody>
      </p:sp>
      <p:sp>
        <p:nvSpPr>
          <p:cNvPr id="6" name="Footer Placeholder 4">
            <a:extLst>
              <a:ext uri="{FF2B5EF4-FFF2-40B4-BE49-F238E27FC236}">
                <a16:creationId xmlns:a16="http://schemas.microsoft.com/office/drawing/2014/main" id="{6E967D6C-DA6F-4253-9972-3ACF725B5CB4}"/>
              </a:ext>
            </a:extLst>
          </p:cNvPr>
          <p:cNvSpPr>
            <a:spLocks noGrp="1"/>
          </p:cNvSpPr>
          <p:nvPr>
            <p:ph type="ftr" sz="quarter" idx="11"/>
          </p:nvPr>
        </p:nvSpPr>
        <p:spPr/>
        <p:txBody>
          <a:bodyPr/>
          <a:lstStyle>
            <a:lvl1pPr>
              <a:defRPr/>
            </a:lvl1pPr>
          </a:lstStyle>
          <a:p>
            <a:pPr>
              <a:defRPr/>
            </a:pPr>
            <a:endParaRPr lang="en-US" altLang="en-US"/>
          </a:p>
        </p:txBody>
      </p:sp>
      <p:sp>
        <p:nvSpPr>
          <p:cNvPr id="7" name="Slide Number Placeholder 5">
            <a:extLst>
              <a:ext uri="{FF2B5EF4-FFF2-40B4-BE49-F238E27FC236}">
                <a16:creationId xmlns:a16="http://schemas.microsoft.com/office/drawing/2014/main" id="{3A360E86-5EA3-4476-88D3-5048B6BF470E}"/>
              </a:ext>
            </a:extLst>
          </p:cNvPr>
          <p:cNvSpPr>
            <a:spLocks noGrp="1"/>
          </p:cNvSpPr>
          <p:nvPr>
            <p:ph type="sldNum" sz="quarter" idx="12"/>
          </p:nvPr>
        </p:nvSpPr>
        <p:spPr/>
        <p:txBody>
          <a:bodyPr/>
          <a:lstStyle>
            <a:lvl1pPr>
              <a:defRPr/>
            </a:lvl1pPr>
          </a:lstStyle>
          <a:p>
            <a:pPr>
              <a:defRPr/>
            </a:pPr>
            <a:fld id="{5997FF75-9E45-4F6E-9E89-BE68C2AA7735}" type="slidenum">
              <a:rPr lang="en-US" altLang="en-US"/>
              <a:pPr>
                <a:defRPr/>
              </a:pPr>
              <a:t>‹#›</a:t>
            </a:fld>
            <a:endParaRPr lang="en-US" altLang="en-US"/>
          </a:p>
        </p:txBody>
      </p:sp>
    </p:spTree>
    <p:extLst>
      <p:ext uri="{BB962C8B-B14F-4D97-AF65-F5344CB8AC3E}">
        <p14:creationId xmlns:p14="http://schemas.microsoft.com/office/powerpoint/2010/main" val="3026629825"/>
      </p:ext>
    </p:extLst>
  </p:cSld>
  <p:clrMapOvr>
    <a:masterClrMapping/>
  </p:clrMapOvr>
  <p:transition>
    <p:random/>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p:cSld name="Title and Content, Al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9CC2ECC-E059-4618-997A-65107B4AD2CF}"/>
              </a:ext>
            </a:extLst>
          </p:cNvPr>
          <p:cNvSpPr/>
          <p:nvPr/>
        </p:nvSpPr>
        <p:spPr>
          <a:xfrm>
            <a:off x="8166100" y="282575"/>
            <a:ext cx="685800" cy="1600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6" name="TextBox 5">
            <a:extLst>
              <a:ext uri="{FF2B5EF4-FFF2-40B4-BE49-F238E27FC236}">
                <a16:creationId xmlns:a16="http://schemas.microsoft.com/office/drawing/2014/main" id="{C96F8D73-B495-4145-B486-D69B73FDAB72}"/>
              </a:ext>
            </a:extLst>
          </p:cNvPr>
          <p:cNvSpPr txBox="1">
            <a:spLocks noChangeArrowheads="1"/>
          </p:cNvSpPr>
          <p:nvPr/>
        </p:nvSpPr>
        <p:spPr bwMode="auto">
          <a:xfrm>
            <a:off x="223838" y="228600"/>
            <a:ext cx="260350"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3600" b="1">
                <a:solidFill>
                  <a:srgbClr val="B870B8"/>
                </a:solidFill>
                <a:cs typeface="Arial" panose="020B0604020202020204" pitchFamily="34" charset="0"/>
              </a:rPr>
              <a:t>+</a:t>
            </a:r>
          </a:p>
        </p:txBody>
      </p:sp>
      <p:sp>
        <p:nvSpPr>
          <p:cNvPr id="2" name="Title 1"/>
          <p:cNvSpPr>
            <a:spLocks noGrp="1"/>
          </p:cNvSpPr>
          <p:nvPr>
            <p:ph type="title"/>
          </p:nvPr>
        </p:nvSpPr>
        <p:spPr>
          <a:xfrm>
            <a:off x="498474" y="134471"/>
            <a:ext cx="7556313" cy="995082"/>
          </a:xfrm>
        </p:spPr>
        <p:txBody>
          <a:bodyPr anchor="b"/>
          <a:lstStyle>
            <a:lvl1pPr>
              <a:defRPr>
                <a:solidFill>
                  <a:srgbClr val="FF0000"/>
                </a:solidFill>
              </a:defRPr>
            </a:lvl1pPr>
          </a:lstStyle>
          <a:p>
            <a:r>
              <a:rPr lang="en-US"/>
              <a:t>Click to edit Master title style</a:t>
            </a:r>
            <a:endParaRPr dirty="0"/>
          </a:p>
        </p:txBody>
      </p:sp>
      <p:sp>
        <p:nvSpPr>
          <p:cNvPr id="3" name="Content Placeholder 2"/>
          <p:cNvSpPr>
            <a:spLocks noGrp="1"/>
          </p:cNvSpPr>
          <p:nvPr>
            <p:ph idx="1"/>
          </p:nvPr>
        </p:nvSpPr>
        <p:spPr/>
        <p:txBody>
          <a:bodyPr/>
          <a:lstStyle>
            <a:lvl1pPr>
              <a:defRPr>
                <a:solidFill>
                  <a:srgbClr val="0070C0"/>
                </a:solidFill>
              </a:defRPr>
            </a:lvl1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dirty="0"/>
          </a:p>
        </p:txBody>
      </p:sp>
      <p:sp>
        <p:nvSpPr>
          <p:cNvPr id="10" name="Text Placeholder 3"/>
          <p:cNvSpPr>
            <a:spLocks noGrp="1"/>
          </p:cNvSpPr>
          <p:nvPr>
            <p:ph type="body" sz="half" idx="2"/>
          </p:nvPr>
        </p:nvSpPr>
        <p:spPr>
          <a:xfrm>
            <a:off x="498518" y="1129553"/>
            <a:ext cx="7558960" cy="774700"/>
          </a:xfrm>
        </p:spPr>
        <p:txBody>
          <a:bodyPr rtlCol="0">
            <a:noAutofit/>
          </a:bodyPr>
          <a:lstStyle>
            <a:lvl1pPr marL="0" indent="0">
              <a:buNone/>
              <a:defRPr kumimoji="0" sz="2400" b="0" i="0" u="none" strike="noStrike" kern="1200" cap="none" spc="0" normalizeH="0" baseline="0">
                <a:ln>
                  <a:noFill/>
                </a:ln>
                <a:solidFill>
                  <a:schemeClr val="accent3"/>
                </a:solidFill>
                <a:effectLst/>
                <a:uLnTx/>
                <a:uFillTx/>
                <a:latin typeface="+mj-lt"/>
                <a:ea typeface="+mj-ea"/>
                <a:cs typeface="+mj-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7" name="Date Placeholder 3">
            <a:extLst>
              <a:ext uri="{FF2B5EF4-FFF2-40B4-BE49-F238E27FC236}">
                <a16:creationId xmlns:a16="http://schemas.microsoft.com/office/drawing/2014/main" id="{65019766-081A-47D0-BAEA-0C15F0721F57}"/>
              </a:ext>
            </a:extLst>
          </p:cNvPr>
          <p:cNvSpPr>
            <a:spLocks noGrp="1"/>
          </p:cNvSpPr>
          <p:nvPr>
            <p:ph type="dt" sz="half" idx="10"/>
          </p:nvPr>
        </p:nvSpPr>
        <p:spPr/>
        <p:txBody>
          <a:bodyPr/>
          <a:lstStyle>
            <a:lvl1pPr>
              <a:defRPr/>
            </a:lvl1pPr>
          </a:lstStyle>
          <a:p>
            <a:pPr>
              <a:defRPr/>
            </a:pPr>
            <a:fld id="{42F4B6AC-63EB-4180-A36B-8AD10E9CDD5C}" type="datetime4">
              <a:rPr lang="en-US" altLang="en-US" smtClean="0"/>
              <a:t>February 29, 2024</a:t>
            </a:fld>
            <a:endParaRPr lang="en-US" altLang="en-US"/>
          </a:p>
        </p:txBody>
      </p:sp>
      <p:sp>
        <p:nvSpPr>
          <p:cNvPr id="8" name="Footer Placeholder 4">
            <a:extLst>
              <a:ext uri="{FF2B5EF4-FFF2-40B4-BE49-F238E27FC236}">
                <a16:creationId xmlns:a16="http://schemas.microsoft.com/office/drawing/2014/main" id="{7423F56D-9BA3-4A25-B9BA-424A70868E6D}"/>
              </a:ext>
            </a:extLst>
          </p:cNvPr>
          <p:cNvSpPr>
            <a:spLocks noGrp="1"/>
          </p:cNvSpPr>
          <p:nvPr>
            <p:ph type="ftr" sz="quarter" idx="11"/>
          </p:nvPr>
        </p:nvSpPr>
        <p:spPr/>
        <p:txBody>
          <a:bodyPr/>
          <a:lstStyle>
            <a:lvl1pPr>
              <a:defRPr/>
            </a:lvl1pPr>
          </a:lstStyle>
          <a:p>
            <a:pPr>
              <a:defRPr/>
            </a:pPr>
            <a:endParaRPr lang="en-US" altLang="en-US"/>
          </a:p>
        </p:txBody>
      </p:sp>
      <p:sp>
        <p:nvSpPr>
          <p:cNvPr id="9" name="Slide Number Placeholder 5">
            <a:extLst>
              <a:ext uri="{FF2B5EF4-FFF2-40B4-BE49-F238E27FC236}">
                <a16:creationId xmlns:a16="http://schemas.microsoft.com/office/drawing/2014/main" id="{5488EADA-FED8-4753-AAF3-AC9BBB764650}"/>
              </a:ext>
            </a:extLst>
          </p:cNvPr>
          <p:cNvSpPr>
            <a:spLocks noGrp="1"/>
          </p:cNvSpPr>
          <p:nvPr>
            <p:ph type="sldNum" sz="quarter" idx="12"/>
          </p:nvPr>
        </p:nvSpPr>
        <p:spPr/>
        <p:txBody>
          <a:bodyPr/>
          <a:lstStyle>
            <a:lvl1pPr>
              <a:defRPr/>
            </a:lvl1pPr>
          </a:lstStyle>
          <a:p>
            <a:pPr>
              <a:defRPr/>
            </a:pPr>
            <a:fld id="{F9DC72B3-6AE1-4353-8D4C-88EC00346497}" type="slidenum">
              <a:rPr lang="en-US" altLang="en-US"/>
              <a:pPr>
                <a:defRPr/>
              </a:pPr>
              <a:t>‹#›</a:t>
            </a:fld>
            <a:endParaRPr lang="en-US" altLang="en-US"/>
          </a:p>
        </p:txBody>
      </p:sp>
    </p:spTree>
    <p:extLst>
      <p:ext uri="{BB962C8B-B14F-4D97-AF65-F5344CB8AC3E}">
        <p14:creationId xmlns:p14="http://schemas.microsoft.com/office/powerpoint/2010/main" val="18716590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p:cSld name="Title Slide with 2 Pictures">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9A5716B2-1D51-4842-A52B-1B7BE135F4E1}"/>
              </a:ext>
            </a:extLst>
          </p:cNvPr>
          <p:cNvSpPr/>
          <p:nvPr/>
        </p:nvSpPr>
        <p:spPr>
          <a:xfrm>
            <a:off x="282575" y="228600"/>
            <a:ext cx="4235450" cy="418782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8" name="Rectangle 7">
            <a:extLst>
              <a:ext uri="{FF2B5EF4-FFF2-40B4-BE49-F238E27FC236}">
                <a16:creationId xmlns:a16="http://schemas.microsoft.com/office/drawing/2014/main" id="{B6F670D2-C111-4D1B-B50D-F3432ABD194E}"/>
              </a:ext>
            </a:extLst>
          </p:cNvPr>
          <p:cNvSpPr/>
          <p:nvPr/>
        </p:nvSpPr>
        <p:spPr>
          <a:xfrm>
            <a:off x="6802438" y="228600"/>
            <a:ext cx="2057400" cy="203835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9" name="Rectangle 8">
            <a:extLst>
              <a:ext uri="{FF2B5EF4-FFF2-40B4-BE49-F238E27FC236}">
                <a16:creationId xmlns:a16="http://schemas.microsoft.com/office/drawing/2014/main" id="{E1D2165C-0B75-4EB3-A9E4-0F14A4B84006}"/>
              </a:ext>
            </a:extLst>
          </p:cNvPr>
          <p:cNvSpPr/>
          <p:nvPr/>
        </p:nvSpPr>
        <p:spPr>
          <a:xfrm>
            <a:off x="4624388" y="2378075"/>
            <a:ext cx="2057400" cy="203835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10" name="TextBox 9">
            <a:extLst>
              <a:ext uri="{FF2B5EF4-FFF2-40B4-BE49-F238E27FC236}">
                <a16:creationId xmlns:a16="http://schemas.microsoft.com/office/drawing/2014/main" id="{BE03CB60-55F5-44EE-92D5-52256DA7E5F3}"/>
              </a:ext>
            </a:extLst>
          </p:cNvPr>
          <p:cNvSpPr txBox="1">
            <a:spLocks noChangeArrowheads="1"/>
          </p:cNvSpPr>
          <p:nvPr/>
        </p:nvSpPr>
        <p:spPr bwMode="auto">
          <a:xfrm>
            <a:off x="425450" y="174625"/>
            <a:ext cx="412750" cy="831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5400" b="1">
                <a:solidFill>
                  <a:srgbClr val="B870B8"/>
                </a:solidFill>
                <a:cs typeface="Arial" panose="020B0604020202020204" pitchFamily="34" charset="0"/>
              </a:rPr>
              <a:t>+</a:t>
            </a:r>
          </a:p>
        </p:txBody>
      </p:sp>
      <p:sp>
        <p:nvSpPr>
          <p:cNvPr id="2" name="Title 1"/>
          <p:cNvSpPr>
            <a:spLocks noGrp="1"/>
          </p:cNvSpPr>
          <p:nvPr>
            <p:ph type="ctrTitle"/>
          </p:nvPr>
        </p:nvSpPr>
        <p:spPr>
          <a:xfrm>
            <a:off x="4800600" y="4624668"/>
            <a:ext cx="4038600" cy="933450"/>
          </a:xfrm>
        </p:spPr>
        <p:txBody>
          <a:bodyPr>
            <a:normAutofit/>
          </a:bodyPr>
          <a:lstStyle>
            <a:lvl1pPr>
              <a:defRPr sz="2800"/>
            </a:lvl1pPr>
          </a:lstStyle>
          <a:p>
            <a:r>
              <a:rPr lang="en-US"/>
              <a:t>Click to edit Master title style</a:t>
            </a:r>
            <a:endParaRPr/>
          </a:p>
        </p:txBody>
      </p:sp>
      <p:sp>
        <p:nvSpPr>
          <p:cNvPr id="3" name="Subtitle 2"/>
          <p:cNvSpPr>
            <a:spLocks noGrp="1"/>
          </p:cNvSpPr>
          <p:nvPr>
            <p:ph type="subTitle" idx="1"/>
          </p:nvPr>
        </p:nvSpPr>
        <p:spPr>
          <a:xfrm>
            <a:off x="4800600" y="5562599"/>
            <a:ext cx="4038600" cy="748553"/>
          </a:xfrm>
        </p:spPr>
        <p:txBody>
          <a:bodyPr>
            <a:normAutofit/>
          </a:bodyPr>
          <a:lstStyle>
            <a:lvl1pPr marL="0" indent="0" algn="l">
              <a:spcBef>
                <a:spcPts val="300"/>
              </a:spcBef>
              <a:buNone/>
              <a:defRPr sz="1400">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a:p>
        </p:txBody>
      </p:sp>
      <p:sp>
        <p:nvSpPr>
          <p:cNvPr id="13" name="Picture Placeholder 12"/>
          <p:cNvSpPr>
            <a:spLocks noGrp="1"/>
          </p:cNvSpPr>
          <p:nvPr>
            <p:ph type="pic" sz="quarter" idx="12"/>
          </p:nvPr>
        </p:nvSpPr>
        <p:spPr>
          <a:xfrm>
            <a:off x="4624388" y="228600"/>
            <a:ext cx="2057400" cy="2039112"/>
          </a:xfrm>
        </p:spPr>
        <p:txBody>
          <a:bodyPr rtlCol="0">
            <a:normAutofit/>
          </a:bodyPr>
          <a:lstStyle>
            <a:lvl1pPr>
              <a:buNone/>
              <a:defRPr/>
            </a:lvl1pPr>
          </a:lstStyle>
          <a:p>
            <a:pPr lvl="0"/>
            <a:r>
              <a:rPr lang="en-US" noProof="0"/>
              <a:t>Click icon to add picture</a:t>
            </a:r>
            <a:endParaRPr noProof="0" dirty="0"/>
          </a:p>
        </p:txBody>
      </p:sp>
      <p:sp>
        <p:nvSpPr>
          <p:cNvPr id="14" name="Picture Placeholder 12"/>
          <p:cNvSpPr>
            <a:spLocks noGrp="1"/>
          </p:cNvSpPr>
          <p:nvPr>
            <p:ph type="pic" sz="quarter" idx="13"/>
          </p:nvPr>
        </p:nvSpPr>
        <p:spPr>
          <a:xfrm>
            <a:off x="6802438" y="2377440"/>
            <a:ext cx="2057400" cy="2039112"/>
          </a:xfrm>
        </p:spPr>
        <p:txBody>
          <a:bodyPr rtlCol="0">
            <a:normAutofit/>
          </a:bodyPr>
          <a:lstStyle>
            <a:lvl1pPr>
              <a:buNone/>
              <a:defRPr/>
            </a:lvl1pPr>
          </a:lstStyle>
          <a:p>
            <a:pPr lvl="0"/>
            <a:r>
              <a:rPr lang="en-US" noProof="0"/>
              <a:t>Click icon to add picture</a:t>
            </a:r>
            <a:endParaRPr noProof="0" dirty="0"/>
          </a:p>
        </p:txBody>
      </p:sp>
      <p:sp>
        <p:nvSpPr>
          <p:cNvPr id="16" name="Text Placeholder 3"/>
          <p:cNvSpPr>
            <a:spLocks noGrp="1"/>
          </p:cNvSpPr>
          <p:nvPr>
            <p:ph type="body" sz="half" idx="2"/>
          </p:nvPr>
        </p:nvSpPr>
        <p:spPr>
          <a:xfrm>
            <a:off x="857250" y="1779494"/>
            <a:ext cx="3086100" cy="3089666"/>
          </a:xfrm>
        </p:spPr>
        <p:txBody>
          <a:bodyPr lIns="45720" rIns="45720">
            <a:noAutofit/>
          </a:bodyPr>
          <a:lstStyle>
            <a:lvl1pPr marL="0" indent="0" algn="ctr">
              <a:buNone/>
              <a:defRPr sz="4600">
                <a:solidFill>
                  <a:srgbClr val="FF0000"/>
                </a:solidFill>
              </a:defRPr>
            </a:lvl1pPr>
            <a:lvl2pPr>
              <a:defRPr sz="1200"/>
            </a:lvl2pPr>
            <a:lvl3pPr>
              <a:defRPr sz="1000"/>
            </a:lvl3pPr>
            <a:lvl4pPr>
              <a:defRPr sz="900"/>
            </a:lvl4pPr>
            <a:lvl5pPr>
              <a:defRPr sz="900"/>
            </a:lvl5pPr>
          </a:lstStyle>
          <a:p>
            <a:pPr lvl="0"/>
            <a:r>
              <a:rPr lang="en-US"/>
              <a:t>Edit Master text styles</a:t>
            </a:r>
          </a:p>
        </p:txBody>
      </p:sp>
      <p:sp>
        <p:nvSpPr>
          <p:cNvPr id="11" name="Date Placeholder 3">
            <a:extLst>
              <a:ext uri="{FF2B5EF4-FFF2-40B4-BE49-F238E27FC236}">
                <a16:creationId xmlns:a16="http://schemas.microsoft.com/office/drawing/2014/main" id="{2844C491-3D0C-48E4-BD99-E1F9E0A64DC8}"/>
              </a:ext>
            </a:extLst>
          </p:cNvPr>
          <p:cNvSpPr>
            <a:spLocks noGrp="1"/>
          </p:cNvSpPr>
          <p:nvPr>
            <p:ph type="dt" sz="half" idx="14"/>
          </p:nvPr>
        </p:nvSpPr>
        <p:spPr>
          <a:xfrm>
            <a:off x="4800600" y="6426200"/>
            <a:ext cx="1231900" cy="365125"/>
          </a:xfrm>
        </p:spPr>
        <p:txBody>
          <a:bodyPr/>
          <a:lstStyle>
            <a:lvl1pPr algn="l">
              <a:defRPr/>
            </a:lvl1pPr>
          </a:lstStyle>
          <a:p>
            <a:pPr>
              <a:defRPr/>
            </a:pPr>
            <a:fld id="{5947DAE1-A49F-4D70-A911-88A3EB474968}" type="datetime4">
              <a:rPr lang="en-US" altLang="en-US" smtClean="0"/>
              <a:t>February 29, 2024</a:t>
            </a:fld>
            <a:endParaRPr lang="en-US" altLang="en-US"/>
          </a:p>
        </p:txBody>
      </p:sp>
      <p:sp>
        <p:nvSpPr>
          <p:cNvPr id="12" name="Footer Placeholder 4">
            <a:extLst>
              <a:ext uri="{FF2B5EF4-FFF2-40B4-BE49-F238E27FC236}">
                <a16:creationId xmlns:a16="http://schemas.microsoft.com/office/drawing/2014/main" id="{C7A89449-B2CD-4D8E-96E7-C3D05CA65A71}"/>
              </a:ext>
            </a:extLst>
          </p:cNvPr>
          <p:cNvSpPr>
            <a:spLocks noGrp="1"/>
          </p:cNvSpPr>
          <p:nvPr>
            <p:ph type="ftr" sz="quarter" idx="15"/>
          </p:nvPr>
        </p:nvSpPr>
        <p:spPr>
          <a:xfrm>
            <a:off x="6311900" y="6426200"/>
            <a:ext cx="2616200" cy="365125"/>
          </a:xfrm>
        </p:spPr>
        <p:txBody>
          <a:bodyPr/>
          <a:lstStyle>
            <a:lvl1pPr algn="r">
              <a:defRPr/>
            </a:lvl1pPr>
          </a:lstStyle>
          <a:p>
            <a:pPr>
              <a:defRPr/>
            </a:pPr>
            <a:endParaRPr lang="en-US" altLang="en-US"/>
          </a:p>
        </p:txBody>
      </p:sp>
    </p:spTree>
    <p:extLst>
      <p:ext uri="{BB962C8B-B14F-4D97-AF65-F5344CB8AC3E}">
        <p14:creationId xmlns:p14="http://schemas.microsoft.com/office/powerpoint/2010/main" val="190014122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4911DE96-FAFC-4CF6-98C3-243C9D9B03D7}"/>
              </a:ext>
            </a:extLst>
          </p:cNvPr>
          <p:cNvSpPr/>
          <p:nvPr/>
        </p:nvSpPr>
        <p:spPr>
          <a:xfrm>
            <a:off x="658813" y="211138"/>
            <a:ext cx="8201025" cy="634523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2" name="Title 1"/>
          <p:cNvSpPr>
            <a:spLocks noGrp="1"/>
          </p:cNvSpPr>
          <p:nvPr>
            <p:ph type="title"/>
          </p:nvPr>
        </p:nvSpPr>
        <p:spPr>
          <a:xfrm>
            <a:off x="661903" y="3133725"/>
            <a:ext cx="7313240" cy="1362075"/>
          </a:xfrm>
        </p:spPr>
        <p:txBody>
          <a:bodyPr anchor="b">
            <a:normAutofit/>
          </a:bodyPr>
          <a:lstStyle>
            <a:lvl1pPr algn="l">
              <a:defRPr sz="3200" b="0" cap="none" baseline="0">
                <a:solidFill>
                  <a:srgbClr val="FF0000"/>
                </a:solidFill>
              </a:defRPr>
            </a:lvl1pPr>
          </a:lstStyle>
          <a:p>
            <a:r>
              <a:rPr lang="en-US"/>
              <a:t>Click to edit Master title style</a:t>
            </a:r>
            <a:endParaRPr dirty="0"/>
          </a:p>
        </p:txBody>
      </p:sp>
      <p:sp>
        <p:nvSpPr>
          <p:cNvPr id="3" name="Text Placeholder 2"/>
          <p:cNvSpPr>
            <a:spLocks noGrp="1"/>
          </p:cNvSpPr>
          <p:nvPr>
            <p:ph type="body" idx="1"/>
          </p:nvPr>
        </p:nvSpPr>
        <p:spPr>
          <a:xfrm>
            <a:off x="658906" y="4725144"/>
            <a:ext cx="7265894" cy="1270843"/>
          </a:xfrm>
        </p:spPr>
        <p:txBody>
          <a:bodyPr>
            <a:normAutofit/>
          </a:bodyPr>
          <a:lstStyle>
            <a:lvl1pPr marL="0" indent="0">
              <a:spcBef>
                <a:spcPts val="300"/>
              </a:spcBef>
              <a:buNone/>
              <a:defRPr sz="1400" cap="none" baseline="0">
                <a:solidFill>
                  <a:srgbClr val="0070C0"/>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5" name="Date Placeholder 3">
            <a:extLst>
              <a:ext uri="{FF2B5EF4-FFF2-40B4-BE49-F238E27FC236}">
                <a16:creationId xmlns:a16="http://schemas.microsoft.com/office/drawing/2014/main" id="{CE00B8D7-84F4-46D1-83F3-DB8DA019BD9F}"/>
              </a:ext>
            </a:extLst>
          </p:cNvPr>
          <p:cNvSpPr>
            <a:spLocks noGrp="1"/>
          </p:cNvSpPr>
          <p:nvPr>
            <p:ph type="dt" sz="half" idx="10"/>
          </p:nvPr>
        </p:nvSpPr>
        <p:spPr>
          <a:xfrm>
            <a:off x="658813" y="6248400"/>
            <a:ext cx="1474787" cy="365125"/>
          </a:xfrm>
        </p:spPr>
        <p:txBody>
          <a:bodyPr/>
          <a:lstStyle>
            <a:lvl1pPr algn="l">
              <a:defRPr>
                <a:solidFill>
                  <a:schemeClr val="bg1"/>
                </a:solidFill>
              </a:defRPr>
            </a:lvl1pPr>
          </a:lstStyle>
          <a:p>
            <a:pPr>
              <a:defRPr/>
            </a:pPr>
            <a:fld id="{BCD013CE-67C9-4988-A823-7D0EB71D023D}" type="datetime4">
              <a:rPr lang="en-US" altLang="en-US" smtClean="0"/>
              <a:t>February 29, 2024</a:t>
            </a:fld>
            <a:endParaRPr lang="en-US" altLang="en-US"/>
          </a:p>
        </p:txBody>
      </p:sp>
      <p:sp>
        <p:nvSpPr>
          <p:cNvPr id="6" name="Footer Placeholder 4">
            <a:extLst>
              <a:ext uri="{FF2B5EF4-FFF2-40B4-BE49-F238E27FC236}">
                <a16:creationId xmlns:a16="http://schemas.microsoft.com/office/drawing/2014/main" id="{F5407CD7-AE9E-410F-8F94-A4A372B8F1AC}"/>
              </a:ext>
            </a:extLst>
          </p:cNvPr>
          <p:cNvSpPr>
            <a:spLocks noGrp="1"/>
          </p:cNvSpPr>
          <p:nvPr>
            <p:ph type="ftr" sz="quarter" idx="11"/>
          </p:nvPr>
        </p:nvSpPr>
        <p:spPr>
          <a:xfrm>
            <a:off x="2286000" y="6248400"/>
            <a:ext cx="5638800" cy="365125"/>
          </a:xfrm>
        </p:spPr>
        <p:txBody>
          <a:bodyPr/>
          <a:lstStyle>
            <a:lvl1pPr>
              <a:defRPr>
                <a:solidFill>
                  <a:schemeClr val="bg1"/>
                </a:solidFill>
              </a:defRPr>
            </a:lvl1pPr>
          </a:lstStyle>
          <a:p>
            <a:pPr>
              <a:defRPr/>
            </a:pPr>
            <a:endParaRPr lang="en-US" altLang="en-US"/>
          </a:p>
        </p:txBody>
      </p:sp>
      <p:sp>
        <p:nvSpPr>
          <p:cNvPr id="7" name="Slide Number Placeholder 5">
            <a:extLst>
              <a:ext uri="{FF2B5EF4-FFF2-40B4-BE49-F238E27FC236}">
                <a16:creationId xmlns:a16="http://schemas.microsoft.com/office/drawing/2014/main" id="{9606D7A1-CF24-46FC-A3CA-970975891FAB}"/>
              </a:ext>
            </a:extLst>
          </p:cNvPr>
          <p:cNvSpPr>
            <a:spLocks noGrp="1"/>
          </p:cNvSpPr>
          <p:nvPr>
            <p:ph type="sldNum" sz="quarter" idx="12"/>
          </p:nvPr>
        </p:nvSpPr>
        <p:spPr>
          <a:xfrm>
            <a:off x="8305800" y="6248400"/>
            <a:ext cx="554038" cy="365125"/>
          </a:xfrm>
        </p:spPr>
        <p:txBody>
          <a:bodyPr/>
          <a:lstStyle>
            <a:lvl1pPr>
              <a:defRPr/>
            </a:lvl1pPr>
          </a:lstStyle>
          <a:p>
            <a:pPr>
              <a:defRPr/>
            </a:pPr>
            <a:fld id="{04D8FD4F-45E7-4072-8800-E1C10689F0F2}" type="slidenum">
              <a:rPr lang="en-US" altLang="en-US"/>
              <a:pPr>
                <a:defRPr/>
              </a:pPr>
              <a:t>‹#›</a:t>
            </a:fld>
            <a:endParaRPr lang="en-US" altLang="en-US"/>
          </a:p>
        </p:txBody>
      </p:sp>
    </p:spTree>
    <p:extLst>
      <p:ext uri="{BB962C8B-B14F-4D97-AF65-F5344CB8AC3E}">
        <p14:creationId xmlns:p14="http://schemas.microsoft.com/office/powerpoint/2010/main" val="1771318624"/>
      </p:ext>
    </p:extLst>
  </p:cSld>
  <p:clrMapOvr>
    <a:masterClrMapping/>
  </p:clrMapOvr>
  <p:transition>
    <p:random/>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p:cSld name="Two Conten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D9E9D7C-56A6-4B82-9A3D-FD28902E34D6}"/>
              </a:ext>
            </a:extLst>
          </p:cNvPr>
          <p:cNvSpPr/>
          <p:nvPr/>
        </p:nvSpPr>
        <p:spPr>
          <a:xfrm>
            <a:off x="8210550" y="282575"/>
            <a:ext cx="641350" cy="1600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6" name="Rectangle 5">
            <a:extLst>
              <a:ext uri="{FF2B5EF4-FFF2-40B4-BE49-F238E27FC236}">
                <a16:creationId xmlns:a16="http://schemas.microsoft.com/office/drawing/2014/main" id="{99B451A8-D956-4804-BB56-30E8F32ADC46}"/>
              </a:ext>
            </a:extLst>
          </p:cNvPr>
          <p:cNvSpPr/>
          <p:nvPr/>
        </p:nvSpPr>
        <p:spPr>
          <a:xfrm>
            <a:off x="8067675" y="282575"/>
            <a:ext cx="92075" cy="1600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7" name="TextBox 6">
            <a:extLst>
              <a:ext uri="{FF2B5EF4-FFF2-40B4-BE49-F238E27FC236}">
                <a16:creationId xmlns:a16="http://schemas.microsoft.com/office/drawing/2014/main" id="{21727635-677E-4A10-B4D7-6A52FF43DEC0}"/>
              </a:ext>
            </a:extLst>
          </p:cNvPr>
          <p:cNvSpPr txBox="1">
            <a:spLocks noChangeArrowheads="1"/>
          </p:cNvSpPr>
          <p:nvPr/>
        </p:nvSpPr>
        <p:spPr bwMode="auto">
          <a:xfrm>
            <a:off x="223838" y="228600"/>
            <a:ext cx="260350"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3600" b="1">
                <a:solidFill>
                  <a:srgbClr val="B870B8"/>
                </a:solidFill>
                <a:cs typeface="Arial" panose="020B0604020202020204" pitchFamily="34" charset="0"/>
              </a:rPr>
              <a:t>+</a:t>
            </a:r>
          </a:p>
        </p:txBody>
      </p:sp>
      <p:sp>
        <p:nvSpPr>
          <p:cNvPr id="2" name="Title 1"/>
          <p:cNvSpPr>
            <a:spLocks noGrp="1"/>
          </p:cNvSpPr>
          <p:nvPr>
            <p:ph type="title"/>
          </p:nvPr>
        </p:nvSpPr>
        <p:spPr/>
        <p:txBody>
          <a:bodyPr/>
          <a:lstStyle>
            <a:lvl1pPr>
              <a:defRPr>
                <a:solidFill>
                  <a:srgbClr val="FF0000"/>
                </a:solidFill>
              </a:defRPr>
            </a:lvl1pPr>
          </a:lstStyle>
          <a:p>
            <a:r>
              <a:rPr lang="en-US"/>
              <a:t>Click to edit Master title style</a:t>
            </a:r>
            <a:endParaRPr dirty="0"/>
          </a:p>
        </p:txBody>
      </p:sp>
      <p:sp>
        <p:nvSpPr>
          <p:cNvPr id="3" name="Content Placeholder 2"/>
          <p:cNvSpPr>
            <a:spLocks noGrp="1"/>
          </p:cNvSpPr>
          <p:nvPr>
            <p:ph sz="half" idx="1"/>
          </p:nvPr>
        </p:nvSpPr>
        <p:spPr>
          <a:xfrm>
            <a:off x="498518" y="1985963"/>
            <a:ext cx="3657600" cy="4140200"/>
          </a:xfrm>
        </p:spPr>
        <p:txBody>
          <a:bodyPr>
            <a:normAutofit/>
          </a:bodyPr>
          <a:lstStyle>
            <a:lvl1pPr>
              <a:defRPr sz="1800">
                <a:solidFill>
                  <a:srgbClr val="0070C0"/>
                </a:solidFill>
              </a:defRPr>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dirty="0"/>
          </a:p>
        </p:txBody>
      </p:sp>
      <p:sp>
        <p:nvSpPr>
          <p:cNvPr id="4" name="Content Placeholder 3"/>
          <p:cNvSpPr>
            <a:spLocks noGrp="1"/>
          </p:cNvSpPr>
          <p:nvPr>
            <p:ph sz="half" idx="2"/>
          </p:nvPr>
        </p:nvSpPr>
        <p:spPr>
          <a:xfrm>
            <a:off x="4399878" y="1985963"/>
            <a:ext cx="3657600" cy="4140200"/>
          </a:xfrm>
        </p:spPr>
        <p:txBody>
          <a:bodyPr>
            <a:normAutofit/>
          </a:bodyPr>
          <a:lstStyle>
            <a:lvl1pPr>
              <a:defRPr sz="1800">
                <a:solidFill>
                  <a:srgbClr val="0070C0"/>
                </a:solidFill>
              </a:defRPr>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dirty="0"/>
          </a:p>
        </p:txBody>
      </p:sp>
      <p:sp>
        <p:nvSpPr>
          <p:cNvPr id="8" name="Date Placeholder 4">
            <a:extLst>
              <a:ext uri="{FF2B5EF4-FFF2-40B4-BE49-F238E27FC236}">
                <a16:creationId xmlns:a16="http://schemas.microsoft.com/office/drawing/2014/main" id="{425FEDAF-E190-476B-8D80-2FDBE98012B4}"/>
              </a:ext>
            </a:extLst>
          </p:cNvPr>
          <p:cNvSpPr>
            <a:spLocks noGrp="1"/>
          </p:cNvSpPr>
          <p:nvPr>
            <p:ph type="dt" sz="half" idx="10"/>
          </p:nvPr>
        </p:nvSpPr>
        <p:spPr/>
        <p:txBody>
          <a:bodyPr/>
          <a:lstStyle>
            <a:lvl1pPr>
              <a:defRPr/>
            </a:lvl1pPr>
          </a:lstStyle>
          <a:p>
            <a:pPr>
              <a:defRPr/>
            </a:pPr>
            <a:fld id="{8BBC6A0A-016D-4814-87E7-5BE84E79FE1C}" type="datetime4">
              <a:rPr lang="en-US" altLang="en-US" smtClean="0"/>
              <a:t>February 29, 2024</a:t>
            </a:fld>
            <a:endParaRPr lang="en-US" altLang="en-US"/>
          </a:p>
        </p:txBody>
      </p:sp>
      <p:sp>
        <p:nvSpPr>
          <p:cNvPr id="9" name="Footer Placeholder 5">
            <a:extLst>
              <a:ext uri="{FF2B5EF4-FFF2-40B4-BE49-F238E27FC236}">
                <a16:creationId xmlns:a16="http://schemas.microsoft.com/office/drawing/2014/main" id="{40575C56-64B6-4D3B-B150-E0F913949005}"/>
              </a:ext>
            </a:extLst>
          </p:cNvPr>
          <p:cNvSpPr>
            <a:spLocks noGrp="1"/>
          </p:cNvSpPr>
          <p:nvPr>
            <p:ph type="ftr" sz="quarter" idx="11"/>
          </p:nvPr>
        </p:nvSpPr>
        <p:spPr/>
        <p:txBody>
          <a:bodyPr/>
          <a:lstStyle>
            <a:lvl1pPr>
              <a:defRPr/>
            </a:lvl1pPr>
          </a:lstStyle>
          <a:p>
            <a:pPr>
              <a:defRPr/>
            </a:pPr>
            <a:endParaRPr lang="en-US" altLang="en-US"/>
          </a:p>
        </p:txBody>
      </p:sp>
      <p:sp>
        <p:nvSpPr>
          <p:cNvPr id="10" name="Slide Number Placeholder 6">
            <a:extLst>
              <a:ext uri="{FF2B5EF4-FFF2-40B4-BE49-F238E27FC236}">
                <a16:creationId xmlns:a16="http://schemas.microsoft.com/office/drawing/2014/main" id="{9651D746-2E4D-4F42-8E33-B5C7C189907E}"/>
              </a:ext>
            </a:extLst>
          </p:cNvPr>
          <p:cNvSpPr>
            <a:spLocks noGrp="1"/>
          </p:cNvSpPr>
          <p:nvPr>
            <p:ph type="sldNum" sz="quarter" idx="12"/>
          </p:nvPr>
        </p:nvSpPr>
        <p:spPr/>
        <p:txBody>
          <a:bodyPr/>
          <a:lstStyle>
            <a:lvl1pPr>
              <a:defRPr/>
            </a:lvl1pPr>
          </a:lstStyle>
          <a:p>
            <a:pPr>
              <a:defRPr/>
            </a:pPr>
            <a:fld id="{32C62F03-27E2-4C96-967C-2B7425AF4137}" type="slidenum">
              <a:rPr lang="en-US" altLang="en-US"/>
              <a:pPr>
                <a:defRPr/>
              </a:pPr>
              <a:t>‹#›</a:t>
            </a:fld>
            <a:endParaRPr lang="en-US" altLang="en-US"/>
          </a:p>
        </p:txBody>
      </p:sp>
    </p:spTree>
    <p:extLst>
      <p:ext uri="{BB962C8B-B14F-4D97-AF65-F5344CB8AC3E}">
        <p14:creationId xmlns:p14="http://schemas.microsoft.com/office/powerpoint/2010/main" val="2109593391"/>
      </p:ext>
    </p:extLst>
  </p:cSld>
  <p:clrMapOvr>
    <a:masterClrMapping/>
  </p:clrMapOvr>
  <p:transition>
    <p:random/>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p:cSld name="Comparison">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57B07C5-F853-4FE7-ADE4-312152A861F7}"/>
              </a:ext>
            </a:extLst>
          </p:cNvPr>
          <p:cNvSpPr/>
          <p:nvPr/>
        </p:nvSpPr>
        <p:spPr>
          <a:xfrm>
            <a:off x="8166100" y="282575"/>
            <a:ext cx="685800" cy="1600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8" name="TextBox 7">
            <a:extLst>
              <a:ext uri="{FF2B5EF4-FFF2-40B4-BE49-F238E27FC236}">
                <a16:creationId xmlns:a16="http://schemas.microsoft.com/office/drawing/2014/main" id="{DDC0CEFD-742B-4BDB-AB85-DD99C8FFB610}"/>
              </a:ext>
            </a:extLst>
          </p:cNvPr>
          <p:cNvSpPr txBox="1">
            <a:spLocks noChangeArrowheads="1"/>
          </p:cNvSpPr>
          <p:nvPr/>
        </p:nvSpPr>
        <p:spPr bwMode="auto">
          <a:xfrm>
            <a:off x="223838" y="228600"/>
            <a:ext cx="260350"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3600" b="1">
                <a:solidFill>
                  <a:srgbClr val="B870B8"/>
                </a:solidFill>
                <a:cs typeface="Arial" panose="020B0604020202020204" pitchFamily="34" charset="0"/>
              </a:rPr>
              <a:t>+</a:t>
            </a:r>
          </a:p>
        </p:txBody>
      </p:sp>
      <p:sp>
        <p:nvSpPr>
          <p:cNvPr id="2" name="Title 1"/>
          <p:cNvSpPr>
            <a:spLocks noGrp="1"/>
          </p:cNvSpPr>
          <p:nvPr>
            <p:ph type="title"/>
          </p:nvPr>
        </p:nvSpPr>
        <p:spPr/>
        <p:txBody>
          <a:bodyPr/>
          <a:lstStyle>
            <a:lvl1pPr>
              <a:defRPr>
                <a:solidFill>
                  <a:srgbClr val="FF0000"/>
                </a:solidFill>
              </a:defRPr>
            </a:lvl1pPr>
          </a:lstStyle>
          <a:p>
            <a:r>
              <a:rPr lang="en-US"/>
              <a:t>Click to edit Master title style</a:t>
            </a:r>
            <a:endParaRPr dirty="0"/>
          </a:p>
        </p:txBody>
      </p:sp>
      <p:sp>
        <p:nvSpPr>
          <p:cNvPr id="4" name="Content Placeholder 3"/>
          <p:cNvSpPr>
            <a:spLocks noGrp="1"/>
          </p:cNvSpPr>
          <p:nvPr>
            <p:ph sz="half" idx="2"/>
          </p:nvPr>
        </p:nvSpPr>
        <p:spPr>
          <a:xfrm>
            <a:off x="497541" y="2447365"/>
            <a:ext cx="3657600" cy="3678797"/>
          </a:xfrm>
        </p:spPr>
        <p:txBody>
          <a:bodyPr>
            <a:normAutofit/>
          </a:bodyPr>
          <a:lstStyle>
            <a:lvl1pPr>
              <a:defRPr sz="1800"/>
            </a:lvl1pPr>
            <a:lvl2pPr>
              <a:defRPr sz="1800"/>
            </a:lvl2pPr>
            <a:lvl3pPr>
              <a:defRPr sz="1800"/>
            </a:lvl3pPr>
            <a:lvl4pPr>
              <a:defRPr sz="1800"/>
            </a:lvl4pPr>
            <a:lvl5pPr>
              <a:defRPr sz="18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6" name="Content Placeholder 5"/>
          <p:cNvSpPr>
            <a:spLocks noGrp="1"/>
          </p:cNvSpPr>
          <p:nvPr>
            <p:ph sz="quarter" idx="4"/>
          </p:nvPr>
        </p:nvSpPr>
        <p:spPr>
          <a:xfrm>
            <a:off x="4399878" y="2447365"/>
            <a:ext cx="3657600" cy="3678797"/>
          </a:xfrm>
        </p:spPr>
        <p:txBody>
          <a:bodyPr>
            <a:normAutofit/>
          </a:bodyPr>
          <a:lstStyle>
            <a:lvl1pPr>
              <a:defRPr sz="1800"/>
            </a:lvl1pPr>
            <a:lvl2pPr>
              <a:defRPr sz="1800"/>
            </a:lvl2pPr>
            <a:lvl3pPr>
              <a:defRPr sz="1800"/>
            </a:lvl3pPr>
            <a:lvl4pPr>
              <a:defRPr sz="1800"/>
            </a:lvl4pPr>
            <a:lvl5pPr>
              <a:defRPr sz="18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3" name="Text Placeholder 2"/>
          <p:cNvSpPr>
            <a:spLocks noGrp="1"/>
          </p:cNvSpPr>
          <p:nvPr>
            <p:ph type="body" idx="1"/>
          </p:nvPr>
        </p:nvSpPr>
        <p:spPr>
          <a:xfrm>
            <a:off x="497541" y="2070847"/>
            <a:ext cx="3657600" cy="322729"/>
          </a:xfrm>
          <a:prstGeom prst="rect">
            <a:avLst/>
          </a:prstGeom>
          <a:solidFill>
            <a:schemeClr val="accent3"/>
          </a:solidFill>
        </p:spPr>
        <p:txBody>
          <a:bodyPr tIns="0" bIns="0" anchor="ctr">
            <a:noAutofit/>
          </a:bodyPr>
          <a:lstStyle>
            <a:lvl1pPr marL="0" indent="0" algn="ctr">
              <a:spcBef>
                <a:spcPts val="0"/>
              </a:spcBef>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5" name="Text Placeholder 4"/>
          <p:cNvSpPr>
            <a:spLocks noGrp="1"/>
          </p:cNvSpPr>
          <p:nvPr>
            <p:ph type="body" sz="quarter" idx="3"/>
          </p:nvPr>
        </p:nvSpPr>
        <p:spPr>
          <a:xfrm>
            <a:off x="4399878" y="2070847"/>
            <a:ext cx="3657600" cy="322729"/>
          </a:xfrm>
          <a:prstGeom prst="rect">
            <a:avLst/>
          </a:prstGeom>
          <a:solidFill>
            <a:schemeClr val="accent3">
              <a:lumMod val="60000"/>
              <a:lumOff val="40000"/>
            </a:schemeClr>
          </a:solidFill>
        </p:spPr>
        <p:txBody>
          <a:bodyPr tIns="0" bIns="0" anchor="ctr">
            <a:noAutofit/>
          </a:bodyPr>
          <a:lstStyle>
            <a:lvl1pPr marL="0" indent="0" algn="ctr">
              <a:spcBef>
                <a:spcPts val="0"/>
              </a:spcBef>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9" name="Date Placeholder 6">
            <a:extLst>
              <a:ext uri="{FF2B5EF4-FFF2-40B4-BE49-F238E27FC236}">
                <a16:creationId xmlns:a16="http://schemas.microsoft.com/office/drawing/2014/main" id="{71386DFB-7C38-465D-B19A-F9BC200863BD}"/>
              </a:ext>
            </a:extLst>
          </p:cNvPr>
          <p:cNvSpPr>
            <a:spLocks noGrp="1"/>
          </p:cNvSpPr>
          <p:nvPr>
            <p:ph type="dt" sz="half" idx="10"/>
          </p:nvPr>
        </p:nvSpPr>
        <p:spPr/>
        <p:txBody>
          <a:bodyPr/>
          <a:lstStyle>
            <a:lvl1pPr>
              <a:defRPr/>
            </a:lvl1pPr>
          </a:lstStyle>
          <a:p>
            <a:pPr>
              <a:defRPr/>
            </a:pPr>
            <a:fld id="{A6840219-0E5D-43E8-BC46-7B446F82A6CC}" type="datetime4">
              <a:rPr lang="en-US" altLang="en-US" smtClean="0"/>
              <a:t>February 29, 2024</a:t>
            </a:fld>
            <a:endParaRPr lang="en-US" altLang="en-US"/>
          </a:p>
        </p:txBody>
      </p:sp>
      <p:sp>
        <p:nvSpPr>
          <p:cNvPr id="10" name="Footer Placeholder 7">
            <a:extLst>
              <a:ext uri="{FF2B5EF4-FFF2-40B4-BE49-F238E27FC236}">
                <a16:creationId xmlns:a16="http://schemas.microsoft.com/office/drawing/2014/main" id="{AFB72559-48AF-4D8B-BCDA-85DFE5A30C08}"/>
              </a:ext>
            </a:extLst>
          </p:cNvPr>
          <p:cNvSpPr>
            <a:spLocks noGrp="1"/>
          </p:cNvSpPr>
          <p:nvPr>
            <p:ph type="ftr" sz="quarter" idx="11"/>
          </p:nvPr>
        </p:nvSpPr>
        <p:spPr/>
        <p:txBody>
          <a:bodyPr/>
          <a:lstStyle>
            <a:lvl1pPr>
              <a:defRPr/>
            </a:lvl1pPr>
          </a:lstStyle>
          <a:p>
            <a:pPr>
              <a:defRPr/>
            </a:pPr>
            <a:endParaRPr lang="en-US" altLang="en-US"/>
          </a:p>
        </p:txBody>
      </p:sp>
      <p:sp>
        <p:nvSpPr>
          <p:cNvPr id="11" name="Slide Number Placeholder 8">
            <a:extLst>
              <a:ext uri="{FF2B5EF4-FFF2-40B4-BE49-F238E27FC236}">
                <a16:creationId xmlns:a16="http://schemas.microsoft.com/office/drawing/2014/main" id="{C46A864C-2A70-42AC-91B7-3B12616E7B00}"/>
              </a:ext>
            </a:extLst>
          </p:cNvPr>
          <p:cNvSpPr>
            <a:spLocks noGrp="1"/>
          </p:cNvSpPr>
          <p:nvPr>
            <p:ph type="sldNum" sz="quarter" idx="12"/>
          </p:nvPr>
        </p:nvSpPr>
        <p:spPr/>
        <p:txBody>
          <a:bodyPr/>
          <a:lstStyle>
            <a:lvl1pPr>
              <a:defRPr/>
            </a:lvl1pPr>
          </a:lstStyle>
          <a:p>
            <a:pPr>
              <a:defRPr/>
            </a:pPr>
            <a:fld id="{5CC1C16B-91CF-4A52-B7DA-A9E2A0689885}" type="slidenum">
              <a:rPr lang="en-US" altLang="en-US"/>
              <a:pPr>
                <a:defRPr/>
              </a:pPr>
              <a:t>‹#›</a:t>
            </a:fld>
            <a:endParaRPr lang="en-US" altLang="en-US"/>
          </a:p>
        </p:txBody>
      </p:sp>
    </p:spTree>
    <p:extLst>
      <p:ext uri="{BB962C8B-B14F-4D97-AF65-F5344CB8AC3E}">
        <p14:creationId xmlns:p14="http://schemas.microsoft.com/office/powerpoint/2010/main" val="2024414672"/>
      </p:ext>
    </p:extLst>
  </p:cSld>
  <p:clrMapOvr>
    <a:masterClrMapping/>
  </p:clrMapOvr>
  <p:transition>
    <p:random/>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p:cSld name="2 Content, Top and Bottom">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A2040DC1-CC49-4062-B731-108D0938F7B1}"/>
              </a:ext>
            </a:extLst>
          </p:cNvPr>
          <p:cNvSpPr txBox="1">
            <a:spLocks noChangeArrowheads="1"/>
          </p:cNvSpPr>
          <p:nvPr/>
        </p:nvSpPr>
        <p:spPr bwMode="auto">
          <a:xfrm>
            <a:off x="223838" y="228600"/>
            <a:ext cx="260350"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3600" b="1">
                <a:solidFill>
                  <a:srgbClr val="B870B8"/>
                </a:solidFill>
                <a:cs typeface="Arial" panose="020B0604020202020204" pitchFamily="34" charset="0"/>
              </a:rPr>
              <a:t>+</a:t>
            </a:r>
          </a:p>
        </p:txBody>
      </p:sp>
      <p:sp>
        <p:nvSpPr>
          <p:cNvPr id="6" name="Rectangle 5">
            <a:extLst>
              <a:ext uri="{FF2B5EF4-FFF2-40B4-BE49-F238E27FC236}">
                <a16:creationId xmlns:a16="http://schemas.microsoft.com/office/drawing/2014/main" id="{F76B2E1C-83DC-48FB-87B4-6C04ED0E78E1}"/>
              </a:ext>
            </a:extLst>
          </p:cNvPr>
          <p:cNvSpPr/>
          <p:nvPr/>
        </p:nvSpPr>
        <p:spPr>
          <a:xfrm>
            <a:off x="8166100" y="282575"/>
            <a:ext cx="685800" cy="1600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2" name="Title 1"/>
          <p:cNvSpPr>
            <a:spLocks noGrp="1"/>
          </p:cNvSpPr>
          <p:nvPr>
            <p:ph type="title"/>
          </p:nvPr>
        </p:nvSpPr>
        <p:spPr/>
        <p:txBody>
          <a:bodyPr/>
          <a:lstStyle>
            <a:lvl1pPr>
              <a:defRPr>
                <a:solidFill>
                  <a:srgbClr val="FF0000"/>
                </a:solidFill>
              </a:defRPr>
            </a:lvl1pPr>
          </a:lstStyle>
          <a:p>
            <a:r>
              <a:rPr lang="en-US"/>
              <a:t>Click to edit Master title style</a:t>
            </a:r>
            <a:endParaRPr dirty="0"/>
          </a:p>
        </p:txBody>
      </p:sp>
      <p:sp>
        <p:nvSpPr>
          <p:cNvPr id="3" name="Content Placeholder 2"/>
          <p:cNvSpPr>
            <a:spLocks noGrp="1"/>
          </p:cNvSpPr>
          <p:nvPr>
            <p:ph sz="half" idx="1"/>
          </p:nvPr>
        </p:nvSpPr>
        <p:spPr>
          <a:xfrm>
            <a:off x="498517" y="1985963"/>
            <a:ext cx="7569157" cy="196596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3" name="Content Placeholder 2"/>
          <p:cNvSpPr>
            <a:spLocks noGrp="1"/>
          </p:cNvSpPr>
          <p:nvPr>
            <p:ph sz="half" idx="14"/>
          </p:nvPr>
        </p:nvSpPr>
        <p:spPr>
          <a:xfrm>
            <a:off x="498517" y="4164965"/>
            <a:ext cx="7569157" cy="196596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7" name="Date Placeholder 4">
            <a:extLst>
              <a:ext uri="{FF2B5EF4-FFF2-40B4-BE49-F238E27FC236}">
                <a16:creationId xmlns:a16="http://schemas.microsoft.com/office/drawing/2014/main" id="{40692EE1-AA7B-43BD-AC16-CED9312B3818}"/>
              </a:ext>
            </a:extLst>
          </p:cNvPr>
          <p:cNvSpPr>
            <a:spLocks noGrp="1"/>
          </p:cNvSpPr>
          <p:nvPr>
            <p:ph type="dt" sz="half" idx="15"/>
          </p:nvPr>
        </p:nvSpPr>
        <p:spPr/>
        <p:txBody>
          <a:bodyPr/>
          <a:lstStyle>
            <a:lvl1pPr>
              <a:defRPr/>
            </a:lvl1pPr>
          </a:lstStyle>
          <a:p>
            <a:pPr>
              <a:defRPr/>
            </a:pPr>
            <a:fld id="{367BF1C9-1025-4FC5-95F3-643E4B2392A1}" type="datetime4">
              <a:rPr lang="en-US" altLang="en-US" smtClean="0"/>
              <a:t>February 29, 2024</a:t>
            </a:fld>
            <a:endParaRPr lang="en-US" altLang="en-US"/>
          </a:p>
        </p:txBody>
      </p:sp>
      <p:sp>
        <p:nvSpPr>
          <p:cNvPr id="8" name="Footer Placeholder 5">
            <a:extLst>
              <a:ext uri="{FF2B5EF4-FFF2-40B4-BE49-F238E27FC236}">
                <a16:creationId xmlns:a16="http://schemas.microsoft.com/office/drawing/2014/main" id="{AEB1AA61-3E07-4BA7-BD71-ED9C67738005}"/>
              </a:ext>
            </a:extLst>
          </p:cNvPr>
          <p:cNvSpPr>
            <a:spLocks noGrp="1"/>
          </p:cNvSpPr>
          <p:nvPr>
            <p:ph type="ftr" sz="quarter" idx="16"/>
          </p:nvPr>
        </p:nvSpPr>
        <p:spPr/>
        <p:txBody>
          <a:bodyPr/>
          <a:lstStyle>
            <a:lvl1pPr>
              <a:defRPr/>
            </a:lvl1pPr>
          </a:lstStyle>
          <a:p>
            <a:pPr>
              <a:defRPr/>
            </a:pPr>
            <a:endParaRPr lang="en-US" altLang="en-US"/>
          </a:p>
        </p:txBody>
      </p:sp>
      <p:sp>
        <p:nvSpPr>
          <p:cNvPr id="9" name="Slide Number Placeholder 6">
            <a:extLst>
              <a:ext uri="{FF2B5EF4-FFF2-40B4-BE49-F238E27FC236}">
                <a16:creationId xmlns:a16="http://schemas.microsoft.com/office/drawing/2014/main" id="{A485EDA6-A543-44FE-A126-0BC3B380D774}"/>
              </a:ext>
            </a:extLst>
          </p:cNvPr>
          <p:cNvSpPr>
            <a:spLocks noGrp="1"/>
          </p:cNvSpPr>
          <p:nvPr>
            <p:ph type="sldNum" sz="quarter" idx="17"/>
          </p:nvPr>
        </p:nvSpPr>
        <p:spPr/>
        <p:txBody>
          <a:bodyPr/>
          <a:lstStyle>
            <a:lvl1pPr>
              <a:defRPr/>
            </a:lvl1pPr>
          </a:lstStyle>
          <a:p>
            <a:pPr>
              <a:defRPr/>
            </a:pPr>
            <a:fld id="{B55F4DCD-43D8-4193-A279-26DED609CF35}" type="slidenum">
              <a:rPr lang="en-US" altLang="en-US"/>
              <a:pPr>
                <a:defRPr/>
              </a:pPr>
              <a:t>‹#›</a:t>
            </a:fld>
            <a:endParaRPr lang="en-US" altLang="en-US"/>
          </a:p>
        </p:txBody>
      </p:sp>
    </p:spTree>
    <p:extLst>
      <p:ext uri="{BB962C8B-B14F-4D97-AF65-F5344CB8AC3E}">
        <p14:creationId xmlns:p14="http://schemas.microsoft.com/office/powerpoint/2010/main" val="411924319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p:cSld name="3 Conten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E36A625E-3694-4DB5-98E8-2D8D318A7935}"/>
              </a:ext>
            </a:extLst>
          </p:cNvPr>
          <p:cNvSpPr/>
          <p:nvPr/>
        </p:nvSpPr>
        <p:spPr>
          <a:xfrm>
            <a:off x="8166100" y="282575"/>
            <a:ext cx="685800" cy="1600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7" name="TextBox 6">
            <a:extLst>
              <a:ext uri="{FF2B5EF4-FFF2-40B4-BE49-F238E27FC236}">
                <a16:creationId xmlns:a16="http://schemas.microsoft.com/office/drawing/2014/main" id="{FA87372B-B1EB-4EEE-BA49-610CBBE37C2A}"/>
              </a:ext>
            </a:extLst>
          </p:cNvPr>
          <p:cNvSpPr txBox="1">
            <a:spLocks noChangeArrowheads="1"/>
          </p:cNvSpPr>
          <p:nvPr/>
        </p:nvSpPr>
        <p:spPr bwMode="auto">
          <a:xfrm>
            <a:off x="223838" y="228600"/>
            <a:ext cx="260350"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3600" b="1">
                <a:solidFill>
                  <a:srgbClr val="B870B8"/>
                </a:solidFill>
                <a:cs typeface="Arial" panose="020B0604020202020204" pitchFamily="34" charset="0"/>
              </a:rPr>
              <a:t>+</a:t>
            </a:r>
          </a:p>
        </p:txBody>
      </p:sp>
      <p:sp>
        <p:nvSpPr>
          <p:cNvPr id="2" name="Title 1"/>
          <p:cNvSpPr>
            <a:spLocks noGrp="1"/>
          </p:cNvSpPr>
          <p:nvPr>
            <p:ph type="title"/>
          </p:nvPr>
        </p:nvSpPr>
        <p:spPr/>
        <p:txBody>
          <a:bodyPr/>
          <a:lstStyle/>
          <a:p>
            <a:r>
              <a:rPr lang="en-US"/>
              <a:t>Click to edit Master title style</a:t>
            </a:r>
            <a:endParaRPr/>
          </a:p>
        </p:txBody>
      </p:sp>
      <p:sp>
        <p:nvSpPr>
          <p:cNvPr id="3" name="Content Placeholder 2"/>
          <p:cNvSpPr>
            <a:spLocks noGrp="1"/>
          </p:cNvSpPr>
          <p:nvPr>
            <p:ph sz="half" idx="1"/>
          </p:nvPr>
        </p:nvSpPr>
        <p:spPr>
          <a:xfrm>
            <a:off x="4410075" y="1985963"/>
            <a:ext cx="3657600" cy="196596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1" name="Content Placeholder 2"/>
          <p:cNvSpPr>
            <a:spLocks noGrp="1"/>
          </p:cNvSpPr>
          <p:nvPr>
            <p:ph sz="half" idx="15"/>
          </p:nvPr>
        </p:nvSpPr>
        <p:spPr>
          <a:xfrm>
            <a:off x="498518" y="1985963"/>
            <a:ext cx="3657600" cy="414020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3" name="Content Placeholder 2"/>
          <p:cNvSpPr>
            <a:spLocks noGrp="1"/>
          </p:cNvSpPr>
          <p:nvPr>
            <p:ph sz="half" idx="16"/>
          </p:nvPr>
        </p:nvSpPr>
        <p:spPr>
          <a:xfrm>
            <a:off x="4410075" y="4169664"/>
            <a:ext cx="3657600" cy="196596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8" name="Date Placeholder 4">
            <a:extLst>
              <a:ext uri="{FF2B5EF4-FFF2-40B4-BE49-F238E27FC236}">
                <a16:creationId xmlns:a16="http://schemas.microsoft.com/office/drawing/2014/main" id="{A442E16E-8AE9-49E1-B987-A2C09660BFBA}"/>
              </a:ext>
            </a:extLst>
          </p:cNvPr>
          <p:cNvSpPr>
            <a:spLocks noGrp="1"/>
          </p:cNvSpPr>
          <p:nvPr>
            <p:ph type="dt" sz="half" idx="17"/>
          </p:nvPr>
        </p:nvSpPr>
        <p:spPr/>
        <p:txBody>
          <a:bodyPr/>
          <a:lstStyle>
            <a:lvl1pPr>
              <a:defRPr/>
            </a:lvl1pPr>
          </a:lstStyle>
          <a:p>
            <a:pPr>
              <a:defRPr/>
            </a:pPr>
            <a:fld id="{89BDB295-AA0E-4913-8F70-E7AE12812FB4}" type="datetime4">
              <a:rPr lang="en-US" altLang="en-US" smtClean="0"/>
              <a:t>February 29, 2024</a:t>
            </a:fld>
            <a:endParaRPr lang="en-US" altLang="en-US"/>
          </a:p>
        </p:txBody>
      </p:sp>
      <p:sp>
        <p:nvSpPr>
          <p:cNvPr id="9" name="Footer Placeholder 5">
            <a:extLst>
              <a:ext uri="{FF2B5EF4-FFF2-40B4-BE49-F238E27FC236}">
                <a16:creationId xmlns:a16="http://schemas.microsoft.com/office/drawing/2014/main" id="{EFF88378-3EBD-4A53-AAEB-BA3788A9F54D}"/>
              </a:ext>
            </a:extLst>
          </p:cNvPr>
          <p:cNvSpPr>
            <a:spLocks noGrp="1"/>
          </p:cNvSpPr>
          <p:nvPr>
            <p:ph type="ftr" sz="quarter" idx="18"/>
          </p:nvPr>
        </p:nvSpPr>
        <p:spPr/>
        <p:txBody>
          <a:bodyPr/>
          <a:lstStyle>
            <a:lvl1pPr>
              <a:defRPr/>
            </a:lvl1pPr>
          </a:lstStyle>
          <a:p>
            <a:pPr>
              <a:defRPr/>
            </a:pPr>
            <a:endParaRPr lang="en-US" altLang="en-US"/>
          </a:p>
        </p:txBody>
      </p:sp>
      <p:sp>
        <p:nvSpPr>
          <p:cNvPr id="10" name="Slide Number Placeholder 6">
            <a:extLst>
              <a:ext uri="{FF2B5EF4-FFF2-40B4-BE49-F238E27FC236}">
                <a16:creationId xmlns:a16="http://schemas.microsoft.com/office/drawing/2014/main" id="{0A6F8EB9-B8BD-478C-B0C5-CEB182208DD8}"/>
              </a:ext>
            </a:extLst>
          </p:cNvPr>
          <p:cNvSpPr>
            <a:spLocks noGrp="1"/>
          </p:cNvSpPr>
          <p:nvPr>
            <p:ph type="sldNum" sz="quarter" idx="19"/>
          </p:nvPr>
        </p:nvSpPr>
        <p:spPr/>
        <p:txBody>
          <a:bodyPr/>
          <a:lstStyle>
            <a:lvl1pPr>
              <a:defRPr/>
            </a:lvl1pPr>
          </a:lstStyle>
          <a:p>
            <a:pPr>
              <a:defRPr/>
            </a:pPr>
            <a:fld id="{F1E81321-7CA3-455E-B242-7CD20CFE3562}" type="slidenum">
              <a:rPr lang="en-US" altLang="en-US"/>
              <a:pPr>
                <a:defRPr/>
              </a:pPr>
              <a:t>‹#›</a:t>
            </a:fld>
            <a:endParaRPr lang="en-US" altLang="en-US"/>
          </a:p>
        </p:txBody>
      </p:sp>
    </p:spTree>
    <p:extLst>
      <p:ext uri="{BB962C8B-B14F-4D97-AF65-F5344CB8AC3E}">
        <p14:creationId xmlns:p14="http://schemas.microsoft.com/office/powerpoint/2010/main" val="253316420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p:cSld name="4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1347075-7758-4CEC-9F96-6FCEEB078727}"/>
              </a:ext>
            </a:extLst>
          </p:cNvPr>
          <p:cNvSpPr/>
          <p:nvPr/>
        </p:nvSpPr>
        <p:spPr>
          <a:xfrm>
            <a:off x="8166100" y="282575"/>
            <a:ext cx="685800" cy="1600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8" name="TextBox 7">
            <a:extLst>
              <a:ext uri="{FF2B5EF4-FFF2-40B4-BE49-F238E27FC236}">
                <a16:creationId xmlns:a16="http://schemas.microsoft.com/office/drawing/2014/main" id="{7352A13F-FE25-4561-A63F-562F49A24EC0}"/>
              </a:ext>
            </a:extLst>
          </p:cNvPr>
          <p:cNvSpPr txBox="1">
            <a:spLocks noChangeArrowheads="1"/>
          </p:cNvSpPr>
          <p:nvPr/>
        </p:nvSpPr>
        <p:spPr bwMode="auto">
          <a:xfrm>
            <a:off x="223838" y="228600"/>
            <a:ext cx="260350"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3600" b="1">
                <a:solidFill>
                  <a:srgbClr val="B870B8"/>
                </a:solidFill>
                <a:cs typeface="Arial" panose="020B0604020202020204" pitchFamily="34" charset="0"/>
              </a:rPr>
              <a:t>+</a:t>
            </a:r>
          </a:p>
        </p:txBody>
      </p:sp>
      <p:sp>
        <p:nvSpPr>
          <p:cNvPr id="2" name="Title 1"/>
          <p:cNvSpPr>
            <a:spLocks noGrp="1"/>
          </p:cNvSpPr>
          <p:nvPr>
            <p:ph type="title"/>
          </p:nvPr>
        </p:nvSpPr>
        <p:spPr/>
        <p:txBody>
          <a:bodyPr/>
          <a:lstStyle/>
          <a:p>
            <a:r>
              <a:rPr lang="en-US"/>
              <a:t>Click to edit Master title style</a:t>
            </a:r>
            <a:endParaRPr/>
          </a:p>
        </p:txBody>
      </p:sp>
      <p:sp>
        <p:nvSpPr>
          <p:cNvPr id="12" name="Content Placeholder 2"/>
          <p:cNvSpPr>
            <a:spLocks noGrp="1"/>
          </p:cNvSpPr>
          <p:nvPr>
            <p:ph sz="half" idx="17"/>
          </p:nvPr>
        </p:nvSpPr>
        <p:spPr>
          <a:xfrm>
            <a:off x="502920" y="1985963"/>
            <a:ext cx="3657413" cy="196596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4" name="Content Placeholder 2"/>
          <p:cNvSpPr>
            <a:spLocks noGrp="1"/>
          </p:cNvSpPr>
          <p:nvPr>
            <p:ph sz="half" idx="18"/>
          </p:nvPr>
        </p:nvSpPr>
        <p:spPr>
          <a:xfrm>
            <a:off x="502920" y="4164965"/>
            <a:ext cx="3657413" cy="196596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5" name="Content Placeholder 2"/>
          <p:cNvSpPr>
            <a:spLocks noGrp="1"/>
          </p:cNvSpPr>
          <p:nvPr>
            <p:ph sz="half" idx="1"/>
          </p:nvPr>
        </p:nvSpPr>
        <p:spPr>
          <a:xfrm>
            <a:off x="4410075" y="1985963"/>
            <a:ext cx="3657600" cy="196596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6" name="Content Placeholder 2"/>
          <p:cNvSpPr>
            <a:spLocks noGrp="1"/>
          </p:cNvSpPr>
          <p:nvPr>
            <p:ph sz="half" idx="16"/>
          </p:nvPr>
        </p:nvSpPr>
        <p:spPr>
          <a:xfrm>
            <a:off x="4410075" y="4169664"/>
            <a:ext cx="3657600" cy="196596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9" name="Date Placeholder 4">
            <a:extLst>
              <a:ext uri="{FF2B5EF4-FFF2-40B4-BE49-F238E27FC236}">
                <a16:creationId xmlns:a16="http://schemas.microsoft.com/office/drawing/2014/main" id="{8CA10872-C456-40D3-AEDF-ECC579776C64}"/>
              </a:ext>
            </a:extLst>
          </p:cNvPr>
          <p:cNvSpPr>
            <a:spLocks noGrp="1"/>
          </p:cNvSpPr>
          <p:nvPr>
            <p:ph type="dt" sz="half" idx="19"/>
          </p:nvPr>
        </p:nvSpPr>
        <p:spPr/>
        <p:txBody>
          <a:bodyPr/>
          <a:lstStyle>
            <a:lvl1pPr>
              <a:defRPr/>
            </a:lvl1pPr>
          </a:lstStyle>
          <a:p>
            <a:pPr>
              <a:defRPr/>
            </a:pPr>
            <a:fld id="{1D6746FD-7CE6-4784-B555-E150A698D221}" type="datetime4">
              <a:rPr lang="en-US" altLang="en-US" smtClean="0"/>
              <a:t>February 29, 2024</a:t>
            </a:fld>
            <a:endParaRPr lang="en-US" altLang="en-US"/>
          </a:p>
        </p:txBody>
      </p:sp>
      <p:sp>
        <p:nvSpPr>
          <p:cNvPr id="10" name="Footer Placeholder 5">
            <a:extLst>
              <a:ext uri="{FF2B5EF4-FFF2-40B4-BE49-F238E27FC236}">
                <a16:creationId xmlns:a16="http://schemas.microsoft.com/office/drawing/2014/main" id="{FB6C643F-279E-4508-88CB-5D027FFA15FC}"/>
              </a:ext>
            </a:extLst>
          </p:cNvPr>
          <p:cNvSpPr>
            <a:spLocks noGrp="1"/>
          </p:cNvSpPr>
          <p:nvPr>
            <p:ph type="ftr" sz="quarter" idx="20"/>
          </p:nvPr>
        </p:nvSpPr>
        <p:spPr/>
        <p:txBody>
          <a:bodyPr/>
          <a:lstStyle>
            <a:lvl1pPr>
              <a:defRPr/>
            </a:lvl1pPr>
          </a:lstStyle>
          <a:p>
            <a:pPr>
              <a:defRPr/>
            </a:pPr>
            <a:endParaRPr lang="en-US" altLang="en-US"/>
          </a:p>
        </p:txBody>
      </p:sp>
      <p:sp>
        <p:nvSpPr>
          <p:cNvPr id="11" name="Slide Number Placeholder 6">
            <a:extLst>
              <a:ext uri="{FF2B5EF4-FFF2-40B4-BE49-F238E27FC236}">
                <a16:creationId xmlns:a16="http://schemas.microsoft.com/office/drawing/2014/main" id="{C7FE2F1D-C54D-49CF-AA62-F961BBB73A03}"/>
              </a:ext>
            </a:extLst>
          </p:cNvPr>
          <p:cNvSpPr>
            <a:spLocks noGrp="1"/>
          </p:cNvSpPr>
          <p:nvPr>
            <p:ph type="sldNum" sz="quarter" idx="21"/>
          </p:nvPr>
        </p:nvSpPr>
        <p:spPr/>
        <p:txBody>
          <a:bodyPr/>
          <a:lstStyle>
            <a:lvl1pPr>
              <a:defRPr/>
            </a:lvl1pPr>
          </a:lstStyle>
          <a:p>
            <a:pPr>
              <a:defRPr/>
            </a:pPr>
            <a:fld id="{BD5F9E64-AC8D-4934-A522-F84ADA989424}" type="slidenum">
              <a:rPr lang="en-US" altLang="en-US"/>
              <a:pPr>
                <a:defRPr/>
              </a:pPr>
              <a:t>‹#›</a:t>
            </a:fld>
            <a:endParaRPr lang="en-US" altLang="en-US"/>
          </a:p>
        </p:txBody>
      </p:sp>
    </p:spTree>
    <p:extLst>
      <p:ext uri="{BB962C8B-B14F-4D97-AF65-F5344CB8AC3E}">
        <p14:creationId xmlns:p14="http://schemas.microsoft.com/office/powerpoint/2010/main" val="387659558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p:cSld name="Title Only">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93EEB36-E5FF-4FAC-BCEC-EEE3993A2257}"/>
              </a:ext>
            </a:extLst>
          </p:cNvPr>
          <p:cNvSpPr/>
          <p:nvPr/>
        </p:nvSpPr>
        <p:spPr>
          <a:xfrm>
            <a:off x="8166100" y="282575"/>
            <a:ext cx="685800" cy="1600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4" name="TextBox 3">
            <a:extLst>
              <a:ext uri="{FF2B5EF4-FFF2-40B4-BE49-F238E27FC236}">
                <a16:creationId xmlns:a16="http://schemas.microsoft.com/office/drawing/2014/main" id="{45A7B1F7-B66E-4360-933D-20F9FE30A2EA}"/>
              </a:ext>
            </a:extLst>
          </p:cNvPr>
          <p:cNvSpPr txBox="1">
            <a:spLocks noChangeArrowheads="1"/>
          </p:cNvSpPr>
          <p:nvPr/>
        </p:nvSpPr>
        <p:spPr bwMode="auto">
          <a:xfrm>
            <a:off x="223838" y="228600"/>
            <a:ext cx="260350"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3600" b="1">
                <a:solidFill>
                  <a:srgbClr val="B870B8"/>
                </a:solidFill>
                <a:cs typeface="Arial" panose="020B0604020202020204" pitchFamily="34" charset="0"/>
              </a:rPr>
              <a:t>+</a:t>
            </a:r>
          </a:p>
        </p:txBody>
      </p:sp>
      <p:sp>
        <p:nvSpPr>
          <p:cNvPr id="2" name="Title 1"/>
          <p:cNvSpPr>
            <a:spLocks noGrp="1"/>
          </p:cNvSpPr>
          <p:nvPr>
            <p:ph type="title"/>
          </p:nvPr>
        </p:nvSpPr>
        <p:spPr/>
        <p:txBody>
          <a:bodyPr/>
          <a:lstStyle/>
          <a:p>
            <a:r>
              <a:rPr lang="en-US"/>
              <a:t>Click to edit Master title style</a:t>
            </a:r>
            <a:endParaRPr/>
          </a:p>
        </p:txBody>
      </p:sp>
      <p:sp>
        <p:nvSpPr>
          <p:cNvPr id="5" name="Date Placeholder 2">
            <a:extLst>
              <a:ext uri="{FF2B5EF4-FFF2-40B4-BE49-F238E27FC236}">
                <a16:creationId xmlns:a16="http://schemas.microsoft.com/office/drawing/2014/main" id="{A60D05BF-08A0-4D82-87B7-25B380F494B0}"/>
              </a:ext>
            </a:extLst>
          </p:cNvPr>
          <p:cNvSpPr>
            <a:spLocks noGrp="1"/>
          </p:cNvSpPr>
          <p:nvPr>
            <p:ph type="dt" sz="half" idx="10"/>
          </p:nvPr>
        </p:nvSpPr>
        <p:spPr/>
        <p:txBody>
          <a:bodyPr/>
          <a:lstStyle>
            <a:lvl1pPr>
              <a:defRPr/>
            </a:lvl1pPr>
          </a:lstStyle>
          <a:p>
            <a:pPr>
              <a:defRPr/>
            </a:pPr>
            <a:fld id="{3A100575-81D0-4836-BDA5-88ECA2DF1A30}" type="datetime4">
              <a:rPr lang="en-US" altLang="en-US" smtClean="0"/>
              <a:t>February 29, 2024</a:t>
            </a:fld>
            <a:endParaRPr lang="en-US" altLang="en-US"/>
          </a:p>
        </p:txBody>
      </p:sp>
      <p:sp>
        <p:nvSpPr>
          <p:cNvPr id="6" name="Footer Placeholder 3">
            <a:extLst>
              <a:ext uri="{FF2B5EF4-FFF2-40B4-BE49-F238E27FC236}">
                <a16:creationId xmlns:a16="http://schemas.microsoft.com/office/drawing/2014/main" id="{70CBB09B-E9D1-4963-9352-60DD2D041409}"/>
              </a:ext>
            </a:extLst>
          </p:cNvPr>
          <p:cNvSpPr>
            <a:spLocks noGrp="1"/>
          </p:cNvSpPr>
          <p:nvPr>
            <p:ph type="ftr" sz="quarter" idx="11"/>
          </p:nvPr>
        </p:nvSpPr>
        <p:spPr/>
        <p:txBody>
          <a:bodyPr/>
          <a:lstStyle>
            <a:lvl1pPr>
              <a:defRPr/>
            </a:lvl1pPr>
          </a:lstStyle>
          <a:p>
            <a:pPr>
              <a:defRPr/>
            </a:pPr>
            <a:endParaRPr lang="en-US" altLang="en-US"/>
          </a:p>
        </p:txBody>
      </p:sp>
      <p:sp>
        <p:nvSpPr>
          <p:cNvPr id="7" name="Slide Number Placeholder 4">
            <a:extLst>
              <a:ext uri="{FF2B5EF4-FFF2-40B4-BE49-F238E27FC236}">
                <a16:creationId xmlns:a16="http://schemas.microsoft.com/office/drawing/2014/main" id="{AAAE83DB-9197-4A51-B3DF-1B22AAB29DD7}"/>
              </a:ext>
            </a:extLst>
          </p:cNvPr>
          <p:cNvSpPr>
            <a:spLocks noGrp="1"/>
          </p:cNvSpPr>
          <p:nvPr>
            <p:ph type="sldNum" sz="quarter" idx="12"/>
          </p:nvPr>
        </p:nvSpPr>
        <p:spPr/>
        <p:txBody>
          <a:bodyPr/>
          <a:lstStyle>
            <a:lvl1pPr>
              <a:defRPr/>
            </a:lvl1pPr>
          </a:lstStyle>
          <a:p>
            <a:pPr>
              <a:defRPr/>
            </a:pPr>
            <a:fld id="{F02FF4ED-2B23-4CC6-834A-FCFA22AF88CD}" type="slidenum">
              <a:rPr lang="en-US" altLang="en-US"/>
              <a:pPr>
                <a:defRPr/>
              </a:pPr>
              <a:t>‹#›</a:t>
            </a:fld>
            <a:endParaRPr lang="en-US" altLang="en-US"/>
          </a:p>
        </p:txBody>
      </p:sp>
    </p:spTree>
    <p:extLst>
      <p:ext uri="{BB962C8B-B14F-4D97-AF65-F5344CB8AC3E}">
        <p14:creationId xmlns:p14="http://schemas.microsoft.com/office/powerpoint/2010/main" val="4037457812"/>
      </p:ext>
    </p:extLst>
  </p:cSld>
  <p:clrMapOvr>
    <a:masterClrMapping/>
  </p:clrMapOvr>
  <p:transition>
    <p:random/>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p:cSld name="Blan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A297824-E7C6-4F94-94AE-2F0773C2EC4D}"/>
              </a:ext>
            </a:extLst>
          </p:cNvPr>
          <p:cNvSpPr/>
          <p:nvPr/>
        </p:nvSpPr>
        <p:spPr>
          <a:xfrm>
            <a:off x="8166100" y="282575"/>
            <a:ext cx="685800" cy="30162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3" name="Date Placeholder 1">
            <a:extLst>
              <a:ext uri="{FF2B5EF4-FFF2-40B4-BE49-F238E27FC236}">
                <a16:creationId xmlns:a16="http://schemas.microsoft.com/office/drawing/2014/main" id="{BF1A20FE-9E92-4C73-9A74-8F0A2A08F047}"/>
              </a:ext>
            </a:extLst>
          </p:cNvPr>
          <p:cNvSpPr>
            <a:spLocks noGrp="1"/>
          </p:cNvSpPr>
          <p:nvPr>
            <p:ph type="dt" sz="half" idx="10"/>
          </p:nvPr>
        </p:nvSpPr>
        <p:spPr/>
        <p:txBody>
          <a:bodyPr/>
          <a:lstStyle>
            <a:lvl1pPr>
              <a:defRPr/>
            </a:lvl1pPr>
          </a:lstStyle>
          <a:p>
            <a:pPr>
              <a:defRPr/>
            </a:pPr>
            <a:fld id="{8FC35119-4326-4B12-8C41-028122D81B5B}" type="datetime4">
              <a:rPr lang="en-US" altLang="en-US" smtClean="0"/>
              <a:t>February 29, 2024</a:t>
            </a:fld>
            <a:endParaRPr lang="en-US" altLang="en-US"/>
          </a:p>
        </p:txBody>
      </p:sp>
      <p:sp>
        <p:nvSpPr>
          <p:cNvPr id="4" name="Footer Placeholder 2">
            <a:extLst>
              <a:ext uri="{FF2B5EF4-FFF2-40B4-BE49-F238E27FC236}">
                <a16:creationId xmlns:a16="http://schemas.microsoft.com/office/drawing/2014/main" id="{BC591D13-7F35-46DA-90AE-1E6C0A5693DA}"/>
              </a:ext>
            </a:extLst>
          </p:cNvPr>
          <p:cNvSpPr>
            <a:spLocks noGrp="1"/>
          </p:cNvSpPr>
          <p:nvPr>
            <p:ph type="ftr" sz="quarter" idx="11"/>
          </p:nvPr>
        </p:nvSpPr>
        <p:spPr/>
        <p:txBody>
          <a:bodyPr/>
          <a:lstStyle>
            <a:lvl1pPr>
              <a:defRPr/>
            </a:lvl1pPr>
          </a:lstStyle>
          <a:p>
            <a:pPr>
              <a:defRPr/>
            </a:pPr>
            <a:endParaRPr lang="en-US" altLang="en-US"/>
          </a:p>
        </p:txBody>
      </p:sp>
      <p:sp>
        <p:nvSpPr>
          <p:cNvPr id="5" name="Slide Number Placeholder 3">
            <a:extLst>
              <a:ext uri="{FF2B5EF4-FFF2-40B4-BE49-F238E27FC236}">
                <a16:creationId xmlns:a16="http://schemas.microsoft.com/office/drawing/2014/main" id="{AF78DFFF-F6E0-474D-BCE0-10BBC4065D09}"/>
              </a:ext>
            </a:extLst>
          </p:cNvPr>
          <p:cNvSpPr>
            <a:spLocks noGrp="1"/>
          </p:cNvSpPr>
          <p:nvPr>
            <p:ph type="sldNum" sz="quarter" idx="12"/>
          </p:nvPr>
        </p:nvSpPr>
        <p:spPr/>
        <p:txBody>
          <a:bodyPr/>
          <a:lstStyle>
            <a:lvl1pPr>
              <a:defRPr/>
            </a:lvl1pPr>
          </a:lstStyle>
          <a:p>
            <a:pPr>
              <a:defRPr/>
            </a:pPr>
            <a:fld id="{CC516D0E-CD58-4E49-9F6D-689564ED6CA6}" type="slidenum">
              <a:rPr lang="en-US" altLang="en-US"/>
              <a:pPr>
                <a:defRPr/>
              </a:pPr>
              <a:t>‹#›</a:t>
            </a:fld>
            <a:endParaRPr lang="en-US" altLang="en-US"/>
          </a:p>
        </p:txBody>
      </p:sp>
    </p:spTree>
    <p:extLst>
      <p:ext uri="{BB962C8B-B14F-4D97-AF65-F5344CB8AC3E}">
        <p14:creationId xmlns:p14="http://schemas.microsoft.com/office/powerpoint/2010/main" val="2728158440"/>
      </p:ext>
    </p:extLst>
  </p:cSld>
  <p:clrMapOvr>
    <a:masterClrMapping/>
  </p:clrMapOvr>
  <p:transition>
    <p:random/>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A81A3E6C-E078-4B52-8583-2B5D165EB6EC}"/>
              </a:ext>
            </a:extLst>
          </p:cNvPr>
          <p:cNvSpPr/>
          <p:nvPr/>
        </p:nvSpPr>
        <p:spPr>
          <a:xfrm>
            <a:off x="282575" y="228600"/>
            <a:ext cx="3451225" cy="634523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6" name="TextBox 5">
            <a:extLst>
              <a:ext uri="{FF2B5EF4-FFF2-40B4-BE49-F238E27FC236}">
                <a16:creationId xmlns:a16="http://schemas.microsoft.com/office/drawing/2014/main" id="{DA61FBA7-0B22-48B0-89DE-EE8F5CC10736}"/>
              </a:ext>
            </a:extLst>
          </p:cNvPr>
          <p:cNvSpPr txBox="1">
            <a:spLocks noChangeArrowheads="1"/>
          </p:cNvSpPr>
          <p:nvPr/>
        </p:nvSpPr>
        <p:spPr bwMode="auto">
          <a:xfrm>
            <a:off x="425450" y="174625"/>
            <a:ext cx="412750" cy="831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5400" b="1">
                <a:solidFill>
                  <a:srgbClr val="B870B8"/>
                </a:solidFill>
                <a:cs typeface="Arial" panose="020B0604020202020204" pitchFamily="34" charset="0"/>
              </a:rPr>
              <a:t>+</a:t>
            </a:r>
          </a:p>
        </p:txBody>
      </p:sp>
      <p:sp>
        <p:nvSpPr>
          <p:cNvPr id="2" name="Title 1"/>
          <p:cNvSpPr>
            <a:spLocks noGrp="1"/>
          </p:cNvSpPr>
          <p:nvPr>
            <p:ph type="title"/>
          </p:nvPr>
        </p:nvSpPr>
        <p:spPr>
          <a:xfrm>
            <a:off x="380555" y="2571750"/>
            <a:ext cx="3255264" cy="1162050"/>
          </a:xfrm>
        </p:spPr>
        <p:txBody>
          <a:bodyPr anchor="b">
            <a:normAutofit/>
          </a:bodyPr>
          <a:lstStyle>
            <a:lvl1pPr algn="l">
              <a:defRPr sz="2600" b="0">
                <a:solidFill>
                  <a:srgbClr val="FF0000"/>
                </a:solidFill>
              </a:defRPr>
            </a:lvl1pPr>
          </a:lstStyle>
          <a:p>
            <a:r>
              <a:rPr lang="en-US"/>
              <a:t>Click to edit Master title style</a:t>
            </a:r>
            <a:endParaRPr dirty="0"/>
          </a:p>
        </p:txBody>
      </p:sp>
      <p:sp>
        <p:nvSpPr>
          <p:cNvPr id="3" name="Content Placeholder 2"/>
          <p:cNvSpPr>
            <a:spLocks noGrp="1"/>
          </p:cNvSpPr>
          <p:nvPr>
            <p:ph idx="1"/>
          </p:nvPr>
        </p:nvSpPr>
        <p:spPr>
          <a:xfrm>
            <a:off x="4168775" y="273050"/>
            <a:ext cx="4597399" cy="5853113"/>
          </a:xfrm>
        </p:spPr>
        <p:txBody>
          <a:bodyPr>
            <a:normAutofit/>
          </a:bodyPr>
          <a:lstStyle>
            <a:lvl1pPr>
              <a:defRPr sz="1800">
                <a:solidFill>
                  <a:srgbClr val="0070C0"/>
                </a:solidFill>
              </a:defRPr>
            </a:lvl1pPr>
            <a:lvl2pPr>
              <a:defRPr sz="1800"/>
            </a:lvl2pPr>
            <a:lvl3pPr>
              <a:defRPr sz="1800"/>
            </a:lvl3pPr>
            <a:lvl4pPr>
              <a:defRPr sz="1800"/>
            </a:lvl4pPr>
            <a:lvl5pPr>
              <a:defRPr sz="18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dirty="0"/>
          </a:p>
        </p:txBody>
      </p:sp>
      <p:sp>
        <p:nvSpPr>
          <p:cNvPr id="4" name="Text Placeholder 3"/>
          <p:cNvSpPr>
            <a:spLocks noGrp="1"/>
          </p:cNvSpPr>
          <p:nvPr>
            <p:ph type="body" sz="half" idx="2"/>
          </p:nvPr>
        </p:nvSpPr>
        <p:spPr>
          <a:xfrm>
            <a:off x="381093" y="3733800"/>
            <a:ext cx="3255264" cy="2392363"/>
          </a:xfrm>
        </p:spPr>
        <p:txBody>
          <a:bodyPr/>
          <a:lstStyle>
            <a:lvl1pPr marL="0" indent="0">
              <a:buNone/>
              <a:defRPr sz="1400">
                <a:solidFill>
                  <a:srgbClr val="0070C0"/>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7" name="Date Placeholder 4">
            <a:extLst>
              <a:ext uri="{FF2B5EF4-FFF2-40B4-BE49-F238E27FC236}">
                <a16:creationId xmlns:a16="http://schemas.microsoft.com/office/drawing/2014/main" id="{C8CDD739-01DD-46AE-92AD-B19AA301B917}"/>
              </a:ext>
            </a:extLst>
          </p:cNvPr>
          <p:cNvSpPr>
            <a:spLocks noGrp="1"/>
          </p:cNvSpPr>
          <p:nvPr>
            <p:ph type="dt" sz="half" idx="10"/>
          </p:nvPr>
        </p:nvSpPr>
        <p:spPr>
          <a:xfrm>
            <a:off x="7391400" y="6423025"/>
            <a:ext cx="1536700" cy="365125"/>
          </a:xfrm>
        </p:spPr>
        <p:txBody>
          <a:bodyPr/>
          <a:lstStyle>
            <a:lvl1pPr>
              <a:defRPr/>
            </a:lvl1pPr>
          </a:lstStyle>
          <a:p>
            <a:pPr>
              <a:defRPr/>
            </a:pPr>
            <a:fld id="{82402E1E-AC80-476C-BD21-E5D946B2FBAA}" type="datetime4">
              <a:rPr lang="en-US" altLang="en-US" smtClean="0"/>
              <a:t>February 29, 2024</a:t>
            </a:fld>
            <a:endParaRPr lang="en-US" altLang="en-US"/>
          </a:p>
        </p:txBody>
      </p:sp>
      <p:sp>
        <p:nvSpPr>
          <p:cNvPr id="8" name="Footer Placeholder 5">
            <a:extLst>
              <a:ext uri="{FF2B5EF4-FFF2-40B4-BE49-F238E27FC236}">
                <a16:creationId xmlns:a16="http://schemas.microsoft.com/office/drawing/2014/main" id="{2559E1EB-BD5D-43C2-93DB-7E5B72874347}"/>
              </a:ext>
            </a:extLst>
          </p:cNvPr>
          <p:cNvSpPr>
            <a:spLocks noGrp="1"/>
          </p:cNvSpPr>
          <p:nvPr>
            <p:ph type="ftr" sz="quarter" idx="11"/>
          </p:nvPr>
        </p:nvSpPr>
        <p:spPr>
          <a:xfrm>
            <a:off x="3859213" y="6423025"/>
            <a:ext cx="3316287" cy="365125"/>
          </a:xfrm>
        </p:spPr>
        <p:txBody>
          <a:bodyPr/>
          <a:lstStyle>
            <a:lvl1pPr>
              <a:defRPr/>
            </a:lvl1pPr>
          </a:lstStyle>
          <a:p>
            <a:pPr>
              <a:defRPr/>
            </a:pPr>
            <a:endParaRPr lang="en-US" altLang="en-US"/>
          </a:p>
        </p:txBody>
      </p:sp>
    </p:spTree>
    <p:extLst>
      <p:ext uri="{BB962C8B-B14F-4D97-AF65-F5344CB8AC3E}">
        <p14:creationId xmlns:p14="http://schemas.microsoft.com/office/powerpoint/2010/main" val="3306687756"/>
      </p:ext>
    </p:extLst>
  </p:cSld>
  <p:clrMapOvr>
    <a:masterClrMapping/>
  </p:clrMapOvr>
  <p:transition>
    <p:random/>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113DB472-439E-4BDE-918A-FD6BA213D95A}"/>
              </a:ext>
            </a:extLst>
          </p:cNvPr>
          <p:cNvSpPr/>
          <p:nvPr/>
        </p:nvSpPr>
        <p:spPr>
          <a:xfrm>
            <a:off x="8166100" y="282575"/>
            <a:ext cx="685800" cy="30162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6" name="TextBox 5">
            <a:extLst>
              <a:ext uri="{FF2B5EF4-FFF2-40B4-BE49-F238E27FC236}">
                <a16:creationId xmlns:a16="http://schemas.microsoft.com/office/drawing/2014/main" id="{B9BC5FB0-3DC3-4E99-B205-5BF43F431326}"/>
              </a:ext>
            </a:extLst>
          </p:cNvPr>
          <p:cNvSpPr txBox="1">
            <a:spLocks noChangeArrowheads="1"/>
          </p:cNvSpPr>
          <p:nvPr/>
        </p:nvSpPr>
        <p:spPr bwMode="auto">
          <a:xfrm>
            <a:off x="3989388" y="3370263"/>
            <a:ext cx="220662"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2400" b="1">
                <a:solidFill>
                  <a:srgbClr val="B870B8"/>
                </a:solidFill>
                <a:cs typeface="Arial" panose="020B0604020202020204" pitchFamily="34" charset="0"/>
              </a:rPr>
              <a:t>+ </a:t>
            </a:r>
          </a:p>
        </p:txBody>
      </p:sp>
      <p:sp>
        <p:nvSpPr>
          <p:cNvPr id="2" name="Title 1"/>
          <p:cNvSpPr>
            <a:spLocks noGrp="1"/>
          </p:cNvSpPr>
          <p:nvPr>
            <p:ph type="title"/>
          </p:nvPr>
        </p:nvSpPr>
        <p:spPr>
          <a:xfrm>
            <a:off x="4169404" y="3124200"/>
            <a:ext cx="3898272" cy="871538"/>
          </a:xfrm>
        </p:spPr>
        <p:txBody>
          <a:bodyPr anchor="b">
            <a:normAutofit/>
          </a:bodyPr>
          <a:lstStyle>
            <a:lvl1pPr algn="l">
              <a:defRPr sz="2600" b="0">
                <a:solidFill>
                  <a:srgbClr val="FF0000"/>
                </a:solidFill>
              </a:defRPr>
            </a:lvl1pPr>
          </a:lstStyle>
          <a:p>
            <a:r>
              <a:rPr lang="en-US"/>
              <a:t>Click to edit Master title style</a:t>
            </a:r>
            <a:endParaRPr dirty="0"/>
          </a:p>
        </p:txBody>
      </p:sp>
      <p:sp>
        <p:nvSpPr>
          <p:cNvPr id="3" name="Picture Placeholder 2"/>
          <p:cNvSpPr>
            <a:spLocks noGrp="1"/>
          </p:cNvSpPr>
          <p:nvPr>
            <p:ph type="pic" idx="1"/>
          </p:nvPr>
        </p:nvSpPr>
        <p:spPr>
          <a:xfrm>
            <a:off x="277906" y="228600"/>
            <a:ext cx="3460658" cy="6345238"/>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endParaRPr noProof="0" dirty="0"/>
          </a:p>
        </p:txBody>
      </p:sp>
      <p:sp>
        <p:nvSpPr>
          <p:cNvPr id="4" name="Text Placeholder 3"/>
          <p:cNvSpPr>
            <a:spLocks noGrp="1"/>
          </p:cNvSpPr>
          <p:nvPr>
            <p:ph type="body" sz="half" idx="2"/>
          </p:nvPr>
        </p:nvSpPr>
        <p:spPr>
          <a:xfrm>
            <a:off x="4169404" y="3995737"/>
            <a:ext cx="3898272" cy="2147888"/>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7" name="Date Placeholder 4">
            <a:extLst>
              <a:ext uri="{FF2B5EF4-FFF2-40B4-BE49-F238E27FC236}">
                <a16:creationId xmlns:a16="http://schemas.microsoft.com/office/drawing/2014/main" id="{AF046526-C347-4BD5-B33A-3B7626D4B85F}"/>
              </a:ext>
            </a:extLst>
          </p:cNvPr>
          <p:cNvSpPr>
            <a:spLocks noGrp="1"/>
          </p:cNvSpPr>
          <p:nvPr>
            <p:ph type="dt" sz="half" idx="10"/>
          </p:nvPr>
        </p:nvSpPr>
        <p:spPr>
          <a:xfrm>
            <a:off x="7391400" y="6423025"/>
            <a:ext cx="1536700" cy="365125"/>
          </a:xfrm>
        </p:spPr>
        <p:txBody>
          <a:bodyPr/>
          <a:lstStyle>
            <a:lvl1pPr>
              <a:defRPr/>
            </a:lvl1pPr>
          </a:lstStyle>
          <a:p>
            <a:pPr>
              <a:defRPr/>
            </a:pPr>
            <a:fld id="{00F7BFBB-6B8B-4E2E-8F5B-F5D4B0E631F4}" type="datetime4">
              <a:rPr lang="en-US" altLang="en-US" smtClean="0"/>
              <a:t>February 29, 2024</a:t>
            </a:fld>
            <a:endParaRPr lang="en-US" altLang="en-US"/>
          </a:p>
        </p:txBody>
      </p:sp>
      <p:sp>
        <p:nvSpPr>
          <p:cNvPr id="8" name="Footer Placeholder 5">
            <a:extLst>
              <a:ext uri="{FF2B5EF4-FFF2-40B4-BE49-F238E27FC236}">
                <a16:creationId xmlns:a16="http://schemas.microsoft.com/office/drawing/2014/main" id="{CA9B5365-00CB-4803-A243-CFE63D1EF124}"/>
              </a:ext>
            </a:extLst>
          </p:cNvPr>
          <p:cNvSpPr>
            <a:spLocks noGrp="1"/>
          </p:cNvSpPr>
          <p:nvPr>
            <p:ph type="ftr" sz="quarter" idx="11"/>
          </p:nvPr>
        </p:nvSpPr>
        <p:spPr>
          <a:xfrm>
            <a:off x="4191000" y="6423025"/>
            <a:ext cx="3005138" cy="365125"/>
          </a:xfrm>
        </p:spPr>
        <p:txBody>
          <a:bodyPr/>
          <a:lstStyle>
            <a:lvl1pPr>
              <a:defRPr/>
            </a:lvl1pPr>
          </a:lstStyle>
          <a:p>
            <a:pPr>
              <a:defRPr/>
            </a:pPr>
            <a:endParaRPr lang="en-US" altLang="en-US"/>
          </a:p>
        </p:txBody>
      </p:sp>
      <p:sp>
        <p:nvSpPr>
          <p:cNvPr id="9" name="Slide Number Placeholder 6">
            <a:extLst>
              <a:ext uri="{FF2B5EF4-FFF2-40B4-BE49-F238E27FC236}">
                <a16:creationId xmlns:a16="http://schemas.microsoft.com/office/drawing/2014/main" id="{E08FA02A-7C84-41D3-B339-E1CEC85DED7A}"/>
              </a:ext>
            </a:extLst>
          </p:cNvPr>
          <p:cNvSpPr>
            <a:spLocks noGrp="1"/>
          </p:cNvSpPr>
          <p:nvPr>
            <p:ph type="sldNum" sz="quarter" idx="12"/>
          </p:nvPr>
        </p:nvSpPr>
        <p:spPr/>
        <p:txBody>
          <a:bodyPr/>
          <a:lstStyle>
            <a:lvl1pPr>
              <a:defRPr/>
            </a:lvl1pPr>
          </a:lstStyle>
          <a:p>
            <a:pPr>
              <a:defRPr/>
            </a:pPr>
            <a:fld id="{F4C4F20B-DFB7-47E0-99A5-E35BEB509EFA}" type="slidenum">
              <a:rPr lang="en-US" altLang="en-US"/>
              <a:pPr>
                <a:defRPr/>
              </a:pPr>
              <a:t>‹#›</a:t>
            </a:fld>
            <a:endParaRPr lang="en-US" altLang="en-US"/>
          </a:p>
        </p:txBody>
      </p:sp>
    </p:spTree>
    <p:extLst>
      <p:ext uri="{BB962C8B-B14F-4D97-AF65-F5344CB8AC3E}">
        <p14:creationId xmlns:p14="http://schemas.microsoft.com/office/powerpoint/2010/main" val="2255815162"/>
      </p:ext>
    </p:extLst>
  </p:cSld>
  <p:clrMapOvr>
    <a:masterClrMapping/>
  </p:clrMapOvr>
  <p:transition>
    <p:random/>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type="picTx" preserve="1">
  <p:cSld name="Picture above Caption">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AB01909A-2195-4FAB-8839-F9F6FE648B8D}"/>
              </a:ext>
            </a:extLst>
          </p:cNvPr>
          <p:cNvSpPr/>
          <p:nvPr/>
        </p:nvSpPr>
        <p:spPr>
          <a:xfrm>
            <a:off x="6802438" y="228600"/>
            <a:ext cx="2057400" cy="203835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6" name="Rectangle 5">
            <a:extLst>
              <a:ext uri="{FF2B5EF4-FFF2-40B4-BE49-F238E27FC236}">
                <a16:creationId xmlns:a16="http://schemas.microsoft.com/office/drawing/2014/main" id="{F059CE46-129E-4ECD-8EC1-7FBFCCF3D09D}"/>
              </a:ext>
            </a:extLst>
          </p:cNvPr>
          <p:cNvSpPr/>
          <p:nvPr/>
        </p:nvSpPr>
        <p:spPr>
          <a:xfrm>
            <a:off x="6802438" y="2378075"/>
            <a:ext cx="2057400" cy="203835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7" name="TextBox 6">
            <a:extLst>
              <a:ext uri="{FF2B5EF4-FFF2-40B4-BE49-F238E27FC236}">
                <a16:creationId xmlns:a16="http://schemas.microsoft.com/office/drawing/2014/main" id="{C86D4F6F-D994-4A50-98C6-DE2D135B18C0}"/>
              </a:ext>
            </a:extLst>
          </p:cNvPr>
          <p:cNvSpPr txBox="1">
            <a:spLocks noChangeArrowheads="1"/>
          </p:cNvSpPr>
          <p:nvPr/>
        </p:nvSpPr>
        <p:spPr bwMode="auto">
          <a:xfrm>
            <a:off x="327025" y="4632325"/>
            <a:ext cx="22066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2400" b="1">
                <a:solidFill>
                  <a:srgbClr val="B870B8"/>
                </a:solidFill>
                <a:cs typeface="Arial" panose="020B0604020202020204" pitchFamily="34" charset="0"/>
              </a:rPr>
              <a:t>+ </a:t>
            </a:r>
          </a:p>
        </p:txBody>
      </p:sp>
      <p:sp>
        <p:nvSpPr>
          <p:cNvPr id="2" name="Title 1"/>
          <p:cNvSpPr>
            <a:spLocks noGrp="1"/>
          </p:cNvSpPr>
          <p:nvPr>
            <p:ph type="title"/>
          </p:nvPr>
        </p:nvSpPr>
        <p:spPr>
          <a:xfrm>
            <a:off x="506505" y="4424082"/>
            <a:ext cx="6191157" cy="833718"/>
          </a:xfrm>
        </p:spPr>
        <p:txBody>
          <a:bodyPr anchor="b">
            <a:normAutofit/>
          </a:bodyPr>
          <a:lstStyle>
            <a:lvl1pPr algn="l">
              <a:defRPr sz="2600" b="0"/>
            </a:lvl1pPr>
          </a:lstStyle>
          <a:p>
            <a:r>
              <a:rPr lang="en-US"/>
              <a:t>Click to edit Master title style</a:t>
            </a:r>
            <a:endParaRPr/>
          </a:p>
        </p:txBody>
      </p:sp>
      <p:sp>
        <p:nvSpPr>
          <p:cNvPr id="3" name="Picture Placeholder 2"/>
          <p:cNvSpPr>
            <a:spLocks noGrp="1"/>
          </p:cNvSpPr>
          <p:nvPr>
            <p:ph type="pic" idx="1"/>
          </p:nvPr>
        </p:nvSpPr>
        <p:spPr>
          <a:xfrm>
            <a:off x="277905" y="228600"/>
            <a:ext cx="6378389" cy="4187952"/>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endParaRPr noProof="0" dirty="0"/>
          </a:p>
        </p:txBody>
      </p:sp>
      <p:sp>
        <p:nvSpPr>
          <p:cNvPr id="4" name="Text Placeholder 3"/>
          <p:cNvSpPr>
            <a:spLocks noGrp="1"/>
          </p:cNvSpPr>
          <p:nvPr>
            <p:ph type="body" sz="half" idx="2"/>
          </p:nvPr>
        </p:nvSpPr>
        <p:spPr>
          <a:xfrm>
            <a:off x="506505" y="5257799"/>
            <a:ext cx="6191157" cy="885825"/>
          </a:xfrm>
        </p:spPr>
        <p:txBody>
          <a:bodyPr/>
          <a:lstStyle>
            <a:lvl1pPr marL="0" indent="0">
              <a:spcBef>
                <a:spcPts val="300"/>
              </a:spcBef>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8" name="Date Placeholder 4">
            <a:extLst>
              <a:ext uri="{FF2B5EF4-FFF2-40B4-BE49-F238E27FC236}">
                <a16:creationId xmlns:a16="http://schemas.microsoft.com/office/drawing/2014/main" id="{754C0E74-42E2-446C-94D7-A3B55F60E993}"/>
              </a:ext>
            </a:extLst>
          </p:cNvPr>
          <p:cNvSpPr>
            <a:spLocks noGrp="1"/>
          </p:cNvSpPr>
          <p:nvPr>
            <p:ph type="dt" sz="half" idx="10"/>
          </p:nvPr>
        </p:nvSpPr>
        <p:spPr/>
        <p:txBody>
          <a:bodyPr/>
          <a:lstStyle>
            <a:lvl1pPr>
              <a:defRPr/>
            </a:lvl1pPr>
          </a:lstStyle>
          <a:p>
            <a:pPr>
              <a:defRPr/>
            </a:pPr>
            <a:fld id="{7F45BE75-3A8E-4EEA-B612-B336FA73E380}" type="datetime4">
              <a:rPr lang="en-US" altLang="en-US" smtClean="0"/>
              <a:t>February 29, 2024</a:t>
            </a:fld>
            <a:endParaRPr lang="en-US" altLang="en-US"/>
          </a:p>
        </p:txBody>
      </p:sp>
      <p:sp>
        <p:nvSpPr>
          <p:cNvPr id="9" name="Footer Placeholder 5">
            <a:extLst>
              <a:ext uri="{FF2B5EF4-FFF2-40B4-BE49-F238E27FC236}">
                <a16:creationId xmlns:a16="http://schemas.microsoft.com/office/drawing/2014/main" id="{3B8F4D42-B8D9-4103-ABD1-B75FECA7620C}"/>
              </a:ext>
            </a:extLst>
          </p:cNvPr>
          <p:cNvSpPr>
            <a:spLocks noGrp="1"/>
          </p:cNvSpPr>
          <p:nvPr>
            <p:ph type="ftr" sz="quarter" idx="11"/>
          </p:nvPr>
        </p:nvSpPr>
        <p:spPr/>
        <p:txBody>
          <a:bodyPr/>
          <a:lstStyle>
            <a:lvl1pPr>
              <a:defRPr/>
            </a:lvl1pPr>
          </a:lstStyle>
          <a:p>
            <a:pPr>
              <a:defRPr/>
            </a:pPr>
            <a:endParaRPr lang="en-US" altLang="en-US"/>
          </a:p>
        </p:txBody>
      </p:sp>
      <p:sp>
        <p:nvSpPr>
          <p:cNvPr id="10" name="Slide Number Placeholder 6">
            <a:extLst>
              <a:ext uri="{FF2B5EF4-FFF2-40B4-BE49-F238E27FC236}">
                <a16:creationId xmlns:a16="http://schemas.microsoft.com/office/drawing/2014/main" id="{9FC1F58C-874F-4AD4-A32D-B6BA2E11340C}"/>
              </a:ext>
            </a:extLst>
          </p:cNvPr>
          <p:cNvSpPr>
            <a:spLocks noGrp="1"/>
          </p:cNvSpPr>
          <p:nvPr>
            <p:ph type="sldNum" sz="quarter" idx="12"/>
          </p:nvPr>
        </p:nvSpPr>
        <p:spPr/>
        <p:txBody>
          <a:bodyPr/>
          <a:lstStyle>
            <a:lvl1pPr>
              <a:defRPr/>
            </a:lvl1pPr>
          </a:lstStyle>
          <a:p>
            <a:pPr>
              <a:defRPr/>
            </a:pPr>
            <a:fld id="{3F4A88E9-55FA-4583-A2AF-654D4791C2C9}" type="slidenum">
              <a:rPr lang="en-US" altLang="en-US"/>
              <a:pPr>
                <a:defRPr/>
              </a:pPr>
              <a:t>‹#›</a:t>
            </a:fld>
            <a:endParaRPr lang="en-US" altLang="en-US"/>
          </a:p>
        </p:txBody>
      </p:sp>
    </p:spTree>
    <p:extLst>
      <p:ext uri="{BB962C8B-B14F-4D97-AF65-F5344CB8AC3E}">
        <p14:creationId xmlns:p14="http://schemas.microsoft.com/office/powerpoint/2010/main" val="343624612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p:cSld name="2 Pictures with Caption">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E4B8522-9E4F-489D-86CD-B4B7DAA29998}"/>
              </a:ext>
            </a:extLst>
          </p:cNvPr>
          <p:cNvSpPr/>
          <p:nvPr/>
        </p:nvSpPr>
        <p:spPr>
          <a:xfrm>
            <a:off x="282575" y="228600"/>
            <a:ext cx="6386513" cy="634523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7" name="TextBox 6">
            <a:extLst>
              <a:ext uri="{FF2B5EF4-FFF2-40B4-BE49-F238E27FC236}">
                <a16:creationId xmlns:a16="http://schemas.microsoft.com/office/drawing/2014/main" id="{06D96BD4-27ED-4DD1-8791-F3D093AD227B}"/>
              </a:ext>
            </a:extLst>
          </p:cNvPr>
          <p:cNvSpPr txBox="1">
            <a:spLocks noChangeArrowheads="1"/>
          </p:cNvSpPr>
          <p:nvPr/>
        </p:nvSpPr>
        <p:spPr bwMode="auto">
          <a:xfrm>
            <a:off x="425450" y="174625"/>
            <a:ext cx="412750" cy="831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5400" b="1">
                <a:solidFill>
                  <a:srgbClr val="B870B8"/>
                </a:solidFill>
                <a:cs typeface="Arial" panose="020B0604020202020204" pitchFamily="34" charset="0"/>
              </a:rPr>
              <a:t>+</a:t>
            </a:r>
          </a:p>
        </p:txBody>
      </p:sp>
      <p:sp>
        <p:nvSpPr>
          <p:cNvPr id="8" name="Rectangle 7">
            <a:extLst>
              <a:ext uri="{FF2B5EF4-FFF2-40B4-BE49-F238E27FC236}">
                <a16:creationId xmlns:a16="http://schemas.microsoft.com/office/drawing/2014/main" id="{8394B6BF-E2C1-4B6F-9ECA-93E1777E3521}"/>
              </a:ext>
            </a:extLst>
          </p:cNvPr>
          <p:cNvSpPr/>
          <p:nvPr/>
        </p:nvSpPr>
        <p:spPr>
          <a:xfrm>
            <a:off x="6802438" y="228600"/>
            <a:ext cx="2057400" cy="203835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2" name="Title 1"/>
          <p:cNvSpPr>
            <a:spLocks noGrp="1"/>
          </p:cNvSpPr>
          <p:nvPr>
            <p:ph type="title"/>
          </p:nvPr>
        </p:nvSpPr>
        <p:spPr>
          <a:xfrm>
            <a:off x="380554" y="2571750"/>
            <a:ext cx="6181611" cy="1162050"/>
          </a:xfrm>
        </p:spPr>
        <p:txBody>
          <a:bodyPr anchor="b">
            <a:normAutofit/>
          </a:bodyPr>
          <a:lstStyle>
            <a:lvl1pPr algn="l">
              <a:defRPr sz="2600" b="0">
                <a:solidFill>
                  <a:srgbClr val="FF0000"/>
                </a:solidFill>
              </a:defRPr>
            </a:lvl1pPr>
          </a:lstStyle>
          <a:p>
            <a:r>
              <a:rPr lang="en-US"/>
              <a:t>Click to edit Master title style</a:t>
            </a:r>
            <a:endParaRPr dirty="0"/>
          </a:p>
        </p:txBody>
      </p:sp>
      <p:sp>
        <p:nvSpPr>
          <p:cNvPr id="4" name="Text Placeholder 3"/>
          <p:cNvSpPr>
            <a:spLocks noGrp="1"/>
          </p:cNvSpPr>
          <p:nvPr>
            <p:ph type="body" sz="half" idx="2"/>
          </p:nvPr>
        </p:nvSpPr>
        <p:spPr>
          <a:xfrm>
            <a:off x="381094" y="3733800"/>
            <a:ext cx="6179566" cy="2392363"/>
          </a:xfrm>
        </p:spPr>
        <p:txBody>
          <a:bodyPr/>
          <a:lstStyle>
            <a:lvl1pPr marL="0" indent="0">
              <a:buNone/>
              <a:defRPr sz="1400">
                <a:solidFill>
                  <a:srgbClr val="0070C0"/>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12" name="Picture Placeholder 12"/>
          <p:cNvSpPr>
            <a:spLocks noGrp="1"/>
          </p:cNvSpPr>
          <p:nvPr>
            <p:ph type="pic" sz="quarter" idx="13"/>
          </p:nvPr>
        </p:nvSpPr>
        <p:spPr>
          <a:xfrm>
            <a:off x="6802438" y="2374940"/>
            <a:ext cx="2057400" cy="2039112"/>
          </a:xfrm>
        </p:spPr>
        <p:txBody>
          <a:bodyPr rtlCol="0">
            <a:normAutofit/>
          </a:bodyPr>
          <a:lstStyle>
            <a:lvl1pPr>
              <a:buNone/>
              <a:defRPr/>
            </a:lvl1pPr>
          </a:lstStyle>
          <a:p>
            <a:pPr lvl="0"/>
            <a:r>
              <a:rPr lang="en-US" noProof="0"/>
              <a:t>Click icon to add picture</a:t>
            </a:r>
            <a:endParaRPr noProof="0" dirty="0"/>
          </a:p>
        </p:txBody>
      </p:sp>
      <p:sp>
        <p:nvSpPr>
          <p:cNvPr id="13" name="Picture Placeholder 12"/>
          <p:cNvSpPr>
            <a:spLocks noGrp="1"/>
          </p:cNvSpPr>
          <p:nvPr>
            <p:ph type="pic" sz="quarter" idx="14"/>
          </p:nvPr>
        </p:nvSpPr>
        <p:spPr>
          <a:xfrm>
            <a:off x="6802438" y="4535424"/>
            <a:ext cx="2057400" cy="2039112"/>
          </a:xfrm>
        </p:spPr>
        <p:txBody>
          <a:bodyPr rtlCol="0">
            <a:normAutofit/>
          </a:bodyPr>
          <a:lstStyle>
            <a:lvl1pPr>
              <a:buNone/>
              <a:defRPr/>
            </a:lvl1pPr>
          </a:lstStyle>
          <a:p>
            <a:pPr lvl="0"/>
            <a:r>
              <a:rPr lang="en-US" noProof="0"/>
              <a:t>Click icon to add picture</a:t>
            </a:r>
            <a:endParaRPr noProof="0" dirty="0"/>
          </a:p>
        </p:txBody>
      </p:sp>
      <p:sp>
        <p:nvSpPr>
          <p:cNvPr id="9" name="Date Placeholder 4">
            <a:extLst>
              <a:ext uri="{FF2B5EF4-FFF2-40B4-BE49-F238E27FC236}">
                <a16:creationId xmlns:a16="http://schemas.microsoft.com/office/drawing/2014/main" id="{C761474E-2C03-4840-8A15-994BF879D3D2}"/>
              </a:ext>
            </a:extLst>
          </p:cNvPr>
          <p:cNvSpPr>
            <a:spLocks noGrp="1"/>
          </p:cNvSpPr>
          <p:nvPr>
            <p:ph type="dt" sz="half" idx="15"/>
          </p:nvPr>
        </p:nvSpPr>
        <p:spPr>
          <a:xfrm>
            <a:off x="5211763" y="6235700"/>
            <a:ext cx="1349375" cy="365125"/>
          </a:xfrm>
        </p:spPr>
        <p:txBody>
          <a:bodyPr/>
          <a:lstStyle>
            <a:lvl1pPr>
              <a:defRPr>
                <a:solidFill>
                  <a:schemeClr val="bg1"/>
                </a:solidFill>
              </a:defRPr>
            </a:lvl1pPr>
          </a:lstStyle>
          <a:p>
            <a:pPr>
              <a:defRPr/>
            </a:pPr>
            <a:fld id="{20232980-E453-4CBF-A307-45048147E9FA}" type="datetime4">
              <a:rPr lang="en-US" altLang="en-US" smtClean="0"/>
              <a:t>February 29, 2024</a:t>
            </a:fld>
            <a:endParaRPr lang="en-US" altLang="en-US"/>
          </a:p>
        </p:txBody>
      </p:sp>
      <p:sp>
        <p:nvSpPr>
          <p:cNvPr id="10" name="Footer Placeholder 5">
            <a:extLst>
              <a:ext uri="{FF2B5EF4-FFF2-40B4-BE49-F238E27FC236}">
                <a16:creationId xmlns:a16="http://schemas.microsoft.com/office/drawing/2014/main" id="{7C2799EC-B7A7-4AEB-AA05-ED8A41C7D4AE}"/>
              </a:ext>
            </a:extLst>
          </p:cNvPr>
          <p:cNvSpPr>
            <a:spLocks noGrp="1"/>
          </p:cNvSpPr>
          <p:nvPr>
            <p:ph type="ftr" sz="quarter" idx="16"/>
          </p:nvPr>
        </p:nvSpPr>
        <p:spPr>
          <a:xfrm>
            <a:off x="381000" y="6235700"/>
            <a:ext cx="4648200" cy="365125"/>
          </a:xfrm>
        </p:spPr>
        <p:txBody>
          <a:bodyPr/>
          <a:lstStyle>
            <a:lvl1pPr>
              <a:defRPr>
                <a:solidFill>
                  <a:schemeClr val="bg1"/>
                </a:solidFill>
              </a:defRPr>
            </a:lvl1pPr>
          </a:lstStyle>
          <a:p>
            <a:pPr>
              <a:defRPr/>
            </a:pPr>
            <a:endParaRPr lang="en-US" altLang="en-US"/>
          </a:p>
        </p:txBody>
      </p:sp>
      <p:sp>
        <p:nvSpPr>
          <p:cNvPr id="11" name="Slide Number Placeholder 6">
            <a:extLst>
              <a:ext uri="{FF2B5EF4-FFF2-40B4-BE49-F238E27FC236}">
                <a16:creationId xmlns:a16="http://schemas.microsoft.com/office/drawing/2014/main" id="{158E981D-B48B-4C8C-9DD0-1E81EA85DC5F}"/>
              </a:ext>
            </a:extLst>
          </p:cNvPr>
          <p:cNvSpPr>
            <a:spLocks noGrp="1"/>
          </p:cNvSpPr>
          <p:nvPr>
            <p:ph type="sldNum" sz="quarter" idx="17"/>
          </p:nvPr>
        </p:nvSpPr>
        <p:spPr/>
        <p:txBody>
          <a:bodyPr/>
          <a:lstStyle>
            <a:lvl1pPr>
              <a:defRPr/>
            </a:lvl1pPr>
          </a:lstStyle>
          <a:p>
            <a:pPr>
              <a:defRPr/>
            </a:pPr>
            <a:fld id="{C20F1E02-4764-4B68-9C6E-34342FE9361F}" type="slidenum">
              <a:rPr lang="en-US" altLang="en-US"/>
              <a:pPr>
                <a:defRPr/>
              </a:pPr>
              <a:t>‹#›</a:t>
            </a:fld>
            <a:endParaRPr lang="en-US" altLang="en-US"/>
          </a:p>
        </p:txBody>
      </p:sp>
    </p:spTree>
    <p:extLst>
      <p:ext uri="{BB962C8B-B14F-4D97-AF65-F5344CB8AC3E}">
        <p14:creationId xmlns:p14="http://schemas.microsoft.com/office/powerpoint/2010/main" val="182530089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p:cSld name="3 Pictures with Caption">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684C6A6-C390-4CE9-9551-280F5894D784}"/>
              </a:ext>
            </a:extLst>
          </p:cNvPr>
          <p:cNvSpPr/>
          <p:nvPr/>
        </p:nvSpPr>
        <p:spPr>
          <a:xfrm>
            <a:off x="282575" y="228600"/>
            <a:ext cx="4235450" cy="634523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8" name="TextBox 7">
            <a:extLst>
              <a:ext uri="{FF2B5EF4-FFF2-40B4-BE49-F238E27FC236}">
                <a16:creationId xmlns:a16="http://schemas.microsoft.com/office/drawing/2014/main" id="{A51F7596-DDE6-4CD4-865C-FEF3B660E3C7}"/>
              </a:ext>
            </a:extLst>
          </p:cNvPr>
          <p:cNvSpPr txBox="1">
            <a:spLocks noChangeArrowheads="1"/>
          </p:cNvSpPr>
          <p:nvPr/>
        </p:nvSpPr>
        <p:spPr bwMode="auto">
          <a:xfrm>
            <a:off x="425450" y="174625"/>
            <a:ext cx="412750" cy="831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5400" b="1">
                <a:solidFill>
                  <a:srgbClr val="B870B8"/>
                </a:solidFill>
                <a:cs typeface="Arial" panose="020B0604020202020204" pitchFamily="34" charset="0"/>
              </a:rPr>
              <a:t>+</a:t>
            </a:r>
          </a:p>
        </p:txBody>
      </p:sp>
      <p:sp>
        <p:nvSpPr>
          <p:cNvPr id="9" name="Rectangle 8">
            <a:extLst>
              <a:ext uri="{FF2B5EF4-FFF2-40B4-BE49-F238E27FC236}">
                <a16:creationId xmlns:a16="http://schemas.microsoft.com/office/drawing/2014/main" id="{8EC2F2B8-01CF-45D9-851B-C292454438D2}"/>
              </a:ext>
            </a:extLst>
          </p:cNvPr>
          <p:cNvSpPr/>
          <p:nvPr/>
        </p:nvSpPr>
        <p:spPr>
          <a:xfrm>
            <a:off x="6802438" y="228600"/>
            <a:ext cx="2057400" cy="203835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10" name="Rectangle 9">
            <a:extLst>
              <a:ext uri="{FF2B5EF4-FFF2-40B4-BE49-F238E27FC236}">
                <a16:creationId xmlns:a16="http://schemas.microsoft.com/office/drawing/2014/main" id="{187172EA-58AA-450E-8BAD-A116BCA1D3EA}"/>
              </a:ext>
            </a:extLst>
          </p:cNvPr>
          <p:cNvSpPr/>
          <p:nvPr/>
        </p:nvSpPr>
        <p:spPr>
          <a:xfrm>
            <a:off x="4624388" y="4535488"/>
            <a:ext cx="2057400" cy="203835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2" name="Title 1"/>
          <p:cNvSpPr>
            <a:spLocks noGrp="1"/>
          </p:cNvSpPr>
          <p:nvPr>
            <p:ph type="title"/>
          </p:nvPr>
        </p:nvSpPr>
        <p:spPr>
          <a:xfrm>
            <a:off x="380554" y="2571750"/>
            <a:ext cx="4016633" cy="1162050"/>
          </a:xfrm>
        </p:spPr>
        <p:txBody>
          <a:bodyPr anchor="b">
            <a:normAutofit/>
          </a:bodyPr>
          <a:lstStyle>
            <a:lvl1pPr algn="l">
              <a:defRPr sz="2600" b="0">
                <a:solidFill>
                  <a:srgbClr val="FF0000"/>
                </a:solidFill>
              </a:defRPr>
            </a:lvl1pPr>
          </a:lstStyle>
          <a:p>
            <a:r>
              <a:rPr lang="en-US"/>
              <a:t>Click to edit Master title style</a:t>
            </a:r>
            <a:endParaRPr dirty="0"/>
          </a:p>
        </p:txBody>
      </p:sp>
      <p:sp>
        <p:nvSpPr>
          <p:cNvPr id="4" name="Text Placeholder 3"/>
          <p:cNvSpPr>
            <a:spLocks noGrp="1"/>
          </p:cNvSpPr>
          <p:nvPr>
            <p:ph type="body" sz="half" idx="2"/>
          </p:nvPr>
        </p:nvSpPr>
        <p:spPr>
          <a:xfrm>
            <a:off x="381094" y="3733800"/>
            <a:ext cx="4015304" cy="2392363"/>
          </a:xfrm>
        </p:spPr>
        <p:txBody>
          <a:bodyPr/>
          <a:lstStyle>
            <a:lvl1pPr marL="0" indent="0">
              <a:buNone/>
              <a:defRPr sz="1400">
                <a:solidFill>
                  <a:srgbClr val="0070C0"/>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12" name="Picture Placeholder 12"/>
          <p:cNvSpPr>
            <a:spLocks noGrp="1"/>
          </p:cNvSpPr>
          <p:nvPr>
            <p:ph type="pic" sz="quarter" idx="13"/>
          </p:nvPr>
        </p:nvSpPr>
        <p:spPr>
          <a:xfrm>
            <a:off x="4624388" y="228600"/>
            <a:ext cx="2057400" cy="2039112"/>
          </a:xfrm>
        </p:spPr>
        <p:txBody>
          <a:bodyPr rtlCol="0">
            <a:normAutofit/>
          </a:bodyPr>
          <a:lstStyle>
            <a:lvl1pPr>
              <a:buNone/>
              <a:defRPr/>
            </a:lvl1pPr>
          </a:lstStyle>
          <a:p>
            <a:pPr lvl="0"/>
            <a:r>
              <a:rPr lang="en-US" noProof="0"/>
              <a:t>Click icon to add picture</a:t>
            </a:r>
            <a:endParaRPr noProof="0" dirty="0"/>
          </a:p>
        </p:txBody>
      </p:sp>
      <p:sp>
        <p:nvSpPr>
          <p:cNvPr id="13" name="Picture Placeholder 12"/>
          <p:cNvSpPr>
            <a:spLocks noGrp="1"/>
          </p:cNvSpPr>
          <p:nvPr>
            <p:ph type="pic" sz="quarter" idx="14"/>
          </p:nvPr>
        </p:nvSpPr>
        <p:spPr>
          <a:xfrm>
            <a:off x="4624388" y="2381663"/>
            <a:ext cx="2057400" cy="2039112"/>
          </a:xfrm>
        </p:spPr>
        <p:txBody>
          <a:bodyPr rtlCol="0">
            <a:normAutofit/>
          </a:bodyPr>
          <a:lstStyle>
            <a:lvl1pPr>
              <a:buNone/>
              <a:defRPr/>
            </a:lvl1pPr>
          </a:lstStyle>
          <a:p>
            <a:pPr lvl="0"/>
            <a:r>
              <a:rPr lang="en-US" noProof="0"/>
              <a:t>Click icon to add picture</a:t>
            </a:r>
            <a:endParaRPr noProof="0" dirty="0"/>
          </a:p>
        </p:txBody>
      </p:sp>
      <p:sp>
        <p:nvSpPr>
          <p:cNvPr id="14" name="Picture Placeholder 12"/>
          <p:cNvSpPr>
            <a:spLocks noGrp="1"/>
          </p:cNvSpPr>
          <p:nvPr>
            <p:ph type="pic" sz="quarter" idx="15"/>
          </p:nvPr>
        </p:nvSpPr>
        <p:spPr>
          <a:xfrm>
            <a:off x="6803136" y="2381662"/>
            <a:ext cx="2057400" cy="4187952"/>
          </a:xfrm>
        </p:spPr>
        <p:txBody>
          <a:bodyPr rtlCol="0">
            <a:normAutofit/>
          </a:bodyPr>
          <a:lstStyle>
            <a:lvl1pPr>
              <a:buNone/>
              <a:defRPr/>
            </a:lvl1pPr>
          </a:lstStyle>
          <a:p>
            <a:pPr lvl="0"/>
            <a:r>
              <a:rPr lang="en-US" noProof="0"/>
              <a:t>Click icon to add picture</a:t>
            </a:r>
            <a:endParaRPr noProof="0" dirty="0"/>
          </a:p>
        </p:txBody>
      </p:sp>
      <p:sp>
        <p:nvSpPr>
          <p:cNvPr id="11" name="Date Placeholder 4">
            <a:extLst>
              <a:ext uri="{FF2B5EF4-FFF2-40B4-BE49-F238E27FC236}">
                <a16:creationId xmlns:a16="http://schemas.microsoft.com/office/drawing/2014/main" id="{73AC807D-AF86-4476-A47B-879D992AE4E9}"/>
              </a:ext>
            </a:extLst>
          </p:cNvPr>
          <p:cNvSpPr>
            <a:spLocks noGrp="1"/>
          </p:cNvSpPr>
          <p:nvPr>
            <p:ph type="dt" sz="half" idx="16"/>
          </p:nvPr>
        </p:nvSpPr>
        <p:spPr>
          <a:xfrm>
            <a:off x="3048000" y="6235700"/>
            <a:ext cx="1347788" cy="365125"/>
          </a:xfrm>
        </p:spPr>
        <p:txBody>
          <a:bodyPr/>
          <a:lstStyle>
            <a:lvl1pPr>
              <a:defRPr>
                <a:solidFill>
                  <a:schemeClr val="bg1"/>
                </a:solidFill>
              </a:defRPr>
            </a:lvl1pPr>
          </a:lstStyle>
          <a:p>
            <a:pPr>
              <a:defRPr/>
            </a:pPr>
            <a:fld id="{CB0466D8-1F5A-4252-9DF5-0AA1CCE412B1}" type="datetime4">
              <a:rPr lang="en-US" altLang="en-US" smtClean="0"/>
              <a:t>February 29, 2024</a:t>
            </a:fld>
            <a:endParaRPr lang="en-US" altLang="en-US"/>
          </a:p>
        </p:txBody>
      </p:sp>
      <p:sp>
        <p:nvSpPr>
          <p:cNvPr id="15" name="Footer Placeholder 5">
            <a:extLst>
              <a:ext uri="{FF2B5EF4-FFF2-40B4-BE49-F238E27FC236}">
                <a16:creationId xmlns:a16="http://schemas.microsoft.com/office/drawing/2014/main" id="{8E62327F-56AD-4A63-98B9-78485E66D17B}"/>
              </a:ext>
            </a:extLst>
          </p:cNvPr>
          <p:cNvSpPr>
            <a:spLocks noGrp="1"/>
          </p:cNvSpPr>
          <p:nvPr>
            <p:ph type="ftr" sz="quarter" idx="17"/>
          </p:nvPr>
        </p:nvSpPr>
        <p:spPr>
          <a:xfrm>
            <a:off x="381000" y="6235700"/>
            <a:ext cx="2590800" cy="365125"/>
          </a:xfrm>
        </p:spPr>
        <p:txBody>
          <a:bodyPr/>
          <a:lstStyle>
            <a:lvl1pPr>
              <a:defRPr>
                <a:solidFill>
                  <a:schemeClr val="bg1"/>
                </a:solidFill>
              </a:defRPr>
            </a:lvl1pPr>
          </a:lstStyle>
          <a:p>
            <a:pPr>
              <a:defRPr/>
            </a:pPr>
            <a:endParaRPr lang="en-US" altLang="en-US"/>
          </a:p>
        </p:txBody>
      </p:sp>
      <p:sp>
        <p:nvSpPr>
          <p:cNvPr id="16" name="Slide Number Placeholder 6">
            <a:extLst>
              <a:ext uri="{FF2B5EF4-FFF2-40B4-BE49-F238E27FC236}">
                <a16:creationId xmlns:a16="http://schemas.microsoft.com/office/drawing/2014/main" id="{1C12E0BA-FE9E-4BD0-AAEF-9BBAF7C75614}"/>
              </a:ext>
            </a:extLst>
          </p:cNvPr>
          <p:cNvSpPr>
            <a:spLocks noGrp="1"/>
          </p:cNvSpPr>
          <p:nvPr>
            <p:ph type="sldNum" sz="quarter" idx="18"/>
          </p:nvPr>
        </p:nvSpPr>
        <p:spPr/>
        <p:txBody>
          <a:bodyPr/>
          <a:lstStyle>
            <a:lvl1pPr>
              <a:defRPr/>
            </a:lvl1pPr>
          </a:lstStyle>
          <a:p>
            <a:pPr>
              <a:defRPr/>
            </a:pPr>
            <a:fld id="{12D2B7AC-0C10-4CF5-8B9B-68B5A78F7235}" type="slidenum">
              <a:rPr lang="en-US" altLang="en-US"/>
              <a:pPr>
                <a:defRPr/>
              </a:pPr>
              <a:t>‹#›</a:t>
            </a:fld>
            <a:endParaRPr lang="en-US" altLang="en-US"/>
          </a:p>
        </p:txBody>
      </p:sp>
    </p:spTree>
    <p:extLst>
      <p:ext uri="{BB962C8B-B14F-4D97-AF65-F5344CB8AC3E}">
        <p14:creationId xmlns:p14="http://schemas.microsoft.com/office/powerpoint/2010/main" val="3946355436"/>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p:cSld name="3 Pictures with Caption, Al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BD86DB31-10AD-4A0A-BCB6-1CE4F9A6C9F8}"/>
              </a:ext>
            </a:extLst>
          </p:cNvPr>
          <p:cNvSpPr/>
          <p:nvPr/>
        </p:nvSpPr>
        <p:spPr>
          <a:xfrm>
            <a:off x="8166100" y="282575"/>
            <a:ext cx="685800" cy="30162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8" name="TextBox 7">
            <a:extLst>
              <a:ext uri="{FF2B5EF4-FFF2-40B4-BE49-F238E27FC236}">
                <a16:creationId xmlns:a16="http://schemas.microsoft.com/office/drawing/2014/main" id="{6972F84F-B455-44D5-B27F-7968C240A00F}"/>
              </a:ext>
            </a:extLst>
          </p:cNvPr>
          <p:cNvSpPr txBox="1">
            <a:spLocks noChangeArrowheads="1"/>
          </p:cNvSpPr>
          <p:nvPr/>
        </p:nvSpPr>
        <p:spPr bwMode="auto">
          <a:xfrm>
            <a:off x="4749800" y="3370263"/>
            <a:ext cx="220663"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2400" b="1">
                <a:solidFill>
                  <a:srgbClr val="B870B8"/>
                </a:solidFill>
                <a:cs typeface="Arial" panose="020B0604020202020204" pitchFamily="34" charset="0"/>
              </a:rPr>
              <a:t>+ </a:t>
            </a:r>
          </a:p>
        </p:txBody>
      </p:sp>
      <p:sp>
        <p:nvSpPr>
          <p:cNvPr id="2" name="Title 1"/>
          <p:cNvSpPr>
            <a:spLocks noGrp="1"/>
          </p:cNvSpPr>
          <p:nvPr>
            <p:ph type="title"/>
          </p:nvPr>
        </p:nvSpPr>
        <p:spPr>
          <a:xfrm>
            <a:off x="4953000" y="3124200"/>
            <a:ext cx="3108960" cy="871538"/>
          </a:xfrm>
        </p:spPr>
        <p:txBody>
          <a:bodyPr anchor="b">
            <a:normAutofit/>
          </a:bodyPr>
          <a:lstStyle>
            <a:lvl1pPr algn="l">
              <a:defRPr sz="2600" b="0"/>
            </a:lvl1pPr>
          </a:lstStyle>
          <a:p>
            <a:r>
              <a:rPr lang="en-US"/>
              <a:t>Click to edit Master title style</a:t>
            </a:r>
            <a:endParaRPr/>
          </a:p>
        </p:txBody>
      </p:sp>
      <p:sp>
        <p:nvSpPr>
          <p:cNvPr id="3" name="Picture Placeholder 2"/>
          <p:cNvSpPr>
            <a:spLocks noGrp="1"/>
          </p:cNvSpPr>
          <p:nvPr>
            <p:ph type="pic" idx="1"/>
          </p:nvPr>
        </p:nvSpPr>
        <p:spPr>
          <a:xfrm>
            <a:off x="277905" y="2365248"/>
            <a:ext cx="4240119" cy="4187952"/>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endParaRPr noProof="0" dirty="0"/>
          </a:p>
        </p:txBody>
      </p:sp>
      <p:sp>
        <p:nvSpPr>
          <p:cNvPr id="4" name="Text Placeholder 3"/>
          <p:cNvSpPr>
            <a:spLocks noGrp="1"/>
          </p:cNvSpPr>
          <p:nvPr>
            <p:ph type="body" sz="half" idx="2"/>
          </p:nvPr>
        </p:nvSpPr>
        <p:spPr>
          <a:xfrm>
            <a:off x="4953000" y="3995737"/>
            <a:ext cx="3108960" cy="2147888"/>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14" name="Picture Placeholder 12"/>
          <p:cNvSpPr>
            <a:spLocks noGrp="1"/>
          </p:cNvSpPr>
          <p:nvPr>
            <p:ph type="pic" sz="quarter" idx="13"/>
          </p:nvPr>
        </p:nvSpPr>
        <p:spPr>
          <a:xfrm>
            <a:off x="277905" y="228600"/>
            <a:ext cx="2057400" cy="2039112"/>
          </a:xfrm>
        </p:spPr>
        <p:txBody>
          <a:bodyPr rtlCol="0">
            <a:normAutofit/>
          </a:bodyPr>
          <a:lstStyle>
            <a:lvl1pPr>
              <a:buNone/>
              <a:defRPr/>
            </a:lvl1pPr>
          </a:lstStyle>
          <a:p>
            <a:pPr lvl="0"/>
            <a:r>
              <a:rPr lang="en-US" noProof="0"/>
              <a:t>Click icon to add picture</a:t>
            </a:r>
            <a:endParaRPr noProof="0" dirty="0"/>
          </a:p>
        </p:txBody>
      </p:sp>
      <p:sp>
        <p:nvSpPr>
          <p:cNvPr id="15" name="Picture Placeholder 12"/>
          <p:cNvSpPr>
            <a:spLocks noGrp="1"/>
          </p:cNvSpPr>
          <p:nvPr>
            <p:ph type="pic" sz="quarter" idx="14"/>
          </p:nvPr>
        </p:nvSpPr>
        <p:spPr>
          <a:xfrm>
            <a:off x="2460625" y="228600"/>
            <a:ext cx="2057400" cy="2039112"/>
          </a:xfrm>
        </p:spPr>
        <p:txBody>
          <a:bodyPr rtlCol="0">
            <a:normAutofit/>
          </a:bodyPr>
          <a:lstStyle>
            <a:lvl1pPr>
              <a:buNone/>
              <a:defRPr/>
            </a:lvl1pPr>
          </a:lstStyle>
          <a:p>
            <a:pPr lvl="0"/>
            <a:r>
              <a:rPr lang="en-US" noProof="0"/>
              <a:t>Click icon to add picture</a:t>
            </a:r>
            <a:endParaRPr noProof="0" dirty="0"/>
          </a:p>
        </p:txBody>
      </p:sp>
      <p:sp>
        <p:nvSpPr>
          <p:cNvPr id="9" name="Date Placeholder 4">
            <a:extLst>
              <a:ext uri="{FF2B5EF4-FFF2-40B4-BE49-F238E27FC236}">
                <a16:creationId xmlns:a16="http://schemas.microsoft.com/office/drawing/2014/main" id="{649B7326-D2C8-4CBD-A35A-2CB75A4F9E72}"/>
              </a:ext>
            </a:extLst>
          </p:cNvPr>
          <p:cNvSpPr>
            <a:spLocks noGrp="1"/>
          </p:cNvSpPr>
          <p:nvPr>
            <p:ph type="dt" sz="half" idx="15"/>
          </p:nvPr>
        </p:nvSpPr>
        <p:spPr>
          <a:xfrm>
            <a:off x="7391400" y="6423025"/>
            <a:ext cx="1536700" cy="365125"/>
          </a:xfrm>
        </p:spPr>
        <p:txBody>
          <a:bodyPr/>
          <a:lstStyle>
            <a:lvl1pPr>
              <a:defRPr/>
            </a:lvl1pPr>
          </a:lstStyle>
          <a:p>
            <a:pPr>
              <a:defRPr/>
            </a:pPr>
            <a:fld id="{67109545-74AE-4DF0-B5B8-5DCE9283F8AC}" type="datetime4">
              <a:rPr lang="en-US" altLang="en-US" smtClean="0"/>
              <a:t>February 29, 2024</a:t>
            </a:fld>
            <a:endParaRPr lang="en-US" altLang="en-US"/>
          </a:p>
        </p:txBody>
      </p:sp>
      <p:sp>
        <p:nvSpPr>
          <p:cNvPr id="10" name="Footer Placeholder 5">
            <a:extLst>
              <a:ext uri="{FF2B5EF4-FFF2-40B4-BE49-F238E27FC236}">
                <a16:creationId xmlns:a16="http://schemas.microsoft.com/office/drawing/2014/main" id="{46041EA7-B68A-41F3-8113-D9D32DAD8AB8}"/>
              </a:ext>
            </a:extLst>
          </p:cNvPr>
          <p:cNvSpPr>
            <a:spLocks noGrp="1"/>
          </p:cNvSpPr>
          <p:nvPr>
            <p:ph type="ftr" sz="quarter" idx="16"/>
          </p:nvPr>
        </p:nvSpPr>
        <p:spPr>
          <a:xfrm>
            <a:off x="4191000" y="6423025"/>
            <a:ext cx="3005138" cy="365125"/>
          </a:xfrm>
        </p:spPr>
        <p:txBody>
          <a:bodyPr/>
          <a:lstStyle>
            <a:lvl1pPr>
              <a:defRPr/>
            </a:lvl1pPr>
          </a:lstStyle>
          <a:p>
            <a:pPr>
              <a:defRPr/>
            </a:pPr>
            <a:endParaRPr lang="en-US" altLang="en-US"/>
          </a:p>
        </p:txBody>
      </p:sp>
      <p:sp>
        <p:nvSpPr>
          <p:cNvPr id="11" name="Slide Number Placeholder 6">
            <a:extLst>
              <a:ext uri="{FF2B5EF4-FFF2-40B4-BE49-F238E27FC236}">
                <a16:creationId xmlns:a16="http://schemas.microsoft.com/office/drawing/2014/main" id="{443674E4-A79F-449B-9438-925C258E3D68}"/>
              </a:ext>
            </a:extLst>
          </p:cNvPr>
          <p:cNvSpPr>
            <a:spLocks noGrp="1"/>
          </p:cNvSpPr>
          <p:nvPr>
            <p:ph type="sldNum" sz="quarter" idx="17"/>
          </p:nvPr>
        </p:nvSpPr>
        <p:spPr/>
        <p:txBody>
          <a:bodyPr/>
          <a:lstStyle>
            <a:lvl1pPr>
              <a:defRPr/>
            </a:lvl1pPr>
          </a:lstStyle>
          <a:p>
            <a:pPr>
              <a:defRPr/>
            </a:pPr>
            <a:fld id="{27EE316B-296A-4301-835E-E41E4EB19B5F}" type="slidenum">
              <a:rPr lang="en-US" altLang="en-US"/>
              <a:pPr>
                <a:defRPr/>
              </a:pPr>
              <a:t>‹#›</a:t>
            </a:fld>
            <a:endParaRPr lang="en-US" altLang="en-US"/>
          </a:p>
        </p:txBody>
      </p:sp>
    </p:spTree>
    <p:extLst>
      <p:ext uri="{BB962C8B-B14F-4D97-AF65-F5344CB8AC3E}">
        <p14:creationId xmlns:p14="http://schemas.microsoft.com/office/powerpoint/2010/main" val="344413198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p:cSld name="Title and Vertical Tex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80C5B91-761D-4C3E-96C5-955410F3898F}"/>
              </a:ext>
            </a:extLst>
          </p:cNvPr>
          <p:cNvSpPr/>
          <p:nvPr/>
        </p:nvSpPr>
        <p:spPr>
          <a:xfrm>
            <a:off x="8166100" y="282575"/>
            <a:ext cx="685800" cy="16002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5" name="TextBox 4">
            <a:extLst>
              <a:ext uri="{FF2B5EF4-FFF2-40B4-BE49-F238E27FC236}">
                <a16:creationId xmlns:a16="http://schemas.microsoft.com/office/drawing/2014/main" id="{E9964D89-1EB4-4144-A2AB-CB37176A383C}"/>
              </a:ext>
            </a:extLst>
          </p:cNvPr>
          <p:cNvSpPr txBox="1">
            <a:spLocks noChangeArrowheads="1"/>
          </p:cNvSpPr>
          <p:nvPr/>
        </p:nvSpPr>
        <p:spPr bwMode="auto">
          <a:xfrm>
            <a:off x="223838" y="228600"/>
            <a:ext cx="260350"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3600" b="1">
                <a:solidFill>
                  <a:srgbClr val="B870B8"/>
                </a:solidFill>
                <a:cs typeface="Arial" panose="020B0604020202020204" pitchFamily="34" charset="0"/>
              </a:rPr>
              <a:t>+</a:t>
            </a:r>
          </a:p>
        </p:txBody>
      </p:sp>
      <p:sp>
        <p:nvSpPr>
          <p:cNvPr id="2" name="Title 1"/>
          <p:cNvSpPr>
            <a:spLocks noGrp="1"/>
          </p:cNvSpPr>
          <p:nvPr>
            <p:ph type="title"/>
          </p:nvPr>
        </p:nvSpPr>
        <p:spPr/>
        <p:txBody>
          <a:bodyPr/>
          <a:lstStyle/>
          <a:p>
            <a:r>
              <a:rPr lang="en-US"/>
              <a:t>Click to edit Master title style</a:t>
            </a:r>
            <a:endParaRP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6" name="Date Placeholder 3">
            <a:extLst>
              <a:ext uri="{FF2B5EF4-FFF2-40B4-BE49-F238E27FC236}">
                <a16:creationId xmlns:a16="http://schemas.microsoft.com/office/drawing/2014/main" id="{53BC3FE9-9D89-4235-BD90-E3028C929DE0}"/>
              </a:ext>
            </a:extLst>
          </p:cNvPr>
          <p:cNvSpPr>
            <a:spLocks noGrp="1"/>
          </p:cNvSpPr>
          <p:nvPr>
            <p:ph type="dt" sz="half" idx="10"/>
          </p:nvPr>
        </p:nvSpPr>
        <p:spPr/>
        <p:txBody>
          <a:bodyPr/>
          <a:lstStyle>
            <a:lvl1pPr>
              <a:defRPr/>
            </a:lvl1pPr>
          </a:lstStyle>
          <a:p>
            <a:pPr>
              <a:defRPr/>
            </a:pPr>
            <a:fld id="{88E9DF7E-06F9-4CC6-95F8-38F71CEE8EE2}" type="datetime4">
              <a:rPr lang="en-US" altLang="en-US" smtClean="0"/>
              <a:t>February 29, 2024</a:t>
            </a:fld>
            <a:endParaRPr lang="en-US" altLang="en-US"/>
          </a:p>
        </p:txBody>
      </p:sp>
      <p:sp>
        <p:nvSpPr>
          <p:cNvPr id="7" name="Footer Placeholder 4">
            <a:extLst>
              <a:ext uri="{FF2B5EF4-FFF2-40B4-BE49-F238E27FC236}">
                <a16:creationId xmlns:a16="http://schemas.microsoft.com/office/drawing/2014/main" id="{54F36AFF-A8BF-4BD2-8967-40B05B6D814C}"/>
              </a:ext>
            </a:extLst>
          </p:cNvPr>
          <p:cNvSpPr>
            <a:spLocks noGrp="1"/>
          </p:cNvSpPr>
          <p:nvPr>
            <p:ph type="ftr" sz="quarter" idx="11"/>
          </p:nvPr>
        </p:nvSpPr>
        <p:spPr/>
        <p:txBody>
          <a:bodyPr/>
          <a:lstStyle>
            <a:lvl1pPr>
              <a:defRPr/>
            </a:lvl1pPr>
          </a:lstStyle>
          <a:p>
            <a:pPr>
              <a:defRPr/>
            </a:pPr>
            <a:endParaRPr lang="en-US" altLang="en-US"/>
          </a:p>
        </p:txBody>
      </p:sp>
      <p:sp>
        <p:nvSpPr>
          <p:cNvPr id="8" name="Slide Number Placeholder 5">
            <a:extLst>
              <a:ext uri="{FF2B5EF4-FFF2-40B4-BE49-F238E27FC236}">
                <a16:creationId xmlns:a16="http://schemas.microsoft.com/office/drawing/2014/main" id="{27A965FE-F10B-4D14-AFE7-31ABFE149A4E}"/>
              </a:ext>
            </a:extLst>
          </p:cNvPr>
          <p:cNvSpPr>
            <a:spLocks noGrp="1"/>
          </p:cNvSpPr>
          <p:nvPr>
            <p:ph type="sldNum" sz="quarter" idx="12"/>
          </p:nvPr>
        </p:nvSpPr>
        <p:spPr/>
        <p:txBody>
          <a:bodyPr/>
          <a:lstStyle>
            <a:lvl1pPr>
              <a:defRPr/>
            </a:lvl1pPr>
          </a:lstStyle>
          <a:p>
            <a:pPr>
              <a:defRPr/>
            </a:pPr>
            <a:fld id="{A2147E2A-C44F-4045-82D2-7C371F82CF1D}" type="slidenum">
              <a:rPr lang="en-US" altLang="en-US"/>
              <a:pPr>
                <a:defRPr/>
              </a:pPr>
              <a:t>‹#›</a:t>
            </a:fld>
            <a:endParaRPr lang="en-US" altLang="en-US"/>
          </a:p>
        </p:txBody>
      </p:sp>
    </p:spTree>
    <p:extLst>
      <p:ext uri="{BB962C8B-B14F-4D97-AF65-F5344CB8AC3E}">
        <p14:creationId xmlns:p14="http://schemas.microsoft.com/office/powerpoint/2010/main" val="360669910"/>
      </p:ext>
    </p:extLst>
  </p:cSld>
  <p:clrMapOvr>
    <a:masterClrMapping/>
  </p:clrMapOvr>
  <p:transition>
    <p:random/>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p:cSld name="Vertical Title and Tex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7741545-59F1-4190-84C9-7BFBFE292ACE}"/>
              </a:ext>
            </a:extLst>
          </p:cNvPr>
          <p:cNvSpPr/>
          <p:nvPr/>
        </p:nvSpPr>
        <p:spPr>
          <a:xfrm>
            <a:off x="8166100" y="282575"/>
            <a:ext cx="685800" cy="30162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5" name="TextBox 4">
            <a:extLst>
              <a:ext uri="{FF2B5EF4-FFF2-40B4-BE49-F238E27FC236}">
                <a16:creationId xmlns:a16="http://schemas.microsoft.com/office/drawing/2014/main" id="{0B1A20B8-21F5-4760-BFC9-EC6F73243DA8}"/>
              </a:ext>
            </a:extLst>
          </p:cNvPr>
          <p:cNvSpPr txBox="1">
            <a:spLocks noChangeArrowheads="1"/>
          </p:cNvSpPr>
          <p:nvPr/>
        </p:nvSpPr>
        <p:spPr bwMode="auto">
          <a:xfrm rot="16200000">
            <a:off x="8593932" y="561181"/>
            <a:ext cx="260350" cy="5540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3600" b="1">
                <a:solidFill>
                  <a:srgbClr val="B870B8"/>
                </a:solidFill>
                <a:cs typeface="Arial" panose="020B0604020202020204" pitchFamily="34" charset="0"/>
              </a:rPr>
              <a:t>+</a:t>
            </a:r>
          </a:p>
        </p:txBody>
      </p:sp>
      <p:sp>
        <p:nvSpPr>
          <p:cNvPr id="2" name="Vertical Title 1"/>
          <p:cNvSpPr>
            <a:spLocks noGrp="1"/>
          </p:cNvSpPr>
          <p:nvPr>
            <p:ph type="title" orient="vert"/>
          </p:nvPr>
        </p:nvSpPr>
        <p:spPr>
          <a:xfrm>
            <a:off x="7995772" y="954742"/>
            <a:ext cx="681318" cy="5171422"/>
          </a:xfrm>
        </p:spPr>
        <p:txBody>
          <a:bodyPr vert="eaVert"/>
          <a:lstStyle/>
          <a:p>
            <a:r>
              <a:rPr lang="en-US"/>
              <a:t>Click to edit Master title style</a:t>
            </a:r>
            <a:endParaRPr/>
          </a:p>
        </p:txBody>
      </p:sp>
      <p:sp>
        <p:nvSpPr>
          <p:cNvPr id="3" name="Vertical Text Placeholder 2"/>
          <p:cNvSpPr>
            <a:spLocks noGrp="1"/>
          </p:cNvSpPr>
          <p:nvPr>
            <p:ph type="body" orient="vert" idx="1"/>
          </p:nvPr>
        </p:nvSpPr>
        <p:spPr>
          <a:xfrm>
            <a:off x="457200" y="958756"/>
            <a:ext cx="6858000" cy="5184869"/>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6" name="Date Placeholder 3">
            <a:extLst>
              <a:ext uri="{FF2B5EF4-FFF2-40B4-BE49-F238E27FC236}">
                <a16:creationId xmlns:a16="http://schemas.microsoft.com/office/drawing/2014/main" id="{73E6979F-8696-4C70-A779-45E2CFAAF7A3}"/>
              </a:ext>
            </a:extLst>
          </p:cNvPr>
          <p:cNvSpPr>
            <a:spLocks noGrp="1"/>
          </p:cNvSpPr>
          <p:nvPr>
            <p:ph type="dt" sz="half" idx="10"/>
          </p:nvPr>
        </p:nvSpPr>
        <p:spPr/>
        <p:txBody>
          <a:bodyPr/>
          <a:lstStyle>
            <a:lvl1pPr>
              <a:defRPr/>
            </a:lvl1pPr>
          </a:lstStyle>
          <a:p>
            <a:pPr>
              <a:defRPr/>
            </a:pPr>
            <a:fld id="{FA47287B-CD4B-4276-9C9C-6FD4F40A5F28}" type="datetime4">
              <a:rPr lang="en-US" altLang="en-US" smtClean="0"/>
              <a:t>February 29, 2024</a:t>
            </a:fld>
            <a:endParaRPr lang="en-US" altLang="en-US"/>
          </a:p>
        </p:txBody>
      </p:sp>
      <p:sp>
        <p:nvSpPr>
          <p:cNvPr id="7" name="Footer Placeholder 4">
            <a:extLst>
              <a:ext uri="{FF2B5EF4-FFF2-40B4-BE49-F238E27FC236}">
                <a16:creationId xmlns:a16="http://schemas.microsoft.com/office/drawing/2014/main" id="{B259E8A7-94BA-4CE3-9968-0F52201B546D}"/>
              </a:ext>
            </a:extLst>
          </p:cNvPr>
          <p:cNvSpPr>
            <a:spLocks noGrp="1"/>
          </p:cNvSpPr>
          <p:nvPr>
            <p:ph type="ftr" sz="quarter" idx="11"/>
          </p:nvPr>
        </p:nvSpPr>
        <p:spPr/>
        <p:txBody>
          <a:bodyPr/>
          <a:lstStyle>
            <a:lvl1pPr>
              <a:defRPr/>
            </a:lvl1pPr>
          </a:lstStyle>
          <a:p>
            <a:pPr>
              <a:defRPr/>
            </a:pPr>
            <a:endParaRPr lang="en-US" altLang="en-US"/>
          </a:p>
        </p:txBody>
      </p:sp>
      <p:sp>
        <p:nvSpPr>
          <p:cNvPr id="8" name="Slide Number Placeholder 5">
            <a:extLst>
              <a:ext uri="{FF2B5EF4-FFF2-40B4-BE49-F238E27FC236}">
                <a16:creationId xmlns:a16="http://schemas.microsoft.com/office/drawing/2014/main" id="{EBBE8256-DE8F-4CFA-B85D-AA30DC9107E8}"/>
              </a:ext>
            </a:extLst>
          </p:cNvPr>
          <p:cNvSpPr>
            <a:spLocks noGrp="1"/>
          </p:cNvSpPr>
          <p:nvPr>
            <p:ph type="sldNum" sz="quarter" idx="12"/>
          </p:nvPr>
        </p:nvSpPr>
        <p:spPr/>
        <p:txBody>
          <a:bodyPr/>
          <a:lstStyle>
            <a:lvl1pPr>
              <a:defRPr/>
            </a:lvl1pPr>
          </a:lstStyle>
          <a:p>
            <a:pPr>
              <a:defRPr/>
            </a:pPr>
            <a:fld id="{2C23BFD9-2626-4110-A809-223BFB94F502}" type="slidenum">
              <a:rPr lang="en-US" altLang="en-US"/>
              <a:pPr>
                <a:defRPr/>
              </a:pPr>
              <a:t>‹#›</a:t>
            </a:fld>
            <a:endParaRPr lang="en-US" altLang="en-US"/>
          </a:p>
        </p:txBody>
      </p:sp>
    </p:spTree>
    <p:extLst>
      <p:ext uri="{BB962C8B-B14F-4D97-AF65-F5344CB8AC3E}">
        <p14:creationId xmlns:p14="http://schemas.microsoft.com/office/powerpoint/2010/main" val="1156629683"/>
      </p:ext>
    </p:extLst>
  </p:cSld>
  <p:clrMapOvr>
    <a:masterClrMapping/>
  </p:clrMapOvr>
  <p:transition>
    <p:random/>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type="obj">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內容版面配置區 2"/>
          <p:cNvSpPr>
            <a:spLocks noGrp="1"/>
          </p:cNvSpPr>
          <p:nvPr>
            <p:ph idx="1"/>
          </p:nvPr>
        </p:nvSpPr>
        <p:spPr/>
        <p:txBody>
          <a:bodyPr/>
          <a:lstStyle>
            <a:lvl1pPr>
              <a:buClr>
                <a:srgbClr val="0000FF"/>
              </a:buClr>
              <a:buFont typeface="Wingdings 2" pitchFamily="18" charset="2"/>
              <a:buChar char="©"/>
              <a:defRPr/>
            </a:lvl1pPr>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dirty="0"/>
          </a:p>
        </p:txBody>
      </p:sp>
    </p:spTree>
    <p:extLst>
      <p:ext uri="{BB962C8B-B14F-4D97-AF65-F5344CB8AC3E}">
        <p14:creationId xmlns:p14="http://schemas.microsoft.com/office/powerpoint/2010/main" val="1628870415"/>
      </p:ext>
    </p:extLst>
  </p:cSld>
  <p:clrMapOvr>
    <a:overrideClrMapping bg1="lt1" tx1="dk1" bg2="lt2" tx2="dk2" accent1="accent1" accent2="accent2" accent3="accent3" accent4="accent4" accent5="accent5" accent6="accent6" hlink="hlink" folHlink="folHlink"/>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type="titleOnly">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Tree>
    <p:extLst>
      <p:ext uri="{BB962C8B-B14F-4D97-AF65-F5344CB8AC3E}">
        <p14:creationId xmlns:p14="http://schemas.microsoft.com/office/powerpoint/2010/main" val="2510776796"/>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type="txAndObj">
  <p:cSld name="標題，文字及物件">
    <p:spTree>
      <p:nvGrpSpPr>
        <p:cNvPr id="1" name=""/>
        <p:cNvGrpSpPr/>
        <p:nvPr/>
      </p:nvGrpSpPr>
      <p:grpSpPr>
        <a:xfrm>
          <a:off x="0" y="0"/>
          <a:ext cx="0" cy="0"/>
          <a:chOff x="0" y="0"/>
          <a:chExt cx="0" cy="0"/>
        </a:xfrm>
      </p:grpSpPr>
      <p:sp>
        <p:nvSpPr>
          <p:cNvPr id="2" name="標題 1"/>
          <p:cNvSpPr>
            <a:spLocks noGrp="1"/>
          </p:cNvSpPr>
          <p:nvPr>
            <p:ph type="title"/>
          </p:nvPr>
        </p:nvSpPr>
        <p:spPr>
          <a:xfrm>
            <a:off x="855785" y="350839"/>
            <a:ext cx="7904285" cy="414337"/>
          </a:xfrm>
        </p:spPr>
        <p:txBody>
          <a:bodyPr/>
          <a:lstStyle/>
          <a:p>
            <a:r>
              <a:rPr lang="en-US" altLang="zh-TW"/>
              <a:t>Click to edit Master title style</a:t>
            </a:r>
            <a:endParaRPr lang="zh-TW" altLang="en-US"/>
          </a:p>
        </p:txBody>
      </p:sp>
      <p:sp>
        <p:nvSpPr>
          <p:cNvPr id="3" name="文字版面配置區 2"/>
          <p:cNvSpPr>
            <a:spLocks noGrp="1"/>
          </p:cNvSpPr>
          <p:nvPr>
            <p:ph type="body" sz="half" idx="1"/>
          </p:nvPr>
        </p:nvSpPr>
        <p:spPr>
          <a:xfrm>
            <a:off x="457200" y="1295391"/>
            <a:ext cx="4044462" cy="5177127"/>
          </a:xfrm>
          <a:prstGeom prst="rect">
            <a:avLst/>
          </a:prstGeom>
        </p:spPr>
        <p:txBody>
          <a:bodyPr/>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內容版面配置區 3"/>
          <p:cNvSpPr>
            <a:spLocks noGrp="1"/>
          </p:cNvSpPr>
          <p:nvPr>
            <p:ph sz="half" idx="2"/>
          </p:nvPr>
        </p:nvSpPr>
        <p:spPr>
          <a:xfrm>
            <a:off x="4642338" y="1295391"/>
            <a:ext cx="4044462" cy="5186091"/>
          </a:xfrm>
          <a:prstGeom prst="rect">
            <a:avLst/>
          </a:prstGeom>
        </p:spPr>
        <p:txBody>
          <a:bodyPr/>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Tree>
    <p:extLst>
      <p:ext uri="{BB962C8B-B14F-4D97-AF65-F5344CB8AC3E}">
        <p14:creationId xmlns:p14="http://schemas.microsoft.com/office/powerpoint/2010/main" val="2096465992"/>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4" name="Group 2">
            <a:extLst>
              <a:ext uri="{FF2B5EF4-FFF2-40B4-BE49-F238E27FC236}">
                <a16:creationId xmlns:a16="http://schemas.microsoft.com/office/drawing/2014/main" id="{4565F6AB-F257-43C5-9F92-3178E8C87FF1}"/>
              </a:ext>
            </a:extLst>
          </p:cNvPr>
          <p:cNvGrpSpPr>
            <a:grpSpLocks/>
          </p:cNvGrpSpPr>
          <p:nvPr/>
        </p:nvGrpSpPr>
        <p:grpSpPr bwMode="auto">
          <a:xfrm>
            <a:off x="0" y="0"/>
            <a:ext cx="8763000" cy="5943600"/>
            <a:chOff x="0" y="0"/>
            <a:chExt cx="5520" cy="3744"/>
          </a:xfrm>
        </p:grpSpPr>
        <p:sp>
          <p:nvSpPr>
            <p:cNvPr id="5" name="Rectangle 3">
              <a:extLst>
                <a:ext uri="{FF2B5EF4-FFF2-40B4-BE49-F238E27FC236}">
                  <a16:creationId xmlns:a16="http://schemas.microsoft.com/office/drawing/2014/main" id="{5461597E-A600-4D4E-BDA1-48906D219E7D}"/>
                </a:ext>
              </a:extLst>
            </p:cNvPr>
            <p:cNvSpPr>
              <a:spLocks noChangeArrowheads="1"/>
            </p:cNvSpPr>
            <p:nvPr/>
          </p:nvSpPr>
          <p:spPr bwMode="auto">
            <a:xfrm>
              <a:off x="0" y="0"/>
              <a:ext cx="1104" cy="3072"/>
            </a:xfrm>
            <a:prstGeom prst="rect">
              <a:avLst/>
            </a:prstGeom>
            <a:solidFill>
              <a:schemeClr val="accent1"/>
            </a:solidFill>
            <a:ln>
              <a:noFill/>
            </a:ln>
            <a:effectLst/>
            <a:extLst>
              <a:ext uri="{91240B29-F687-4F45-9708-019B960494DF}">
                <a14:hiddenLine xmlns:a14="http://schemas.microsoft.com/office/drawing/2010/main" w="9525">
                  <a:solidFill>
                    <a:schemeClr val="bg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Arial" panose="020B0604020202020204" pitchFamily="34" charset="0"/>
                  <a:cs typeface="Angsana New" panose="02020603050405020304" pitchFamily="18" charset="-34"/>
                </a:defRPr>
              </a:lvl1pPr>
              <a:lvl2pPr marL="742950" indent="-285750">
                <a:defRPr>
                  <a:solidFill>
                    <a:schemeClr val="tx1"/>
                  </a:solidFill>
                  <a:latin typeface="Arial" panose="020B0604020202020204" pitchFamily="34" charset="0"/>
                  <a:cs typeface="Angsana New" panose="02020603050405020304" pitchFamily="18" charset="-34"/>
                </a:defRPr>
              </a:lvl2pPr>
              <a:lvl3pPr marL="1143000" indent="-228600">
                <a:defRPr>
                  <a:solidFill>
                    <a:schemeClr val="tx1"/>
                  </a:solidFill>
                  <a:latin typeface="Arial" panose="020B0604020202020204" pitchFamily="34" charset="0"/>
                  <a:cs typeface="Angsana New" panose="02020603050405020304" pitchFamily="18" charset="-34"/>
                </a:defRPr>
              </a:lvl3pPr>
              <a:lvl4pPr marL="1600200" indent="-228600">
                <a:defRPr>
                  <a:solidFill>
                    <a:schemeClr val="tx1"/>
                  </a:solidFill>
                  <a:latin typeface="Arial" panose="020B0604020202020204" pitchFamily="34" charset="0"/>
                  <a:cs typeface="Angsana New" panose="02020603050405020304" pitchFamily="18" charset="-34"/>
                </a:defRPr>
              </a:lvl4pPr>
              <a:lvl5pPr marL="2057400" indent="-228600">
                <a:defRPr>
                  <a:solidFill>
                    <a:schemeClr val="tx1"/>
                  </a:solidFill>
                  <a:latin typeface="Arial" panose="020B0604020202020204" pitchFamily="34" charset="0"/>
                  <a:cs typeface="Angsana New" panose="02020603050405020304" pitchFamily="18" charset="-34"/>
                </a:defRPr>
              </a:lvl5pPr>
              <a:lvl6pPr marL="25146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6pPr>
              <a:lvl7pPr marL="29718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7pPr>
              <a:lvl8pPr marL="34290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8pPr>
              <a:lvl9pPr marL="38862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9pPr>
            </a:lstStyle>
            <a:p>
              <a:pPr algn="ctr" eaLnBrk="1" hangingPunct="1">
                <a:defRPr/>
              </a:pPr>
              <a:endParaRPr lang="en-US" altLang="en-US" sz="2400">
                <a:latin typeface="Times New Roman" panose="02020603050405020304" pitchFamily="18" charset="0"/>
                <a:ea typeface="+mn-ea"/>
              </a:endParaRPr>
            </a:p>
          </p:txBody>
        </p:sp>
        <p:grpSp>
          <p:nvGrpSpPr>
            <p:cNvPr id="6" name="Group 4">
              <a:extLst>
                <a:ext uri="{FF2B5EF4-FFF2-40B4-BE49-F238E27FC236}">
                  <a16:creationId xmlns:a16="http://schemas.microsoft.com/office/drawing/2014/main" id="{BE7A2416-A614-4AFA-9BE6-BB733C41BC18}"/>
                </a:ext>
              </a:extLst>
            </p:cNvPr>
            <p:cNvGrpSpPr>
              <a:grpSpLocks/>
            </p:cNvGrpSpPr>
            <p:nvPr userDrawn="1"/>
          </p:nvGrpSpPr>
          <p:grpSpPr bwMode="auto">
            <a:xfrm>
              <a:off x="0" y="2208"/>
              <a:ext cx="5520" cy="1536"/>
              <a:chOff x="0" y="2208"/>
              <a:chExt cx="5520" cy="1536"/>
            </a:xfrm>
          </p:grpSpPr>
          <p:sp>
            <p:nvSpPr>
              <p:cNvPr id="10" name="Rectangle 5">
                <a:extLst>
                  <a:ext uri="{FF2B5EF4-FFF2-40B4-BE49-F238E27FC236}">
                    <a16:creationId xmlns:a16="http://schemas.microsoft.com/office/drawing/2014/main" id="{2167F23D-50D2-4306-815F-A9CB09376D41}"/>
                  </a:ext>
                </a:extLst>
              </p:cNvPr>
              <p:cNvSpPr>
                <a:spLocks noChangeArrowheads="1"/>
              </p:cNvSpPr>
              <p:nvPr/>
            </p:nvSpPr>
            <p:spPr bwMode="ltGray">
              <a:xfrm>
                <a:off x="624" y="2208"/>
                <a:ext cx="4896" cy="1536"/>
              </a:xfrm>
              <a:prstGeom prst="rect">
                <a:avLst/>
              </a:prstGeom>
              <a:solidFill>
                <a:schemeClr val="bg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Arial" panose="020B0604020202020204" pitchFamily="34" charset="0"/>
                    <a:cs typeface="Angsana New" panose="02020603050405020304" pitchFamily="18" charset="-34"/>
                  </a:defRPr>
                </a:lvl1pPr>
                <a:lvl2pPr marL="742950" indent="-285750">
                  <a:defRPr>
                    <a:solidFill>
                      <a:schemeClr val="tx1"/>
                    </a:solidFill>
                    <a:latin typeface="Arial" panose="020B0604020202020204" pitchFamily="34" charset="0"/>
                    <a:cs typeface="Angsana New" panose="02020603050405020304" pitchFamily="18" charset="-34"/>
                  </a:defRPr>
                </a:lvl2pPr>
                <a:lvl3pPr marL="1143000" indent="-228600">
                  <a:defRPr>
                    <a:solidFill>
                      <a:schemeClr val="tx1"/>
                    </a:solidFill>
                    <a:latin typeface="Arial" panose="020B0604020202020204" pitchFamily="34" charset="0"/>
                    <a:cs typeface="Angsana New" panose="02020603050405020304" pitchFamily="18" charset="-34"/>
                  </a:defRPr>
                </a:lvl3pPr>
                <a:lvl4pPr marL="1600200" indent="-228600">
                  <a:defRPr>
                    <a:solidFill>
                      <a:schemeClr val="tx1"/>
                    </a:solidFill>
                    <a:latin typeface="Arial" panose="020B0604020202020204" pitchFamily="34" charset="0"/>
                    <a:cs typeface="Angsana New" panose="02020603050405020304" pitchFamily="18" charset="-34"/>
                  </a:defRPr>
                </a:lvl4pPr>
                <a:lvl5pPr marL="2057400" indent="-228600">
                  <a:defRPr>
                    <a:solidFill>
                      <a:schemeClr val="tx1"/>
                    </a:solidFill>
                    <a:latin typeface="Arial" panose="020B0604020202020204" pitchFamily="34" charset="0"/>
                    <a:cs typeface="Angsana New" panose="02020603050405020304" pitchFamily="18" charset="-34"/>
                  </a:defRPr>
                </a:lvl5pPr>
                <a:lvl6pPr marL="25146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6pPr>
                <a:lvl7pPr marL="29718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7pPr>
                <a:lvl8pPr marL="34290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8pPr>
                <a:lvl9pPr marL="38862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9pPr>
              </a:lstStyle>
              <a:p>
                <a:pPr algn="ctr" eaLnBrk="1" hangingPunct="1">
                  <a:defRPr/>
                </a:pPr>
                <a:endParaRPr lang="en-US" altLang="en-US" sz="2400">
                  <a:latin typeface="Times New Roman" panose="02020603050405020304" pitchFamily="18" charset="0"/>
                  <a:ea typeface="+mn-ea"/>
                </a:endParaRPr>
              </a:p>
            </p:txBody>
          </p:sp>
          <p:sp>
            <p:nvSpPr>
              <p:cNvPr id="11" name="Rectangle 6">
                <a:extLst>
                  <a:ext uri="{FF2B5EF4-FFF2-40B4-BE49-F238E27FC236}">
                    <a16:creationId xmlns:a16="http://schemas.microsoft.com/office/drawing/2014/main" id="{806C7BCE-5DEF-451A-80C5-F05516FDAD53}"/>
                  </a:ext>
                </a:extLst>
              </p:cNvPr>
              <p:cNvSpPr>
                <a:spLocks noChangeArrowheads="1"/>
              </p:cNvSpPr>
              <p:nvPr/>
            </p:nvSpPr>
            <p:spPr bwMode="white">
              <a:xfrm>
                <a:off x="654" y="2352"/>
                <a:ext cx="4818" cy="134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Arial" panose="020B0604020202020204" pitchFamily="34" charset="0"/>
                    <a:cs typeface="Angsana New" panose="02020603050405020304" pitchFamily="18" charset="-34"/>
                  </a:defRPr>
                </a:lvl1pPr>
                <a:lvl2pPr marL="742950" indent="-285750">
                  <a:defRPr>
                    <a:solidFill>
                      <a:schemeClr val="tx1"/>
                    </a:solidFill>
                    <a:latin typeface="Arial" panose="020B0604020202020204" pitchFamily="34" charset="0"/>
                    <a:cs typeface="Angsana New" panose="02020603050405020304" pitchFamily="18" charset="-34"/>
                  </a:defRPr>
                </a:lvl2pPr>
                <a:lvl3pPr marL="1143000" indent="-228600">
                  <a:defRPr>
                    <a:solidFill>
                      <a:schemeClr val="tx1"/>
                    </a:solidFill>
                    <a:latin typeface="Arial" panose="020B0604020202020204" pitchFamily="34" charset="0"/>
                    <a:cs typeface="Angsana New" panose="02020603050405020304" pitchFamily="18" charset="-34"/>
                  </a:defRPr>
                </a:lvl3pPr>
                <a:lvl4pPr marL="1600200" indent="-228600">
                  <a:defRPr>
                    <a:solidFill>
                      <a:schemeClr val="tx1"/>
                    </a:solidFill>
                    <a:latin typeface="Arial" panose="020B0604020202020204" pitchFamily="34" charset="0"/>
                    <a:cs typeface="Angsana New" panose="02020603050405020304" pitchFamily="18" charset="-34"/>
                  </a:defRPr>
                </a:lvl4pPr>
                <a:lvl5pPr marL="2057400" indent="-228600">
                  <a:defRPr>
                    <a:solidFill>
                      <a:schemeClr val="tx1"/>
                    </a:solidFill>
                    <a:latin typeface="Arial" panose="020B0604020202020204" pitchFamily="34" charset="0"/>
                    <a:cs typeface="Angsana New" panose="02020603050405020304" pitchFamily="18" charset="-34"/>
                  </a:defRPr>
                </a:lvl5pPr>
                <a:lvl6pPr marL="25146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6pPr>
                <a:lvl7pPr marL="29718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7pPr>
                <a:lvl8pPr marL="34290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8pPr>
                <a:lvl9pPr marL="38862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9pPr>
              </a:lstStyle>
              <a:p>
                <a:pPr algn="ctr" eaLnBrk="1" hangingPunct="1">
                  <a:defRPr/>
                </a:pPr>
                <a:endParaRPr lang="en-US" altLang="en-US" sz="2400">
                  <a:latin typeface="Times New Roman" panose="02020603050405020304" pitchFamily="18" charset="0"/>
                  <a:ea typeface="+mn-ea"/>
                </a:endParaRPr>
              </a:p>
            </p:txBody>
          </p:sp>
          <p:sp>
            <p:nvSpPr>
              <p:cNvPr id="12" name="Line 7">
                <a:extLst>
                  <a:ext uri="{FF2B5EF4-FFF2-40B4-BE49-F238E27FC236}">
                    <a16:creationId xmlns:a16="http://schemas.microsoft.com/office/drawing/2014/main" id="{07D70038-99BC-4D49-A2C7-74E645E453FC}"/>
                  </a:ext>
                </a:extLst>
              </p:cNvPr>
              <p:cNvSpPr>
                <a:spLocks noChangeShapeType="1"/>
              </p:cNvSpPr>
              <p:nvPr/>
            </p:nvSpPr>
            <p:spPr bwMode="auto">
              <a:xfrm>
                <a:off x="0" y="3072"/>
                <a:ext cx="624" cy="0"/>
              </a:xfrm>
              <a:prstGeom prst="line">
                <a:avLst/>
              </a:prstGeom>
              <a:noFill/>
              <a:ln w="50800">
                <a:solidFill>
                  <a:schemeClr val="bg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grpSp>
          <p:nvGrpSpPr>
            <p:cNvPr id="7" name="Group 8">
              <a:extLst>
                <a:ext uri="{FF2B5EF4-FFF2-40B4-BE49-F238E27FC236}">
                  <a16:creationId xmlns:a16="http://schemas.microsoft.com/office/drawing/2014/main" id="{ABF959D0-7825-47E4-A314-F34628B43592}"/>
                </a:ext>
              </a:extLst>
            </p:cNvPr>
            <p:cNvGrpSpPr>
              <a:grpSpLocks/>
            </p:cNvGrpSpPr>
            <p:nvPr userDrawn="1"/>
          </p:nvGrpSpPr>
          <p:grpSpPr bwMode="auto">
            <a:xfrm>
              <a:off x="400" y="336"/>
              <a:ext cx="5088" cy="192"/>
              <a:chOff x="400" y="336"/>
              <a:chExt cx="5088" cy="192"/>
            </a:xfrm>
          </p:grpSpPr>
          <p:sp>
            <p:nvSpPr>
              <p:cNvPr id="8" name="Rectangle 9">
                <a:extLst>
                  <a:ext uri="{FF2B5EF4-FFF2-40B4-BE49-F238E27FC236}">
                    <a16:creationId xmlns:a16="http://schemas.microsoft.com/office/drawing/2014/main" id="{38B2235D-8976-4386-BA15-2981E58EA6B7}"/>
                  </a:ext>
                </a:extLst>
              </p:cNvPr>
              <p:cNvSpPr>
                <a:spLocks noChangeArrowheads="1"/>
              </p:cNvSpPr>
              <p:nvPr/>
            </p:nvSpPr>
            <p:spPr bwMode="auto">
              <a:xfrm>
                <a:off x="3952" y="336"/>
                <a:ext cx="1536" cy="192"/>
              </a:xfrm>
              <a:prstGeom prst="rect">
                <a:avLst/>
              </a:prstGeom>
              <a:solidFill>
                <a:schemeClr val="folHlink"/>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Arial" panose="020B0604020202020204" pitchFamily="34" charset="0"/>
                    <a:cs typeface="Angsana New" panose="02020603050405020304" pitchFamily="18" charset="-34"/>
                  </a:defRPr>
                </a:lvl1pPr>
                <a:lvl2pPr marL="742950" indent="-285750">
                  <a:defRPr>
                    <a:solidFill>
                      <a:schemeClr val="tx1"/>
                    </a:solidFill>
                    <a:latin typeface="Arial" panose="020B0604020202020204" pitchFamily="34" charset="0"/>
                    <a:cs typeface="Angsana New" panose="02020603050405020304" pitchFamily="18" charset="-34"/>
                  </a:defRPr>
                </a:lvl2pPr>
                <a:lvl3pPr marL="1143000" indent="-228600">
                  <a:defRPr>
                    <a:solidFill>
                      <a:schemeClr val="tx1"/>
                    </a:solidFill>
                    <a:latin typeface="Arial" panose="020B0604020202020204" pitchFamily="34" charset="0"/>
                    <a:cs typeface="Angsana New" panose="02020603050405020304" pitchFamily="18" charset="-34"/>
                  </a:defRPr>
                </a:lvl3pPr>
                <a:lvl4pPr marL="1600200" indent="-228600">
                  <a:defRPr>
                    <a:solidFill>
                      <a:schemeClr val="tx1"/>
                    </a:solidFill>
                    <a:latin typeface="Arial" panose="020B0604020202020204" pitchFamily="34" charset="0"/>
                    <a:cs typeface="Angsana New" panose="02020603050405020304" pitchFamily="18" charset="-34"/>
                  </a:defRPr>
                </a:lvl4pPr>
                <a:lvl5pPr marL="2057400" indent="-228600">
                  <a:defRPr>
                    <a:solidFill>
                      <a:schemeClr val="tx1"/>
                    </a:solidFill>
                    <a:latin typeface="Arial" panose="020B0604020202020204" pitchFamily="34" charset="0"/>
                    <a:cs typeface="Angsana New" panose="02020603050405020304" pitchFamily="18" charset="-34"/>
                  </a:defRPr>
                </a:lvl5pPr>
                <a:lvl6pPr marL="25146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6pPr>
                <a:lvl7pPr marL="29718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7pPr>
                <a:lvl8pPr marL="34290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8pPr>
                <a:lvl9pPr marL="38862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9pPr>
              </a:lstStyle>
              <a:p>
                <a:pPr algn="ctr" eaLnBrk="1" hangingPunct="1">
                  <a:defRPr/>
                </a:pPr>
                <a:endParaRPr lang="en-US" altLang="en-US" sz="2400">
                  <a:latin typeface="Times New Roman" panose="02020603050405020304" pitchFamily="18" charset="0"/>
                  <a:ea typeface="+mn-ea"/>
                </a:endParaRPr>
              </a:p>
            </p:txBody>
          </p:sp>
          <p:sp>
            <p:nvSpPr>
              <p:cNvPr id="9" name="Line 10">
                <a:extLst>
                  <a:ext uri="{FF2B5EF4-FFF2-40B4-BE49-F238E27FC236}">
                    <a16:creationId xmlns:a16="http://schemas.microsoft.com/office/drawing/2014/main" id="{374D0BE0-54E0-4632-8C0D-50053BF57039}"/>
                  </a:ext>
                </a:extLst>
              </p:cNvPr>
              <p:cNvSpPr>
                <a:spLocks noChangeShapeType="1"/>
              </p:cNvSpPr>
              <p:nvPr/>
            </p:nvSpPr>
            <p:spPr bwMode="auto">
              <a:xfrm>
                <a:off x="400" y="432"/>
                <a:ext cx="5088" cy="0"/>
              </a:xfrm>
              <a:prstGeom prst="line">
                <a:avLst/>
              </a:prstGeom>
              <a:noFill/>
              <a:ln w="44450">
                <a:solidFill>
                  <a:schemeClr val="bg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grpSp>
      <p:pic>
        <p:nvPicPr>
          <p:cNvPr id="13" name="Picture 16" descr="emu_300x300_72dpi_black">
            <a:extLst>
              <a:ext uri="{FF2B5EF4-FFF2-40B4-BE49-F238E27FC236}">
                <a16:creationId xmlns:a16="http://schemas.microsoft.com/office/drawing/2014/main" id="{AE54B05D-5B91-4766-A56B-045E3B61C08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8313" y="115888"/>
            <a:ext cx="574675" cy="574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98027" name="Rectangle 11"/>
          <p:cNvSpPr>
            <a:spLocks noGrp="1" noChangeArrowheads="1"/>
          </p:cNvSpPr>
          <p:nvPr>
            <p:ph type="ctrTitle"/>
          </p:nvPr>
        </p:nvSpPr>
        <p:spPr>
          <a:xfrm>
            <a:off x="2057400" y="1143000"/>
            <a:ext cx="6629400" cy="2209800"/>
          </a:xfrm>
        </p:spPr>
        <p:txBody>
          <a:bodyPr/>
          <a:lstStyle>
            <a:lvl1pPr>
              <a:defRPr sz="4800"/>
            </a:lvl1pPr>
          </a:lstStyle>
          <a:p>
            <a:pPr lvl="0"/>
            <a:r>
              <a:rPr lang="en-US" altLang="en-US" noProof="0"/>
              <a:t>Click to edit Master title style</a:t>
            </a:r>
          </a:p>
        </p:txBody>
      </p:sp>
      <p:sp>
        <p:nvSpPr>
          <p:cNvPr id="598028" name="Rectangle 12"/>
          <p:cNvSpPr>
            <a:spLocks noGrp="1" noChangeArrowheads="1"/>
          </p:cNvSpPr>
          <p:nvPr>
            <p:ph type="subTitle" idx="1"/>
          </p:nvPr>
        </p:nvSpPr>
        <p:spPr>
          <a:xfrm>
            <a:off x="1371600" y="3962400"/>
            <a:ext cx="6858000" cy="1600200"/>
          </a:xfrm>
        </p:spPr>
        <p:txBody>
          <a:bodyPr anchor="ctr"/>
          <a:lstStyle>
            <a:lvl1pPr marL="0" indent="0" algn="ctr">
              <a:buFont typeface="Wingdings" panose="05000000000000000000" pitchFamily="2" charset="2"/>
              <a:buNone/>
              <a:defRPr/>
            </a:lvl1pPr>
          </a:lstStyle>
          <a:p>
            <a:pPr lvl="0"/>
            <a:r>
              <a:rPr lang="en-US" altLang="en-US" noProof="0"/>
              <a:t>Click to edit Master subtitle style</a:t>
            </a:r>
          </a:p>
        </p:txBody>
      </p:sp>
      <p:sp>
        <p:nvSpPr>
          <p:cNvPr id="14" name="Date Placeholder 13">
            <a:extLst>
              <a:ext uri="{FF2B5EF4-FFF2-40B4-BE49-F238E27FC236}">
                <a16:creationId xmlns:a16="http://schemas.microsoft.com/office/drawing/2014/main" id="{7E26C5BD-31A8-4E43-9AD6-DBF4FABBC527}"/>
              </a:ext>
            </a:extLst>
          </p:cNvPr>
          <p:cNvSpPr>
            <a:spLocks noGrp="1" noChangeArrowheads="1"/>
          </p:cNvSpPr>
          <p:nvPr>
            <p:ph type="dt" sz="half" idx="10"/>
          </p:nvPr>
        </p:nvSpPr>
        <p:spPr>
          <a:xfrm>
            <a:off x="912813" y="6251575"/>
            <a:ext cx="1905000" cy="457200"/>
          </a:xfrm>
        </p:spPr>
        <p:txBody>
          <a:bodyPr/>
          <a:lstStyle>
            <a:lvl1pPr>
              <a:defRPr/>
            </a:lvl1pPr>
          </a:lstStyle>
          <a:p>
            <a:pPr>
              <a:defRPr/>
            </a:pPr>
            <a:fld id="{3C4FD5DF-EC03-401D-9ACD-A2AF6F06E3BC}" type="datetime4">
              <a:rPr lang="en-US" altLang="en-US" smtClean="0"/>
              <a:t>February 29, 2024</a:t>
            </a:fld>
            <a:endParaRPr lang="en-US" altLang="en-US"/>
          </a:p>
        </p:txBody>
      </p:sp>
      <p:sp>
        <p:nvSpPr>
          <p:cNvPr id="15" name="Footer Placeholder 14">
            <a:extLst>
              <a:ext uri="{FF2B5EF4-FFF2-40B4-BE49-F238E27FC236}">
                <a16:creationId xmlns:a16="http://schemas.microsoft.com/office/drawing/2014/main" id="{CB14246A-DC61-4613-8409-02EE00F42464}"/>
              </a:ext>
            </a:extLst>
          </p:cNvPr>
          <p:cNvSpPr>
            <a:spLocks noGrp="1" noChangeArrowheads="1"/>
          </p:cNvSpPr>
          <p:nvPr>
            <p:ph type="ftr" sz="quarter" idx="11"/>
          </p:nvPr>
        </p:nvSpPr>
        <p:spPr>
          <a:xfrm>
            <a:off x="3354388" y="6248400"/>
            <a:ext cx="2895600" cy="457200"/>
          </a:xfrm>
        </p:spPr>
        <p:txBody>
          <a:bodyPr/>
          <a:lstStyle>
            <a:lvl1pPr>
              <a:defRPr/>
            </a:lvl1pPr>
          </a:lstStyle>
          <a:p>
            <a:pPr>
              <a:defRPr/>
            </a:pPr>
            <a:endParaRPr lang="en-US" altLang="en-US"/>
          </a:p>
        </p:txBody>
      </p:sp>
      <p:sp>
        <p:nvSpPr>
          <p:cNvPr id="16" name="Slide Number Placeholder 15">
            <a:extLst>
              <a:ext uri="{FF2B5EF4-FFF2-40B4-BE49-F238E27FC236}">
                <a16:creationId xmlns:a16="http://schemas.microsoft.com/office/drawing/2014/main" id="{00E0F886-083D-4C20-A68F-BFE0B0E2C4F4}"/>
              </a:ext>
            </a:extLst>
          </p:cNvPr>
          <p:cNvSpPr>
            <a:spLocks noGrp="1" noChangeArrowheads="1"/>
          </p:cNvSpPr>
          <p:nvPr>
            <p:ph type="sldNum" sz="quarter" idx="12"/>
          </p:nvPr>
        </p:nvSpPr>
        <p:spPr>
          <a:xfrm>
            <a:off x="6781800" y="6248400"/>
            <a:ext cx="1905000" cy="457200"/>
          </a:xfrm>
        </p:spPr>
        <p:txBody>
          <a:bodyPr/>
          <a:lstStyle>
            <a:lvl1pPr>
              <a:defRPr/>
            </a:lvl1pPr>
          </a:lstStyle>
          <a:p>
            <a:pPr>
              <a:defRPr/>
            </a:pPr>
            <a:fld id="{A6AAC328-75BB-4382-8A37-3CD1D41CF670}" type="slidenum">
              <a:rPr lang="en-US" altLang="en-US"/>
              <a:pPr>
                <a:defRPr/>
              </a:pPr>
              <a:t>‹#›</a:t>
            </a:fld>
            <a:endParaRPr lang="en-US" altLang="en-US"/>
          </a:p>
        </p:txBody>
      </p:sp>
    </p:spTree>
    <p:extLst>
      <p:ext uri="{BB962C8B-B14F-4D97-AF65-F5344CB8AC3E}">
        <p14:creationId xmlns:p14="http://schemas.microsoft.com/office/powerpoint/2010/main" val="2848707562"/>
      </p:ext>
    </p:extLst>
  </p:cSld>
  <p:clrMapOvr>
    <a:masterClrMapping/>
  </p:clrMapOvr>
  <p:transition>
    <p:random/>
  </p:transition>
</p:sldLayout>
</file>

<file path=ppt/slideLayouts/slideLayout3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9">
            <a:extLst>
              <a:ext uri="{FF2B5EF4-FFF2-40B4-BE49-F238E27FC236}">
                <a16:creationId xmlns:a16="http://schemas.microsoft.com/office/drawing/2014/main" id="{59022411-5871-4A8B-BF62-16D06CDB1F13}"/>
              </a:ext>
            </a:extLst>
          </p:cNvPr>
          <p:cNvSpPr>
            <a:spLocks noGrp="1" noChangeArrowheads="1"/>
          </p:cNvSpPr>
          <p:nvPr>
            <p:ph type="dt" sz="half" idx="10"/>
          </p:nvPr>
        </p:nvSpPr>
        <p:spPr>
          <a:ln/>
        </p:spPr>
        <p:txBody>
          <a:bodyPr/>
          <a:lstStyle>
            <a:lvl1pPr>
              <a:defRPr/>
            </a:lvl1pPr>
          </a:lstStyle>
          <a:p>
            <a:pPr>
              <a:defRPr/>
            </a:pPr>
            <a:fld id="{122AB582-E114-47B7-B681-B18692AB844D}" type="datetime4">
              <a:rPr lang="en-US" altLang="en-US" smtClean="0"/>
              <a:t>February 29, 2024</a:t>
            </a:fld>
            <a:endParaRPr lang="en-US" altLang="en-US"/>
          </a:p>
        </p:txBody>
      </p:sp>
      <p:sp>
        <p:nvSpPr>
          <p:cNvPr id="5" name="Rectangle 10">
            <a:extLst>
              <a:ext uri="{FF2B5EF4-FFF2-40B4-BE49-F238E27FC236}">
                <a16:creationId xmlns:a16="http://schemas.microsoft.com/office/drawing/2014/main" id="{441B8DFF-6DF5-46D3-A516-7BA032C46DA2}"/>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6" name="Rectangle 11">
            <a:extLst>
              <a:ext uri="{FF2B5EF4-FFF2-40B4-BE49-F238E27FC236}">
                <a16:creationId xmlns:a16="http://schemas.microsoft.com/office/drawing/2014/main" id="{A2AEC60A-824B-41AC-85EB-DC88D545D36D}"/>
              </a:ext>
            </a:extLst>
          </p:cNvPr>
          <p:cNvSpPr>
            <a:spLocks noGrp="1" noChangeArrowheads="1"/>
          </p:cNvSpPr>
          <p:nvPr>
            <p:ph type="sldNum" sz="quarter" idx="12"/>
          </p:nvPr>
        </p:nvSpPr>
        <p:spPr>
          <a:ln/>
        </p:spPr>
        <p:txBody>
          <a:bodyPr/>
          <a:lstStyle>
            <a:lvl1pPr>
              <a:defRPr/>
            </a:lvl1pPr>
          </a:lstStyle>
          <a:p>
            <a:pPr>
              <a:defRPr/>
            </a:pPr>
            <a:fld id="{1088DDF2-FC33-4380-935C-3471BEC9E082}" type="slidenum">
              <a:rPr lang="en-US" altLang="en-US"/>
              <a:pPr>
                <a:defRPr/>
              </a:pPr>
              <a:t>‹#›</a:t>
            </a:fld>
            <a:endParaRPr lang="en-US" altLang="en-US"/>
          </a:p>
        </p:txBody>
      </p:sp>
    </p:spTree>
    <p:extLst>
      <p:ext uri="{BB962C8B-B14F-4D97-AF65-F5344CB8AC3E}">
        <p14:creationId xmlns:p14="http://schemas.microsoft.com/office/powerpoint/2010/main" val="3319195031"/>
      </p:ext>
    </p:extLst>
  </p:cSld>
  <p:clrMapOvr>
    <a:masterClrMapping/>
  </p:clrMapOvr>
  <p:transition>
    <p:random/>
  </p:transition>
</p:sldLayout>
</file>

<file path=ppt/slideLayouts/slideLayout3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8"/>
            <a:ext cx="78867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623888" y="4589463"/>
            <a:ext cx="7886700" cy="1500187"/>
          </a:xfrm>
        </p:spPr>
        <p:txBody>
          <a:bodyPr/>
          <a:lstStyle>
            <a:lvl1pPr marL="0" indent="0">
              <a:buNone/>
              <a:defRPr sz="2400"/>
            </a:lvl1pPr>
            <a:lvl2pPr marL="457200" indent="0">
              <a:buNone/>
              <a:defRPr sz="2000"/>
            </a:lvl2pPr>
            <a:lvl3pPr marL="914400" indent="0">
              <a:buNone/>
              <a:defRPr sz="18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lvl="0"/>
            <a:r>
              <a:rPr lang="en-US"/>
              <a:t>Edit Master text styles</a:t>
            </a:r>
          </a:p>
        </p:txBody>
      </p:sp>
      <p:sp>
        <p:nvSpPr>
          <p:cNvPr id="4" name="Rectangle 9">
            <a:extLst>
              <a:ext uri="{FF2B5EF4-FFF2-40B4-BE49-F238E27FC236}">
                <a16:creationId xmlns:a16="http://schemas.microsoft.com/office/drawing/2014/main" id="{7B035493-5AF5-46BE-BEF9-203FD3FE6A22}"/>
              </a:ext>
            </a:extLst>
          </p:cNvPr>
          <p:cNvSpPr>
            <a:spLocks noGrp="1" noChangeArrowheads="1"/>
          </p:cNvSpPr>
          <p:nvPr>
            <p:ph type="dt" sz="half" idx="10"/>
          </p:nvPr>
        </p:nvSpPr>
        <p:spPr>
          <a:ln/>
        </p:spPr>
        <p:txBody>
          <a:bodyPr/>
          <a:lstStyle>
            <a:lvl1pPr>
              <a:defRPr/>
            </a:lvl1pPr>
          </a:lstStyle>
          <a:p>
            <a:pPr>
              <a:defRPr/>
            </a:pPr>
            <a:fld id="{33550446-8384-4E5D-9E53-C0FE3347BEA3}" type="datetime4">
              <a:rPr lang="en-US" altLang="en-US" smtClean="0"/>
              <a:t>February 29, 2024</a:t>
            </a:fld>
            <a:endParaRPr lang="en-US" altLang="en-US"/>
          </a:p>
        </p:txBody>
      </p:sp>
      <p:sp>
        <p:nvSpPr>
          <p:cNvPr id="5" name="Rectangle 10">
            <a:extLst>
              <a:ext uri="{FF2B5EF4-FFF2-40B4-BE49-F238E27FC236}">
                <a16:creationId xmlns:a16="http://schemas.microsoft.com/office/drawing/2014/main" id="{710EE305-D666-4913-88A0-5660678F99BD}"/>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6" name="Rectangle 11">
            <a:extLst>
              <a:ext uri="{FF2B5EF4-FFF2-40B4-BE49-F238E27FC236}">
                <a16:creationId xmlns:a16="http://schemas.microsoft.com/office/drawing/2014/main" id="{5B9CFB8C-E6F2-46C8-A7EA-FD706FB07648}"/>
              </a:ext>
            </a:extLst>
          </p:cNvPr>
          <p:cNvSpPr>
            <a:spLocks noGrp="1" noChangeArrowheads="1"/>
          </p:cNvSpPr>
          <p:nvPr>
            <p:ph type="sldNum" sz="quarter" idx="12"/>
          </p:nvPr>
        </p:nvSpPr>
        <p:spPr>
          <a:ln/>
        </p:spPr>
        <p:txBody>
          <a:bodyPr/>
          <a:lstStyle>
            <a:lvl1pPr>
              <a:defRPr/>
            </a:lvl1pPr>
          </a:lstStyle>
          <a:p>
            <a:pPr>
              <a:defRPr/>
            </a:pPr>
            <a:fld id="{B48F7BAD-3287-45BF-8F90-D810A06E9440}" type="slidenum">
              <a:rPr lang="en-US" altLang="en-US"/>
              <a:pPr>
                <a:defRPr/>
              </a:pPr>
              <a:t>‹#›</a:t>
            </a:fld>
            <a:endParaRPr lang="en-US" altLang="en-US"/>
          </a:p>
        </p:txBody>
      </p:sp>
    </p:spTree>
    <p:extLst>
      <p:ext uri="{BB962C8B-B14F-4D97-AF65-F5344CB8AC3E}">
        <p14:creationId xmlns:p14="http://schemas.microsoft.com/office/powerpoint/2010/main" val="4033263618"/>
      </p:ext>
    </p:extLst>
  </p:cSld>
  <p:clrMapOvr>
    <a:masterClrMapping/>
  </p:clrMapOvr>
  <p:transition>
    <p:random/>
  </p:transition>
</p:sldLayout>
</file>

<file path=ppt/slideLayouts/slideLayout3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85800" y="1066800"/>
            <a:ext cx="3962400" cy="51816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800600" y="1066800"/>
            <a:ext cx="3962400" cy="51816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9">
            <a:extLst>
              <a:ext uri="{FF2B5EF4-FFF2-40B4-BE49-F238E27FC236}">
                <a16:creationId xmlns:a16="http://schemas.microsoft.com/office/drawing/2014/main" id="{D6ECF3A4-B6C5-4DB6-BA3F-7E44275615E8}"/>
              </a:ext>
            </a:extLst>
          </p:cNvPr>
          <p:cNvSpPr>
            <a:spLocks noGrp="1" noChangeArrowheads="1"/>
          </p:cNvSpPr>
          <p:nvPr>
            <p:ph type="dt" sz="half" idx="10"/>
          </p:nvPr>
        </p:nvSpPr>
        <p:spPr>
          <a:ln/>
        </p:spPr>
        <p:txBody>
          <a:bodyPr/>
          <a:lstStyle>
            <a:lvl1pPr>
              <a:defRPr/>
            </a:lvl1pPr>
          </a:lstStyle>
          <a:p>
            <a:pPr>
              <a:defRPr/>
            </a:pPr>
            <a:fld id="{46CDCFCB-3033-4FCB-913E-7EE270872FF4}" type="datetime4">
              <a:rPr lang="en-US" altLang="en-US" smtClean="0"/>
              <a:t>February 29, 2024</a:t>
            </a:fld>
            <a:endParaRPr lang="en-US" altLang="en-US"/>
          </a:p>
        </p:txBody>
      </p:sp>
      <p:sp>
        <p:nvSpPr>
          <p:cNvPr id="6" name="Rectangle 10">
            <a:extLst>
              <a:ext uri="{FF2B5EF4-FFF2-40B4-BE49-F238E27FC236}">
                <a16:creationId xmlns:a16="http://schemas.microsoft.com/office/drawing/2014/main" id="{AF25DC84-6083-42F1-B827-3A29C87C6E56}"/>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7" name="Rectangle 11">
            <a:extLst>
              <a:ext uri="{FF2B5EF4-FFF2-40B4-BE49-F238E27FC236}">
                <a16:creationId xmlns:a16="http://schemas.microsoft.com/office/drawing/2014/main" id="{CAE6B2B5-B1E8-4B37-8538-6B82AD9E6E0D}"/>
              </a:ext>
            </a:extLst>
          </p:cNvPr>
          <p:cNvSpPr>
            <a:spLocks noGrp="1" noChangeArrowheads="1"/>
          </p:cNvSpPr>
          <p:nvPr>
            <p:ph type="sldNum" sz="quarter" idx="12"/>
          </p:nvPr>
        </p:nvSpPr>
        <p:spPr>
          <a:ln/>
        </p:spPr>
        <p:txBody>
          <a:bodyPr/>
          <a:lstStyle>
            <a:lvl1pPr>
              <a:defRPr/>
            </a:lvl1pPr>
          </a:lstStyle>
          <a:p>
            <a:pPr>
              <a:defRPr/>
            </a:pPr>
            <a:fld id="{62E6C9AD-C5AE-4C93-918B-7A1ABBBF78D4}" type="slidenum">
              <a:rPr lang="en-US" altLang="en-US"/>
              <a:pPr>
                <a:defRPr/>
              </a:pPr>
              <a:t>‹#›</a:t>
            </a:fld>
            <a:endParaRPr lang="en-US" altLang="en-US"/>
          </a:p>
        </p:txBody>
      </p:sp>
    </p:spTree>
    <p:extLst>
      <p:ext uri="{BB962C8B-B14F-4D97-AF65-F5344CB8AC3E}">
        <p14:creationId xmlns:p14="http://schemas.microsoft.com/office/powerpoint/2010/main" val="685781226"/>
      </p:ext>
    </p:extLst>
  </p:cSld>
  <p:clrMapOvr>
    <a:masterClrMapping/>
  </p:clrMapOvr>
  <p:transition>
    <p:random/>
  </p:transition>
</p:sldLayout>
</file>

<file path=ppt/slideLayouts/slideLayout39.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30238" y="365125"/>
            <a:ext cx="7886700" cy="1325563"/>
          </a:xfrm>
        </p:spPr>
        <p:txBody>
          <a:bodyPr/>
          <a:lstStyle/>
          <a:p>
            <a:r>
              <a:rPr lang="en-US"/>
              <a:t>Click to edit Master title style</a:t>
            </a:r>
          </a:p>
        </p:txBody>
      </p:sp>
      <p:sp>
        <p:nvSpPr>
          <p:cNvPr id="3" name="Text Placeholder 2"/>
          <p:cNvSpPr>
            <a:spLocks noGrp="1"/>
          </p:cNvSpPr>
          <p:nvPr>
            <p:ph type="body" idx="1"/>
          </p:nvPr>
        </p:nvSpPr>
        <p:spPr>
          <a:xfrm>
            <a:off x="630238" y="1681163"/>
            <a:ext cx="38687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30238" y="2505075"/>
            <a:ext cx="386873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29150" y="1681163"/>
            <a:ext cx="38877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7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9">
            <a:extLst>
              <a:ext uri="{FF2B5EF4-FFF2-40B4-BE49-F238E27FC236}">
                <a16:creationId xmlns:a16="http://schemas.microsoft.com/office/drawing/2014/main" id="{C115879A-1E70-4F37-936B-A8779C6C6A70}"/>
              </a:ext>
            </a:extLst>
          </p:cNvPr>
          <p:cNvSpPr>
            <a:spLocks noGrp="1" noChangeArrowheads="1"/>
          </p:cNvSpPr>
          <p:nvPr>
            <p:ph type="dt" sz="half" idx="10"/>
          </p:nvPr>
        </p:nvSpPr>
        <p:spPr>
          <a:ln/>
        </p:spPr>
        <p:txBody>
          <a:bodyPr/>
          <a:lstStyle>
            <a:lvl1pPr>
              <a:defRPr/>
            </a:lvl1pPr>
          </a:lstStyle>
          <a:p>
            <a:pPr>
              <a:defRPr/>
            </a:pPr>
            <a:fld id="{3A373AB7-8885-4C1B-9450-465366F23A00}" type="datetime4">
              <a:rPr lang="en-US" altLang="en-US" smtClean="0"/>
              <a:t>February 29, 2024</a:t>
            </a:fld>
            <a:endParaRPr lang="en-US" altLang="en-US"/>
          </a:p>
        </p:txBody>
      </p:sp>
      <p:sp>
        <p:nvSpPr>
          <p:cNvPr id="8" name="Rectangle 10">
            <a:extLst>
              <a:ext uri="{FF2B5EF4-FFF2-40B4-BE49-F238E27FC236}">
                <a16:creationId xmlns:a16="http://schemas.microsoft.com/office/drawing/2014/main" id="{2B314D12-FA41-41D4-B569-36BD9638E8C2}"/>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9" name="Rectangle 11">
            <a:extLst>
              <a:ext uri="{FF2B5EF4-FFF2-40B4-BE49-F238E27FC236}">
                <a16:creationId xmlns:a16="http://schemas.microsoft.com/office/drawing/2014/main" id="{7EF6AE72-0373-4CED-816B-7A256019388A}"/>
              </a:ext>
            </a:extLst>
          </p:cNvPr>
          <p:cNvSpPr>
            <a:spLocks noGrp="1" noChangeArrowheads="1"/>
          </p:cNvSpPr>
          <p:nvPr>
            <p:ph type="sldNum" sz="quarter" idx="12"/>
          </p:nvPr>
        </p:nvSpPr>
        <p:spPr>
          <a:ln/>
        </p:spPr>
        <p:txBody>
          <a:bodyPr/>
          <a:lstStyle>
            <a:lvl1pPr>
              <a:defRPr/>
            </a:lvl1pPr>
          </a:lstStyle>
          <a:p>
            <a:pPr>
              <a:defRPr/>
            </a:pPr>
            <a:fld id="{3543F5B8-3E60-4752-838F-F6941F5ADCDC}" type="slidenum">
              <a:rPr lang="en-US" altLang="en-US"/>
              <a:pPr>
                <a:defRPr/>
              </a:pPr>
              <a:t>‹#›</a:t>
            </a:fld>
            <a:endParaRPr lang="en-US" altLang="en-US"/>
          </a:p>
        </p:txBody>
      </p:sp>
    </p:spTree>
    <p:extLst>
      <p:ext uri="{BB962C8B-B14F-4D97-AF65-F5344CB8AC3E}">
        <p14:creationId xmlns:p14="http://schemas.microsoft.com/office/powerpoint/2010/main" val="2757641661"/>
      </p:ext>
    </p:extLst>
  </p:cSld>
  <p:clrMapOvr>
    <a:masterClrMapping/>
  </p:clrMapOvr>
  <p:transition>
    <p:random/>
  </p:transition>
</p:sldLayout>
</file>

<file path=ppt/slideLayouts/slideLayout4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9">
            <a:extLst>
              <a:ext uri="{FF2B5EF4-FFF2-40B4-BE49-F238E27FC236}">
                <a16:creationId xmlns:a16="http://schemas.microsoft.com/office/drawing/2014/main" id="{10FC0B23-A863-4F89-9403-B289767D242C}"/>
              </a:ext>
            </a:extLst>
          </p:cNvPr>
          <p:cNvSpPr>
            <a:spLocks noGrp="1" noChangeArrowheads="1"/>
          </p:cNvSpPr>
          <p:nvPr>
            <p:ph type="dt" sz="half" idx="10"/>
          </p:nvPr>
        </p:nvSpPr>
        <p:spPr>
          <a:ln/>
        </p:spPr>
        <p:txBody>
          <a:bodyPr/>
          <a:lstStyle>
            <a:lvl1pPr>
              <a:defRPr/>
            </a:lvl1pPr>
          </a:lstStyle>
          <a:p>
            <a:pPr>
              <a:defRPr/>
            </a:pPr>
            <a:fld id="{838B0145-915D-492E-B0E5-E5465E6A681C}" type="datetime4">
              <a:rPr lang="en-US" altLang="en-US" smtClean="0"/>
              <a:t>February 29, 2024</a:t>
            </a:fld>
            <a:endParaRPr lang="en-US" altLang="en-US"/>
          </a:p>
        </p:txBody>
      </p:sp>
      <p:sp>
        <p:nvSpPr>
          <p:cNvPr id="4" name="Rectangle 10">
            <a:extLst>
              <a:ext uri="{FF2B5EF4-FFF2-40B4-BE49-F238E27FC236}">
                <a16:creationId xmlns:a16="http://schemas.microsoft.com/office/drawing/2014/main" id="{BF7E0FBC-DE69-42EB-BF69-7A02DF484804}"/>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5" name="Rectangle 11">
            <a:extLst>
              <a:ext uri="{FF2B5EF4-FFF2-40B4-BE49-F238E27FC236}">
                <a16:creationId xmlns:a16="http://schemas.microsoft.com/office/drawing/2014/main" id="{61CF5B6C-C76C-4DB9-81DC-DCC8AA85374D}"/>
              </a:ext>
            </a:extLst>
          </p:cNvPr>
          <p:cNvSpPr>
            <a:spLocks noGrp="1" noChangeArrowheads="1"/>
          </p:cNvSpPr>
          <p:nvPr>
            <p:ph type="sldNum" sz="quarter" idx="12"/>
          </p:nvPr>
        </p:nvSpPr>
        <p:spPr>
          <a:ln/>
        </p:spPr>
        <p:txBody>
          <a:bodyPr/>
          <a:lstStyle>
            <a:lvl1pPr>
              <a:defRPr/>
            </a:lvl1pPr>
          </a:lstStyle>
          <a:p>
            <a:pPr>
              <a:defRPr/>
            </a:pPr>
            <a:fld id="{9152B9A4-2E15-4AD1-8346-48E15ACC8828}" type="slidenum">
              <a:rPr lang="en-US" altLang="en-US"/>
              <a:pPr>
                <a:defRPr/>
              </a:pPr>
              <a:t>‹#›</a:t>
            </a:fld>
            <a:endParaRPr lang="en-US" altLang="en-US"/>
          </a:p>
        </p:txBody>
      </p:sp>
    </p:spTree>
    <p:extLst>
      <p:ext uri="{BB962C8B-B14F-4D97-AF65-F5344CB8AC3E}">
        <p14:creationId xmlns:p14="http://schemas.microsoft.com/office/powerpoint/2010/main" val="2082149873"/>
      </p:ext>
    </p:extLst>
  </p:cSld>
  <p:clrMapOvr>
    <a:masterClrMapping/>
  </p:clrMapOvr>
  <p:transition>
    <p:random/>
  </p:transition>
</p:sldLayout>
</file>

<file path=ppt/slideLayouts/slideLayout4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9">
            <a:extLst>
              <a:ext uri="{FF2B5EF4-FFF2-40B4-BE49-F238E27FC236}">
                <a16:creationId xmlns:a16="http://schemas.microsoft.com/office/drawing/2014/main" id="{2D9E26E7-2562-4F67-94F6-68E16756B5F7}"/>
              </a:ext>
            </a:extLst>
          </p:cNvPr>
          <p:cNvSpPr>
            <a:spLocks noGrp="1" noChangeArrowheads="1"/>
          </p:cNvSpPr>
          <p:nvPr>
            <p:ph type="dt" sz="half" idx="10"/>
          </p:nvPr>
        </p:nvSpPr>
        <p:spPr>
          <a:ln/>
        </p:spPr>
        <p:txBody>
          <a:bodyPr/>
          <a:lstStyle>
            <a:lvl1pPr>
              <a:defRPr/>
            </a:lvl1pPr>
          </a:lstStyle>
          <a:p>
            <a:pPr>
              <a:defRPr/>
            </a:pPr>
            <a:fld id="{F012CE62-0E92-46D2-9ABF-07EBB40E7203}" type="datetime4">
              <a:rPr lang="en-US" altLang="en-US" smtClean="0"/>
              <a:t>February 29, 2024</a:t>
            </a:fld>
            <a:endParaRPr lang="en-US" altLang="en-US"/>
          </a:p>
        </p:txBody>
      </p:sp>
      <p:sp>
        <p:nvSpPr>
          <p:cNvPr id="3" name="Rectangle 10">
            <a:extLst>
              <a:ext uri="{FF2B5EF4-FFF2-40B4-BE49-F238E27FC236}">
                <a16:creationId xmlns:a16="http://schemas.microsoft.com/office/drawing/2014/main" id="{B3F9B8C8-EF31-450B-8DFB-EF9AD89E1A16}"/>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4" name="Rectangle 11">
            <a:extLst>
              <a:ext uri="{FF2B5EF4-FFF2-40B4-BE49-F238E27FC236}">
                <a16:creationId xmlns:a16="http://schemas.microsoft.com/office/drawing/2014/main" id="{56F2B89E-96AB-4169-95F3-325D4A7F8A83}"/>
              </a:ext>
            </a:extLst>
          </p:cNvPr>
          <p:cNvSpPr>
            <a:spLocks noGrp="1" noChangeArrowheads="1"/>
          </p:cNvSpPr>
          <p:nvPr>
            <p:ph type="sldNum" sz="quarter" idx="12"/>
          </p:nvPr>
        </p:nvSpPr>
        <p:spPr>
          <a:ln/>
        </p:spPr>
        <p:txBody>
          <a:bodyPr/>
          <a:lstStyle>
            <a:lvl1pPr>
              <a:defRPr/>
            </a:lvl1pPr>
          </a:lstStyle>
          <a:p>
            <a:pPr>
              <a:defRPr/>
            </a:pPr>
            <a:fld id="{2258FD48-D5F9-4E92-926A-6983804FD3FE}" type="slidenum">
              <a:rPr lang="en-US" altLang="en-US"/>
              <a:pPr>
                <a:defRPr/>
              </a:pPr>
              <a:t>‹#›</a:t>
            </a:fld>
            <a:endParaRPr lang="en-US" altLang="en-US"/>
          </a:p>
        </p:txBody>
      </p:sp>
    </p:spTree>
    <p:extLst>
      <p:ext uri="{BB962C8B-B14F-4D97-AF65-F5344CB8AC3E}">
        <p14:creationId xmlns:p14="http://schemas.microsoft.com/office/powerpoint/2010/main" val="3613735793"/>
      </p:ext>
    </p:extLst>
  </p:cSld>
  <p:clrMapOvr>
    <a:masterClrMapping/>
  </p:clrMapOvr>
  <p:transition>
    <p:random/>
  </p:transition>
</p:sldLayout>
</file>

<file path=ppt/slideLayouts/slideLayout4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3887788" y="987425"/>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Rectangle 9">
            <a:extLst>
              <a:ext uri="{FF2B5EF4-FFF2-40B4-BE49-F238E27FC236}">
                <a16:creationId xmlns:a16="http://schemas.microsoft.com/office/drawing/2014/main" id="{18F9EF36-EC40-482B-94FA-5578E2B0DD40}"/>
              </a:ext>
            </a:extLst>
          </p:cNvPr>
          <p:cNvSpPr>
            <a:spLocks noGrp="1" noChangeArrowheads="1"/>
          </p:cNvSpPr>
          <p:nvPr>
            <p:ph type="dt" sz="half" idx="10"/>
          </p:nvPr>
        </p:nvSpPr>
        <p:spPr>
          <a:ln/>
        </p:spPr>
        <p:txBody>
          <a:bodyPr/>
          <a:lstStyle>
            <a:lvl1pPr>
              <a:defRPr/>
            </a:lvl1pPr>
          </a:lstStyle>
          <a:p>
            <a:pPr>
              <a:defRPr/>
            </a:pPr>
            <a:fld id="{639D1EB5-5918-4FA3-B40B-72E7B048AE64}" type="datetime4">
              <a:rPr lang="en-US" altLang="en-US" smtClean="0"/>
              <a:t>February 29, 2024</a:t>
            </a:fld>
            <a:endParaRPr lang="en-US" altLang="en-US"/>
          </a:p>
        </p:txBody>
      </p:sp>
      <p:sp>
        <p:nvSpPr>
          <p:cNvPr id="6" name="Rectangle 10">
            <a:extLst>
              <a:ext uri="{FF2B5EF4-FFF2-40B4-BE49-F238E27FC236}">
                <a16:creationId xmlns:a16="http://schemas.microsoft.com/office/drawing/2014/main" id="{9F9B30E7-289F-4B7F-9370-33C752087013}"/>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7" name="Rectangle 11">
            <a:extLst>
              <a:ext uri="{FF2B5EF4-FFF2-40B4-BE49-F238E27FC236}">
                <a16:creationId xmlns:a16="http://schemas.microsoft.com/office/drawing/2014/main" id="{F307C202-ED24-441A-B933-E3B1A14EDED0}"/>
              </a:ext>
            </a:extLst>
          </p:cNvPr>
          <p:cNvSpPr>
            <a:spLocks noGrp="1" noChangeArrowheads="1"/>
          </p:cNvSpPr>
          <p:nvPr>
            <p:ph type="sldNum" sz="quarter" idx="12"/>
          </p:nvPr>
        </p:nvSpPr>
        <p:spPr>
          <a:ln/>
        </p:spPr>
        <p:txBody>
          <a:bodyPr/>
          <a:lstStyle>
            <a:lvl1pPr>
              <a:defRPr/>
            </a:lvl1pPr>
          </a:lstStyle>
          <a:p>
            <a:pPr>
              <a:defRPr/>
            </a:pPr>
            <a:fld id="{1F27FE13-3A08-46F4-9540-C0AC9F1369C4}" type="slidenum">
              <a:rPr lang="en-US" altLang="en-US"/>
              <a:pPr>
                <a:defRPr/>
              </a:pPr>
              <a:t>‹#›</a:t>
            </a:fld>
            <a:endParaRPr lang="en-US" altLang="en-US"/>
          </a:p>
        </p:txBody>
      </p:sp>
    </p:spTree>
    <p:extLst>
      <p:ext uri="{BB962C8B-B14F-4D97-AF65-F5344CB8AC3E}">
        <p14:creationId xmlns:p14="http://schemas.microsoft.com/office/powerpoint/2010/main" val="3331546764"/>
      </p:ext>
    </p:extLst>
  </p:cSld>
  <p:clrMapOvr>
    <a:masterClrMapping/>
  </p:clrMapOvr>
  <p:transition>
    <p:random/>
  </p:transition>
</p:sldLayout>
</file>

<file path=ppt/slideLayouts/slideLayout4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3887788" y="987425"/>
            <a:ext cx="462915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Rectangle 9">
            <a:extLst>
              <a:ext uri="{FF2B5EF4-FFF2-40B4-BE49-F238E27FC236}">
                <a16:creationId xmlns:a16="http://schemas.microsoft.com/office/drawing/2014/main" id="{C676408B-40A3-4A62-A26A-DD972758D001}"/>
              </a:ext>
            </a:extLst>
          </p:cNvPr>
          <p:cNvSpPr>
            <a:spLocks noGrp="1" noChangeArrowheads="1"/>
          </p:cNvSpPr>
          <p:nvPr>
            <p:ph type="dt" sz="half" idx="10"/>
          </p:nvPr>
        </p:nvSpPr>
        <p:spPr>
          <a:ln/>
        </p:spPr>
        <p:txBody>
          <a:bodyPr/>
          <a:lstStyle>
            <a:lvl1pPr>
              <a:defRPr/>
            </a:lvl1pPr>
          </a:lstStyle>
          <a:p>
            <a:pPr>
              <a:defRPr/>
            </a:pPr>
            <a:fld id="{5A79ED6A-635C-48B5-8C93-4AE64B9B7041}" type="datetime4">
              <a:rPr lang="en-US" altLang="en-US" smtClean="0"/>
              <a:t>February 29, 2024</a:t>
            </a:fld>
            <a:endParaRPr lang="en-US" altLang="en-US"/>
          </a:p>
        </p:txBody>
      </p:sp>
      <p:sp>
        <p:nvSpPr>
          <p:cNvPr id="6" name="Rectangle 10">
            <a:extLst>
              <a:ext uri="{FF2B5EF4-FFF2-40B4-BE49-F238E27FC236}">
                <a16:creationId xmlns:a16="http://schemas.microsoft.com/office/drawing/2014/main" id="{FBF0B2E1-F337-4682-A39A-6018BF9E2DA7}"/>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7" name="Rectangle 11">
            <a:extLst>
              <a:ext uri="{FF2B5EF4-FFF2-40B4-BE49-F238E27FC236}">
                <a16:creationId xmlns:a16="http://schemas.microsoft.com/office/drawing/2014/main" id="{5C24516E-1776-41F6-9130-468BF3AD817B}"/>
              </a:ext>
            </a:extLst>
          </p:cNvPr>
          <p:cNvSpPr>
            <a:spLocks noGrp="1" noChangeArrowheads="1"/>
          </p:cNvSpPr>
          <p:nvPr>
            <p:ph type="sldNum" sz="quarter" idx="12"/>
          </p:nvPr>
        </p:nvSpPr>
        <p:spPr>
          <a:ln/>
        </p:spPr>
        <p:txBody>
          <a:bodyPr/>
          <a:lstStyle>
            <a:lvl1pPr>
              <a:defRPr/>
            </a:lvl1pPr>
          </a:lstStyle>
          <a:p>
            <a:pPr>
              <a:defRPr/>
            </a:pPr>
            <a:fld id="{EEF591CC-DEA9-4D87-A3E3-77F1E385199A}" type="slidenum">
              <a:rPr lang="en-US" altLang="en-US"/>
              <a:pPr>
                <a:defRPr/>
              </a:pPr>
              <a:t>‹#›</a:t>
            </a:fld>
            <a:endParaRPr lang="en-US" altLang="en-US"/>
          </a:p>
        </p:txBody>
      </p:sp>
    </p:spTree>
    <p:extLst>
      <p:ext uri="{BB962C8B-B14F-4D97-AF65-F5344CB8AC3E}">
        <p14:creationId xmlns:p14="http://schemas.microsoft.com/office/powerpoint/2010/main" val="3676862155"/>
      </p:ext>
    </p:extLst>
  </p:cSld>
  <p:clrMapOvr>
    <a:masterClrMapping/>
  </p:clrMapOvr>
  <p:transition>
    <p:random/>
  </p:transition>
</p:sldLayout>
</file>

<file path=ppt/slideLayouts/slideLayout4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9">
            <a:extLst>
              <a:ext uri="{FF2B5EF4-FFF2-40B4-BE49-F238E27FC236}">
                <a16:creationId xmlns:a16="http://schemas.microsoft.com/office/drawing/2014/main" id="{9637224F-8EBD-4964-9859-9AD92408085B}"/>
              </a:ext>
            </a:extLst>
          </p:cNvPr>
          <p:cNvSpPr>
            <a:spLocks noGrp="1" noChangeArrowheads="1"/>
          </p:cNvSpPr>
          <p:nvPr>
            <p:ph type="dt" sz="half" idx="10"/>
          </p:nvPr>
        </p:nvSpPr>
        <p:spPr>
          <a:ln/>
        </p:spPr>
        <p:txBody>
          <a:bodyPr/>
          <a:lstStyle>
            <a:lvl1pPr>
              <a:defRPr/>
            </a:lvl1pPr>
          </a:lstStyle>
          <a:p>
            <a:pPr>
              <a:defRPr/>
            </a:pPr>
            <a:fld id="{D1E2ECF6-6271-4600-B0AC-45B57EB194C0}" type="datetime4">
              <a:rPr lang="en-US" altLang="en-US" smtClean="0"/>
              <a:t>February 29, 2024</a:t>
            </a:fld>
            <a:endParaRPr lang="en-US" altLang="en-US"/>
          </a:p>
        </p:txBody>
      </p:sp>
      <p:sp>
        <p:nvSpPr>
          <p:cNvPr id="5" name="Rectangle 10">
            <a:extLst>
              <a:ext uri="{FF2B5EF4-FFF2-40B4-BE49-F238E27FC236}">
                <a16:creationId xmlns:a16="http://schemas.microsoft.com/office/drawing/2014/main" id="{1CF75AFC-60FB-4AE7-B265-A72286D20402}"/>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6" name="Rectangle 11">
            <a:extLst>
              <a:ext uri="{FF2B5EF4-FFF2-40B4-BE49-F238E27FC236}">
                <a16:creationId xmlns:a16="http://schemas.microsoft.com/office/drawing/2014/main" id="{736355B5-28A0-464A-B113-C5BFC82E67E1}"/>
              </a:ext>
            </a:extLst>
          </p:cNvPr>
          <p:cNvSpPr>
            <a:spLocks noGrp="1" noChangeArrowheads="1"/>
          </p:cNvSpPr>
          <p:nvPr>
            <p:ph type="sldNum" sz="quarter" idx="12"/>
          </p:nvPr>
        </p:nvSpPr>
        <p:spPr>
          <a:ln/>
        </p:spPr>
        <p:txBody>
          <a:bodyPr/>
          <a:lstStyle>
            <a:lvl1pPr>
              <a:defRPr/>
            </a:lvl1pPr>
          </a:lstStyle>
          <a:p>
            <a:pPr>
              <a:defRPr/>
            </a:pPr>
            <a:fld id="{06144093-CF23-4573-8EB6-2CFA10DA383F}" type="slidenum">
              <a:rPr lang="en-US" altLang="en-US"/>
              <a:pPr>
                <a:defRPr/>
              </a:pPr>
              <a:t>‹#›</a:t>
            </a:fld>
            <a:endParaRPr lang="en-US" altLang="en-US"/>
          </a:p>
        </p:txBody>
      </p:sp>
    </p:spTree>
    <p:extLst>
      <p:ext uri="{BB962C8B-B14F-4D97-AF65-F5344CB8AC3E}">
        <p14:creationId xmlns:p14="http://schemas.microsoft.com/office/powerpoint/2010/main" val="3333762286"/>
      </p:ext>
    </p:extLst>
  </p:cSld>
  <p:clrMapOvr>
    <a:masterClrMapping/>
  </p:clrMapOvr>
  <p:transition>
    <p:random/>
  </p:transition>
</p:sldLayout>
</file>

<file path=ppt/slideLayouts/slideLayout45.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743700" y="152400"/>
            <a:ext cx="2019300" cy="60960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85800" y="152400"/>
            <a:ext cx="5905500" cy="609600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9">
            <a:extLst>
              <a:ext uri="{FF2B5EF4-FFF2-40B4-BE49-F238E27FC236}">
                <a16:creationId xmlns:a16="http://schemas.microsoft.com/office/drawing/2014/main" id="{40EB2D34-9CF9-4FA1-9891-8646038C9EC9}"/>
              </a:ext>
            </a:extLst>
          </p:cNvPr>
          <p:cNvSpPr>
            <a:spLocks noGrp="1" noChangeArrowheads="1"/>
          </p:cNvSpPr>
          <p:nvPr>
            <p:ph type="dt" sz="half" idx="10"/>
          </p:nvPr>
        </p:nvSpPr>
        <p:spPr>
          <a:ln/>
        </p:spPr>
        <p:txBody>
          <a:bodyPr/>
          <a:lstStyle>
            <a:lvl1pPr>
              <a:defRPr/>
            </a:lvl1pPr>
          </a:lstStyle>
          <a:p>
            <a:pPr>
              <a:defRPr/>
            </a:pPr>
            <a:fld id="{AAC094E6-E21F-4642-B330-77EFB0D90D37}" type="datetime4">
              <a:rPr lang="en-US" altLang="en-US" smtClean="0"/>
              <a:t>February 29, 2024</a:t>
            </a:fld>
            <a:endParaRPr lang="en-US" altLang="en-US"/>
          </a:p>
        </p:txBody>
      </p:sp>
      <p:sp>
        <p:nvSpPr>
          <p:cNvPr id="5" name="Rectangle 10">
            <a:extLst>
              <a:ext uri="{FF2B5EF4-FFF2-40B4-BE49-F238E27FC236}">
                <a16:creationId xmlns:a16="http://schemas.microsoft.com/office/drawing/2014/main" id="{4CD0DCE1-E22C-49A5-B6E7-047480437FAD}"/>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6" name="Rectangle 11">
            <a:extLst>
              <a:ext uri="{FF2B5EF4-FFF2-40B4-BE49-F238E27FC236}">
                <a16:creationId xmlns:a16="http://schemas.microsoft.com/office/drawing/2014/main" id="{FBA64E89-7327-4792-A101-5C3C61458511}"/>
              </a:ext>
            </a:extLst>
          </p:cNvPr>
          <p:cNvSpPr>
            <a:spLocks noGrp="1" noChangeArrowheads="1"/>
          </p:cNvSpPr>
          <p:nvPr>
            <p:ph type="sldNum" sz="quarter" idx="12"/>
          </p:nvPr>
        </p:nvSpPr>
        <p:spPr>
          <a:ln/>
        </p:spPr>
        <p:txBody>
          <a:bodyPr/>
          <a:lstStyle>
            <a:lvl1pPr>
              <a:defRPr/>
            </a:lvl1pPr>
          </a:lstStyle>
          <a:p>
            <a:pPr>
              <a:defRPr/>
            </a:pPr>
            <a:fld id="{36D07167-06C4-4146-896E-E23FE8A9CC31}" type="slidenum">
              <a:rPr lang="en-US" altLang="en-US"/>
              <a:pPr>
                <a:defRPr/>
              </a:pPr>
              <a:t>‹#›</a:t>
            </a:fld>
            <a:endParaRPr lang="en-US" altLang="en-US"/>
          </a:p>
        </p:txBody>
      </p:sp>
    </p:spTree>
    <p:extLst>
      <p:ext uri="{BB962C8B-B14F-4D97-AF65-F5344CB8AC3E}">
        <p14:creationId xmlns:p14="http://schemas.microsoft.com/office/powerpoint/2010/main" val="551357650"/>
      </p:ext>
    </p:extLst>
  </p:cSld>
  <p:clrMapOvr>
    <a:masterClrMapping/>
  </p:clrMapOvr>
  <p:transition>
    <p:random/>
  </p:transition>
</p:sldLayout>
</file>

<file path=ppt/slideLayouts/slideLayout46.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914400" y="152400"/>
            <a:ext cx="7772400" cy="712788"/>
          </a:xfrm>
        </p:spPr>
        <p:txBody>
          <a:bodyPr/>
          <a:lstStyle/>
          <a:p>
            <a:r>
              <a:rPr lang="en-US"/>
              <a:t>Click to edit Master title style</a:t>
            </a:r>
          </a:p>
        </p:txBody>
      </p:sp>
      <p:sp>
        <p:nvSpPr>
          <p:cNvPr id="3" name="Text Placeholder 2"/>
          <p:cNvSpPr>
            <a:spLocks noGrp="1"/>
          </p:cNvSpPr>
          <p:nvPr>
            <p:ph type="body" sz="half" idx="1"/>
          </p:nvPr>
        </p:nvSpPr>
        <p:spPr>
          <a:xfrm>
            <a:off x="685800" y="1066800"/>
            <a:ext cx="3962400" cy="51816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800600" y="1066800"/>
            <a:ext cx="3962400" cy="51816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9">
            <a:extLst>
              <a:ext uri="{FF2B5EF4-FFF2-40B4-BE49-F238E27FC236}">
                <a16:creationId xmlns:a16="http://schemas.microsoft.com/office/drawing/2014/main" id="{D143BBFF-AB83-4762-B240-D640FB446D7A}"/>
              </a:ext>
            </a:extLst>
          </p:cNvPr>
          <p:cNvSpPr>
            <a:spLocks noGrp="1" noChangeArrowheads="1"/>
          </p:cNvSpPr>
          <p:nvPr>
            <p:ph type="dt" sz="half" idx="10"/>
          </p:nvPr>
        </p:nvSpPr>
        <p:spPr>
          <a:ln/>
        </p:spPr>
        <p:txBody>
          <a:bodyPr/>
          <a:lstStyle>
            <a:lvl1pPr>
              <a:defRPr/>
            </a:lvl1pPr>
          </a:lstStyle>
          <a:p>
            <a:pPr>
              <a:defRPr/>
            </a:pPr>
            <a:fld id="{9A772627-FA51-460C-BC09-B1AC454D784C}" type="datetime4">
              <a:rPr lang="en-US" altLang="en-US" smtClean="0"/>
              <a:t>February 29, 2024</a:t>
            </a:fld>
            <a:endParaRPr lang="en-US" altLang="en-US"/>
          </a:p>
        </p:txBody>
      </p:sp>
      <p:sp>
        <p:nvSpPr>
          <p:cNvPr id="6" name="Rectangle 10">
            <a:extLst>
              <a:ext uri="{FF2B5EF4-FFF2-40B4-BE49-F238E27FC236}">
                <a16:creationId xmlns:a16="http://schemas.microsoft.com/office/drawing/2014/main" id="{FB6232EA-ABCC-4D5B-817E-5CA339081A46}"/>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7" name="Rectangle 11">
            <a:extLst>
              <a:ext uri="{FF2B5EF4-FFF2-40B4-BE49-F238E27FC236}">
                <a16:creationId xmlns:a16="http://schemas.microsoft.com/office/drawing/2014/main" id="{DB6E29C0-AE86-4B3F-9332-6155F923022F}"/>
              </a:ext>
            </a:extLst>
          </p:cNvPr>
          <p:cNvSpPr>
            <a:spLocks noGrp="1" noChangeArrowheads="1"/>
          </p:cNvSpPr>
          <p:nvPr>
            <p:ph type="sldNum" sz="quarter" idx="12"/>
          </p:nvPr>
        </p:nvSpPr>
        <p:spPr>
          <a:ln/>
        </p:spPr>
        <p:txBody>
          <a:bodyPr/>
          <a:lstStyle>
            <a:lvl1pPr>
              <a:defRPr/>
            </a:lvl1pPr>
          </a:lstStyle>
          <a:p>
            <a:pPr>
              <a:defRPr/>
            </a:pPr>
            <a:fld id="{172AABB2-C4AC-49F0-979A-772357E84031}" type="slidenum">
              <a:rPr lang="en-US" altLang="en-US"/>
              <a:pPr>
                <a:defRPr/>
              </a:pPr>
              <a:t>‹#›</a:t>
            </a:fld>
            <a:endParaRPr lang="en-US" altLang="en-US"/>
          </a:p>
        </p:txBody>
      </p:sp>
    </p:spTree>
    <p:extLst>
      <p:ext uri="{BB962C8B-B14F-4D97-AF65-F5344CB8AC3E}">
        <p14:creationId xmlns:p14="http://schemas.microsoft.com/office/powerpoint/2010/main" val="2592524691"/>
      </p:ext>
    </p:extLst>
  </p:cSld>
  <p:clrMapOvr>
    <a:masterClrMapping/>
  </p:clrMapOvr>
  <p:transition>
    <p:random/>
  </p:transition>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type="title" preserve="1">
  <p:cSld name="標題投影片">
    <p:spTree>
      <p:nvGrpSpPr>
        <p:cNvPr id="1" name=""/>
        <p:cNvGrpSpPr/>
        <p:nvPr/>
      </p:nvGrpSpPr>
      <p:grpSpPr>
        <a:xfrm>
          <a:off x="0" y="0"/>
          <a:ext cx="0" cy="0"/>
          <a:chOff x="0" y="0"/>
          <a:chExt cx="0" cy="0"/>
        </a:xfrm>
      </p:grpSpPr>
      <p:sp>
        <p:nvSpPr>
          <p:cNvPr id="2" name="標題 1"/>
          <p:cNvSpPr>
            <a:spLocks noGrp="1"/>
          </p:cNvSpPr>
          <p:nvPr>
            <p:ph type="ctrTitle"/>
          </p:nvPr>
        </p:nvSpPr>
        <p:spPr>
          <a:xfrm>
            <a:off x="685800" y="2130425"/>
            <a:ext cx="7772400" cy="1470025"/>
          </a:xfrm>
        </p:spPr>
        <p:txBody>
          <a:bodyPr/>
          <a:lstStyle/>
          <a:p>
            <a:r>
              <a:rPr lang="en-US" altLang="zh-TW"/>
              <a:t>Click to edit Master title style</a:t>
            </a:r>
            <a:endParaRPr lang="zh-TW" altLang="en-US"/>
          </a:p>
        </p:txBody>
      </p:sp>
      <p:sp>
        <p:nvSpPr>
          <p:cNvPr id="3" name="副標題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ltLang="zh-TW"/>
              <a:t>Click to edit Master subtitle style</a:t>
            </a:r>
            <a:endParaRPr lang="zh-TW" altLang="en-US"/>
          </a:p>
        </p:txBody>
      </p:sp>
    </p:spTree>
    <p:extLst>
      <p:ext uri="{BB962C8B-B14F-4D97-AF65-F5344CB8AC3E}">
        <p14:creationId xmlns:p14="http://schemas.microsoft.com/office/powerpoint/2010/main" val="606907634"/>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內容版面配置區 2"/>
          <p:cNvSpPr>
            <a:spLocks noGrp="1"/>
          </p:cNvSpPr>
          <p:nvPr>
            <p:ph idx="1"/>
          </p:nvPr>
        </p:nvSpPr>
        <p:spPr/>
        <p:txBody>
          <a:bodyPr/>
          <a:lstStyle>
            <a:lvl1pPr>
              <a:buClr>
                <a:srgbClr val="0000FF"/>
              </a:buClr>
              <a:buFont typeface="Wingdings 2" pitchFamily="18" charset="2"/>
              <a:buChar char="©"/>
              <a:defRPr/>
            </a:lvl1pPr>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dirty="0"/>
          </a:p>
        </p:txBody>
      </p:sp>
    </p:spTree>
    <p:extLst>
      <p:ext uri="{BB962C8B-B14F-4D97-AF65-F5344CB8AC3E}">
        <p14:creationId xmlns:p14="http://schemas.microsoft.com/office/powerpoint/2010/main" val="2874208808"/>
      </p:ext>
    </p:extLst>
  </p:cSld>
  <p:clrMapOvr>
    <a:overrideClrMapping bg1="lt1" tx1="dk1" bg2="lt2" tx2="dk2" accent1="accent1" accent2="accent2" accent3="accent3" accent4="accent4" accent5="accent5" accent6="accent6" hlink="hlink" folHlink="folHlink"/>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type="secHead" preserve="1">
  <p:cSld name="區段標題">
    <p:spTree>
      <p:nvGrpSpPr>
        <p:cNvPr id="1" name=""/>
        <p:cNvGrpSpPr/>
        <p:nvPr/>
      </p:nvGrpSpPr>
      <p:grpSpPr>
        <a:xfrm>
          <a:off x="0" y="0"/>
          <a:ext cx="0" cy="0"/>
          <a:chOff x="0" y="0"/>
          <a:chExt cx="0" cy="0"/>
        </a:xfrm>
      </p:grpSpPr>
      <p:sp>
        <p:nvSpPr>
          <p:cNvPr id="2" name="標題 1"/>
          <p:cNvSpPr>
            <a:spLocks noGrp="1"/>
          </p:cNvSpPr>
          <p:nvPr>
            <p:ph type="title"/>
          </p:nvPr>
        </p:nvSpPr>
        <p:spPr>
          <a:xfrm>
            <a:off x="722313" y="4406900"/>
            <a:ext cx="7772400" cy="1362075"/>
          </a:xfrm>
        </p:spPr>
        <p:txBody>
          <a:bodyPr anchor="t"/>
          <a:lstStyle>
            <a:lvl1pPr algn="l">
              <a:defRPr sz="4000" b="1" cap="all"/>
            </a:lvl1pPr>
          </a:lstStyle>
          <a:p>
            <a:r>
              <a:rPr lang="en-US" altLang="zh-TW"/>
              <a:t>Click to edit Master title style</a:t>
            </a:r>
            <a:endParaRPr lang="zh-TW" altLang="en-US"/>
          </a:p>
        </p:txBody>
      </p:sp>
      <p:sp>
        <p:nvSpPr>
          <p:cNvPr id="3" name="文字版面配置區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ltLang="zh-TW"/>
              <a:t>Edit Master text styles</a:t>
            </a:r>
          </a:p>
        </p:txBody>
      </p:sp>
    </p:spTree>
    <p:extLst>
      <p:ext uri="{BB962C8B-B14F-4D97-AF65-F5344CB8AC3E}">
        <p14:creationId xmlns:p14="http://schemas.microsoft.com/office/powerpoint/2010/main" val="888886657"/>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內容版面配置區 2"/>
          <p:cNvSpPr>
            <a:spLocks noGrp="1"/>
          </p:cNvSpPr>
          <p:nvPr>
            <p:ph sz="half" idx="1"/>
          </p:nvPr>
        </p:nvSpPr>
        <p:spPr>
          <a:xfrm>
            <a:off x="307975" y="1295400"/>
            <a:ext cx="4208463" cy="5202238"/>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內容版面配置區 3"/>
          <p:cNvSpPr>
            <a:spLocks noGrp="1"/>
          </p:cNvSpPr>
          <p:nvPr>
            <p:ph sz="half" idx="2"/>
          </p:nvPr>
        </p:nvSpPr>
        <p:spPr>
          <a:xfrm>
            <a:off x="4668838" y="1295400"/>
            <a:ext cx="4210050" cy="5202238"/>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Tree>
    <p:extLst>
      <p:ext uri="{BB962C8B-B14F-4D97-AF65-F5344CB8AC3E}">
        <p14:creationId xmlns:p14="http://schemas.microsoft.com/office/powerpoint/2010/main" val="1429682237"/>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type="twoTxTwoObj" preserve="1">
  <p:cSld name="比對">
    <p:spTree>
      <p:nvGrpSpPr>
        <p:cNvPr id="1" name=""/>
        <p:cNvGrpSpPr/>
        <p:nvPr/>
      </p:nvGrpSpPr>
      <p:grpSpPr>
        <a:xfrm>
          <a:off x="0" y="0"/>
          <a:ext cx="0" cy="0"/>
          <a:chOff x="0" y="0"/>
          <a:chExt cx="0" cy="0"/>
        </a:xfrm>
      </p:grpSpPr>
      <p:sp>
        <p:nvSpPr>
          <p:cNvPr id="2" name="標題 1"/>
          <p:cNvSpPr>
            <a:spLocks noGrp="1"/>
          </p:cNvSpPr>
          <p:nvPr>
            <p:ph type="title"/>
          </p:nvPr>
        </p:nvSpPr>
        <p:spPr>
          <a:xfrm>
            <a:off x="457200" y="274638"/>
            <a:ext cx="8229600" cy="1143000"/>
          </a:xfrm>
        </p:spPr>
        <p:txBody>
          <a:bodyPr/>
          <a:lstStyle>
            <a:lvl1pPr>
              <a:defRPr/>
            </a:lvl1pPr>
          </a:lstStyle>
          <a:p>
            <a:r>
              <a:rPr lang="en-US" altLang="zh-TW"/>
              <a:t>Click to edit Master title style</a:t>
            </a:r>
            <a:endParaRPr lang="zh-TW" altLang="en-US"/>
          </a:p>
        </p:txBody>
      </p:sp>
      <p:sp>
        <p:nvSpPr>
          <p:cNvPr id="3" name="文字版面配置區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zh-TW"/>
              <a:t>Edit Master text styles</a:t>
            </a:r>
          </a:p>
        </p:txBody>
      </p:sp>
      <p:sp>
        <p:nvSpPr>
          <p:cNvPr id="4" name="內容版面配置區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5" name="文字版面配置區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zh-TW"/>
              <a:t>Edit Master text styles</a:t>
            </a:r>
          </a:p>
        </p:txBody>
      </p:sp>
      <p:sp>
        <p:nvSpPr>
          <p:cNvPr id="6" name="內容版面配置區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Tree>
    <p:extLst>
      <p:ext uri="{BB962C8B-B14F-4D97-AF65-F5344CB8AC3E}">
        <p14:creationId xmlns:p14="http://schemas.microsoft.com/office/powerpoint/2010/main" val="3301303662"/>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Tree>
    <p:extLst>
      <p:ext uri="{BB962C8B-B14F-4D97-AF65-F5344CB8AC3E}">
        <p14:creationId xmlns:p14="http://schemas.microsoft.com/office/powerpoint/2010/main" val="3506370247"/>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1815476300"/>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457200" y="273050"/>
            <a:ext cx="3008313" cy="1162050"/>
          </a:xfrm>
        </p:spPr>
        <p:txBody>
          <a:bodyPr anchor="b"/>
          <a:lstStyle>
            <a:lvl1pPr algn="l">
              <a:defRPr sz="2000" b="1"/>
            </a:lvl1pPr>
          </a:lstStyle>
          <a:p>
            <a:r>
              <a:rPr lang="en-US" altLang="zh-TW"/>
              <a:t>Click to edit Master title style</a:t>
            </a:r>
            <a:endParaRPr lang="zh-TW" altLang="en-US"/>
          </a:p>
        </p:txBody>
      </p:sp>
      <p:sp>
        <p:nvSpPr>
          <p:cNvPr id="3" name="內容版面配置區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文字版面配置區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zh-TW"/>
              <a:t>Edit Master text styles</a:t>
            </a:r>
          </a:p>
        </p:txBody>
      </p:sp>
    </p:spTree>
    <p:extLst>
      <p:ext uri="{BB962C8B-B14F-4D97-AF65-F5344CB8AC3E}">
        <p14:creationId xmlns:p14="http://schemas.microsoft.com/office/powerpoint/2010/main" val="2982116541"/>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1792288" y="4800600"/>
            <a:ext cx="5486400" cy="566738"/>
          </a:xfrm>
        </p:spPr>
        <p:txBody>
          <a:bodyPr anchor="b"/>
          <a:lstStyle>
            <a:lvl1pPr algn="l">
              <a:defRPr sz="2000" b="1"/>
            </a:lvl1pPr>
          </a:lstStyle>
          <a:p>
            <a:r>
              <a:rPr lang="en-US" altLang="zh-TW"/>
              <a:t>Click to edit Master title style</a:t>
            </a:r>
            <a:endParaRPr lang="zh-TW" altLang="en-US"/>
          </a:p>
        </p:txBody>
      </p:sp>
      <p:sp>
        <p:nvSpPr>
          <p:cNvPr id="3" name="圖片版面配置區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altLang="zh-TW" noProof="0"/>
              <a:t>Click icon to add picture</a:t>
            </a:r>
            <a:endParaRPr lang="zh-TW" altLang="en-US" noProof="0"/>
          </a:p>
        </p:txBody>
      </p:sp>
      <p:sp>
        <p:nvSpPr>
          <p:cNvPr id="4" name="文字版面配置區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zh-TW"/>
              <a:t>Edit Master text styles</a:t>
            </a:r>
          </a:p>
        </p:txBody>
      </p:sp>
    </p:spTree>
    <p:extLst>
      <p:ext uri="{BB962C8B-B14F-4D97-AF65-F5344CB8AC3E}">
        <p14:creationId xmlns:p14="http://schemas.microsoft.com/office/powerpoint/2010/main" val="1324615631"/>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直排文字版面配置區 2"/>
          <p:cNvSpPr>
            <a:spLocks noGrp="1"/>
          </p:cNvSpPr>
          <p:nvPr>
            <p:ph type="body" orient="vert" idx="1"/>
          </p:nvPr>
        </p:nvSpPr>
        <p:spPr/>
        <p:txBody>
          <a:bodyPr vert="eaVert"/>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Tree>
    <p:extLst>
      <p:ext uri="{BB962C8B-B14F-4D97-AF65-F5344CB8AC3E}">
        <p14:creationId xmlns:p14="http://schemas.microsoft.com/office/powerpoint/2010/main" val="3776185667"/>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showMasterSp="0" type="vertTitleAndTx" preserve="1">
  <p:cSld name="直排標題及文字">
    <p:spTree>
      <p:nvGrpSpPr>
        <p:cNvPr id="1" name=""/>
        <p:cNvGrpSpPr/>
        <p:nvPr/>
      </p:nvGrpSpPr>
      <p:grpSpPr>
        <a:xfrm>
          <a:off x="0" y="0"/>
          <a:ext cx="0" cy="0"/>
          <a:chOff x="0" y="0"/>
          <a:chExt cx="0" cy="0"/>
        </a:xfrm>
      </p:grpSpPr>
      <p:sp>
        <p:nvSpPr>
          <p:cNvPr id="2" name="直排標題 1"/>
          <p:cNvSpPr>
            <a:spLocks noGrp="1"/>
          </p:cNvSpPr>
          <p:nvPr>
            <p:ph type="title" orient="vert"/>
          </p:nvPr>
        </p:nvSpPr>
        <p:spPr>
          <a:xfrm>
            <a:off x="6734175" y="228600"/>
            <a:ext cx="2144713" cy="6269038"/>
          </a:xfrm>
        </p:spPr>
        <p:txBody>
          <a:bodyPr vert="eaVert"/>
          <a:lstStyle/>
          <a:p>
            <a:r>
              <a:rPr lang="en-US" altLang="zh-TW"/>
              <a:t>Click to edit Master title style</a:t>
            </a:r>
            <a:endParaRPr lang="zh-TW" altLang="en-US"/>
          </a:p>
        </p:txBody>
      </p:sp>
      <p:sp>
        <p:nvSpPr>
          <p:cNvPr id="3" name="直排文字版面配置區 2"/>
          <p:cNvSpPr>
            <a:spLocks noGrp="1"/>
          </p:cNvSpPr>
          <p:nvPr>
            <p:ph type="body" orient="vert" idx="1"/>
          </p:nvPr>
        </p:nvSpPr>
        <p:spPr>
          <a:xfrm>
            <a:off x="298450" y="228600"/>
            <a:ext cx="6283325" cy="6269038"/>
          </a:xfrm>
        </p:spPr>
        <p:txBody>
          <a:bodyPr vert="eaVert"/>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Tree>
    <p:extLst>
      <p:ext uri="{BB962C8B-B14F-4D97-AF65-F5344CB8AC3E}">
        <p14:creationId xmlns:p14="http://schemas.microsoft.com/office/powerpoint/2010/main" val="2679960724"/>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showMasterSp="0" type="txAndObj" preserve="1">
  <p:cSld name="標題，文字及物件">
    <p:spTree>
      <p:nvGrpSpPr>
        <p:cNvPr id="1" name=""/>
        <p:cNvGrpSpPr/>
        <p:nvPr/>
      </p:nvGrpSpPr>
      <p:grpSpPr>
        <a:xfrm>
          <a:off x="0" y="0"/>
          <a:ext cx="0" cy="0"/>
          <a:chOff x="0" y="0"/>
          <a:chExt cx="0" cy="0"/>
        </a:xfrm>
      </p:grpSpPr>
      <p:sp>
        <p:nvSpPr>
          <p:cNvPr id="2" name="標題 1"/>
          <p:cNvSpPr>
            <a:spLocks noGrp="1"/>
          </p:cNvSpPr>
          <p:nvPr>
            <p:ph type="title"/>
          </p:nvPr>
        </p:nvSpPr>
        <p:spPr>
          <a:xfrm>
            <a:off x="855785" y="350839"/>
            <a:ext cx="7904285" cy="414337"/>
          </a:xfrm>
        </p:spPr>
        <p:txBody>
          <a:bodyPr/>
          <a:lstStyle/>
          <a:p>
            <a:r>
              <a:rPr lang="en-US" altLang="zh-TW"/>
              <a:t>Click to edit Master title style</a:t>
            </a:r>
            <a:endParaRPr lang="zh-TW" altLang="en-US"/>
          </a:p>
        </p:txBody>
      </p:sp>
      <p:sp>
        <p:nvSpPr>
          <p:cNvPr id="3" name="文字版面配置區 2"/>
          <p:cNvSpPr>
            <a:spLocks noGrp="1"/>
          </p:cNvSpPr>
          <p:nvPr>
            <p:ph type="body" sz="half" idx="1"/>
          </p:nvPr>
        </p:nvSpPr>
        <p:spPr>
          <a:xfrm>
            <a:off x="457200" y="1295391"/>
            <a:ext cx="4044462" cy="5177127"/>
          </a:xfrm>
          <a:prstGeom prst="rect">
            <a:avLst/>
          </a:prstGeom>
        </p:spPr>
        <p:txBody>
          <a:bodyPr/>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內容版面配置區 3"/>
          <p:cNvSpPr>
            <a:spLocks noGrp="1"/>
          </p:cNvSpPr>
          <p:nvPr>
            <p:ph sz="half" idx="2"/>
          </p:nvPr>
        </p:nvSpPr>
        <p:spPr>
          <a:xfrm>
            <a:off x="4642338" y="1295391"/>
            <a:ext cx="4044462" cy="5186091"/>
          </a:xfrm>
          <a:prstGeom prst="rect">
            <a:avLst/>
          </a:prstGeom>
        </p:spPr>
        <p:txBody>
          <a:bodyPr/>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Tree>
    <p:extLst>
      <p:ext uri="{BB962C8B-B14F-4D97-AF65-F5344CB8AC3E}">
        <p14:creationId xmlns:p14="http://schemas.microsoft.com/office/powerpoint/2010/main" val="2990446349"/>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type="title" preserve="1">
  <p:cSld name="標題投影片">
    <p:spTree>
      <p:nvGrpSpPr>
        <p:cNvPr id="1" name=""/>
        <p:cNvGrpSpPr/>
        <p:nvPr/>
      </p:nvGrpSpPr>
      <p:grpSpPr>
        <a:xfrm>
          <a:off x="0" y="0"/>
          <a:ext cx="0" cy="0"/>
          <a:chOff x="0" y="0"/>
          <a:chExt cx="0" cy="0"/>
        </a:xfrm>
      </p:grpSpPr>
      <p:sp>
        <p:nvSpPr>
          <p:cNvPr id="2" name="標題 1"/>
          <p:cNvSpPr>
            <a:spLocks noGrp="1"/>
          </p:cNvSpPr>
          <p:nvPr>
            <p:ph type="ctrTitle"/>
          </p:nvPr>
        </p:nvSpPr>
        <p:spPr>
          <a:xfrm>
            <a:off x="685800" y="2130425"/>
            <a:ext cx="7772400" cy="1470025"/>
          </a:xfrm>
          <a:prstGeom prst="rect">
            <a:avLst/>
          </a:prstGeom>
        </p:spPr>
        <p:txBody>
          <a:bodyPr/>
          <a:lstStyle/>
          <a:p>
            <a:r>
              <a:rPr lang="en-US" altLang="zh-TW"/>
              <a:t>Click to edit Master title style</a:t>
            </a:r>
            <a:endParaRPr lang="zh-TW" altLang="en-US"/>
          </a:p>
        </p:txBody>
      </p:sp>
      <p:sp>
        <p:nvSpPr>
          <p:cNvPr id="3" name="副標題 2"/>
          <p:cNvSpPr>
            <a:spLocks noGrp="1"/>
          </p:cNvSpPr>
          <p:nvPr>
            <p:ph type="subTitle" idx="1"/>
          </p:nvPr>
        </p:nvSpPr>
        <p:spPr>
          <a:xfrm>
            <a:off x="1371600" y="3886200"/>
            <a:ext cx="6400800" cy="1752600"/>
          </a:xfrm>
          <a:prstGeom prst="rect">
            <a:avLst/>
          </a:prstGeo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ltLang="zh-TW"/>
              <a:t>Click to edit Master subtitle style</a:t>
            </a:r>
            <a:endParaRPr lang="zh-TW" altLang="en-US"/>
          </a:p>
        </p:txBody>
      </p:sp>
    </p:spTree>
    <p:extLst>
      <p:ext uri="{BB962C8B-B14F-4D97-AF65-F5344CB8AC3E}">
        <p14:creationId xmlns:p14="http://schemas.microsoft.com/office/powerpoint/2010/main" val="89776014"/>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showMasterSp="0"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a:xfrm>
            <a:off x="457200" y="274638"/>
            <a:ext cx="8229600" cy="1143000"/>
          </a:xfrm>
          <a:prstGeom prst="rect">
            <a:avLst/>
          </a:prstGeom>
        </p:spPr>
        <p:txBody>
          <a:bodyPr/>
          <a:lstStyle/>
          <a:p>
            <a:r>
              <a:rPr lang="en-US" altLang="zh-TW"/>
              <a:t>Click to edit Master title style</a:t>
            </a:r>
            <a:endParaRPr lang="zh-TW" altLang="en-US"/>
          </a:p>
        </p:txBody>
      </p:sp>
      <p:sp>
        <p:nvSpPr>
          <p:cNvPr id="3" name="內容版面配置區 2"/>
          <p:cNvSpPr>
            <a:spLocks noGrp="1"/>
          </p:cNvSpPr>
          <p:nvPr>
            <p:ph idx="1"/>
          </p:nvPr>
        </p:nvSpPr>
        <p:spPr>
          <a:xfrm>
            <a:off x="457200" y="1600200"/>
            <a:ext cx="8229600" cy="4525963"/>
          </a:xfrm>
          <a:prstGeom prst="rect">
            <a:avLst/>
          </a:prstGeom>
        </p:spPr>
        <p:txBody>
          <a:bodyPr/>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Tree>
    <p:extLst>
      <p:ext uri="{BB962C8B-B14F-4D97-AF65-F5344CB8AC3E}">
        <p14:creationId xmlns:p14="http://schemas.microsoft.com/office/powerpoint/2010/main" val="2418777215"/>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showMasterSp="0" type="secHead" preserve="1">
  <p:cSld name="區段標題">
    <p:spTree>
      <p:nvGrpSpPr>
        <p:cNvPr id="1" name=""/>
        <p:cNvGrpSpPr/>
        <p:nvPr/>
      </p:nvGrpSpPr>
      <p:grpSpPr>
        <a:xfrm>
          <a:off x="0" y="0"/>
          <a:ext cx="0" cy="0"/>
          <a:chOff x="0" y="0"/>
          <a:chExt cx="0" cy="0"/>
        </a:xfrm>
      </p:grpSpPr>
      <p:sp>
        <p:nvSpPr>
          <p:cNvPr id="2" name="標題 1"/>
          <p:cNvSpPr>
            <a:spLocks noGrp="1"/>
          </p:cNvSpPr>
          <p:nvPr>
            <p:ph type="title"/>
          </p:nvPr>
        </p:nvSpPr>
        <p:spPr>
          <a:xfrm>
            <a:off x="722313" y="4406900"/>
            <a:ext cx="7772400" cy="1362075"/>
          </a:xfrm>
          <a:prstGeom prst="rect">
            <a:avLst/>
          </a:prstGeom>
        </p:spPr>
        <p:txBody>
          <a:bodyPr anchor="t"/>
          <a:lstStyle>
            <a:lvl1pPr algn="l">
              <a:defRPr sz="4000" b="1" cap="all"/>
            </a:lvl1pPr>
          </a:lstStyle>
          <a:p>
            <a:r>
              <a:rPr lang="en-US" altLang="zh-TW"/>
              <a:t>Click to edit Master title style</a:t>
            </a:r>
            <a:endParaRPr lang="zh-TW" altLang="en-US"/>
          </a:p>
        </p:txBody>
      </p:sp>
      <p:sp>
        <p:nvSpPr>
          <p:cNvPr id="3" name="文字版面配置區 2"/>
          <p:cNvSpPr>
            <a:spLocks noGrp="1"/>
          </p:cNvSpPr>
          <p:nvPr>
            <p:ph type="body" idx="1"/>
          </p:nvPr>
        </p:nvSpPr>
        <p:spPr>
          <a:xfrm>
            <a:off x="722313" y="2906713"/>
            <a:ext cx="7772400" cy="1500187"/>
          </a:xfrm>
          <a:prstGeom prst="rect">
            <a:avLst/>
          </a:prstGeo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ltLang="zh-TW"/>
              <a:t>Edit Master text styles</a:t>
            </a:r>
          </a:p>
        </p:txBody>
      </p:sp>
    </p:spTree>
    <p:extLst>
      <p:ext uri="{BB962C8B-B14F-4D97-AF65-F5344CB8AC3E}">
        <p14:creationId xmlns:p14="http://schemas.microsoft.com/office/powerpoint/2010/main" val="1588430409"/>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showMasterSp="0"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a:xfrm>
            <a:off x="457200" y="274638"/>
            <a:ext cx="8229600" cy="1143000"/>
          </a:xfrm>
          <a:prstGeom prst="rect">
            <a:avLst/>
          </a:prstGeom>
        </p:spPr>
        <p:txBody>
          <a:bodyPr/>
          <a:lstStyle/>
          <a:p>
            <a:r>
              <a:rPr lang="en-US" altLang="zh-TW"/>
              <a:t>Click to edit Master title style</a:t>
            </a:r>
            <a:endParaRPr lang="zh-TW" altLang="en-US"/>
          </a:p>
        </p:txBody>
      </p:sp>
      <p:sp>
        <p:nvSpPr>
          <p:cNvPr id="3" name="內容版面配置區 2"/>
          <p:cNvSpPr>
            <a:spLocks noGrp="1"/>
          </p:cNvSpPr>
          <p:nvPr>
            <p:ph sz="half" idx="1"/>
          </p:nvPr>
        </p:nvSpPr>
        <p:spPr>
          <a:xfrm>
            <a:off x="457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內容版面配置區 3"/>
          <p:cNvSpPr>
            <a:spLocks noGrp="1"/>
          </p:cNvSpPr>
          <p:nvPr>
            <p:ph sz="half" idx="2"/>
          </p:nvPr>
        </p:nvSpPr>
        <p:spPr>
          <a:xfrm>
            <a:off x="4648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Tree>
    <p:extLst>
      <p:ext uri="{BB962C8B-B14F-4D97-AF65-F5344CB8AC3E}">
        <p14:creationId xmlns:p14="http://schemas.microsoft.com/office/powerpoint/2010/main" val="1300625049"/>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type="twoTxTwoObj" preserve="1">
  <p:cSld name="比對">
    <p:spTree>
      <p:nvGrpSpPr>
        <p:cNvPr id="1" name=""/>
        <p:cNvGrpSpPr/>
        <p:nvPr/>
      </p:nvGrpSpPr>
      <p:grpSpPr>
        <a:xfrm>
          <a:off x="0" y="0"/>
          <a:ext cx="0" cy="0"/>
          <a:chOff x="0" y="0"/>
          <a:chExt cx="0" cy="0"/>
        </a:xfrm>
      </p:grpSpPr>
      <p:sp>
        <p:nvSpPr>
          <p:cNvPr id="2" name="標題 1"/>
          <p:cNvSpPr>
            <a:spLocks noGrp="1"/>
          </p:cNvSpPr>
          <p:nvPr>
            <p:ph type="title"/>
          </p:nvPr>
        </p:nvSpPr>
        <p:spPr>
          <a:xfrm>
            <a:off x="457200" y="274638"/>
            <a:ext cx="8229600" cy="1143000"/>
          </a:xfrm>
          <a:prstGeom prst="rect">
            <a:avLst/>
          </a:prstGeom>
        </p:spPr>
        <p:txBody>
          <a:bodyPr/>
          <a:lstStyle>
            <a:lvl1pPr>
              <a:defRPr/>
            </a:lvl1pPr>
          </a:lstStyle>
          <a:p>
            <a:r>
              <a:rPr lang="en-US" altLang="zh-TW"/>
              <a:t>Click to edit Master title style</a:t>
            </a:r>
            <a:endParaRPr lang="zh-TW" altLang="en-US"/>
          </a:p>
        </p:txBody>
      </p:sp>
      <p:sp>
        <p:nvSpPr>
          <p:cNvPr id="3" name="文字版面配置區 2"/>
          <p:cNvSpPr>
            <a:spLocks noGrp="1"/>
          </p:cNvSpPr>
          <p:nvPr>
            <p:ph type="body" idx="1"/>
          </p:nvPr>
        </p:nvSpPr>
        <p:spPr>
          <a:xfrm>
            <a:off x="457200" y="1535113"/>
            <a:ext cx="4040188"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zh-TW"/>
              <a:t>Edit Master text styles</a:t>
            </a:r>
          </a:p>
        </p:txBody>
      </p:sp>
      <p:sp>
        <p:nvSpPr>
          <p:cNvPr id="4" name="內容版面配置區 3"/>
          <p:cNvSpPr>
            <a:spLocks noGrp="1"/>
          </p:cNvSpPr>
          <p:nvPr>
            <p:ph sz="half" idx="2"/>
          </p:nvPr>
        </p:nvSpPr>
        <p:spPr>
          <a:xfrm>
            <a:off x="457200" y="2174875"/>
            <a:ext cx="4040188"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5" name="文字版面配置區 4"/>
          <p:cNvSpPr>
            <a:spLocks noGrp="1"/>
          </p:cNvSpPr>
          <p:nvPr>
            <p:ph type="body" sz="quarter" idx="3"/>
          </p:nvPr>
        </p:nvSpPr>
        <p:spPr>
          <a:xfrm>
            <a:off x="4645025" y="1535113"/>
            <a:ext cx="4041775"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zh-TW"/>
              <a:t>Edit Master text styles</a:t>
            </a:r>
          </a:p>
        </p:txBody>
      </p:sp>
      <p:sp>
        <p:nvSpPr>
          <p:cNvPr id="6" name="內容版面配置區 5"/>
          <p:cNvSpPr>
            <a:spLocks noGrp="1"/>
          </p:cNvSpPr>
          <p:nvPr>
            <p:ph sz="quarter" idx="4"/>
          </p:nvPr>
        </p:nvSpPr>
        <p:spPr>
          <a:xfrm>
            <a:off x="4645025" y="2174875"/>
            <a:ext cx="4041775"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Tree>
    <p:extLst>
      <p:ext uri="{BB962C8B-B14F-4D97-AF65-F5344CB8AC3E}">
        <p14:creationId xmlns:p14="http://schemas.microsoft.com/office/powerpoint/2010/main" val="509743568"/>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showMasterSp="0"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a:xfrm>
            <a:off x="457200" y="274638"/>
            <a:ext cx="8229600" cy="1143000"/>
          </a:xfrm>
          <a:prstGeom prst="rect">
            <a:avLst/>
          </a:prstGeom>
        </p:spPr>
        <p:txBody>
          <a:bodyPr/>
          <a:lstStyle/>
          <a:p>
            <a:r>
              <a:rPr lang="en-US" altLang="zh-TW"/>
              <a:t>Click to edit Master title style</a:t>
            </a:r>
            <a:endParaRPr lang="zh-TW" altLang="en-US"/>
          </a:p>
        </p:txBody>
      </p:sp>
    </p:spTree>
    <p:extLst>
      <p:ext uri="{BB962C8B-B14F-4D97-AF65-F5344CB8AC3E}">
        <p14:creationId xmlns:p14="http://schemas.microsoft.com/office/powerpoint/2010/main" val="789056735"/>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showMasterSp="0"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1391930316"/>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showMasterSp="0"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457200" y="273050"/>
            <a:ext cx="3008313" cy="1162050"/>
          </a:xfrm>
          <a:prstGeom prst="rect">
            <a:avLst/>
          </a:prstGeom>
        </p:spPr>
        <p:txBody>
          <a:bodyPr anchor="b"/>
          <a:lstStyle>
            <a:lvl1pPr algn="l">
              <a:defRPr sz="2000" b="1"/>
            </a:lvl1pPr>
          </a:lstStyle>
          <a:p>
            <a:r>
              <a:rPr lang="en-US" altLang="zh-TW"/>
              <a:t>Click to edit Master title style</a:t>
            </a:r>
            <a:endParaRPr lang="zh-TW" altLang="en-US"/>
          </a:p>
        </p:txBody>
      </p:sp>
      <p:sp>
        <p:nvSpPr>
          <p:cNvPr id="3" name="內容版面配置區 2"/>
          <p:cNvSpPr>
            <a:spLocks noGrp="1"/>
          </p:cNvSpPr>
          <p:nvPr>
            <p:ph idx="1"/>
          </p:nvPr>
        </p:nvSpPr>
        <p:spPr>
          <a:xfrm>
            <a:off x="3575050" y="273050"/>
            <a:ext cx="5111750" cy="5853113"/>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文字版面配置區 3"/>
          <p:cNvSpPr>
            <a:spLocks noGrp="1"/>
          </p:cNvSpPr>
          <p:nvPr>
            <p:ph type="body" sz="half" idx="2"/>
          </p:nvPr>
        </p:nvSpPr>
        <p:spPr>
          <a:xfrm>
            <a:off x="457200" y="1435100"/>
            <a:ext cx="3008313" cy="4691063"/>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zh-TW"/>
              <a:t>Edit Master text styles</a:t>
            </a:r>
          </a:p>
        </p:txBody>
      </p:sp>
    </p:spTree>
    <p:extLst>
      <p:ext uri="{BB962C8B-B14F-4D97-AF65-F5344CB8AC3E}">
        <p14:creationId xmlns:p14="http://schemas.microsoft.com/office/powerpoint/2010/main" val="786789785"/>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1792288" y="4800600"/>
            <a:ext cx="5486400" cy="566738"/>
          </a:xfrm>
          <a:prstGeom prst="rect">
            <a:avLst/>
          </a:prstGeom>
        </p:spPr>
        <p:txBody>
          <a:bodyPr anchor="b"/>
          <a:lstStyle>
            <a:lvl1pPr algn="l">
              <a:defRPr sz="2000" b="1"/>
            </a:lvl1pPr>
          </a:lstStyle>
          <a:p>
            <a:r>
              <a:rPr lang="en-US" altLang="zh-TW"/>
              <a:t>Click to edit Master title style</a:t>
            </a:r>
            <a:endParaRPr lang="zh-TW" altLang="en-US"/>
          </a:p>
        </p:txBody>
      </p:sp>
      <p:sp>
        <p:nvSpPr>
          <p:cNvPr id="3" name="圖片版面配置區 2"/>
          <p:cNvSpPr>
            <a:spLocks noGrp="1"/>
          </p:cNvSpPr>
          <p:nvPr>
            <p:ph type="pic" idx="1"/>
          </p:nvPr>
        </p:nvSpPr>
        <p:spPr>
          <a:xfrm>
            <a:off x="1792288" y="612775"/>
            <a:ext cx="5486400" cy="4114800"/>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altLang="zh-TW" noProof="0"/>
              <a:t>Click icon to add picture</a:t>
            </a:r>
            <a:endParaRPr lang="zh-TW" altLang="en-US" noProof="0"/>
          </a:p>
        </p:txBody>
      </p:sp>
      <p:sp>
        <p:nvSpPr>
          <p:cNvPr id="4" name="文字版面配置區 3"/>
          <p:cNvSpPr>
            <a:spLocks noGrp="1"/>
          </p:cNvSpPr>
          <p:nvPr>
            <p:ph type="body" sz="half" idx="2"/>
          </p:nvPr>
        </p:nvSpPr>
        <p:spPr>
          <a:xfrm>
            <a:off x="1792288" y="5367338"/>
            <a:ext cx="5486400" cy="804862"/>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zh-TW"/>
              <a:t>Edit Master text styles</a:t>
            </a:r>
          </a:p>
        </p:txBody>
      </p:sp>
    </p:spTree>
    <p:extLst>
      <p:ext uri="{BB962C8B-B14F-4D97-AF65-F5344CB8AC3E}">
        <p14:creationId xmlns:p14="http://schemas.microsoft.com/office/powerpoint/2010/main" val="642787961"/>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showMasterSp="0"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a:xfrm>
            <a:off x="457200" y="274638"/>
            <a:ext cx="8229600" cy="1143000"/>
          </a:xfrm>
          <a:prstGeom prst="rect">
            <a:avLst/>
          </a:prstGeom>
        </p:spPr>
        <p:txBody>
          <a:bodyPr/>
          <a:lstStyle/>
          <a:p>
            <a:r>
              <a:rPr lang="en-US" altLang="zh-TW"/>
              <a:t>Click to edit Master title style</a:t>
            </a:r>
            <a:endParaRPr lang="zh-TW" altLang="en-US"/>
          </a:p>
        </p:txBody>
      </p:sp>
      <p:sp>
        <p:nvSpPr>
          <p:cNvPr id="3" name="直排文字版面配置區 2"/>
          <p:cNvSpPr>
            <a:spLocks noGrp="1"/>
          </p:cNvSpPr>
          <p:nvPr>
            <p:ph type="body" orient="vert" idx="1"/>
          </p:nvPr>
        </p:nvSpPr>
        <p:spPr>
          <a:xfrm>
            <a:off x="457200" y="1600200"/>
            <a:ext cx="8229600" cy="4525963"/>
          </a:xfrm>
          <a:prstGeom prst="rect">
            <a:avLst/>
          </a:prstGeom>
        </p:spPr>
        <p:txBody>
          <a:bodyPr vert="eaVert"/>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Tree>
    <p:extLst>
      <p:ext uri="{BB962C8B-B14F-4D97-AF65-F5344CB8AC3E}">
        <p14:creationId xmlns:p14="http://schemas.microsoft.com/office/powerpoint/2010/main" val="861667938"/>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type="vertTitleAndTx" preserve="1">
  <p:cSld name="直排標題及文字">
    <p:spTree>
      <p:nvGrpSpPr>
        <p:cNvPr id="1" name=""/>
        <p:cNvGrpSpPr/>
        <p:nvPr/>
      </p:nvGrpSpPr>
      <p:grpSpPr>
        <a:xfrm>
          <a:off x="0" y="0"/>
          <a:ext cx="0" cy="0"/>
          <a:chOff x="0" y="0"/>
          <a:chExt cx="0" cy="0"/>
        </a:xfrm>
      </p:grpSpPr>
      <p:sp>
        <p:nvSpPr>
          <p:cNvPr id="2" name="直排標題 1"/>
          <p:cNvSpPr>
            <a:spLocks noGrp="1"/>
          </p:cNvSpPr>
          <p:nvPr>
            <p:ph type="title" orient="vert"/>
          </p:nvPr>
        </p:nvSpPr>
        <p:spPr>
          <a:xfrm>
            <a:off x="6629400" y="274638"/>
            <a:ext cx="2057400" cy="5851525"/>
          </a:xfrm>
          <a:prstGeom prst="rect">
            <a:avLst/>
          </a:prstGeom>
        </p:spPr>
        <p:txBody>
          <a:bodyPr vert="eaVert"/>
          <a:lstStyle/>
          <a:p>
            <a:r>
              <a:rPr lang="en-US" altLang="zh-TW"/>
              <a:t>Click to edit Master title style</a:t>
            </a:r>
            <a:endParaRPr lang="zh-TW" altLang="en-US"/>
          </a:p>
        </p:txBody>
      </p:sp>
      <p:sp>
        <p:nvSpPr>
          <p:cNvPr id="3" name="直排文字版面配置區 2"/>
          <p:cNvSpPr>
            <a:spLocks noGrp="1"/>
          </p:cNvSpPr>
          <p:nvPr>
            <p:ph type="body" orient="vert" idx="1"/>
          </p:nvPr>
        </p:nvSpPr>
        <p:spPr>
          <a:xfrm>
            <a:off x="457200" y="274638"/>
            <a:ext cx="6019800" cy="5851525"/>
          </a:xfrm>
          <a:prstGeom prst="rect">
            <a:avLst/>
          </a:prstGeom>
        </p:spPr>
        <p:txBody>
          <a:bodyPr vert="eaVert"/>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Tree>
    <p:extLst>
      <p:ext uri="{BB962C8B-B14F-4D97-AF65-F5344CB8AC3E}">
        <p14:creationId xmlns:p14="http://schemas.microsoft.com/office/powerpoint/2010/main" val="1849914703"/>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8" name="Picture 7" descr="Droplets-SD-Title-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Title 1"/>
          <p:cNvSpPr>
            <a:spLocks noGrp="1"/>
          </p:cNvSpPr>
          <p:nvPr>
            <p:ph type="ctrTitle"/>
          </p:nvPr>
        </p:nvSpPr>
        <p:spPr>
          <a:xfrm>
            <a:off x="1313259" y="1300786"/>
            <a:ext cx="6517482" cy="2509213"/>
          </a:xfrm>
        </p:spPr>
        <p:txBody>
          <a:bodyPr anchor="b">
            <a:normAutofit/>
          </a:bodyPr>
          <a:lstStyle>
            <a:lvl1pPr algn="ctr">
              <a:defRPr sz="4800"/>
            </a:lvl1pPr>
          </a:lstStyle>
          <a:p>
            <a:r>
              <a:rPr lang="en-US"/>
              <a:t>Click to edit Master title style</a:t>
            </a:r>
            <a:endParaRPr lang="en-US" dirty="0"/>
          </a:p>
        </p:txBody>
      </p:sp>
      <p:sp>
        <p:nvSpPr>
          <p:cNvPr id="3" name="Subtitle 2"/>
          <p:cNvSpPr>
            <a:spLocks noGrp="1"/>
          </p:cNvSpPr>
          <p:nvPr>
            <p:ph type="subTitle" idx="1"/>
          </p:nvPr>
        </p:nvSpPr>
        <p:spPr>
          <a:xfrm>
            <a:off x="1313259" y="3886201"/>
            <a:ext cx="6517482" cy="1371599"/>
          </a:xfrm>
        </p:spPr>
        <p:txBody>
          <a:bodyPr>
            <a:normAutofit/>
          </a:bodyPr>
          <a:lstStyle>
            <a:lvl1pPr marL="0" indent="0" algn="ctr">
              <a:buNone/>
              <a:defRPr sz="2200">
                <a:solidFill>
                  <a:schemeClr val="bg1">
                    <a:lumMod val="5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pPr>
              <a:defRPr/>
            </a:pPr>
            <a:fld id="{51752509-2F43-4E42-9C46-F67640C7B1B0}" type="datetime4">
              <a:rPr lang="en-US" altLang="en-US" smtClean="0"/>
              <a:t>February 29, 2024</a:t>
            </a:fld>
            <a:endParaRPr lang="en-US" altLang="en-US"/>
          </a:p>
        </p:txBody>
      </p:sp>
      <p:sp>
        <p:nvSpPr>
          <p:cNvPr id="5" name="Footer Placeholder 4"/>
          <p:cNvSpPr>
            <a:spLocks noGrp="1"/>
          </p:cNvSpPr>
          <p:nvPr>
            <p:ph type="ftr" sz="quarter" idx="11"/>
          </p:nvPr>
        </p:nvSpPr>
        <p:spPr/>
        <p:txBody>
          <a:bodyPr/>
          <a:lstStyle/>
          <a:p>
            <a:pPr>
              <a:defRPr/>
            </a:pPr>
            <a:endParaRPr lang="en-US" alt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extLst>
      <p:ext uri="{BB962C8B-B14F-4D97-AF65-F5344CB8AC3E}">
        <p14:creationId xmlns:p14="http://schemas.microsoft.com/office/powerpoint/2010/main" val="2296434663"/>
      </p:ext>
    </p:extLst>
  </p:cSld>
  <p:clrMapOvr>
    <a:masterClrMapping/>
  </p:clrMapOvr>
  <p:transition>
    <p:random/>
  </p:transition>
</p:sldLayout>
</file>

<file path=ppt/slideLayouts/slideLayout7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7" name="Picture 6"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12" name="Content Placeholder 2"/>
          <p:cNvSpPr>
            <a:spLocks noGrp="1"/>
          </p:cNvSpPr>
          <p:nvPr>
            <p:ph sz="quarter" idx="13"/>
          </p:nvPr>
        </p:nvSpPr>
        <p:spPr>
          <a:xfrm>
            <a:off x="685330" y="2367093"/>
            <a:ext cx="7772870" cy="342410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defRPr/>
            </a:pPr>
            <a:fld id="{FF5480F7-A01B-4497-9686-67728E872290}" type="datetime4">
              <a:rPr lang="en-US" altLang="en-US" smtClean="0"/>
              <a:t>February 29, 2024</a:t>
            </a:fld>
            <a:endParaRPr lang="en-US" altLang="en-US"/>
          </a:p>
        </p:txBody>
      </p:sp>
      <p:sp>
        <p:nvSpPr>
          <p:cNvPr id="5" name="Footer Placeholder 4"/>
          <p:cNvSpPr>
            <a:spLocks noGrp="1"/>
          </p:cNvSpPr>
          <p:nvPr>
            <p:ph type="ftr" sz="quarter" idx="11"/>
          </p:nvPr>
        </p:nvSpPr>
        <p:spPr/>
        <p:txBody>
          <a:bodyPr/>
          <a:lstStyle/>
          <a:p>
            <a:pPr>
              <a:defRPr/>
            </a:pPr>
            <a:endParaRPr lang="en-US" altLang="en-US"/>
          </a:p>
        </p:txBody>
      </p:sp>
      <p:sp>
        <p:nvSpPr>
          <p:cNvPr id="6" name="Slide Number Placeholder 5"/>
          <p:cNvSpPr>
            <a:spLocks noGrp="1"/>
          </p:cNvSpPr>
          <p:nvPr>
            <p:ph type="sldNum" sz="quarter" idx="12"/>
          </p:nvPr>
        </p:nvSpPr>
        <p:spPr/>
        <p:txBody>
          <a:bodyPr/>
          <a:lstStyle/>
          <a:p>
            <a:pPr>
              <a:defRPr/>
            </a:pPr>
            <a:fld id="{EAC1E9C5-179F-49B5-A20B-74BA07190DB8}" type="slidenum">
              <a:rPr lang="en-US" altLang="en-US" smtClean="0"/>
              <a:pPr>
                <a:defRPr/>
              </a:pPr>
              <a:t>‹#›</a:t>
            </a:fld>
            <a:endParaRPr lang="en-US" altLang="en-US"/>
          </a:p>
        </p:txBody>
      </p:sp>
    </p:spTree>
    <p:extLst>
      <p:ext uri="{BB962C8B-B14F-4D97-AF65-F5344CB8AC3E}">
        <p14:creationId xmlns:p14="http://schemas.microsoft.com/office/powerpoint/2010/main" val="2312415276"/>
      </p:ext>
    </p:extLst>
  </p:cSld>
  <p:clrMapOvr>
    <a:masterClrMapping/>
  </p:clrMapOvr>
  <p:hf hdr="0" ftr="0"/>
</p:sldLayout>
</file>

<file path=ppt/slideLayouts/slideLayout72.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8" name="Picture 7"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Title 1"/>
          <p:cNvSpPr>
            <a:spLocks noGrp="1"/>
          </p:cNvSpPr>
          <p:nvPr>
            <p:ph type="title"/>
          </p:nvPr>
        </p:nvSpPr>
        <p:spPr>
          <a:xfrm>
            <a:off x="685331" y="828564"/>
            <a:ext cx="7763814" cy="2736819"/>
          </a:xfrm>
        </p:spPr>
        <p:txBody>
          <a:bodyPr anchor="b">
            <a:normAutofit/>
          </a:bodyPr>
          <a:lstStyle>
            <a:lvl1pPr>
              <a:defRPr sz="4000"/>
            </a:lvl1pPr>
          </a:lstStyle>
          <a:p>
            <a:r>
              <a:rPr lang="en-US"/>
              <a:t>Click to edit Master title style</a:t>
            </a:r>
            <a:endParaRPr lang="en-US" dirty="0"/>
          </a:p>
        </p:txBody>
      </p:sp>
      <p:sp>
        <p:nvSpPr>
          <p:cNvPr id="3" name="Text Placeholder 2"/>
          <p:cNvSpPr>
            <a:spLocks noGrp="1"/>
          </p:cNvSpPr>
          <p:nvPr>
            <p:ph type="body" idx="1"/>
          </p:nvPr>
        </p:nvSpPr>
        <p:spPr>
          <a:xfrm>
            <a:off x="685331" y="3657458"/>
            <a:ext cx="7763814" cy="1368183"/>
          </a:xfrm>
        </p:spPr>
        <p:txBody>
          <a:bodyPr>
            <a:normAutofit/>
          </a:bodyPr>
          <a:lstStyle>
            <a:lvl1pPr marL="0" indent="0" algn="ctr">
              <a:buNone/>
              <a:defRPr sz="2000">
                <a:solidFill>
                  <a:schemeClr val="bg1">
                    <a:lumMod val="50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pPr>
              <a:defRPr/>
            </a:pPr>
            <a:fld id="{BCD013CE-67C9-4988-A823-7D0EB71D023D}" type="datetime4">
              <a:rPr lang="en-US" altLang="en-US" smtClean="0"/>
              <a:t>February 29, 2024</a:t>
            </a:fld>
            <a:endParaRPr lang="en-US" altLang="en-US"/>
          </a:p>
        </p:txBody>
      </p:sp>
      <p:sp>
        <p:nvSpPr>
          <p:cNvPr id="5" name="Footer Placeholder 4"/>
          <p:cNvSpPr>
            <a:spLocks noGrp="1"/>
          </p:cNvSpPr>
          <p:nvPr>
            <p:ph type="ftr" sz="quarter" idx="11"/>
          </p:nvPr>
        </p:nvSpPr>
        <p:spPr/>
        <p:txBody>
          <a:bodyPr/>
          <a:lstStyle/>
          <a:p>
            <a:pPr>
              <a:defRPr/>
            </a:pPr>
            <a:endParaRPr lang="en-US" altLang="en-US"/>
          </a:p>
        </p:txBody>
      </p:sp>
      <p:sp>
        <p:nvSpPr>
          <p:cNvPr id="6" name="Slide Number Placeholder 5"/>
          <p:cNvSpPr>
            <a:spLocks noGrp="1"/>
          </p:cNvSpPr>
          <p:nvPr>
            <p:ph type="sldNum" sz="quarter" idx="12"/>
          </p:nvPr>
        </p:nvSpPr>
        <p:spPr/>
        <p:txBody>
          <a:bodyPr/>
          <a:lstStyle/>
          <a:p>
            <a:pPr>
              <a:defRPr/>
            </a:pPr>
            <a:fld id="{04D8FD4F-45E7-4072-8800-E1C10689F0F2}" type="slidenum">
              <a:rPr lang="en-US" altLang="en-US" smtClean="0"/>
              <a:pPr>
                <a:defRPr/>
              </a:pPr>
              <a:t>‹#›</a:t>
            </a:fld>
            <a:endParaRPr lang="en-US" altLang="en-US"/>
          </a:p>
        </p:txBody>
      </p:sp>
    </p:spTree>
    <p:extLst>
      <p:ext uri="{BB962C8B-B14F-4D97-AF65-F5344CB8AC3E}">
        <p14:creationId xmlns:p14="http://schemas.microsoft.com/office/powerpoint/2010/main" val="3270420518"/>
      </p:ext>
    </p:extLst>
  </p:cSld>
  <p:clrMapOvr>
    <a:masterClrMapping/>
  </p:clrMapOvr>
  <p:transition>
    <p:random/>
  </p:transition>
</p:sldLayout>
</file>

<file path=ppt/slideLayouts/slideLayout7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9" name="Picture 8"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14" name="Title 1"/>
          <p:cNvSpPr>
            <a:spLocks noGrp="1"/>
          </p:cNvSpPr>
          <p:nvPr>
            <p:ph type="title"/>
          </p:nvPr>
        </p:nvSpPr>
        <p:spPr>
          <a:xfrm>
            <a:off x="685332" y="618518"/>
            <a:ext cx="7773338" cy="1596177"/>
          </a:xfrm>
        </p:spPr>
        <p:txBody>
          <a:bodyPr/>
          <a:lstStyle/>
          <a:p>
            <a:r>
              <a:rPr lang="en-US"/>
              <a:t>Click to edit Master title style</a:t>
            </a:r>
            <a:endParaRPr lang="en-US" dirty="0"/>
          </a:p>
        </p:txBody>
      </p:sp>
      <p:sp>
        <p:nvSpPr>
          <p:cNvPr id="12" name="Content Placeholder 2"/>
          <p:cNvSpPr>
            <a:spLocks noGrp="1"/>
          </p:cNvSpPr>
          <p:nvPr>
            <p:ph sz="quarter" idx="13"/>
          </p:nvPr>
        </p:nvSpPr>
        <p:spPr>
          <a:xfrm>
            <a:off x="685330" y="2367093"/>
            <a:ext cx="3829520" cy="342410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3"/>
          <p:cNvSpPr>
            <a:spLocks noGrp="1"/>
          </p:cNvSpPr>
          <p:nvPr>
            <p:ph sz="quarter" idx="14"/>
          </p:nvPr>
        </p:nvSpPr>
        <p:spPr>
          <a:xfrm>
            <a:off x="4629150" y="2367093"/>
            <a:ext cx="3829050" cy="342410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pPr>
              <a:defRPr/>
            </a:pPr>
            <a:fld id="{FF5480F7-A01B-4497-9686-67728E872290}" type="datetime4">
              <a:rPr lang="en-US" altLang="en-US" smtClean="0"/>
              <a:t>February 29, 2024</a:t>
            </a:fld>
            <a:endParaRPr lang="en-US" altLang="en-US"/>
          </a:p>
        </p:txBody>
      </p:sp>
      <p:sp>
        <p:nvSpPr>
          <p:cNvPr id="6" name="Footer Placeholder 5"/>
          <p:cNvSpPr>
            <a:spLocks noGrp="1"/>
          </p:cNvSpPr>
          <p:nvPr>
            <p:ph type="ftr" sz="quarter" idx="11"/>
          </p:nvPr>
        </p:nvSpPr>
        <p:spPr/>
        <p:txBody>
          <a:bodyPr/>
          <a:lstStyle/>
          <a:p>
            <a:pPr>
              <a:defRPr/>
            </a:pPr>
            <a:endParaRPr lang="en-US" altLang="en-US"/>
          </a:p>
        </p:txBody>
      </p:sp>
      <p:sp>
        <p:nvSpPr>
          <p:cNvPr id="7" name="Slide Number Placeholder 6"/>
          <p:cNvSpPr>
            <a:spLocks noGrp="1"/>
          </p:cNvSpPr>
          <p:nvPr>
            <p:ph type="sldNum" sz="quarter" idx="12"/>
          </p:nvPr>
        </p:nvSpPr>
        <p:spPr/>
        <p:txBody>
          <a:bodyPr/>
          <a:lstStyle/>
          <a:p>
            <a:pPr>
              <a:defRPr/>
            </a:pPr>
            <a:fld id="{EAC1E9C5-179F-49B5-A20B-74BA07190DB8}" type="slidenum">
              <a:rPr lang="en-US" altLang="en-US" smtClean="0"/>
              <a:pPr>
                <a:defRPr/>
              </a:pPr>
              <a:t>‹#›</a:t>
            </a:fld>
            <a:endParaRPr lang="en-US" altLang="en-US"/>
          </a:p>
        </p:txBody>
      </p:sp>
    </p:spTree>
    <p:extLst>
      <p:ext uri="{BB962C8B-B14F-4D97-AF65-F5344CB8AC3E}">
        <p14:creationId xmlns:p14="http://schemas.microsoft.com/office/powerpoint/2010/main" val="4262612416"/>
      </p:ext>
    </p:extLst>
  </p:cSld>
  <p:clrMapOvr>
    <a:masterClrMapping/>
  </p:clrMapOvr>
  <p:hf hdr="0" ftr="0"/>
</p:sldLayout>
</file>

<file path=ppt/slideLayouts/slideLayout7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1" name="Picture 10"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14" name="Title 1"/>
          <p:cNvSpPr>
            <a:spLocks noGrp="1"/>
          </p:cNvSpPr>
          <p:nvPr>
            <p:ph type="title"/>
          </p:nvPr>
        </p:nvSpPr>
        <p:spPr>
          <a:xfrm>
            <a:off x="685332" y="618518"/>
            <a:ext cx="7773338" cy="1596177"/>
          </a:xfrm>
        </p:spPr>
        <p:txBody>
          <a:bodyPr/>
          <a:lstStyle/>
          <a:p>
            <a:r>
              <a:rPr lang="en-US"/>
              <a:t>Click to edit Master title style</a:t>
            </a:r>
            <a:endParaRPr lang="en-US" dirty="0"/>
          </a:p>
        </p:txBody>
      </p:sp>
      <p:sp>
        <p:nvSpPr>
          <p:cNvPr id="3" name="Text Placeholder 2"/>
          <p:cNvSpPr>
            <a:spLocks noGrp="1"/>
          </p:cNvSpPr>
          <p:nvPr>
            <p:ph type="body" idx="1"/>
          </p:nvPr>
        </p:nvSpPr>
        <p:spPr>
          <a:xfrm>
            <a:off x="859746" y="2371018"/>
            <a:ext cx="3655106" cy="679994"/>
          </a:xfrm>
        </p:spPr>
        <p:txBody>
          <a:bodyPr anchor="b">
            <a:noAutofit/>
          </a:bodyPr>
          <a:lstStyle>
            <a:lvl1pPr marL="0" indent="0">
              <a:lnSpc>
                <a:spcPct val="75000"/>
              </a:lnSpc>
              <a:buNone/>
              <a:defRPr sz="26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Content Placeholder 3"/>
          <p:cNvSpPr>
            <a:spLocks noGrp="1"/>
          </p:cNvSpPr>
          <p:nvPr>
            <p:ph sz="quarter" idx="13"/>
          </p:nvPr>
        </p:nvSpPr>
        <p:spPr>
          <a:xfrm>
            <a:off x="685331" y="3051013"/>
            <a:ext cx="3829520" cy="27401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797317" y="2371018"/>
            <a:ext cx="3661353" cy="679994"/>
          </a:xfrm>
        </p:spPr>
        <p:txBody>
          <a:bodyPr anchor="b">
            <a:noAutofit/>
          </a:bodyPr>
          <a:lstStyle>
            <a:lvl1pPr marL="0" indent="0">
              <a:lnSpc>
                <a:spcPct val="75000"/>
              </a:lnSpc>
              <a:buNone/>
              <a:defRPr sz="26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3" name="Content Placeholder 5"/>
          <p:cNvSpPr>
            <a:spLocks noGrp="1"/>
          </p:cNvSpPr>
          <p:nvPr>
            <p:ph sz="quarter" idx="14"/>
          </p:nvPr>
        </p:nvSpPr>
        <p:spPr>
          <a:xfrm>
            <a:off x="4629150" y="3051013"/>
            <a:ext cx="3829051" cy="27401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pPr>
              <a:defRPr/>
            </a:pPr>
            <a:fld id="{FF5480F7-A01B-4497-9686-67728E872290}" type="datetime4">
              <a:rPr lang="en-US" altLang="en-US" smtClean="0"/>
              <a:t>February 29, 2024</a:t>
            </a:fld>
            <a:endParaRPr lang="en-US" altLang="en-US"/>
          </a:p>
        </p:txBody>
      </p:sp>
      <p:sp>
        <p:nvSpPr>
          <p:cNvPr id="8" name="Footer Placeholder 7"/>
          <p:cNvSpPr>
            <a:spLocks noGrp="1"/>
          </p:cNvSpPr>
          <p:nvPr>
            <p:ph type="ftr" sz="quarter" idx="11"/>
          </p:nvPr>
        </p:nvSpPr>
        <p:spPr/>
        <p:txBody>
          <a:bodyPr/>
          <a:lstStyle/>
          <a:p>
            <a:pPr>
              <a:defRPr/>
            </a:pPr>
            <a:endParaRPr lang="en-US" altLang="en-US"/>
          </a:p>
        </p:txBody>
      </p:sp>
      <p:sp>
        <p:nvSpPr>
          <p:cNvPr id="9" name="Slide Number Placeholder 8"/>
          <p:cNvSpPr>
            <a:spLocks noGrp="1"/>
          </p:cNvSpPr>
          <p:nvPr>
            <p:ph type="sldNum" sz="quarter" idx="12"/>
          </p:nvPr>
        </p:nvSpPr>
        <p:spPr/>
        <p:txBody>
          <a:bodyPr/>
          <a:lstStyle/>
          <a:p>
            <a:pPr>
              <a:defRPr/>
            </a:pPr>
            <a:fld id="{EAC1E9C5-179F-49B5-A20B-74BA07190DB8}" type="slidenum">
              <a:rPr lang="en-US" altLang="en-US" smtClean="0"/>
              <a:pPr>
                <a:defRPr/>
              </a:pPr>
              <a:t>‹#›</a:t>
            </a:fld>
            <a:endParaRPr lang="en-US" altLang="en-US"/>
          </a:p>
        </p:txBody>
      </p:sp>
    </p:spTree>
    <p:extLst>
      <p:ext uri="{BB962C8B-B14F-4D97-AF65-F5344CB8AC3E}">
        <p14:creationId xmlns:p14="http://schemas.microsoft.com/office/powerpoint/2010/main" val="3328461537"/>
      </p:ext>
    </p:extLst>
  </p:cSld>
  <p:clrMapOvr>
    <a:masterClrMapping/>
  </p:clrMapOvr>
  <p:hf hdr="0" ftr="0"/>
</p:sldLayout>
</file>

<file path=ppt/slideLayouts/slideLayout7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7" name="Picture 6"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pPr>
              <a:defRPr/>
            </a:pPr>
            <a:fld id="{3A100575-81D0-4836-BDA5-88ECA2DF1A30}" type="datetime4">
              <a:rPr lang="en-US" altLang="en-US" smtClean="0"/>
              <a:t>February 29, 2024</a:t>
            </a:fld>
            <a:endParaRPr lang="en-US" altLang="en-US"/>
          </a:p>
        </p:txBody>
      </p:sp>
      <p:sp>
        <p:nvSpPr>
          <p:cNvPr id="4" name="Footer Placeholder 3"/>
          <p:cNvSpPr>
            <a:spLocks noGrp="1"/>
          </p:cNvSpPr>
          <p:nvPr>
            <p:ph type="ftr" sz="quarter" idx="11"/>
          </p:nvPr>
        </p:nvSpPr>
        <p:spPr/>
        <p:txBody>
          <a:bodyPr/>
          <a:lstStyle/>
          <a:p>
            <a:pPr>
              <a:defRPr/>
            </a:pPr>
            <a:endParaRPr lang="en-US" altLang="en-US"/>
          </a:p>
        </p:txBody>
      </p:sp>
      <p:sp>
        <p:nvSpPr>
          <p:cNvPr id="5" name="Slide Number Placeholder 4"/>
          <p:cNvSpPr>
            <a:spLocks noGrp="1"/>
          </p:cNvSpPr>
          <p:nvPr>
            <p:ph type="sldNum" sz="quarter" idx="12"/>
          </p:nvPr>
        </p:nvSpPr>
        <p:spPr/>
        <p:txBody>
          <a:bodyPr/>
          <a:lstStyle/>
          <a:p>
            <a:pPr>
              <a:defRPr/>
            </a:pPr>
            <a:fld id="{F02FF4ED-2B23-4CC6-834A-FCFA22AF88CD}" type="slidenum">
              <a:rPr lang="en-US" altLang="en-US" smtClean="0"/>
              <a:pPr>
                <a:defRPr/>
              </a:pPr>
              <a:t>‹#›</a:t>
            </a:fld>
            <a:endParaRPr lang="en-US" altLang="en-US"/>
          </a:p>
        </p:txBody>
      </p:sp>
    </p:spTree>
    <p:extLst>
      <p:ext uri="{BB962C8B-B14F-4D97-AF65-F5344CB8AC3E}">
        <p14:creationId xmlns:p14="http://schemas.microsoft.com/office/powerpoint/2010/main" val="811284896"/>
      </p:ext>
    </p:extLst>
  </p:cSld>
  <p:clrMapOvr>
    <a:masterClrMapping/>
  </p:clrMapOvr>
  <p:transition>
    <p:random/>
  </p:transition>
</p:sldLayout>
</file>

<file path=ppt/slideLayouts/slideLayout7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6" name="Picture 5"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Date Placeholder 1"/>
          <p:cNvSpPr>
            <a:spLocks noGrp="1"/>
          </p:cNvSpPr>
          <p:nvPr>
            <p:ph type="dt" sz="half" idx="10"/>
          </p:nvPr>
        </p:nvSpPr>
        <p:spPr/>
        <p:txBody>
          <a:bodyPr/>
          <a:lstStyle/>
          <a:p>
            <a:pPr>
              <a:defRPr/>
            </a:pPr>
            <a:fld id="{8FC35119-4326-4B12-8C41-028122D81B5B}" type="datetime4">
              <a:rPr lang="en-US" altLang="en-US" smtClean="0"/>
              <a:t>February 29, 2024</a:t>
            </a:fld>
            <a:endParaRPr lang="en-US" altLang="en-US"/>
          </a:p>
        </p:txBody>
      </p:sp>
      <p:sp>
        <p:nvSpPr>
          <p:cNvPr id="3" name="Footer Placeholder 2"/>
          <p:cNvSpPr>
            <a:spLocks noGrp="1"/>
          </p:cNvSpPr>
          <p:nvPr>
            <p:ph type="ftr" sz="quarter" idx="11"/>
          </p:nvPr>
        </p:nvSpPr>
        <p:spPr/>
        <p:txBody>
          <a:bodyPr/>
          <a:lstStyle/>
          <a:p>
            <a:pPr>
              <a:defRPr/>
            </a:pPr>
            <a:endParaRPr lang="en-US" altLang="en-US"/>
          </a:p>
        </p:txBody>
      </p:sp>
      <p:sp>
        <p:nvSpPr>
          <p:cNvPr id="4" name="Slide Number Placeholder 3"/>
          <p:cNvSpPr>
            <a:spLocks noGrp="1"/>
          </p:cNvSpPr>
          <p:nvPr>
            <p:ph type="sldNum" sz="quarter" idx="12"/>
          </p:nvPr>
        </p:nvSpPr>
        <p:spPr/>
        <p:txBody>
          <a:bodyPr/>
          <a:lstStyle/>
          <a:p>
            <a:pPr>
              <a:defRPr/>
            </a:pPr>
            <a:fld id="{CC516D0E-CD58-4E49-9F6D-689564ED6CA6}" type="slidenum">
              <a:rPr lang="en-US" altLang="en-US" smtClean="0"/>
              <a:pPr>
                <a:defRPr/>
              </a:pPr>
              <a:t>‹#›</a:t>
            </a:fld>
            <a:endParaRPr lang="en-US" altLang="en-US"/>
          </a:p>
        </p:txBody>
      </p:sp>
    </p:spTree>
    <p:extLst>
      <p:ext uri="{BB962C8B-B14F-4D97-AF65-F5344CB8AC3E}">
        <p14:creationId xmlns:p14="http://schemas.microsoft.com/office/powerpoint/2010/main" val="3515717474"/>
      </p:ext>
    </p:extLst>
  </p:cSld>
  <p:clrMapOvr>
    <a:masterClrMapping/>
  </p:clrMapOvr>
  <p:transition>
    <p:random/>
  </p:transition>
</p:sldLayout>
</file>

<file path=ppt/slideLayouts/slideLayout7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9" name="Picture 8"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Title 1"/>
          <p:cNvSpPr>
            <a:spLocks noGrp="1"/>
          </p:cNvSpPr>
          <p:nvPr>
            <p:ph type="title"/>
          </p:nvPr>
        </p:nvSpPr>
        <p:spPr>
          <a:xfrm>
            <a:off x="685331" y="609600"/>
            <a:ext cx="2951766" cy="2023252"/>
          </a:xfrm>
        </p:spPr>
        <p:txBody>
          <a:bodyPr anchor="b"/>
          <a:lstStyle>
            <a:lvl1pPr algn="ctr">
              <a:defRPr sz="3200"/>
            </a:lvl1pPr>
          </a:lstStyle>
          <a:p>
            <a:r>
              <a:rPr lang="en-US"/>
              <a:t>Click to edit Master title style</a:t>
            </a:r>
            <a:endParaRPr lang="en-US" dirty="0"/>
          </a:p>
        </p:txBody>
      </p:sp>
      <p:sp>
        <p:nvSpPr>
          <p:cNvPr id="10" name="Content Placeholder 2"/>
          <p:cNvSpPr>
            <a:spLocks noGrp="1"/>
          </p:cNvSpPr>
          <p:nvPr>
            <p:ph sz="quarter" idx="13"/>
          </p:nvPr>
        </p:nvSpPr>
        <p:spPr>
          <a:xfrm>
            <a:off x="3808547" y="609601"/>
            <a:ext cx="4650122" cy="51815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5331" y="2632852"/>
            <a:ext cx="2951767" cy="3158348"/>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pPr>
              <a:defRPr/>
            </a:pPr>
            <a:fld id="{FF5480F7-A01B-4497-9686-67728E872290}" type="datetime4">
              <a:rPr lang="en-US" altLang="en-US" smtClean="0"/>
              <a:t>February 29, 2024</a:t>
            </a:fld>
            <a:endParaRPr lang="en-US" altLang="en-US"/>
          </a:p>
        </p:txBody>
      </p:sp>
      <p:sp>
        <p:nvSpPr>
          <p:cNvPr id="6" name="Footer Placeholder 5"/>
          <p:cNvSpPr>
            <a:spLocks noGrp="1"/>
          </p:cNvSpPr>
          <p:nvPr>
            <p:ph type="ftr" sz="quarter" idx="11"/>
          </p:nvPr>
        </p:nvSpPr>
        <p:spPr/>
        <p:txBody>
          <a:bodyPr/>
          <a:lstStyle/>
          <a:p>
            <a:pPr>
              <a:defRPr/>
            </a:pPr>
            <a:endParaRPr lang="en-US" altLang="en-US"/>
          </a:p>
        </p:txBody>
      </p:sp>
      <p:sp>
        <p:nvSpPr>
          <p:cNvPr id="7" name="Slide Number Placeholder 6"/>
          <p:cNvSpPr>
            <a:spLocks noGrp="1"/>
          </p:cNvSpPr>
          <p:nvPr>
            <p:ph type="sldNum" sz="quarter" idx="12"/>
          </p:nvPr>
        </p:nvSpPr>
        <p:spPr/>
        <p:txBody>
          <a:bodyPr/>
          <a:lstStyle/>
          <a:p>
            <a:pPr>
              <a:defRPr/>
            </a:pPr>
            <a:fld id="{EAC1E9C5-179F-49B5-A20B-74BA07190DB8}" type="slidenum">
              <a:rPr lang="en-US" altLang="en-US" smtClean="0"/>
              <a:pPr>
                <a:defRPr/>
              </a:pPr>
              <a:t>‹#›</a:t>
            </a:fld>
            <a:endParaRPr lang="en-US" altLang="en-US"/>
          </a:p>
        </p:txBody>
      </p:sp>
    </p:spTree>
    <p:extLst>
      <p:ext uri="{BB962C8B-B14F-4D97-AF65-F5344CB8AC3E}">
        <p14:creationId xmlns:p14="http://schemas.microsoft.com/office/powerpoint/2010/main" val="3802453608"/>
      </p:ext>
    </p:extLst>
  </p:cSld>
  <p:clrMapOvr>
    <a:masterClrMapping/>
  </p:clrMapOvr>
  <p:hf hdr="0" ftr="0"/>
</p:sldLayout>
</file>

<file path=ppt/slideLayouts/slideLayout7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9" name="Picture 8"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Title 1"/>
          <p:cNvSpPr>
            <a:spLocks noGrp="1"/>
          </p:cNvSpPr>
          <p:nvPr>
            <p:ph type="title"/>
          </p:nvPr>
        </p:nvSpPr>
        <p:spPr>
          <a:xfrm>
            <a:off x="685332" y="609600"/>
            <a:ext cx="4129618" cy="2023254"/>
          </a:xfrm>
        </p:spPr>
        <p:txBody>
          <a:bodyPr anchor="b"/>
          <a:lstStyle>
            <a:lvl1pPr algn="ct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004270" y="609601"/>
            <a:ext cx="3005851" cy="5181600"/>
          </a:xfrm>
          <a:prstGeom prst="roundRect">
            <a:avLst>
              <a:gd name="adj" fmla="val 4943"/>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5346" y="2632853"/>
            <a:ext cx="4129604" cy="3158347"/>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pPr>
              <a:defRPr/>
            </a:pPr>
            <a:fld id="{00F7BFBB-6B8B-4E2E-8F5B-F5D4B0E631F4}" type="datetime4">
              <a:rPr lang="en-US" altLang="en-US" smtClean="0"/>
              <a:t>February 29, 2024</a:t>
            </a:fld>
            <a:endParaRPr lang="en-US" altLang="en-US"/>
          </a:p>
        </p:txBody>
      </p:sp>
      <p:sp>
        <p:nvSpPr>
          <p:cNvPr id="6" name="Footer Placeholder 5"/>
          <p:cNvSpPr>
            <a:spLocks noGrp="1"/>
          </p:cNvSpPr>
          <p:nvPr>
            <p:ph type="ftr" sz="quarter" idx="11"/>
          </p:nvPr>
        </p:nvSpPr>
        <p:spPr/>
        <p:txBody>
          <a:bodyPr/>
          <a:lstStyle/>
          <a:p>
            <a:pPr>
              <a:defRPr/>
            </a:pPr>
            <a:endParaRPr lang="en-US" altLang="en-US"/>
          </a:p>
        </p:txBody>
      </p:sp>
      <p:sp>
        <p:nvSpPr>
          <p:cNvPr id="7" name="Slide Number Placeholder 6"/>
          <p:cNvSpPr>
            <a:spLocks noGrp="1"/>
          </p:cNvSpPr>
          <p:nvPr>
            <p:ph type="sldNum" sz="quarter" idx="12"/>
          </p:nvPr>
        </p:nvSpPr>
        <p:spPr/>
        <p:txBody>
          <a:bodyPr/>
          <a:lstStyle/>
          <a:p>
            <a:pPr>
              <a:defRPr/>
            </a:pPr>
            <a:fld id="{F4C4F20B-DFB7-47E0-99A5-E35BEB509EFA}" type="slidenum">
              <a:rPr lang="en-US" altLang="en-US" smtClean="0"/>
              <a:pPr>
                <a:defRPr/>
              </a:pPr>
              <a:t>‹#›</a:t>
            </a:fld>
            <a:endParaRPr lang="en-US" altLang="en-US"/>
          </a:p>
        </p:txBody>
      </p:sp>
    </p:spTree>
    <p:extLst>
      <p:ext uri="{BB962C8B-B14F-4D97-AF65-F5344CB8AC3E}">
        <p14:creationId xmlns:p14="http://schemas.microsoft.com/office/powerpoint/2010/main" val="3324908911"/>
      </p:ext>
    </p:extLst>
  </p:cSld>
  <p:clrMapOvr>
    <a:masterClrMapping/>
  </p:clrMapOvr>
  <p:transition>
    <p:random/>
  </p:transition>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9" name="Picture 8"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Title 1"/>
          <p:cNvSpPr>
            <a:spLocks noGrp="1"/>
          </p:cNvSpPr>
          <p:nvPr>
            <p:ph type="title"/>
          </p:nvPr>
        </p:nvSpPr>
        <p:spPr>
          <a:xfrm>
            <a:off x="685346" y="4289374"/>
            <a:ext cx="7773324" cy="81161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88558" y="698261"/>
            <a:ext cx="7366899" cy="3214136"/>
          </a:xfrm>
          <a:prstGeom prst="roundRect">
            <a:avLst>
              <a:gd name="adj" fmla="val 4944"/>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5331" y="5108728"/>
            <a:ext cx="7773339" cy="682472"/>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pPr>
              <a:defRPr/>
            </a:pPr>
            <a:fld id="{FF5480F7-A01B-4497-9686-67728E872290}" type="datetime4">
              <a:rPr lang="en-US" altLang="en-US" smtClean="0"/>
              <a:t>February 29, 2024</a:t>
            </a:fld>
            <a:endParaRPr lang="en-US" altLang="en-US"/>
          </a:p>
        </p:txBody>
      </p:sp>
      <p:sp>
        <p:nvSpPr>
          <p:cNvPr id="6" name="Footer Placeholder 5"/>
          <p:cNvSpPr>
            <a:spLocks noGrp="1"/>
          </p:cNvSpPr>
          <p:nvPr>
            <p:ph type="ftr" sz="quarter" idx="11"/>
          </p:nvPr>
        </p:nvSpPr>
        <p:spPr/>
        <p:txBody>
          <a:bodyPr/>
          <a:lstStyle/>
          <a:p>
            <a:pPr>
              <a:defRPr/>
            </a:pPr>
            <a:endParaRPr lang="en-US" altLang="en-US"/>
          </a:p>
        </p:txBody>
      </p:sp>
      <p:sp>
        <p:nvSpPr>
          <p:cNvPr id="7" name="Slide Number Placeholder 6"/>
          <p:cNvSpPr>
            <a:spLocks noGrp="1"/>
          </p:cNvSpPr>
          <p:nvPr>
            <p:ph type="sldNum" sz="quarter" idx="12"/>
          </p:nvPr>
        </p:nvSpPr>
        <p:spPr/>
        <p:txBody>
          <a:bodyPr/>
          <a:lstStyle/>
          <a:p>
            <a:pPr>
              <a:defRPr/>
            </a:pPr>
            <a:fld id="{EAC1E9C5-179F-49B5-A20B-74BA07190DB8}" type="slidenum">
              <a:rPr lang="en-US" altLang="en-US" smtClean="0"/>
              <a:pPr>
                <a:defRPr/>
              </a:pPr>
              <a:t>‹#›</a:t>
            </a:fld>
            <a:endParaRPr lang="en-US" altLang="en-US"/>
          </a:p>
        </p:txBody>
      </p:sp>
    </p:spTree>
    <p:extLst>
      <p:ext uri="{BB962C8B-B14F-4D97-AF65-F5344CB8AC3E}">
        <p14:creationId xmlns:p14="http://schemas.microsoft.com/office/powerpoint/2010/main" val="3560313768"/>
      </p:ext>
    </p:extLst>
  </p:cSld>
  <p:clrMapOvr>
    <a:masterClrMapping/>
  </p:clrMapOvr>
  <p:hf hdr="0" ftr="0"/>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pic>
        <p:nvPicPr>
          <p:cNvPr id="9" name="Picture 8"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Title 1"/>
          <p:cNvSpPr>
            <a:spLocks noGrp="1"/>
          </p:cNvSpPr>
          <p:nvPr>
            <p:ph type="title"/>
          </p:nvPr>
        </p:nvSpPr>
        <p:spPr>
          <a:xfrm>
            <a:off x="685331" y="609600"/>
            <a:ext cx="7773339" cy="3427245"/>
          </a:xfrm>
        </p:spPr>
        <p:txBody>
          <a:bodyPr anchor="ctr"/>
          <a:lstStyle>
            <a:lvl1pPr algn="ct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685331" y="4204821"/>
            <a:ext cx="7773339" cy="1586380"/>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pPr>
              <a:defRPr/>
            </a:pPr>
            <a:fld id="{FF5480F7-A01B-4497-9686-67728E872290}" type="datetime4">
              <a:rPr lang="en-US" altLang="en-US" smtClean="0"/>
              <a:t>February 29, 2024</a:t>
            </a:fld>
            <a:endParaRPr lang="en-US" altLang="en-US"/>
          </a:p>
        </p:txBody>
      </p:sp>
      <p:sp>
        <p:nvSpPr>
          <p:cNvPr id="6" name="Footer Placeholder 5"/>
          <p:cNvSpPr>
            <a:spLocks noGrp="1"/>
          </p:cNvSpPr>
          <p:nvPr>
            <p:ph type="ftr" sz="quarter" idx="11"/>
          </p:nvPr>
        </p:nvSpPr>
        <p:spPr/>
        <p:txBody>
          <a:bodyPr/>
          <a:lstStyle/>
          <a:p>
            <a:pPr>
              <a:defRPr/>
            </a:pPr>
            <a:endParaRPr lang="en-US" altLang="en-US"/>
          </a:p>
        </p:txBody>
      </p:sp>
      <p:sp>
        <p:nvSpPr>
          <p:cNvPr id="7" name="Slide Number Placeholder 6"/>
          <p:cNvSpPr>
            <a:spLocks noGrp="1"/>
          </p:cNvSpPr>
          <p:nvPr>
            <p:ph type="sldNum" sz="quarter" idx="12"/>
          </p:nvPr>
        </p:nvSpPr>
        <p:spPr/>
        <p:txBody>
          <a:bodyPr/>
          <a:lstStyle/>
          <a:p>
            <a:pPr>
              <a:defRPr/>
            </a:pPr>
            <a:fld id="{EAC1E9C5-179F-49B5-A20B-74BA07190DB8}" type="slidenum">
              <a:rPr lang="en-US" altLang="en-US" smtClean="0"/>
              <a:pPr>
                <a:defRPr/>
              </a:pPr>
              <a:t>‹#›</a:t>
            </a:fld>
            <a:endParaRPr lang="en-US" altLang="en-US"/>
          </a:p>
        </p:txBody>
      </p:sp>
    </p:spTree>
    <p:extLst>
      <p:ext uri="{BB962C8B-B14F-4D97-AF65-F5344CB8AC3E}">
        <p14:creationId xmlns:p14="http://schemas.microsoft.com/office/powerpoint/2010/main" val="3013122542"/>
      </p:ext>
    </p:extLst>
  </p:cSld>
  <p:clrMapOvr>
    <a:masterClrMapping/>
  </p:clrMapOvr>
  <p:hf hdr="0" ftr="0"/>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pic>
        <p:nvPicPr>
          <p:cNvPr id="13" name="Picture 12"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Title 1"/>
          <p:cNvSpPr>
            <a:spLocks noGrp="1"/>
          </p:cNvSpPr>
          <p:nvPr>
            <p:ph type="title"/>
          </p:nvPr>
        </p:nvSpPr>
        <p:spPr>
          <a:xfrm>
            <a:off x="1084659" y="872588"/>
            <a:ext cx="6977064" cy="2729915"/>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290484" y="3610032"/>
            <a:ext cx="6564224" cy="59478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685331" y="4372797"/>
            <a:ext cx="7773339" cy="1421053"/>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pPr>
              <a:defRPr/>
            </a:pPr>
            <a:fld id="{FF5480F7-A01B-4497-9686-67728E872290}" type="datetime4">
              <a:rPr lang="en-US" altLang="en-US" smtClean="0"/>
              <a:t>February 29, 2024</a:t>
            </a:fld>
            <a:endParaRPr lang="en-US" altLang="en-US"/>
          </a:p>
        </p:txBody>
      </p:sp>
      <p:sp>
        <p:nvSpPr>
          <p:cNvPr id="6" name="Footer Placeholder 5"/>
          <p:cNvSpPr>
            <a:spLocks noGrp="1"/>
          </p:cNvSpPr>
          <p:nvPr>
            <p:ph type="ftr" sz="quarter" idx="11"/>
          </p:nvPr>
        </p:nvSpPr>
        <p:spPr/>
        <p:txBody>
          <a:bodyPr/>
          <a:lstStyle/>
          <a:p>
            <a:pPr>
              <a:defRPr/>
            </a:pPr>
            <a:endParaRPr lang="en-US" altLang="en-US"/>
          </a:p>
        </p:txBody>
      </p:sp>
      <p:sp>
        <p:nvSpPr>
          <p:cNvPr id="7" name="Slide Number Placeholder 6"/>
          <p:cNvSpPr>
            <a:spLocks noGrp="1"/>
          </p:cNvSpPr>
          <p:nvPr>
            <p:ph type="sldNum" sz="quarter" idx="12"/>
          </p:nvPr>
        </p:nvSpPr>
        <p:spPr/>
        <p:txBody>
          <a:bodyPr/>
          <a:lstStyle/>
          <a:p>
            <a:pPr>
              <a:defRPr/>
            </a:pPr>
            <a:fld id="{EAC1E9C5-179F-49B5-A20B-74BA07190DB8}" type="slidenum">
              <a:rPr lang="en-US" altLang="en-US" smtClean="0"/>
              <a:pPr>
                <a:defRPr/>
              </a:pPr>
              <a:t>‹#›</a:t>
            </a:fld>
            <a:endParaRPr lang="en-US" altLang="en-US"/>
          </a:p>
        </p:txBody>
      </p:sp>
      <p:sp>
        <p:nvSpPr>
          <p:cNvPr id="11" name="TextBox 10"/>
          <p:cNvSpPr txBox="1"/>
          <p:nvPr/>
        </p:nvSpPr>
        <p:spPr>
          <a:xfrm>
            <a:off x="737626" y="887859"/>
            <a:ext cx="546888"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4" name="TextBox 13"/>
          <p:cNvSpPr txBox="1"/>
          <p:nvPr/>
        </p:nvSpPr>
        <p:spPr>
          <a:xfrm>
            <a:off x="7850130" y="3120015"/>
            <a:ext cx="553641"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2369468459"/>
      </p:ext>
    </p:extLst>
  </p:cSld>
  <p:clrMapOvr>
    <a:masterClrMapping/>
  </p:clrMapOvr>
  <p:hf hdr="0" ftr="0"/>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pic>
        <p:nvPicPr>
          <p:cNvPr id="9" name="Picture 8"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Title 1"/>
          <p:cNvSpPr>
            <a:spLocks noGrp="1"/>
          </p:cNvSpPr>
          <p:nvPr>
            <p:ph type="title"/>
          </p:nvPr>
        </p:nvSpPr>
        <p:spPr>
          <a:xfrm>
            <a:off x="685331" y="2138722"/>
            <a:ext cx="7773339" cy="2511835"/>
          </a:xfrm>
        </p:spPr>
        <p:txBody>
          <a:bodyPr anchor="b"/>
          <a:lstStyle>
            <a:lvl1pPr algn="ct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685331" y="4662335"/>
            <a:ext cx="777333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pPr>
              <a:defRPr/>
            </a:pPr>
            <a:fld id="{FF5480F7-A01B-4497-9686-67728E872290}" type="datetime4">
              <a:rPr lang="en-US" altLang="en-US" smtClean="0"/>
              <a:t>February 29, 2024</a:t>
            </a:fld>
            <a:endParaRPr lang="en-US" altLang="en-US"/>
          </a:p>
        </p:txBody>
      </p:sp>
      <p:sp>
        <p:nvSpPr>
          <p:cNvPr id="6" name="Footer Placeholder 5"/>
          <p:cNvSpPr>
            <a:spLocks noGrp="1"/>
          </p:cNvSpPr>
          <p:nvPr>
            <p:ph type="ftr" sz="quarter" idx="11"/>
          </p:nvPr>
        </p:nvSpPr>
        <p:spPr/>
        <p:txBody>
          <a:bodyPr/>
          <a:lstStyle/>
          <a:p>
            <a:pPr>
              <a:defRPr/>
            </a:pPr>
            <a:endParaRPr lang="en-US" altLang="en-US"/>
          </a:p>
        </p:txBody>
      </p:sp>
      <p:sp>
        <p:nvSpPr>
          <p:cNvPr id="7" name="Slide Number Placeholder 6"/>
          <p:cNvSpPr>
            <a:spLocks noGrp="1"/>
          </p:cNvSpPr>
          <p:nvPr>
            <p:ph type="sldNum" sz="quarter" idx="12"/>
          </p:nvPr>
        </p:nvSpPr>
        <p:spPr/>
        <p:txBody>
          <a:bodyPr/>
          <a:lstStyle/>
          <a:p>
            <a:pPr>
              <a:defRPr/>
            </a:pPr>
            <a:fld id="{EAC1E9C5-179F-49B5-A20B-74BA07190DB8}" type="slidenum">
              <a:rPr lang="en-US" altLang="en-US" smtClean="0"/>
              <a:pPr>
                <a:defRPr/>
              </a:pPr>
              <a:t>‹#›</a:t>
            </a:fld>
            <a:endParaRPr lang="en-US" altLang="en-US"/>
          </a:p>
        </p:txBody>
      </p:sp>
    </p:spTree>
    <p:extLst>
      <p:ext uri="{BB962C8B-B14F-4D97-AF65-F5344CB8AC3E}">
        <p14:creationId xmlns:p14="http://schemas.microsoft.com/office/powerpoint/2010/main" val="64668473"/>
      </p:ext>
    </p:extLst>
  </p:cSld>
  <p:clrMapOvr>
    <a:masterClrMapping/>
  </p:clrMapOvr>
  <p:hf hdr="0" ftr="0"/>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pic>
        <p:nvPicPr>
          <p:cNvPr id="14" name="Picture 13"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15" name="Title 1"/>
          <p:cNvSpPr>
            <a:spLocks noGrp="1"/>
          </p:cNvSpPr>
          <p:nvPr>
            <p:ph type="title"/>
          </p:nvPr>
        </p:nvSpPr>
        <p:spPr>
          <a:xfrm>
            <a:off x="685331" y="609600"/>
            <a:ext cx="7773339" cy="1605094"/>
          </a:xfrm>
        </p:spPr>
        <p:txBody>
          <a:bodyPr/>
          <a:lstStyle/>
          <a:p>
            <a:r>
              <a:rPr lang="en-US"/>
              <a:t>Click to edit Master title style</a:t>
            </a:r>
            <a:endParaRPr lang="en-US" dirty="0"/>
          </a:p>
        </p:txBody>
      </p:sp>
      <p:sp>
        <p:nvSpPr>
          <p:cNvPr id="7" name="Text Placeholder 2"/>
          <p:cNvSpPr>
            <a:spLocks noGrp="1"/>
          </p:cNvSpPr>
          <p:nvPr>
            <p:ph type="body" idx="1"/>
          </p:nvPr>
        </p:nvSpPr>
        <p:spPr>
          <a:xfrm>
            <a:off x="685331" y="2367093"/>
            <a:ext cx="2474232" cy="576262"/>
          </a:xfrm>
        </p:spPr>
        <p:txBody>
          <a:bodyPr anchor="b">
            <a:noAutofit/>
          </a:bodyPr>
          <a:lstStyle>
            <a:lvl1pPr marL="0" indent="0" algn="ctr">
              <a:lnSpc>
                <a:spcPct val="7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685331" y="2943356"/>
            <a:ext cx="2474232"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3339292" y="2367093"/>
            <a:ext cx="2468641" cy="576262"/>
          </a:xfrm>
        </p:spPr>
        <p:txBody>
          <a:bodyPr anchor="b">
            <a:noAutofit/>
          </a:bodyPr>
          <a:lstStyle>
            <a:lvl1pPr marL="0" indent="0" algn="ctr">
              <a:lnSpc>
                <a:spcPct val="7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3331012" y="2943356"/>
            <a:ext cx="2477513"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5979974" y="2367093"/>
            <a:ext cx="2478696" cy="576262"/>
          </a:xfrm>
        </p:spPr>
        <p:txBody>
          <a:bodyPr anchor="b">
            <a:noAutofit/>
          </a:bodyPr>
          <a:lstStyle>
            <a:lvl1pPr marL="0" indent="0" algn="ctr">
              <a:lnSpc>
                <a:spcPct val="7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5979974" y="2943356"/>
            <a:ext cx="2478696"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pPr>
              <a:defRPr/>
            </a:pPr>
            <a:fld id="{FF5480F7-A01B-4497-9686-67728E872290}" type="datetime4">
              <a:rPr lang="en-US" altLang="en-US" smtClean="0"/>
              <a:t>February 29, 2024</a:t>
            </a:fld>
            <a:endParaRPr lang="en-US" altLang="en-US"/>
          </a:p>
        </p:txBody>
      </p:sp>
      <p:sp>
        <p:nvSpPr>
          <p:cNvPr id="4" name="Footer Placeholder 3"/>
          <p:cNvSpPr>
            <a:spLocks noGrp="1"/>
          </p:cNvSpPr>
          <p:nvPr>
            <p:ph type="ftr" sz="quarter" idx="11"/>
          </p:nvPr>
        </p:nvSpPr>
        <p:spPr/>
        <p:txBody>
          <a:bodyPr/>
          <a:lstStyle/>
          <a:p>
            <a:pPr>
              <a:defRPr/>
            </a:pPr>
            <a:endParaRPr lang="en-US" altLang="en-US"/>
          </a:p>
        </p:txBody>
      </p:sp>
      <p:sp>
        <p:nvSpPr>
          <p:cNvPr id="5" name="Slide Number Placeholder 4"/>
          <p:cNvSpPr>
            <a:spLocks noGrp="1"/>
          </p:cNvSpPr>
          <p:nvPr>
            <p:ph type="sldNum" sz="quarter" idx="12"/>
          </p:nvPr>
        </p:nvSpPr>
        <p:spPr/>
        <p:txBody>
          <a:bodyPr/>
          <a:lstStyle/>
          <a:p>
            <a:pPr>
              <a:defRPr/>
            </a:pPr>
            <a:fld id="{EAC1E9C5-179F-49B5-A20B-74BA07190DB8}" type="slidenum">
              <a:rPr lang="en-US" altLang="en-US" smtClean="0"/>
              <a:pPr>
                <a:defRPr/>
              </a:pPr>
              <a:t>‹#›</a:t>
            </a:fld>
            <a:endParaRPr lang="en-US" altLang="en-US"/>
          </a:p>
        </p:txBody>
      </p:sp>
    </p:spTree>
    <p:extLst>
      <p:ext uri="{BB962C8B-B14F-4D97-AF65-F5344CB8AC3E}">
        <p14:creationId xmlns:p14="http://schemas.microsoft.com/office/powerpoint/2010/main" val="3405699333"/>
      </p:ext>
    </p:extLst>
  </p:cSld>
  <p:clrMapOvr>
    <a:masterClrMapping/>
  </p:clrMapOvr>
  <p:hf hdr="0" ftr="0"/>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17" name="Picture 16"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30" name="Title 1"/>
          <p:cNvSpPr>
            <a:spLocks noGrp="1"/>
          </p:cNvSpPr>
          <p:nvPr>
            <p:ph type="title"/>
          </p:nvPr>
        </p:nvSpPr>
        <p:spPr>
          <a:xfrm>
            <a:off x="685331" y="610772"/>
            <a:ext cx="7773339" cy="1603922"/>
          </a:xfrm>
        </p:spPr>
        <p:txBody>
          <a:bodyPr/>
          <a:lstStyle/>
          <a:p>
            <a:r>
              <a:rPr lang="en-US"/>
              <a:t>Click to edit Master title style</a:t>
            </a:r>
            <a:endParaRPr lang="en-US" dirty="0"/>
          </a:p>
        </p:txBody>
      </p:sp>
      <p:sp>
        <p:nvSpPr>
          <p:cNvPr id="19" name="Text Placeholder 2"/>
          <p:cNvSpPr>
            <a:spLocks noGrp="1"/>
          </p:cNvSpPr>
          <p:nvPr>
            <p:ph type="body" idx="1"/>
          </p:nvPr>
        </p:nvSpPr>
        <p:spPr>
          <a:xfrm>
            <a:off x="685331" y="4204820"/>
            <a:ext cx="2472307" cy="576262"/>
          </a:xfrm>
        </p:spPr>
        <p:txBody>
          <a:bodyPr anchor="b">
            <a:noAutofit/>
          </a:bodyPr>
          <a:lstStyle>
            <a:lvl1pPr marL="0" indent="0" algn="ctr">
              <a:lnSpc>
                <a:spcPct val="7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685331" y="2367093"/>
            <a:ext cx="2472307" cy="1524000"/>
          </a:xfrm>
          <a:prstGeom prst="roundRect">
            <a:avLst>
              <a:gd name="adj" fmla="val 9363"/>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685331" y="4781082"/>
            <a:ext cx="2472307" cy="101011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3332069" y="4204820"/>
            <a:ext cx="2476371" cy="576262"/>
          </a:xfrm>
        </p:spPr>
        <p:txBody>
          <a:bodyPr anchor="b">
            <a:noAutofit/>
          </a:bodyPr>
          <a:lstStyle>
            <a:lvl1pPr marL="0" indent="0" algn="ctr">
              <a:lnSpc>
                <a:spcPct val="7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3331011" y="2367093"/>
            <a:ext cx="2477514" cy="1524000"/>
          </a:xfrm>
          <a:prstGeom prst="roundRect">
            <a:avLst>
              <a:gd name="adj" fmla="val 8841"/>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3331011" y="4781081"/>
            <a:ext cx="2477514" cy="1010119"/>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5979974" y="4204820"/>
            <a:ext cx="2475511" cy="576262"/>
          </a:xfrm>
        </p:spPr>
        <p:txBody>
          <a:bodyPr anchor="b">
            <a:noAutofit/>
          </a:bodyPr>
          <a:lstStyle>
            <a:lvl1pPr marL="0" indent="0" algn="ctr">
              <a:lnSpc>
                <a:spcPct val="7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5979974" y="2367093"/>
            <a:ext cx="2478696" cy="1524000"/>
          </a:xfrm>
          <a:prstGeom prst="roundRect">
            <a:avLst>
              <a:gd name="adj" fmla="val 8841"/>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5979880" y="4781079"/>
            <a:ext cx="2478790" cy="1010121"/>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pPr>
              <a:defRPr/>
            </a:pPr>
            <a:fld id="{FF5480F7-A01B-4497-9686-67728E872290}" type="datetime4">
              <a:rPr lang="en-US" altLang="en-US" smtClean="0"/>
              <a:t>February 29, 2024</a:t>
            </a:fld>
            <a:endParaRPr lang="en-US" altLang="en-US"/>
          </a:p>
        </p:txBody>
      </p:sp>
      <p:sp>
        <p:nvSpPr>
          <p:cNvPr id="4" name="Footer Placeholder 3"/>
          <p:cNvSpPr>
            <a:spLocks noGrp="1"/>
          </p:cNvSpPr>
          <p:nvPr>
            <p:ph type="ftr" sz="quarter" idx="11"/>
          </p:nvPr>
        </p:nvSpPr>
        <p:spPr/>
        <p:txBody>
          <a:bodyPr/>
          <a:lstStyle/>
          <a:p>
            <a:pPr>
              <a:defRPr/>
            </a:pPr>
            <a:endParaRPr lang="en-US" altLang="en-US"/>
          </a:p>
        </p:txBody>
      </p:sp>
      <p:sp>
        <p:nvSpPr>
          <p:cNvPr id="5" name="Slide Number Placeholder 4"/>
          <p:cNvSpPr>
            <a:spLocks noGrp="1"/>
          </p:cNvSpPr>
          <p:nvPr>
            <p:ph type="sldNum" sz="quarter" idx="12"/>
          </p:nvPr>
        </p:nvSpPr>
        <p:spPr/>
        <p:txBody>
          <a:bodyPr/>
          <a:lstStyle/>
          <a:p>
            <a:pPr>
              <a:defRPr/>
            </a:pPr>
            <a:fld id="{EAC1E9C5-179F-49B5-A20B-74BA07190DB8}" type="slidenum">
              <a:rPr lang="en-US" altLang="en-US" smtClean="0"/>
              <a:pPr>
                <a:defRPr/>
              </a:pPr>
              <a:t>‹#›</a:t>
            </a:fld>
            <a:endParaRPr lang="en-US" altLang="en-US"/>
          </a:p>
        </p:txBody>
      </p:sp>
    </p:spTree>
    <p:extLst>
      <p:ext uri="{BB962C8B-B14F-4D97-AF65-F5344CB8AC3E}">
        <p14:creationId xmlns:p14="http://schemas.microsoft.com/office/powerpoint/2010/main" val="2943294387"/>
      </p:ext>
    </p:extLst>
  </p:cSld>
  <p:clrMapOvr>
    <a:masterClrMapping/>
  </p:clrMapOvr>
  <p:hf hdr="0" ftr="0"/>
</p:sldLayout>
</file>

<file path=ppt/slideLayouts/slideLayout8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9" name="Picture 8"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11" name="Vertical Text Placeholder 2"/>
          <p:cNvSpPr>
            <a:spLocks noGrp="1"/>
          </p:cNvSpPr>
          <p:nvPr>
            <p:ph type="body" orient="vert" sz="quarter" idx="13"/>
          </p:nvPr>
        </p:nvSpPr>
        <p:spPr>
          <a:xfrm>
            <a:off x="685331" y="2367094"/>
            <a:ext cx="7773339" cy="342410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defRPr/>
            </a:pPr>
            <a:fld id="{FF5480F7-A01B-4497-9686-67728E872290}" type="datetime4">
              <a:rPr lang="en-US" altLang="en-US" smtClean="0"/>
              <a:t>February 29, 2024</a:t>
            </a:fld>
            <a:endParaRPr lang="en-US" altLang="en-US"/>
          </a:p>
        </p:txBody>
      </p:sp>
      <p:sp>
        <p:nvSpPr>
          <p:cNvPr id="5" name="Footer Placeholder 4"/>
          <p:cNvSpPr>
            <a:spLocks noGrp="1"/>
          </p:cNvSpPr>
          <p:nvPr>
            <p:ph type="ftr" sz="quarter" idx="11"/>
          </p:nvPr>
        </p:nvSpPr>
        <p:spPr/>
        <p:txBody>
          <a:bodyPr/>
          <a:lstStyle/>
          <a:p>
            <a:pPr>
              <a:defRPr/>
            </a:pPr>
            <a:endParaRPr lang="en-US" altLang="en-US"/>
          </a:p>
        </p:txBody>
      </p:sp>
      <p:sp>
        <p:nvSpPr>
          <p:cNvPr id="6" name="Slide Number Placeholder 5"/>
          <p:cNvSpPr>
            <a:spLocks noGrp="1"/>
          </p:cNvSpPr>
          <p:nvPr>
            <p:ph type="sldNum" sz="quarter" idx="12"/>
          </p:nvPr>
        </p:nvSpPr>
        <p:spPr/>
        <p:txBody>
          <a:bodyPr/>
          <a:lstStyle/>
          <a:p>
            <a:pPr>
              <a:defRPr/>
            </a:pPr>
            <a:fld id="{EAC1E9C5-179F-49B5-A20B-74BA07190DB8}" type="slidenum">
              <a:rPr lang="en-US" altLang="en-US" smtClean="0"/>
              <a:pPr>
                <a:defRPr/>
              </a:pPr>
              <a:t>‹#›</a:t>
            </a:fld>
            <a:endParaRPr lang="en-US" altLang="en-US"/>
          </a:p>
        </p:txBody>
      </p:sp>
    </p:spTree>
    <p:extLst>
      <p:ext uri="{BB962C8B-B14F-4D97-AF65-F5344CB8AC3E}">
        <p14:creationId xmlns:p14="http://schemas.microsoft.com/office/powerpoint/2010/main" val="1159160439"/>
      </p:ext>
    </p:extLst>
  </p:cSld>
  <p:clrMapOvr>
    <a:masterClrMapping/>
  </p:clrMapOvr>
  <p:hf hdr="0" ftr="0"/>
</p:sldLayout>
</file>

<file path=ppt/slideLayouts/slideLayout8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pic>
        <p:nvPicPr>
          <p:cNvPr id="10" name="Picture 9"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Vertical Title 1"/>
          <p:cNvSpPr>
            <a:spLocks noGrp="1"/>
          </p:cNvSpPr>
          <p:nvPr>
            <p:ph type="title" orient="vert"/>
          </p:nvPr>
        </p:nvSpPr>
        <p:spPr>
          <a:xfrm>
            <a:off x="6543675" y="609602"/>
            <a:ext cx="1914995" cy="5181599"/>
          </a:xfrm>
        </p:spPr>
        <p:txBody>
          <a:bodyPr vert="eaVert"/>
          <a:lstStyle>
            <a:lvl1pPr algn="l">
              <a:defRPr/>
            </a:lvl1pPr>
          </a:lstStyle>
          <a:p>
            <a:r>
              <a:rPr lang="en-US"/>
              <a:t>Click to edit Master title style</a:t>
            </a:r>
            <a:endParaRPr lang="en-US" dirty="0"/>
          </a:p>
        </p:txBody>
      </p:sp>
      <p:sp>
        <p:nvSpPr>
          <p:cNvPr id="8" name="Vertical Text Placeholder 2"/>
          <p:cNvSpPr>
            <a:spLocks noGrp="1"/>
          </p:cNvSpPr>
          <p:nvPr>
            <p:ph type="body" orient="vert" sz="quarter" idx="13"/>
          </p:nvPr>
        </p:nvSpPr>
        <p:spPr>
          <a:xfrm>
            <a:off x="685331" y="609602"/>
            <a:ext cx="5744043" cy="518159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defRPr/>
            </a:pPr>
            <a:fld id="{FF5480F7-A01B-4497-9686-67728E872290}" type="datetime4">
              <a:rPr lang="en-US" altLang="en-US" smtClean="0"/>
              <a:t>February 29, 2024</a:t>
            </a:fld>
            <a:endParaRPr lang="en-US" altLang="en-US"/>
          </a:p>
        </p:txBody>
      </p:sp>
      <p:sp>
        <p:nvSpPr>
          <p:cNvPr id="5" name="Footer Placeholder 4"/>
          <p:cNvSpPr>
            <a:spLocks noGrp="1"/>
          </p:cNvSpPr>
          <p:nvPr>
            <p:ph type="ftr" sz="quarter" idx="11"/>
          </p:nvPr>
        </p:nvSpPr>
        <p:spPr/>
        <p:txBody>
          <a:bodyPr/>
          <a:lstStyle/>
          <a:p>
            <a:pPr>
              <a:defRPr/>
            </a:pPr>
            <a:endParaRPr lang="en-US" altLang="en-US"/>
          </a:p>
        </p:txBody>
      </p:sp>
      <p:sp>
        <p:nvSpPr>
          <p:cNvPr id="6" name="Slide Number Placeholder 5"/>
          <p:cNvSpPr>
            <a:spLocks noGrp="1"/>
          </p:cNvSpPr>
          <p:nvPr>
            <p:ph type="sldNum" sz="quarter" idx="12"/>
          </p:nvPr>
        </p:nvSpPr>
        <p:spPr/>
        <p:txBody>
          <a:bodyPr/>
          <a:lstStyle/>
          <a:p>
            <a:pPr>
              <a:defRPr/>
            </a:pPr>
            <a:fld id="{EAC1E9C5-179F-49B5-A20B-74BA07190DB8}" type="slidenum">
              <a:rPr lang="en-US" altLang="en-US" smtClean="0"/>
              <a:pPr>
                <a:defRPr/>
              </a:pPr>
              <a:t>‹#›</a:t>
            </a:fld>
            <a:endParaRPr lang="en-US" altLang="en-US"/>
          </a:p>
        </p:txBody>
      </p:sp>
    </p:spTree>
    <p:extLst>
      <p:ext uri="{BB962C8B-B14F-4D97-AF65-F5344CB8AC3E}">
        <p14:creationId xmlns:p14="http://schemas.microsoft.com/office/powerpoint/2010/main" val="2988074580"/>
      </p:ext>
    </p:extLst>
  </p:cSld>
  <p:clrMapOvr>
    <a:masterClrMapping/>
  </p:clrMapOvr>
  <p:hf hdr="0" ftr="0"/>
</p:sldLayout>
</file>

<file path=ppt/slideLayouts/slideLayout87.xml><?xml version="1.0" encoding="utf-8"?>
<p:sldLayout xmlns:a="http://schemas.openxmlformats.org/drawingml/2006/main" xmlns:r="http://schemas.openxmlformats.org/officeDocument/2006/relationships" xmlns:p="http://schemas.openxmlformats.org/presentationml/2006/main" showMasterSp="0">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FF0000"/>
                </a:solidFill>
              </a:defRPr>
            </a:lvl1pPr>
          </a:lstStyle>
          <a:p>
            <a:r>
              <a:rPr lang="en-US"/>
              <a:t>Click to edit Master title style</a:t>
            </a:r>
            <a:endParaRPr dirty="0"/>
          </a:p>
        </p:txBody>
      </p:sp>
      <p:sp>
        <p:nvSpPr>
          <p:cNvPr id="3" name="Content Placeholder 2"/>
          <p:cNvSpPr>
            <a:spLocks noGrp="1"/>
          </p:cNvSpPr>
          <p:nvPr>
            <p:ph idx="1"/>
          </p:nvPr>
        </p:nvSpPr>
        <p:spPr/>
        <p:txBody>
          <a:bodyPr/>
          <a:lstStyle>
            <a:lvl1pPr>
              <a:defRPr>
                <a:solidFill>
                  <a:srgbClr val="0070C0"/>
                </a:solidFill>
              </a:defRPr>
            </a:lvl1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dirty="0"/>
          </a:p>
        </p:txBody>
      </p:sp>
      <p:sp>
        <p:nvSpPr>
          <p:cNvPr id="5" name="Date Placeholder 3">
            <a:extLst>
              <a:ext uri="{FF2B5EF4-FFF2-40B4-BE49-F238E27FC236}">
                <a16:creationId xmlns:a16="http://schemas.microsoft.com/office/drawing/2014/main" id="{84101D24-BFA7-4899-9B74-B8A3EFA117AF}"/>
              </a:ext>
            </a:extLst>
          </p:cNvPr>
          <p:cNvSpPr>
            <a:spLocks noGrp="1"/>
          </p:cNvSpPr>
          <p:nvPr>
            <p:ph type="dt" sz="half" idx="10"/>
          </p:nvPr>
        </p:nvSpPr>
        <p:spPr/>
        <p:txBody>
          <a:bodyPr/>
          <a:lstStyle>
            <a:lvl1pPr>
              <a:defRPr/>
            </a:lvl1pPr>
          </a:lstStyle>
          <a:p>
            <a:pPr>
              <a:defRPr/>
            </a:pPr>
            <a:fld id="{13F99C14-10D9-4321-B3FF-0E9B3870EC11}" type="datetime4">
              <a:rPr lang="en-US" altLang="en-US" smtClean="0"/>
              <a:t>February 29, 2024</a:t>
            </a:fld>
            <a:endParaRPr lang="en-US" altLang="en-US"/>
          </a:p>
        </p:txBody>
      </p:sp>
      <p:sp>
        <p:nvSpPr>
          <p:cNvPr id="6" name="Footer Placeholder 4">
            <a:extLst>
              <a:ext uri="{FF2B5EF4-FFF2-40B4-BE49-F238E27FC236}">
                <a16:creationId xmlns:a16="http://schemas.microsoft.com/office/drawing/2014/main" id="{6E967D6C-DA6F-4253-9972-3ACF725B5CB4}"/>
              </a:ext>
            </a:extLst>
          </p:cNvPr>
          <p:cNvSpPr>
            <a:spLocks noGrp="1"/>
          </p:cNvSpPr>
          <p:nvPr>
            <p:ph type="ftr" sz="quarter" idx="11"/>
          </p:nvPr>
        </p:nvSpPr>
        <p:spPr/>
        <p:txBody>
          <a:bodyPr/>
          <a:lstStyle>
            <a:lvl1pPr>
              <a:defRPr/>
            </a:lvl1pPr>
          </a:lstStyle>
          <a:p>
            <a:pPr>
              <a:defRPr/>
            </a:pPr>
            <a:endParaRPr lang="en-US" altLang="en-US"/>
          </a:p>
        </p:txBody>
      </p:sp>
      <p:sp>
        <p:nvSpPr>
          <p:cNvPr id="7" name="Slide Number Placeholder 5">
            <a:extLst>
              <a:ext uri="{FF2B5EF4-FFF2-40B4-BE49-F238E27FC236}">
                <a16:creationId xmlns:a16="http://schemas.microsoft.com/office/drawing/2014/main" id="{3A360E86-5EA3-4476-88D3-5048B6BF470E}"/>
              </a:ext>
            </a:extLst>
          </p:cNvPr>
          <p:cNvSpPr>
            <a:spLocks noGrp="1"/>
          </p:cNvSpPr>
          <p:nvPr>
            <p:ph type="sldNum" sz="quarter" idx="12"/>
          </p:nvPr>
        </p:nvSpPr>
        <p:spPr/>
        <p:txBody>
          <a:bodyPr/>
          <a:lstStyle>
            <a:lvl1pPr>
              <a:defRPr/>
            </a:lvl1pPr>
          </a:lstStyle>
          <a:p>
            <a:pPr>
              <a:defRPr/>
            </a:pPr>
            <a:fld id="{5997FF75-9E45-4F6E-9E89-BE68C2AA7735}" type="slidenum">
              <a:rPr lang="en-US" altLang="en-US"/>
              <a:pPr>
                <a:defRPr/>
              </a:pPr>
              <a:t>‹#›</a:t>
            </a:fld>
            <a:endParaRPr lang="en-US" altLang="en-US"/>
          </a:p>
        </p:txBody>
      </p:sp>
    </p:spTree>
    <p:extLst>
      <p:ext uri="{BB962C8B-B14F-4D97-AF65-F5344CB8AC3E}">
        <p14:creationId xmlns:p14="http://schemas.microsoft.com/office/powerpoint/2010/main" val="2326636553"/>
      </p:ext>
    </p:extLst>
  </p:cSld>
  <p:clrMapOvr>
    <a:masterClrMapping/>
  </p:clrMapOvr>
  <p:transition>
    <p:random/>
  </p:transition>
</p:sldLayout>
</file>

<file path=ppt/slideLayouts/slideLayout88.xml><?xml version="1.0" encoding="utf-8"?>
<p:sldLayout xmlns:a="http://schemas.openxmlformats.org/drawingml/2006/main" xmlns:r="http://schemas.openxmlformats.org/officeDocument/2006/relationships" xmlns:p="http://schemas.openxmlformats.org/presentationml/2006/main" type="obj">
  <p:cSld name="2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031C2-A5A7-C721-3434-6FF4885B1FB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33DD86C-F9C5-1EC3-AB38-A948C180DB9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73335660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18" Type="http://schemas.openxmlformats.org/officeDocument/2006/relationships/slideLayout" Target="../slideLayouts/slideLayout29.xml"/><Relationship Id="rId3" Type="http://schemas.openxmlformats.org/officeDocument/2006/relationships/slideLayout" Target="../slideLayouts/slideLayout14.xml"/><Relationship Id="rId21" Type="http://schemas.openxmlformats.org/officeDocument/2006/relationships/slideLayout" Target="../slideLayouts/slideLayout32.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17" Type="http://schemas.openxmlformats.org/officeDocument/2006/relationships/slideLayout" Target="../slideLayouts/slideLayout28.xml"/><Relationship Id="rId25" Type="http://schemas.openxmlformats.org/officeDocument/2006/relationships/image" Target="../media/image2.jpeg"/><Relationship Id="rId2" Type="http://schemas.openxmlformats.org/officeDocument/2006/relationships/slideLayout" Target="../slideLayouts/slideLayout13.xml"/><Relationship Id="rId16" Type="http://schemas.openxmlformats.org/officeDocument/2006/relationships/slideLayout" Target="../slideLayouts/slideLayout27.xml"/><Relationship Id="rId20" Type="http://schemas.openxmlformats.org/officeDocument/2006/relationships/slideLayout" Target="../slideLayouts/slideLayout31.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24" Type="http://schemas.openxmlformats.org/officeDocument/2006/relationships/theme" Target="../theme/theme2.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23" Type="http://schemas.openxmlformats.org/officeDocument/2006/relationships/slideLayout" Target="../slideLayouts/slideLayout34.xml"/><Relationship Id="rId10" Type="http://schemas.openxmlformats.org/officeDocument/2006/relationships/slideLayout" Target="../slideLayouts/slideLayout21.xml"/><Relationship Id="rId19" Type="http://schemas.openxmlformats.org/officeDocument/2006/relationships/slideLayout" Target="../slideLayouts/slideLayout30.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 Id="rId22" Type="http://schemas.openxmlformats.org/officeDocument/2006/relationships/slideLayout" Target="../slideLayouts/slideLayout33.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42.xml"/><Relationship Id="rId13" Type="http://schemas.openxmlformats.org/officeDocument/2006/relationships/theme" Target="../theme/theme3.xml"/><Relationship Id="rId3" Type="http://schemas.openxmlformats.org/officeDocument/2006/relationships/slideLayout" Target="../slideLayouts/slideLayout37.xml"/><Relationship Id="rId7" Type="http://schemas.openxmlformats.org/officeDocument/2006/relationships/slideLayout" Target="../slideLayouts/slideLayout41.xml"/><Relationship Id="rId12" Type="http://schemas.openxmlformats.org/officeDocument/2006/relationships/slideLayout" Target="../slideLayouts/slideLayout46.xml"/><Relationship Id="rId2" Type="http://schemas.openxmlformats.org/officeDocument/2006/relationships/slideLayout" Target="../slideLayouts/slideLayout36.xml"/><Relationship Id="rId1" Type="http://schemas.openxmlformats.org/officeDocument/2006/relationships/slideLayout" Target="../slideLayouts/slideLayout35.xml"/><Relationship Id="rId6" Type="http://schemas.openxmlformats.org/officeDocument/2006/relationships/slideLayout" Target="../slideLayouts/slideLayout40.xml"/><Relationship Id="rId11" Type="http://schemas.openxmlformats.org/officeDocument/2006/relationships/slideLayout" Target="../slideLayouts/slideLayout45.xml"/><Relationship Id="rId5" Type="http://schemas.openxmlformats.org/officeDocument/2006/relationships/slideLayout" Target="../slideLayouts/slideLayout39.xml"/><Relationship Id="rId10" Type="http://schemas.openxmlformats.org/officeDocument/2006/relationships/slideLayout" Target="../slideLayouts/slideLayout44.xml"/><Relationship Id="rId4" Type="http://schemas.openxmlformats.org/officeDocument/2006/relationships/slideLayout" Target="../slideLayouts/slideLayout38.xml"/><Relationship Id="rId9" Type="http://schemas.openxmlformats.org/officeDocument/2006/relationships/slideLayout" Target="../slideLayouts/slideLayout43.xml"/><Relationship Id="rId14" Type="http://schemas.openxmlformats.org/officeDocument/2006/relationships/image" Target="../media/image1.png"/></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54.xml"/><Relationship Id="rId13" Type="http://schemas.openxmlformats.org/officeDocument/2006/relationships/theme" Target="../theme/theme4.xml"/><Relationship Id="rId3" Type="http://schemas.openxmlformats.org/officeDocument/2006/relationships/slideLayout" Target="../slideLayouts/slideLayout49.xml"/><Relationship Id="rId7" Type="http://schemas.openxmlformats.org/officeDocument/2006/relationships/slideLayout" Target="../slideLayouts/slideLayout53.xml"/><Relationship Id="rId12" Type="http://schemas.openxmlformats.org/officeDocument/2006/relationships/slideLayout" Target="../slideLayouts/slideLayout58.xml"/><Relationship Id="rId2" Type="http://schemas.openxmlformats.org/officeDocument/2006/relationships/slideLayout" Target="../slideLayouts/slideLayout48.xml"/><Relationship Id="rId1" Type="http://schemas.openxmlformats.org/officeDocument/2006/relationships/slideLayout" Target="../slideLayouts/slideLayout47.xml"/><Relationship Id="rId6" Type="http://schemas.openxmlformats.org/officeDocument/2006/relationships/slideLayout" Target="../slideLayouts/slideLayout52.xml"/><Relationship Id="rId11" Type="http://schemas.openxmlformats.org/officeDocument/2006/relationships/slideLayout" Target="../slideLayouts/slideLayout57.xml"/><Relationship Id="rId5" Type="http://schemas.openxmlformats.org/officeDocument/2006/relationships/slideLayout" Target="../slideLayouts/slideLayout51.xml"/><Relationship Id="rId10" Type="http://schemas.openxmlformats.org/officeDocument/2006/relationships/slideLayout" Target="../slideLayouts/slideLayout56.xml"/><Relationship Id="rId4" Type="http://schemas.openxmlformats.org/officeDocument/2006/relationships/slideLayout" Target="../slideLayouts/slideLayout50.xml"/><Relationship Id="rId9" Type="http://schemas.openxmlformats.org/officeDocument/2006/relationships/slideLayout" Target="../slideLayouts/slideLayout55.xml"/><Relationship Id="rId14" Type="http://schemas.openxmlformats.org/officeDocument/2006/relationships/image" Target="../media/image2.jpeg"/></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66.xml"/><Relationship Id="rId13" Type="http://schemas.openxmlformats.org/officeDocument/2006/relationships/image" Target="../media/image2.jpeg"/><Relationship Id="rId3" Type="http://schemas.openxmlformats.org/officeDocument/2006/relationships/slideLayout" Target="../slideLayouts/slideLayout61.xml"/><Relationship Id="rId7" Type="http://schemas.openxmlformats.org/officeDocument/2006/relationships/slideLayout" Target="../slideLayouts/slideLayout65.xml"/><Relationship Id="rId12" Type="http://schemas.openxmlformats.org/officeDocument/2006/relationships/theme" Target="../theme/theme5.xml"/><Relationship Id="rId2" Type="http://schemas.openxmlformats.org/officeDocument/2006/relationships/slideLayout" Target="../slideLayouts/slideLayout60.xml"/><Relationship Id="rId1" Type="http://schemas.openxmlformats.org/officeDocument/2006/relationships/slideLayout" Target="../slideLayouts/slideLayout59.xml"/><Relationship Id="rId6" Type="http://schemas.openxmlformats.org/officeDocument/2006/relationships/slideLayout" Target="../slideLayouts/slideLayout64.xml"/><Relationship Id="rId11" Type="http://schemas.openxmlformats.org/officeDocument/2006/relationships/slideLayout" Target="../slideLayouts/slideLayout69.xml"/><Relationship Id="rId5" Type="http://schemas.openxmlformats.org/officeDocument/2006/relationships/slideLayout" Target="../slideLayouts/slideLayout63.xml"/><Relationship Id="rId10" Type="http://schemas.openxmlformats.org/officeDocument/2006/relationships/slideLayout" Target="../slideLayouts/slideLayout68.xml"/><Relationship Id="rId4" Type="http://schemas.openxmlformats.org/officeDocument/2006/relationships/slideLayout" Target="../slideLayouts/slideLayout62.xml"/><Relationship Id="rId9" Type="http://schemas.openxmlformats.org/officeDocument/2006/relationships/slideLayout" Target="../slideLayouts/slideLayout67.xml"/></Relationships>
</file>

<file path=ppt/slideMasters/_rels/slideMaster6.xml.rels><?xml version="1.0" encoding="UTF-8" standalone="yes"?>
<Relationships xmlns="http://schemas.openxmlformats.org/package/2006/relationships"><Relationship Id="rId8" Type="http://schemas.openxmlformats.org/officeDocument/2006/relationships/slideLayout" Target="../slideLayouts/slideLayout77.xml"/><Relationship Id="rId13" Type="http://schemas.openxmlformats.org/officeDocument/2006/relationships/slideLayout" Target="../slideLayouts/slideLayout82.xml"/><Relationship Id="rId18" Type="http://schemas.openxmlformats.org/officeDocument/2006/relationships/slideLayout" Target="../slideLayouts/slideLayout87.xml"/><Relationship Id="rId3" Type="http://schemas.openxmlformats.org/officeDocument/2006/relationships/slideLayout" Target="../slideLayouts/slideLayout72.xml"/><Relationship Id="rId21" Type="http://schemas.openxmlformats.org/officeDocument/2006/relationships/image" Target="../media/image3.png"/><Relationship Id="rId7" Type="http://schemas.openxmlformats.org/officeDocument/2006/relationships/slideLayout" Target="../slideLayouts/slideLayout76.xml"/><Relationship Id="rId12" Type="http://schemas.openxmlformats.org/officeDocument/2006/relationships/slideLayout" Target="../slideLayouts/slideLayout81.xml"/><Relationship Id="rId17" Type="http://schemas.openxmlformats.org/officeDocument/2006/relationships/slideLayout" Target="../slideLayouts/slideLayout86.xml"/><Relationship Id="rId2" Type="http://schemas.openxmlformats.org/officeDocument/2006/relationships/slideLayout" Target="../slideLayouts/slideLayout71.xml"/><Relationship Id="rId16" Type="http://schemas.openxmlformats.org/officeDocument/2006/relationships/slideLayout" Target="../slideLayouts/slideLayout85.xml"/><Relationship Id="rId20" Type="http://schemas.openxmlformats.org/officeDocument/2006/relationships/theme" Target="../theme/theme6.xml"/><Relationship Id="rId1" Type="http://schemas.openxmlformats.org/officeDocument/2006/relationships/slideLayout" Target="../slideLayouts/slideLayout70.xml"/><Relationship Id="rId6" Type="http://schemas.openxmlformats.org/officeDocument/2006/relationships/slideLayout" Target="../slideLayouts/slideLayout75.xml"/><Relationship Id="rId11" Type="http://schemas.openxmlformats.org/officeDocument/2006/relationships/slideLayout" Target="../slideLayouts/slideLayout80.xml"/><Relationship Id="rId5" Type="http://schemas.openxmlformats.org/officeDocument/2006/relationships/slideLayout" Target="../slideLayouts/slideLayout74.xml"/><Relationship Id="rId15" Type="http://schemas.openxmlformats.org/officeDocument/2006/relationships/slideLayout" Target="../slideLayouts/slideLayout84.xml"/><Relationship Id="rId10" Type="http://schemas.openxmlformats.org/officeDocument/2006/relationships/slideLayout" Target="../slideLayouts/slideLayout79.xml"/><Relationship Id="rId19" Type="http://schemas.openxmlformats.org/officeDocument/2006/relationships/slideLayout" Target="../slideLayouts/slideLayout88.xml"/><Relationship Id="rId4" Type="http://schemas.openxmlformats.org/officeDocument/2006/relationships/slideLayout" Target="../slideLayouts/slideLayout73.xml"/><Relationship Id="rId9" Type="http://schemas.openxmlformats.org/officeDocument/2006/relationships/slideLayout" Target="../slideLayouts/slideLayout78.xml"/><Relationship Id="rId14" Type="http://schemas.openxmlformats.org/officeDocument/2006/relationships/slideLayout" Target="../slideLayouts/slideLayout8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pSp>
        <p:nvGrpSpPr>
          <p:cNvPr id="1026" name="Group 2">
            <a:extLst>
              <a:ext uri="{FF2B5EF4-FFF2-40B4-BE49-F238E27FC236}">
                <a16:creationId xmlns:a16="http://schemas.microsoft.com/office/drawing/2014/main" id="{2D181DFD-BC57-4863-A2C5-280A8F4F16A2}"/>
              </a:ext>
            </a:extLst>
          </p:cNvPr>
          <p:cNvGrpSpPr>
            <a:grpSpLocks/>
          </p:cNvGrpSpPr>
          <p:nvPr/>
        </p:nvGrpSpPr>
        <p:grpSpPr bwMode="auto">
          <a:xfrm>
            <a:off x="0" y="-533400"/>
            <a:ext cx="8686800" cy="4876800"/>
            <a:chOff x="0" y="0"/>
            <a:chExt cx="5472" cy="3072"/>
          </a:xfrm>
        </p:grpSpPr>
        <p:sp>
          <p:nvSpPr>
            <p:cNvPr id="1034" name="Rectangle 3">
              <a:extLst>
                <a:ext uri="{FF2B5EF4-FFF2-40B4-BE49-F238E27FC236}">
                  <a16:creationId xmlns:a16="http://schemas.microsoft.com/office/drawing/2014/main" id="{BF71C004-2F2F-430F-8993-B50AEC603988}"/>
                </a:ext>
              </a:extLst>
            </p:cNvPr>
            <p:cNvSpPr>
              <a:spLocks noChangeArrowheads="1"/>
            </p:cNvSpPr>
            <p:nvPr/>
          </p:nvSpPr>
          <p:spPr bwMode="auto">
            <a:xfrm>
              <a:off x="0" y="0"/>
              <a:ext cx="384" cy="3072"/>
            </a:xfrm>
            <a:prstGeom prst="rect">
              <a:avLst/>
            </a:prstGeom>
            <a:solidFill>
              <a:schemeClr val="accent1"/>
            </a:solidFill>
            <a:ln>
              <a:noFill/>
            </a:ln>
            <a:effectLst/>
            <a:extLst>
              <a:ext uri="{91240B29-F687-4F45-9708-019B960494DF}">
                <a14:hiddenLine xmlns:a14="http://schemas.microsoft.com/office/drawing/2010/main" w="9525">
                  <a:solidFill>
                    <a:schemeClr val="bg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Arial" panose="020B0604020202020204" pitchFamily="34" charset="0"/>
                  <a:ea typeface="Angsana New" panose="02020603050405020304" pitchFamily="18" charset="-34"/>
                </a:defRPr>
              </a:lvl1pPr>
              <a:lvl2pPr marL="742950" indent="-285750">
                <a:defRPr>
                  <a:solidFill>
                    <a:schemeClr val="tx1"/>
                  </a:solidFill>
                  <a:latin typeface="Arial" panose="020B0604020202020204" pitchFamily="34" charset="0"/>
                  <a:ea typeface="Angsana New" panose="02020603050405020304" pitchFamily="18" charset="-34"/>
                </a:defRPr>
              </a:lvl2pPr>
              <a:lvl3pPr marL="1143000" indent="-228600">
                <a:defRPr>
                  <a:solidFill>
                    <a:schemeClr val="tx1"/>
                  </a:solidFill>
                  <a:latin typeface="Arial" panose="020B0604020202020204" pitchFamily="34" charset="0"/>
                  <a:ea typeface="Angsana New" panose="02020603050405020304" pitchFamily="18" charset="-34"/>
                </a:defRPr>
              </a:lvl3pPr>
              <a:lvl4pPr marL="1600200" indent="-228600">
                <a:defRPr>
                  <a:solidFill>
                    <a:schemeClr val="tx1"/>
                  </a:solidFill>
                  <a:latin typeface="Arial" panose="020B0604020202020204" pitchFamily="34" charset="0"/>
                  <a:ea typeface="Angsana New" panose="02020603050405020304" pitchFamily="18" charset="-34"/>
                </a:defRPr>
              </a:lvl4pPr>
              <a:lvl5pPr marL="2057400" indent="-228600">
                <a:defRPr>
                  <a:solidFill>
                    <a:schemeClr val="tx1"/>
                  </a:solidFill>
                  <a:latin typeface="Arial" panose="020B0604020202020204" pitchFamily="34" charset="0"/>
                  <a:ea typeface="Angsana New" panose="02020603050405020304" pitchFamily="18" charset="-34"/>
                </a:defRPr>
              </a:lvl5pPr>
              <a:lvl6pPr marL="25146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6pPr>
              <a:lvl7pPr marL="29718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7pPr>
              <a:lvl8pPr marL="34290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8pPr>
              <a:lvl9pPr marL="38862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9pPr>
            </a:lstStyle>
            <a:p>
              <a:pPr algn="ctr" eaLnBrk="1" hangingPunct="1">
                <a:defRPr/>
              </a:pPr>
              <a:endParaRPr lang="en-US" altLang="en-US" sz="2400">
                <a:latin typeface="Times New Roman" panose="02020603050405020304" pitchFamily="18" charset="0"/>
              </a:endParaRPr>
            </a:p>
          </p:txBody>
        </p:sp>
        <p:grpSp>
          <p:nvGrpSpPr>
            <p:cNvPr id="1035" name="Group 4">
              <a:extLst>
                <a:ext uri="{FF2B5EF4-FFF2-40B4-BE49-F238E27FC236}">
                  <a16:creationId xmlns:a16="http://schemas.microsoft.com/office/drawing/2014/main" id="{B6AAE28B-53B4-48E7-84A8-BC76053D5A43}"/>
                </a:ext>
              </a:extLst>
            </p:cNvPr>
            <p:cNvGrpSpPr>
              <a:grpSpLocks/>
            </p:cNvGrpSpPr>
            <p:nvPr/>
          </p:nvGrpSpPr>
          <p:grpSpPr bwMode="auto">
            <a:xfrm>
              <a:off x="240" y="893"/>
              <a:ext cx="5232" cy="115"/>
              <a:chOff x="240" y="893"/>
              <a:chExt cx="5232" cy="115"/>
            </a:xfrm>
          </p:grpSpPr>
          <p:sp>
            <p:nvSpPr>
              <p:cNvPr id="1036" name="Rectangle 5">
                <a:extLst>
                  <a:ext uri="{FF2B5EF4-FFF2-40B4-BE49-F238E27FC236}">
                    <a16:creationId xmlns:a16="http://schemas.microsoft.com/office/drawing/2014/main" id="{16EC6BDB-67D2-49CB-B621-6A9F90B52EDE}"/>
                  </a:ext>
                </a:extLst>
              </p:cNvPr>
              <p:cNvSpPr>
                <a:spLocks noChangeArrowheads="1"/>
              </p:cNvSpPr>
              <p:nvPr/>
            </p:nvSpPr>
            <p:spPr bwMode="auto">
              <a:xfrm>
                <a:off x="4320" y="893"/>
                <a:ext cx="1152" cy="115"/>
              </a:xfrm>
              <a:prstGeom prst="rect">
                <a:avLst/>
              </a:prstGeom>
              <a:solidFill>
                <a:schemeClr val="folHlink"/>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Arial" panose="020B0604020202020204" pitchFamily="34" charset="0"/>
                    <a:ea typeface="Angsana New" panose="02020603050405020304" pitchFamily="18" charset="-34"/>
                  </a:defRPr>
                </a:lvl1pPr>
                <a:lvl2pPr marL="742950" indent="-285750">
                  <a:defRPr>
                    <a:solidFill>
                      <a:schemeClr val="tx1"/>
                    </a:solidFill>
                    <a:latin typeface="Arial" panose="020B0604020202020204" pitchFamily="34" charset="0"/>
                    <a:ea typeface="Angsana New" panose="02020603050405020304" pitchFamily="18" charset="-34"/>
                  </a:defRPr>
                </a:lvl2pPr>
                <a:lvl3pPr marL="1143000" indent="-228600">
                  <a:defRPr>
                    <a:solidFill>
                      <a:schemeClr val="tx1"/>
                    </a:solidFill>
                    <a:latin typeface="Arial" panose="020B0604020202020204" pitchFamily="34" charset="0"/>
                    <a:ea typeface="Angsana New" panose="02020603050405020304" pitchFamily="18" charset="-34"/>
                  </a:defRPr>
                </a:lvl3pPr>
                <a:lvl4pPr marL="1600200" indent="-228600">
                  <a:defRPr>
                    <a:solidFill>
                      <a:schemeClr val="tx1"/>
                    </a:solidFill>
                    <a:latin typeface="Arial" panose="020B0604020202020204" pitchFamily="34" charset="0"/>
                    <a:ea typeface="Angsana New" panose="02020603050405020304" pitchFamily="18" charset="-34"/>
                  </a:defRPr>
                </a:lvl4pPr>
                <a:lvl5pPr marL="2057400" indent="-228600">
                  <a:defRPr>
                    <a:solidFill>
                      <a:schemeClr val="tx1"/>
                    </a:solidFill>
                    <a:latin typeface="Arial" panose="020B0604020202020204" pitchFamily="34" charset="0"/>
                    <a:ea typeface="Angsana New" panose="02020603050405020304" pitchFamily="18" charset="-34"/>
                  </a:defRPr>
                </a:lvl5pPr>
                <a:lvl6pPr marL="25146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6pPr>
                <a:lvl7pPr marL="29718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7pPr>
                <a:lvl8pPr marL="34290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8pPr>
                <a:lvl9pPr marL="38862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9pPr>
              </a:lstStyle>
              <a:p>
                <a:pPr algn="ctr" eaLnBrk="1" hangingPunct="1">
                  <a:defRPr/>
                </a:pPr>
                <a:endParaRPr lang="en-US" altLang="en-US" sz="2400">
                  <a:latin typeface="Times New Roman" panose="02020603050405020304" pitchFamily="18" charset="0"/>
                </a:endParaRPr>
              </a:p>
            </p:txBody>
          </p:sp>
          <p:sp>
            <p:nvSpPr>
              <p:cNvPr id="1037" name="Line 6">
                <a:extLst>
                  <a:ext uri="{FF2B5EF4-FFF2-40B4-BE49-F238E27FC236}">
                    <a16:creationId xmlns:a16="http://schemas.microsoft.com/office/drawing/2014/main" id="{20B00981-0E93-4437-AA5E-979FECE0C2DF}"/>
                  </a:ext>
                </a:extLst>
              </p:cNvPr>
              <p:cNvSpPr>
                <a:spLocks noChangeShapeType="1"/>
              </p:cNvSpPr>
              <p:nvPr/>
            </p:nvSpPr>
            <p:spPr bwMode="auto">
              <a:xfrm>
                <a:off x="240" y="941"/>
                <a:ext cx="5232" cy="0"/>
              </a:xfrm>
              <a:prstGeom prst="line">
                <a:avLst/>
              </a:prstGeom>
              <a:noFill/>
              <a:ln w="19050">
                <a:solidFill>
                  <a:schemeClr val="bg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grpSp>
      <p:sp>
        <p:nvSpPr>
          <p:cNvPr id="1027" name="Rectangle 7">
            <a:extLst>
              <a:ext uri="{FF2B5EF4-FFF2-40B4-BE49-F238E27FC236}">
                <a16:creationId xmlns:a16="http://schemas.microsoft.com/office/drawing/2014/main" id="{A5B2AC77-C724-465B-8ECA-F11B462FD8E4}"/>
              </a:ext>
            </a:extLst>
          </p:cNvPr>
          <p:cNvSpPr>
            <a:spLocks noGrp="1" noChangeArrowheads="1"/>
          </p:cNvSpPr>
          <p:nvPr>
            <p:ph type="title"/>
          </p:nvPr>
        </p:nvSpPr>
        <p:spPr bwMode="auto">
          <a:xfrm>
            <a:off x="914400" y="152400"/>
            <a:ext cx="7772400" cy="712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p>
        </p:txBody>
      </p:sp>
      <p:sp>
        <p:nvSpPr>
          <p:cNvPr id="1028" name="Rectangle 8">
            <a:extLst>
              <a:ext uri="{FF2B5EF4-FFF2-40B4-BE49-F238E27FC236}">
                <a16:creationId xmlns:a16="http://schemas.microsoft.com/office/drawing/2014/main" id="{1A85A4E8-2581-4EFB-96DA-0FB1DC0BE6C1}"/>
              </a:ext>
            </a:extLst>
          </p:cNvPr>
          <p:cNvSpPr>
            <a:spLocks noGrp="1" noChangeArrowheads="1"/>
          </p:cNvSpPr>
          <p:nvPr>
            <p:ph type="body" idx="1"/>
          </p:nvPr>
        </p:nvSpPr>
        <p:spPr bwMode="auto">
          <a:xfrm>
            <a:off x="685800" y="1066800"/>
            <a:ext cx="8077200" cy="5181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th-TH" altLang="en-US"/>
              <a:t>Click to edit Master text styles</a:t>
            </a:r>
          </a:p>
          <a:p>
            <a:pPr lvl="1"/>
            <a:r>
              <a:rPr lang="th-TH" altLang="en-US"/>
              <a:t>Second level</a:t>
            </a:r>
          </a:p>
          <a:p>
            <a:pPr lvl="2"/>
            <a:r>
              <a:rPr lang="th-TH" altLang="en-US"/>
              <a:t>Third level</a:t>
            </a:r>
          </a:p>
          <a:p>
            <a:pPr lvl="3"/>
            <a:r>
              <a:rPr lang="th-TH" altLang="en-US"/>
              <a:t>Fourth level</a:t>
            </a:r>
          </a:p>
          <a:p>
            <a:pPr lvl="4"/>
            <a:r>
              <a:rPr lang="th-TH" altLang="en-US"/>
              <a:t>Fifth level</a:t>
            </a:r>
          </a:p>
        </p:txBody>
      </p:sp>
      <p:sp>
        <p:nvSpPr>
          <p:cNvPr id="597001" name="Rectangle 9">
            <a:extLst>
              <a:ext uri="{FF2B5EF4-FFF2-40B4-BE49-F238E27FC236}">
                <a16:creationId xmlns:a16="http://schemas.microsoft.com/office/drawing/2014/main" id="{825087B3-0E08-440F-8225-BA98A0986496}"/>
              </a:ext>
            </a:extLst>
          </p:cNvPr>
          <p:cNvSpPr>
            <a:spLocks noGrp="1" noChangeArrowheads="1"/>
          </p:cNvSpPr>
          <p:nvPr>
            <p:ph type="dt" sz="half" idx="2"/>
          </p:nvPr>
        </p:nvSpPr>
        <p:spPr bwMode="auto">
          <a:xfrm>
            <a:off x="914400" y="6477000"/>
            <a:ext cx="1981200" cy="231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eaLnBrk="1" hangingPunct="1">
              <a:defRPr sz="1000">
                <a:ea typeface="Angsana New" panose="02020603050405020304" pitchFamily="18" charset="-34"/>
              </a:defRPr>
            </a:lvl1pPr>
          </a:lstStyle>
          <a:p>
            <a:pPr>
              <a:defRPr/>
            </a:pPr>
            <a:fld id="{F4AFC189-73F8-4706-AA45-7D354ED2B7AB}" type="datetime4">
              <a:rPr lang="en-US" altLang="en-US" smtClean="0"/>
              <a:t>February 29, 2024</a:t>
            </a:fld>
            <a:endParaRPr lang="en-US" altLang="en-US"/>
          </a:p>
        </p:txBody>
      </p:sp>
      <p:sp>
        <p:nvSpPr>
          <p:cNvPr id="597002" name="Rectangle 10">
            <a:extLst>
              <a:ext uri="{FF2B5EF4-FFF2-40B4-BE49-F238E27FC236}">
                <a16:creationId xmlns:a16="http://schemas.microsoft.com/office/drawing/2014/main" id="{6022FB8E-9248-4E3A-BAC8-2DF3A9267744}"/>
              </a:ext>
            </a:extLst>
          </p:cNvPr>
          <p:cNvSpPr>
            <a:spLocks noGrp="1" noChangeArrowheads="1"/>
          </p:cNvSpPr>
          <p:nvPr>
            <p:ph type="ftr" sz="quarter" idx="3"/>
          </p:nvPr>
        </p:nvSpPr>
        <p:spPr bwMode="auto">
          <a:xfrm>
            <a:off x="3352800" y="6400800"/>
            <a:ext cx="29718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ctr" eaLnBrk="1" hangingPunct="1">
              <a:defRPr sz="1000">
                <a:ea typeface="Angsana New" panose="02020603050405020304" pitchFamily="18" charset="-34"/>
              </a:defRPr>
            </a:lvl1pPr>
          </a:lstStyle>
          <a:p>
            <a:pPr>
              <a:defRPr/>
            </a:pPr>
            <a:endParaRPr lang="en-US" altLang="en-US"/>
          </a:p>
        </p:txBody>
      </p:sp>
      <p:sp>
        <p:nvSpPr>
          <p:cNvPr id="597003" name="Rectangle 11">
            <a:extLst>
              <a:ext uri="{FF2B5EF4-FFF2-40B4-BE49-F238E27FC236}">
                <a16:creationId xmlns:a16="http://schemas.microsoft.com/office/drawing/2014/main" id="{D08CEDE5-2BB4-49D3-9653-10900DD5AAE0}"/>
              </a:ext>
            </a:extLst>
          </p:cNvPr>
          <p:cNvSpPr>
            <a:spLocks noGrp="1" noChangeArrowheads="1"/>
          </p:cNvSpPr>
          <p:nvPr>
            <p:ph type="sldNum" sz="quarter" idx="4"/>
          </p:nvPr>
        </p:nvSpPr>
        <p:spPr bwMode="auto">
          <a:xfrm>
            <a:off x="6781800" y="6553200"/>
            <a:ext cx="1905000" cy="152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eaLnBrk="1" hangingPunct="1">
              <a:defRPr sz="1000">
                <a:ea typeface="Angsana New" panose="02020603050405020304" pitchFamily="18" charset="-34"/>
              </a:defRPr>
            </a:lvl1pPr>
          </a:lstStyle>
          <a:p>
            <a:pPr>
              <a:defRPr/>
            </a:pPr>
            <a:fld id="{413338A4-F343-45A5-B376-B2CFBC9F9823}" type="slidenum">
              <a:rPr lang="en-US" altLang="en-US"/>
              <a:pPr>
                <a:defRPr/>
              </a:pPr>
              <a:t>‹#›</a:t>
            </a:fld>
            <a:endParaRPr lang="en-US" altLang="en-US"/>
          </a:p>
        </p:txBody>
      </p:sp>
      <p:sp>
        <p:nvSpPr>
          <p:cNvPr id="1032" name="Line 12">
            <a:extLst>
              <a:ext uri="{FF2B5EF4-FFF2-40B4-BE49-F238E27FC236}">
                <a16:creationId xmlns:a16="http://schemas.microsoft.com/office/drawing/2014/main" id="{6A55137F-7DD6-44BD-B655-C7A32D18C50F}"/>
              </a:ext>
            </a:extLst>
          </p:cNvPr>
          <p:cNvSpPr>
            <a:spLocks noChangeShapeType="1"/>
          </p:cNvSpPr>
          <p:nvPr/>
        </p:nvSpPr>
        <p:spPr bwMode="auto">
          <a:xfrm>
            <a:off x="0" y="4876800"/>
            <a:ext cx="609600" cy="0"/>
          </a:xfrm>
          <a:prstGeom prst="line">
            <a:avLst/>
          </a:prstGeom>
          <a:noFill/>
          <a:ln w="44450">
            <a:solidFill>
              <a:schemeClr val="bg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pic>
        <p:nvPicPr>
          <p:cNvPr id="1033" name="Picture 13" descr="emu_300x300_72dpi_black">
            <a:extLst>
              <a:ext uri="{FF2B5EF4-FFF2-40B4-BE49-F238E27FC236}">
                <a16:creationId xmlns:a16="http://schemas.microsoft.com/office/drawing/2014/main" id="{17F0A75E-850F-483C-AFB7-C3D42533C6A4}"/>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179388" y="188913"/>
            <a:ext cx="6477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4044" r:id="rId1"/>
    <p:sldLayoutId id="2147484023" r:id="rId2"/>
    <p:sldLayoutId id="2147484024" r:id="rId3"/>
    <p:sldLayoutId id="2147484025" r:id="rId4"/>
    <p:sldLayoutId id="2147484026" r:id="rId5"/>
    <p:sldLayoutId id="2147484027" r:id="rId6"/>
    <p:sldLayoutId id="2147484028" r:id="rId7"/>
    <p:sldLayoutId id="2147484029" r:id="rId8"/>
    <p:sldLayoutId id="2147484030" r:id="rId9"/>
    <p:sldLayoutId id="2147484031" r:id="rId10"/>
    <p:sldLayoutId id="2147484032" r:id="rId11"/>
  </p:sldLayoutIdLst>
  <p:transition>
    <p:random/>
  </p:transition>
  <p:hf hdr="0" ftr="0"/>
  <p:txStyles>
    <p:titleStyle>
      <a:lvl1pPr algn="l" rtl="0" eaLnBrk="0" fontAlgn="base" hangingPunct="0">
        <a:spcBef>
          <a:spcPct val="0"/>
        </a:spcBef>
        <a:spcAft>
          <a:spcPct val="0"/>
        </a:spcAft>
        <a:defRPr sz="4200" kern="1200">
          <a:solidFill>
            <a:schemeClr val="tx2"/>
          </a:solidFill>
          <a:latin typeface="+mj-lt"/>
          <a:ea typeface="+mj-ea"/>
          <a:cs typeface="+mj-cs"/>
        </a:defRPr>
      </a:lvl1pPr>
      <a:lvl2pPr algn="l" rtl="0" eaLnBrk="0" fontAlgn="base" hangingPunct="0">
        <a:spcBef>
          <a:spcPct val="0"/>
        </a:spcBef>
        <a:spcAft>
          <a:spcPct val="0"/>
        </a:spcAft>
        <a:defRPr sz="4200">
          <a:solidFill>
            <a:schemeClr val="tx2"/>
          </a:solidFill>
          <a:latin typeface="Times New Roman" panose="02020603050405020304" pitchFamily="18" charset="0"/>
          <a:cs typeface="Arial" panose="020B0604020202020204" pitchFamily="34" charset="0"/>
        </a:defRPr>
      </a:lvl2pPr>
      <a:lvl3pPr algn="l" rtl="0" eaLnBrk="0" fontAlgn="base" hangingPunct="0">
        <a:spcBef>
          <a:spcPct val="0"/>
        </a:spcBef>
        <a:spcAft>
          <a:spcPct val="0"/>
        </a:spcAft>
        <a:defRPr sz="4200">
          <a:solidFill>
            <a:schemeClr val="tx2"/>
          </a:solidFill>
          <a:latin typeface="Times New Roman" panose="02020603050405020304" pitchFamily="18" charset="0"/>
          <a:cs typeface="Arial" panose="020B0604020202020204" pitchFamily="34" charset="0"/>
        </a:defRPr>
      </a:lvl3pPr>
      <a:lvl4pPr algn="l" rtl="0" eaLnBrk="0" fontAlgn="base" hangingPunct="0">
        <a:spcBef>
          <a:spcPct val="0"/>
        </a:spcBef>
        <a:spcAft>
          <a:spcPct val="0"/>
        </a:spcAft>
        <a:defRPr sz="4200">
          <a:solidFill>
            <a:schemeClr val="tx2"/>
          </a:solidFill>
          <a:latin typeface="Times New Roman" panose="02020603050405020304" pitchFamily="18" charset="0"/>
          <a:cs typeface="Arial" panose="020B0604020202020204" pitchFamily="34" charset="0"/>
        </a:defRPr>
      </a:lvl4pPr>
      <a:lvl5pPr algn="l" rtl="0" eaLnBrk="0" fontAlgn="base" hangingPunct="0">
        <a:spcBef>
          <a:spcPct val="0"/>
        </a:spcBef>
        <a:spcAft>
          <a:spcPct val="0"/>
        </a:spcAft>
        <a:defRPr sz="4200">
          <a:solidFill>
            <a:schemeClr val="tx2"/>
          </a:solidFill>
          <a:latin typeface="Times New Roman" panose="02020603050405020304" pitchFamily="18" charset="0"/>
          <a:cs typeface="Arial" panose="020B0604020202020204" pitchFamily="34" charset="0"/>
        </a:defRPr>
      </a:lvl5pPr>
      <a:lvl6pPr marL="457200" algn="l" rtl="0" fontAlgn="base">
        <a:spcBef>
          <a:spcPct val="0"/>
        </a:spcBef>
        <a:spcAft>
          <a:spcPct val="0"/>
        </a:spcAft>
        <a:defRPr sz="4200">
          <a:solidFill>
            <a:schemeClr val="tx2"/>
          </a:solidFill>
          <a:latin typeface="Times New Roman" panose="02020603050405020304" pitchFamily="18" charset="0"/>
          <a:cs typeface="Arial" panose="020B0604020202020204" pitchFamily="34" charset="0"/>
        </a:defRPr>
      </a:lvl6pPr>
      <a:lvl7pPr marL="914400" algn="l" rtl="0" fontAlgn="base">
        <a:spcBef>
          <a:spcPct val="0"/>
        </a:spcBef>
        <a:spcAft>
          <a:spcPct val="0"/>
        </a:spcAft>
        <a:defRPr sz="4200">
          <a:solidFill>
            <a:schemeClr val="tx2"/>
          </a:solidFill>
          <a:latin typeface="Times New Roman" panose="02020603050405020304" pitchFamily="18" charset="0"/>
          <a:cs typeface="Arial" panose="020B0604020202020204" pitchFamily="34" charset="0"/>
        </a:defRPr>
      </a:lvl7pPr>
      <a:lvl8pPr marL="1371600" algn="l" rtl="0" fontAlgn="base">
        <a:spcBef>
          <a:spcPct val="0"/>
        </a:spcBef>
        <a:spcAft>
          <a:spcPct val="0"/>
        </a:spcAft>
        <a:defRPr sz="4200">
          <a:solidFill>
            <a:schemeClr val="tx2"/>
          </a:solidFill>
          <a:latin typeface="Times New Roman" panose="02020603050405020304" pitchFamily="18" charset="0"/>
          <a:cs typeface="Arial" panose="020B0604020202020204" pitchFamily="34" charset="0"/>
        </a:defRPr>
      </a:lvl8pPr>
      <a:lvl9pPr marL="1828800" algn="l" rtl="0" fontAlgn="base">
        <a:spcBef>
          <a:spcPct val="0"/>
        </a:spcBef>
        <a:spcAft>
          <a:spcPct val="0"/>
        </a:spcAft>
        <a:defRPr sz="4200">
          <a:solidFill>
            <a:schemeClr val="tx2"/>
          </a:solidFill>
          <a:latin typeface="Times New Roman" panose="02020603050405020304" pitchFamily="18" charset="0"/>
          <a:cs typeface="Arial" panose="020B0604020202020204" pitchFamily="34" charset="0"/>
        </a:defRPr>
      </a:lvl9pPr>
    </p:titleStyle>
    <p:bodyStyle>
      <a:lvl1pPr marL="342900" indent="-342900" algn="l" rtl="0" eaLnBrk="0" fontAlgn="base" hangingPunct="0">
        <a:spcBef>
          <a:spcPct val="20000"/>
        </a:spcBef>
        <a:spcAft>
          <a:spcPct val="0"/>
        </a:spcAft>
        <a:buClr>
          <a:schemeClr val="folHlink"/>
        </a:buClr>
        <a:buSzPct val="90000"/>
        <a:buFont typeface="Wingdings" panose="05000000000000000000" pitchFamily="2" charset="2"/>
        <a:buChar char="n"/>
        <a:defRPr sz="2400" kern="12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1"/>
        </a:buClr>
        <a:buSzPct val="75000"/>
        <a:buFont typeface="Wingdings" panose="05000000000000000000" pitchFamily="2" charset="2"/>
        <a:buChar char="q"/>
        <a:defRPr sz="2000" kern="1200">
          <a:solidFill>
            <a:schemeClr val="tx1"/>
          </a:solidFill>
          <a:latin typeface="+mn-lt"/>
          <a:ea typeface="+mn-ea"/>
          <a:cs typeface="+mn-cs"/>
        </a:defRPr>
      </a:lvl2pPr>
      <a:lvl3pPr marL="1143000" indent="-228600" algn="l" rtl="0" eaLnBrk="0" fontAlgn="base" hangingPunct="0">
        <a:spcBef>
          <a:spcPct val="20000"/>
        </a:spcBef>
        <a:spcAft>
          <a:spcPct val="0"/>
        </a:spcAft>
        <a:buClr>
          <a:schemeClr val="folHlink"/>
        </a:buClr>
        <a:buSzPct val="55000"/>
        <a:buFont typeface="Wingdings" panose="05000000000000000000" pitchFamily="2" charset="2"/>
        <a:buChar char="q"/>
        <a:defRPr kern="1200">
          <a:solidFill>
            <a:schemeClr val="tx1"/>
          </a:solidFill>
          <a:latin typeface="+mn-lt"/>
          <a:ea typeface="+mn-ea"/>
          <a:cs typeface="+mn-cs"/>
        </a:defRPr>
      </a:lvl3pPr>
      <a:lvl4pPr marL="1600200" indent="-228600" algn="l" rtl="0" eaLnBrk="0" fontAlgn="base" hangingPunct="0">
        <a:spcBef>
          <a:spcPct val="20000"/>
        </a:spcBef>
        <a:spcAft>
          <a:spcPct val="0"/>
        </a:spcAft>
        <a:buClr>
          <a:schemeClr val="accent1"/>
        </a:buClr>
        <a:buFont typeface="Wingdings" panose="05000000000000000000" pitchFamily="2" charset="2"/>
        <a:buChar char="§"/>
        <a:defRPr sz="1600" kern="1200">
          <a:solidFill>
            <a:schemeClr val="tx1"/>
          </a:solidFill>
          <a:latin typeface="+mn-lt"/>
          <a:ea typeface="+mn-ea"/>
          <a:cs typeface="+mn-cs"/>
        </a:defRPr>
      </a:lvl4pPr>
      <a:lvl5pPr marL="2057400" indent="-228600" algn="l" rtl="0" eaLnBrk="0" fontAlgn="base" hangingPunct="0">
        <a:spcBef>
          <a:spcPct val="20000"/>
        </a:spcBef>
        <a:spcAft>
          <a:spcPct val="0"/>
        </a:spcAft>
        <a:buClr>
          <a:schemeClr val="accent1"/>
        </a:buClr>
        <a:buFont typeface="Wingdings" panose="05000000000000000000" pitchFamily="2" charset="2"/>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050" name="Title Placeholder 1">
            <a:extLst>
              <a:ext uri="{FF2B5EF4-FFF2-40B4-BE49-F238E27FC236}">
                <a16:creationId xmlns:a16="http://schemas.microsoft.com/office/drawing/2014/main" id="{E8F770FA-76C9-4E2B-A434-235AF9FBD745}"/>
              </a:ext>
            </a:extLst>
          </p:cNvPr>
          <p:cNvSpPr>
            <a:spLocks noGrp="1" noChangeArrowheads="1"/>
          </p:cNvSpPr>
          <p:nvPr>
            <p:ph type="title"/>
          </p:nvPr>
        </p:nvSpPr>
        <p:spPr bwMode="auto">
          <a:xfrm>
            <a:off x="498475" y="484188"/>
            <a:ext cx="7556500" cy="11160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title style</a:t>
            </a:r>
          </a:p>
        </p:txBody>
      </p:sp>
      <p:sp>
        <p:nvSpPr>
          <p:cNvPr id="2051" name="Text Placeholder 2">
            <a:extLst>
              <a:ext uri="{FF2B5EF4-FFF2-40B4-BE49-F238E27FC236}">
                <a16:creationId xmlns:a16="http://schemas.microsoft.com/office/drawing/2014/main" id="{CE77B8DE-5E28-4D68-A1DB-974D6B665223}"/>
              </a:ext>
            </a:extLst>
          </p:cNvPr>
          <p:cNvSpPr>
            <a:spLocks noGrp="1" noChangeArrowheads="1"/>
          </p:cNvSpPr>
          <p:nvPr>
            <p:ph type="body" idx="1"/>
          </p:nvPr>
        </p:nvSpPr>
        <p:spPr bwMode="auto">
          <a:xfrm>
            <a:off x="498475" y="1981200"/>
            <a:ext cx="7556500" cy="414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4" name="Date Placeholder 3">
            <a:extLst>
              <a:ext uri="{FF2B5EF4-FFF2-40B4-BE49-F238E27FC236}">
                <a16:creationId xmlns:a16="http://schemas.microsoft.com/office/drawing/2014/main" id="{91B6C67B-79A9-4A0E-BE77-8B0E56CC46B5}"/>
              </a:ext>
            </a:extLst>
          </p:cNvPr>
          <p:cNvSpPr>
            <a:spLocks noGrp="1"/>
          </p:cNvSpPr>
          <p:nvPr>
            <p:ph type="dt" sz="half" idx="2"/>
          </p:nvPr>
        </p:nvSpPr>
        <p:spPr>
          <a:xfrm>
            <a:off x="6794500" y="6423025"/>
            <a:ext cx="2133600" cy="365125"/>
          </a:xfrm>
          <a:prstGeom prst="rect">
            <a:avLst/>
          </a:prstGeom>
        </p:spPr>
        <p:txBody>
          <a:bodyPr vert="horz" lIns="91440" tIns="45720" rIns="91440" bIns="45720" rtlCol="0" anchor="ctr"/>
          <a:lstStyle>
            <a:lvl1pPr algn="r" eaLnBrk="1" hangingPunct="1">
              <a:defRPr sz="1100">
                <a:solidFill>
                  <a:schemeClr val="tx1">
                    <a:lumMod val="65000"/>
                    <a:lumOff val="35000"/>
                  </a:schemeClr>
                </a:solidFill>
                <a:ea typeface="Angsana New" panose="020B0502040204020203" pitchFamily="18" charset="-34"/>
                <a:cs typeface="Arial" panose="020B0604020202020204" pitchFamily="34" charset="0"/>
              </a:defRPr>
            </a:lvl1pPr>
          </a:lstStyle>
          <a:p>
            <a:pPr>
              <a:defRPr/>
            </a:pPr>
            <a:fld id="{FF5480F7-A01B-4497-9686-67728E872290}" type="datetime4">
              <a:rPr lang="en-US" altLang="en-US" smtClean="0"/>
              <a:t>February 29, 2024</a:t>
            </a:fld>
            <a:endParaRPr lang="en-US" altLang="en-US"/>
          </a:p>
        </p:txBody>
      </p:sp>
      <p:sp>
        <p:nvSpPr>
          <p:cNvPr id="5" name="Footer Placeholder 4">
            <a:extLst>
              <a:ext uri="{FF2B5EF4-FFF2-40B4-BE49-F238E27FC236}">
                <a16:creationId xmlns:a16="http://schemas.microsoft.com/office/drawing/2014/main" id="{EDF927D7-EF1F-49CE-B729-8E64D95D89F1}"/>
              </a:ext>
            </a:extLst>
          </p:cNvPr>
          <p:cNvSpPr>
            <a:spLocks noGrp="1"/>
          </p:cNvSpPr>
          <p:nvPr>
            <p:ph type="ftr" sz="quarter" idx="3"/>
          </p:nvPr>
        </p:nvSpPr>
        <p:spPr>
          <a:xfrm>
            <a:off x="201613" y="6423025"/>
            <a:ext cx="6122987" cy="365125"/>
          </a:xfrm>
          <a:prstGeom prst="rect">
            <a:avLst/>
          </a:prstGeom>
        </p:spPr>
        <p:txBody>
          <a:bodyPr vert="horz" lIns="91440" tIns="45720" rIns="91440" bIns="45720" rtlCol="0" anchor="ctr"/>
          <a:lstStyle>
            <a:lvl1pPr algn="l" eaLnBrk="1" hangingPunct="1">
              <a:defRPr sz="1100">
                <a:solidFill>
                  <a:schemeClr val="tx1">
                    <a:lumMod val="65000"/>
                    <a:lumOff val="35000"/>
                  </a:schemeClr>
                </a:solidFill>
                <a:ea typeface="Angsana New" panose="020B0502040204020203" pitchFamily="18" charset="-34"/>
                <a:cs typeface="Arial" panose="020B0604020202020204" pitchFamily="34" charset="0"/>
              </a:defRPr>
            </a:lvl1pPr>
          </a:lstStyle>
          <a:p>
            <a:pPr>
              <a:defRPr/>
            </a:pPr>
            <a:endParaRPr lang="en-US" altLang="en-US"/>
          </a:p>
        </p:txBody>
      </p:sp>
      <p:sp>
        <p:nvSpPr>
          <p:cNvPr id="6" name="Slide Number Placeholder 5">
            <a:extLst>
              <a:ext uri="{FF2B5EF4-FFF2-40B4-BE49-F238E27FC236}">
                <a16:creationId xmlns:a16="http://schemas.microsoft.com/office/drawing/2014/main" id="{3E81E21C-41C3-4EAB-89CE-E6FB352AEE37}"/>
              </a:ext>
            </a:extLst>
          </p:cNvPr>
          <p:cNvSpPr>
            <a:spLocks noGrp="1"/>
          </p:cNvSpPr>
          <p:nvPr>
            <p:ph type="sldNum" sz="quarter" idx="4"/>
          </p:nvPr>
        </p:nvSpPr>
        <p:spPr>
          <a:xfrm>
            <a:off x="8305800" y="242888"/>
            <a:ext cx="554038" cy="365125"/>
          </a:xfrm>
          <a:prstGeom prst="rect">
            <a:avLst/>
          </a:prstGeom>
        </p:spPr>
        <p:txBody>
          <a:bodyPr vert="horz" lIns="91440" tIns="45720" rIns="91440" bIns="45720" rtlCol="0" anchor="ctr"/>
          <a:lstStyle>
            <a:lvl1pPr algn="r" eaLnBrk="1" hangingPunct="1">
              <a:defRPr sz="1400">
                <a:solidFill>
                  <a:schemeClr val="bg1"/>
                </a:solidFill>
                <a:ea typeface="Angsana New" panose="020B0502040204020203" pitchFamily="18" charset="-34"/>
                <a:cs typeface="Arial" panose="020B0604020202020204" pitchFamily="34" charset="0"/>
              </a:defRPr>
            </a:lvl1pPr>
          </a:lstStyle>
          <a:p>
            <a:pPr>
              <a:defRPr/>
            </a:pPr>
            <a:fld id="{EAC1E9C5-179F-49B5-A20B-74BA07190DB8}" type="slidenum">
              <a:rPr lang="en-US" altLang="en-US"/>
              <a:pPr>
                <a:defRPr/>
              </a:pPr>
              <a:t>‹#›</a:t>
            </a:fld>
            <a:endParaRPr lang="en-US" altLang="en-US"/>
          </a:p>
        </p:txBody>
      </p:sp>
      <p:grpSp>
        <p:nvGrpSpPr>
          <p:cNvPr id="2055" name="Group 8">
            <a:extLst>
              <a:ext uri="{FF2B5EF4-FFF2-40B4-BE49-F238E27FC236}">
                <a16:creationId xmlns:a16="http://schemas.microsoft.com/office/drawing/2014/main" id="{8A8273E5-CDF0-44E1-AEF2-4B755C331FD1}"/>
              </a:ext>
            </a:extLst>
          </p:cNvPr>
          <p:cNvGrpSpPr>
            <a:grpSpLocks/>
          </p:cNvGrpSpPr>
          <p:nvPr/>
        </p:nvGrpSpPr>
        <p:grpSpPr bwMode="auto">
          <a:xfrm>
            <a:off x="-9525" y="1049338"/>
            <a:ext cx="9151938" cy="82550"/>
            <a:chOff x="1" y="591"/>
            <a:chExt cx="5759" cy="52"/>
          </a:xfrm>
        </p:grpSpPr>
        <p:sp>
          <p:nvSpPr>
            <p:cNvPr id="2058" name="Line 9">
              <a:extLst>
                <a:ext uri="{FF2B5EF4-FFF2-40B4-BE49-F238E27FC236}">
                  <a16:creationId xmlns:a16="http://schemas.microsoft.com/office/drawing/2014/main" id="{AB178821-03A3-419C-81A7-AB420E98AE13}"/>
                </a:ext>
              </a:extLst>
            </p:cNvPr>
            <p:cNvSpPr>
              <a:spLocks noChangeShapeType="1"/>
            </p:cNvSpPr>
            <p:nvPr/>
          </p:nvSpPr>
          <p:spPr bwMode="auto">
            <a:xfrm>
              <a:off x="2" y="591"/>
              <a:ext cx="5758" cy="0"/>
            </a:xfrm>
            <a:prstGeom prst="line">
              <a:avLst/>
            </a:prstGeom>
            <a:noFill/>
            <a:ln w="76200">
              <a:solidFill>
                <a:srgbClr val="FF0000"/>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en-US"/>
            </a:p>
          </p:txBody>
        </p:sp>
        <p:sp>
          <p:nvSpPr>
            <p:cNvPr id="2059" name="Line 10">
              <a:extLst>
                <a:ext uri="{FF2B5EF4-FFF2-40B4-BE49-F238E27FC236}">
                  <a16:creationId xmlns:a16="http://schemas.microsoft.com/office/drawing/2014/main" id="{108B472A-C3BF-481A-9F84-D86E33569768}"/>
                </a:ext>
              </a:extLst>
            </p:cNvPr>
            <p:cNvSpPr>
              <a:spLocks noChangeShapeType="1"/>
            </p:cNvSpPr>
            <p:nvPr/>
          </p:nvSpPr>
          <p:spPr bwMode="auto">
            <a:xfrm>
              <a:off x="2" y="626"/>
              <a:ext cx="5758" cy="0"/>
            </a:xfrm>
            <a:prstGeom prst="line">
              <a:avLst/>
            </a:prstGeom>
            <a:noFill/>
            <a:ln w="12700">
              <a:solidFill>
                <a:srgbClr val="FF0000"/>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en-US"/>
            </a:p>
          </p:txBody>
        </p:sp>
        <p:sp>
          <p:nvSpPr>
            <p:cNvPr id="2060" name="Line 11">
              <a:extLst>
                <a:ext uri="{FF2B5EF4-FFF2-40B4-BE49-F238E27FC236}">
                  <a16:creationId xmlns:a16="http://schemas.microsoft.com/office/drawing/2014/main" id="{6167F5F1-1A8D-4199-B338-C75A3E342958}"/>
                </a:ext>
              </a:extLst>
            </p:cNvPr>
            <p:cNvSpPr>
              <a:spLocks noChangeShapeType="1"/>
            </p:cNvSpPr>
            <p:nvPr/>
          </p:nvSpPr>
          <p:spPr bwMode="auto">
            <a:xfrm>
              <a:off x="1" y="643"/>
              <a:ext cx="5759" cy="0"/>
            </a:xfrm>
            <a:prstGeom prst="line">
              <a:avLst/>
            </a:prstGeom>
            <a:noFill/>
            <a:ln w="12700">
              <a:solidFill>
                <a:srgbClr val="FF0000"/>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en-US"/>
            </a:p>
          </p:txBody>
        </p:sp>
      </p:grpSp>
      <p:sp>
        <p:nvSpPr>
          <p:cNvPr id="11" name="文字方塊 8">
            <a:extLst>
              <a:ext uri="{FF2B5EF4-FFF2-40B4-BE49-F238E27FC236}">
                <a16:creationId xmlns:a16="http://schemas.microsoft.com/office/drawing/2014/main" id="{39D8D7C8-DB0C-4C03-B575-1A4A8B41ECA6}"/>
              </a:ext>
            </a:extLst>
          </p:cNvPr>
          <p:cNvSpPr txBox="1"/>
          <p:nvPr/>
        </p:nvSpPr>
        <p:spPr>
          <a:xfrm>
            <a:off x="6810375" y="6540500"/>
            <a:ext cx="2298700" cy="304800"/>
          </a:xfrm>
          <a:prstGeom prst="rect">
            <a:avLst/>
          </a:prstGeom>
          <a:noFill/>
        </p:spPr>
        <p:txBody>
          <a:bodyPr>
            <a:spAutoFit/>
          </a:bodyPr>
          <a:lstStyle>
            <a:lvl1pPr eaLnBrk="0" hangingPunct="0">
              <a:defRPr sz="1400" i="1" u="sng">
                <a:solidFill>
                  <a:srgbClr val="003366"/>
                </a:solidFill>
                <a:latin typeface="Times New Roman" panose="02020603050405020304" pitchFamily="18" charset="0"/>
                <a:ea typeface="新細明體" panose="02020500000000000000" pitchFamily="18" charset="-120"/>
              </a:defRPr>
            </a:lvl1pPr>
            <a:lvl2pPr marL="742950" indent="-285750" eaLnBrk="0" hangingPunct="0">
              <a:defRPr sz="1400" i="1" u="sng">
                <a:solidFill>
                  <a:srgbClr val="003366"/>
                </a:solidFill>
                <a:latin typeface="Times New Roman" panose="02020603050405020304" pitchFamily="18" charset="0"/>
                <a:ea typeface="新細明體" panose="02020500000000000000" pitchFamily="18" charset="-120"/>
              </a:defRPr>
            </a:lvl2pPr>
            <a:lvl3pPr marL="1143000" indent="-228600" eaLnBrk="0" hangingPunct="0">
              <a:defRPr sz="1400" i="1" u="sng">
                <a:solidFill>
                  <a:srgbClr val="003366"/>
                </a:solidFill>
                <a:latin typeface="Times New Roman" panose="02020603050405020304" pitchFamily="18" charset="0"/>
                <a:ea typeface="新細明體" panose="02020500000000000000" pitchFamily="18" charset="-120"/>
              </a:defRPr>
            </a:lvl3pPr>
            <a:lvl4pPr marL="1600200" indent="-228600" eaLnBrk="0" hangingPunct="0">
              <a:defRPr sz="1400" i="1" u="sng">
                <a:solidFill>
                  <a:srgbClr val="003366"/>
                </a:solidFill>
                <a:latin typeface="Times New Roman" panose="02020603050405020304" pitchFamily="18" charset="0"/>
                <a:ea typeface="新細明體" panose="02020500000000000000" pitchFamily="18" charset="-120"/>
              </a:defRPr>
            </a:lvl4pPr>
            <a:lvl5pPr marL="2057400" indent="-228600" eaLnBrk="0" hangingPunct="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algn="r" eaLnBrk="1" hangingPunct="1">
              <a:defRPr/>
            </a:pPr>
            <a:r>
              <a:rPr lang="tr-TR" altLang="zh-TW" u="none">
                <a:solidFill>
                  <a:srgbClr val="7F7F7F"/>
                </a:solidFill>
                <a:cs typeface="Arial" panose="020B0604020202020204" pitchFamily="34" charset="0"/>
              </a:rPr>
              <a:t>Digital Logic Design</a:t>
            </a:r>
            <a:r>
              <a:rPr lang="en-US" altLang="zh-TW" u="none">
                <a:solidFill>
                  <a:srgbClr val="7F7F7F"/>
                </a:solidFill>
                <a:cs typeface="Arial" panose="020B0604020202020204" pitchFamily="34" charset="0"/>
              </a:rPr>
              <a:t> </a:t>
            </a:r>
            <a:r>
              <a:rPr lang="en-US" altLang="zh-TW" i="0" u="none">
                <a:solidFill>
                  <a:srgbClr val="7F7F7F"/>
                </a:solidFill>
                <a:cs typeface="Arial" panose="020B0604020202020204" pitchFamily="34" charset="0"/>
              </a:rPr>
              <a:t>Ch1</a:t>
            </a:r>
            <a:r>
              <a:rPr lang="en-US" altLang="zh-TW" u="none">
                <a:solidFill>
                  <a:srgbClr val="7F7F7F"/>
                </a:solidFill>
                <a:cs typeface="Arial" panose="020B0604020202020204" pitchFamily="34" charset="0"/>
              </a:rPr>
              <a:t>-</a:t>
            </a:r>
            <a:fld id="{6DC67BA1-6048-4382-BF1F-2028CE77E041}" type="slidenum">
              <a:rPr lang="zh-TW" altLang="en-US" i="0" u="none" smtClean="0">
                <a:solidFill>
                  <a:srgbClr val="7F7F7F"/>
                </a:solidFill>
                <a:cs typeface="Arial" panose="020B0604020202020204" pitchFamily="34" charset="0"/>
              </a:rPr>
              <a:pPr algn="r" eaLnBrk="1" hangingPunct="1">
                <a:defRPr/>
              </a:pPr>
              <a:t>‹#›</a:t>
            </a:fld>
            <a:endParaRPr lang="en-US" altLang="zh-TW" i="0" u="none">
              <a:solidFill>
                <a:srgbClr val="7F7F7F"/>
              </a:solidFill>
              <a:cs typeface="Arial" panose="020B0604020202020204" pitchFamily="34" charset="0"/>
            </a:endParaRPr>
          </a:p>
        </p:txBody>
      </p:sp>
      <p:pic>
        <p:nvPicPr>
          <p:cNvPr id="2057" name="Picture 9" descr="logoyil30">
            <a:extLst>
              <a:ext uri="{FF2B5EF4-FFF2-40B4-BE49-F238E27FC236}">
                <a16:creationId xmlns:a16="http://schemas.microsoft.com/office/drawing/2014/main" id="{36409056-45D7-4BFF-9064-AA13E57B38C7}"/>
              </a:ext>
            </a:extLst>
          </p:cNvPr>
          <p:cNvPicPr>
            <a:picLocks noChangeAspect="1" noChangeArrowheads="1"/>
          </p:cNvPicPr>
          <p:nvPr/>
        </p:nvPicPr>
        <p:blipFill>
          <a:blip r:embed="rId25">
            <a:extLst>
              <a:ext uri="{28A0092B-C50C-407E-A947-70E740481C1C}">
                <a14:useLocalDpi xmlns:a14="http://schemas.microsoft.com/office/drawing/2010/main" val="0"/>
              </a:ext>
            </a:extLst>
          </a:blip>
          <a:srcRect/>
          <a:stretch>
            <a:fillRect/>
          </a:stretch>
        </p:blipFill>
        <p:spPr bwMode="auto">
          <a:xfrm>
            <a:off x="295275" y="161925"/>
            <a:ext cx="736600" cy="7413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4045" r:id="rId1"/>
    <p:sldLayoutId id="2147484046" r:id="rId2"/>
    <p:sldLayoutId id="2147484047" r:id="rId3"/>
    <p:sldLayoutId id="2147484048" r:id="rId4"/>
    <p:sldLayoutId id="2147484049" r:id="rId5"/>
    <p:sldLayoutId id="2147484050" r:id="rId6"/>
    <p:sldLayoutId id="2147484051" r:id="rId7"/>
    <p:sldLayoutId id="2147484052" r:id="rId8"/>
    <p:sldLayoutId id="2147484053" r:id="rId9"/>
    <p:sldLayoutId id="2147484054" r:id="rId10"/>
    <p:sldLayoutId id="2147484055" r:id="rId11"/>
    <p:sldLayoutId id="2147484056" r:id="rId12"/>
    <p:sldLayoutId id="2147484057" r:id="rId13"/>
    <p:sldLayoutId id="2147484058" r:id="rId14"/>
    <p:sldLayoutId id="2147484059" r:id="rId15"/>
    <p:sldLayoutId id="2147484060" r:id="rId16"/>
    <p:sldLayoutId id="2147484061" r:id="rId17"/>
    <p:sldLayoutId id="2147484062" r:id="rId18"/>
    <p:sldLayoutId id="2147484063" r:id="rId19"/>
    <p:sldLayoutId id="2147484064" r:id="rId20"/>
    <p:sldLayoutId id="2147484065" r:id="rId21"/>
    <p:sldLayoutId id="2147484066" r:id="rId22"/>
    <p:sldLayoutId id="2147484067" r:id="rId23"/>
  </p:sldLayoutIdLst>
  <p:transition>
    <p:random/>
  </p:transition>
  <p:hf hdr="0" ftr="0"/>
  <p:txStyles>
    <p:titleStyle>
      <a:lvl1pPr algn="l" rtl="0" eaLnBrk="0" fontAlgn="base" hangingPunct="0">
        <a:spcBef>
          <a:spcPct val="0"/>
        </a:spcBef>
        <a:spcAft>
          <a:spcPct val="0"/>
        </a:spcAft>
        <a:defRPr sz="3600" kern="1200">
          <a:solidFill>
            <a:srgbClr val="FF0000"/>
          </a:solidFill>
          <a:latin typeface="+mj-lt"/>
          <a:ea typeface="+mj-ea"/>
          <a:cs typeface="+mj-cs"/>
        </a:defRPr>
      </a:lvl1pPr>
      <a:lvl2pPr algn="l" rtl="0" eaLnBrk="0" fontAlgn="base" hangingPunct="0">
        <a:spcBef>
          <a:spcPct val="0"/>
        </a:spcBef>
        <a:spcAft>
          <a:spcPct val="0"/>
        </a:spcAft>
        <a:defRPr sz="3600">
          <a:solidFill>
            <a:srgbClr val="FF0000"/>
          </a:solidFill>
          <a:latin typeface="Rockwell" panose="02060603020205020403" pitchFamily="18" charset="0"/>
        </a:defRPr>
      </a:lvl2pPr>
      <a:lvl3pPr algn="l" rtl="0" eaLnBrk="0" fontAlgn="base" hangingPunct="0">
        <a:spcBef>
          <a:spcPct val="0"/>
        </a:spcBef>
        <a:spcAft>
          <a:spcPct val="0"/>
        </a:spcAft>
        <a:defRPr sz="3600">
          <a:solidFill>
            <a:srgbClr val="FF0000"/>
          </a:solidFill>
          <a:latin typeface="Rockwell" panose="02060603020205020403" pitchFamily="18" charset="0"/>
        </a:defRPr>
      </a:lvl3pPr>
      <a:lvl4pPr algn="l" rtl="0" eaLnBrk="0" fontAlgn="base" hangingPunct="0">
        <a:spcBef>
          <a:spcPct val="0"/>
        </a:spcBef>
        <a:spcAft>
          <a:spcPct val="0"/>
        </a:spcAft>
        <a:defRPr sz="3600">
          <a:solidFill>
            <a:srgbClr val="FF0000"/>
          </a:solidFill>
          <a:latin typeface="Rockwell" panose="02060603020205020403" pitchFamily="18" charset="0"/>
        </a:defRPr>
      </a:lvl4pPr>
      <a:lvl5pPr algn="l" rtl="0" eaLnBrk="0" fontAlgn="base" hangingPunct="0">
        <a:spcBef>
          <a:spcPct val="0"/>
        </a:spcBef>
        <a:spcAft>
          <a:spcPct val="0"/>
        </a:spcAft>
        <a:defRPr sz="3600">
          <a:solidFill>
            <a:srgbClr val="FF0000"/>
          </a:solidFill>
          <a:latin typeface="Rockwell" panose="02060603020205020403" pitchFamily="18" charset="0"/>
        </a:defRPr>
      </a:lvl5pPr>
      <a:lvl6pPr marL="457200" algn="l" rtl="0" eaLnBrk="1" fontAlgn="base" hangingPunct="1">
        <a:spcBef>
          <a:spcPct val="0"/>
        </a:spcBef>
        <a:spcAft>
          <a:spcPct val="0"/>
        </a:spcAft>
        <a:defRPr sz="3600">
          <a:solidFill>
            <a:srgbClr val="FF0000"/>
          </a:solidFill>
          <a:latin typeface="Rockwell" panose="02060603020205020403" pitchFamily="18" charset="0"/>
        </a:defRPr>
      </a:lvl6pPr>
      <a:lvl7pPr marL="914400" algn="l" rtl="0" eaLnBrk="1" fontAlgn="base" hangingPunct="1">
        <a:spcBef>
          <a:spcPct val="0"/>
        </a:spcBef>
        <a:spcAft>
          <a:spcPct val="0"/>
        </a:spcAft>
        <a:defRPr sz="3600">
          <a:solidFill>
            <a:srgbClr val="FF0000"/>
          </a:solidFill>
          <a:latin typeface="Rockwell" panose="02060603020205020403" pitchFamily="18" charset="0"/>
        </a:defRPr>
      </a:lvl7pPr>
      <a:lvl8pPr marL="1371600" algn="l" rtl="0" eaLnBrk="1" fontAlgn="base" hangingPunct="1">
        <a:spcBef>
          <a:spcPct val="0"/>
        </a:spcBef>
        <a:spcAft>
          <a:spcPct val="0"/>
        </a:spcAft>
        <a:defRPr sz="3600">
          <a:solidFill>
            <a:srgbClr val="FF0000"/>
          </a:solidFill>
          <a:latin typeface="Rockwell" panose="02060603020205020403" pitchFamily="18" charset="0"/>
        </a:defRPr>
      </a:lvl8pPr>
      <a:lvl9pPr marL="1828800" algn="l" rtl="0" eaLnBrk="1" fontAlgn="base" hangingPunct="1">
        <a:spcBef>
          <a:spcPct val="0"/>
        </a:spcBef>
        <a:spcAft>
          <a:spcPct val="0"/>
        </a:spcAft>
        <a:defRPr sz="3600">
          <a:solidFill>
            <a:srgbClr val="FF0000"/>
          </a:solidFill>
          <a:latin typeface="Rockwell" panose="02060603020205020403" pitchFamily="18" charset="0"/>
        </a:defRPr>
      </a:lvl9pPr>
    </p:titleStyle>
    <p:bodyStyle>
      <a:lvl1pPr marL="228600" indent="-228600" algn="l" rtl="0" eaLnBrk="0" fontAlgn="base" hangingPunct="0">
        <a:spcBef>
          <a:spcPts val="2000"/>
        </a:spcBef>
        <a:spcAft>
          <a:spcPct val="0"/>
        </a:spcAft>
        <a:buClr>
          <a:schemeClr val="accent1"/>
        </a:buClr>
        <a:buSzPct val="75000"/>
        <a:buFont typeface="Wingdings" panose="05000000000000000000" pitchFamily="2" charset="2"/>
        <a:buChar char="n"/>
        <a:defRPr sz="2000" kern="1200">
          <a:solidFill>
            <a:srgbClr val="0070C0"/>
          </a:solidFill>
          <a:latin typeface="+mn-lt"/>
          <a:ea typeface="+mn-ea"/>
          <a:cs typeface="+mn-cs"/>
        </a:defRPr>
      </a:lvl1pPr>
      <a:lvl2pPr marL="457200" indent="-228600" algn="l" rtl="0" eaLnBrk="0" fontAlgn="base" hangingPunct="0">
        <a:spcBef>
          <a:spcPts val="600"/>
        </a:spcBef>
        <a:spcAft>
          <a:spcPct val="0"/>
        </a:spcAft>
        <a:buClr>
          <a:srgbClr val="B870B8"/>
        </a:buClr>
        <a:buSzPct val="75000"/>
        <a:buFont typeface="Wingdings" panose="05000000000000000000" pitchFamily="2" charset="2"/>
        <a:buChar char="n"/>
        <a:defRPr kern="1200">
          <a:solidFill>
            <a:srgbClr val="595959"/>
          </a:solidFill>
          <a:latin typeface="+mn-lt"/>
          <a:ea typeface="+mn-ea"/>
          <a:cs typeface="+mn-cs"/>
        </a:defRPr>
      </a:lvl2pPr>
      <a:lvl3pPr marL="685800" indent="-228600" algn="l" rtl="0" eaLnBrk="0" fontAlgn="base" hangingPunct="0">
        <a:spcBef>
          <a:spcPts val="600"/>
        </a:spcBef>
        <a:spcAft>
          <a:spcPct val="0"/>
        </a:spcAft>
        <a:buClr>
          <a:schemeClr val="accent1"/>
        </a:buClr>
        <a:buSzPct val="75000"/>
        <a:buFont typeface="Wingdings" panose="05000000000000000000" pitchFamily="2" charset="2"/>
        <a:buChar char="n"/>
        <a:defRPr kern="1200">
          <a:solidFill>
            <a:srgbClr val="595959"/>
          </a:solidFill>
          <a:latin typeface="+mn-lt"/>
          <a:ea typeface="+mn-ea"/>
          <a:cs typeface="+mn-cs"/>
        </a:defRPr>
      </a:lvl3pPr>
      <a:lvl4pPr marL="914400" indent="-228600" algn="l" rtl="0" eaLnBrk="0" fontAlgn="base" hangingPunct="0">
        <a:spcBef>
          <a:spcPts val="600"/>
        </a:spcBef>
        <a:spcAft>
          <a:spcPct val="0"/>
        </a:spcAft>
        <a:buClr>
          <a:srgbClr val="B870B8"/>
        </a:buClr>
        <a:buSzPct val="75000"/>
        <a:buFont typeface="Wingdings" panose="05000000000000000000" pitchFamily="2" charset="2"/>
        <a:buChar char="n"/>
        <a:defRPr kern="1200">
          <a:solidFill>
            <a:srgbClr val="595959"/>
          </a:solidFill>
          <a:latin typeface="+mn-lt"/>
          <a:ea typeface="+mn-ea"/>
          <a:cs typeface="+mn-cs"/>
        </a:defRPr>
      </a:lvl4pPr>
      <a:lvl5pPr marL="1143000" indent="-228600" algn="l" rtl="0" eaLnBrk="0" fontAlgn="base" hangingPunct="0">
        <a:spcBef>
          <a:spcPts val="600"/>
        </a:spcBef>
        <a:spcAft>
          <a:spcPct val="0"/>
        </a:spcAft>
        <a:buClr>
          <a:schemeClr val="accent1"/>
        </a:buClr>
        <a:buSzPct val="75000"/>
        <a:buFont typeface="Wingdings" panose="05000000000000000000" pitchFamily="2" charset="2"/>
        <a:buChar char="n"/>
        <a:defRPr kern="1200">
          <a:solidFill>
            <a:srgbClr val="595959"/>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pSp>
        <p:nvGrpSpPr>
          <p:cNvPr id="3074" name="Group 2">
            <a:extLst>
              <a:ext uri="{FF2B5EF4-FFF2-40B4-BE49-F238E27FC236}">
                <a16:creationId xmlns:a16="http://schemas.microsoft.com/office/drawing/2014/main" id="{7AAB99D4-CE45-4100-952D-B840FB3F90B0}"/>
              </a:ext>
            </a:extLst>
          </p:cNvPr>
          <p:cNvGrpSpPr>
            <a:grpSpLocks/>
          </p:cNvGrpSpPr>
          <p:nvPr/>
        </p:nvGrpSpPr>
        <p:grpSpPr bwMode="auto">
          <a:xfrm>
            <a:off x="0" y="-533400"/>
            <a:ext cx="8686800" cy="4876800"/>
            <a:chOff x="0" y="0"/>
            <a:chExt cx="5472" cy="3072"/>
          </a:xfrm>
        </p:grpSpPr>
        <p:sp>
          <p:nvSpPr>
            <p:cNvPr id="1034" name="Rectangle 3">
              <a:extLst>
                <a:ext uri="{FF2B5EF4-FFF2-40B4-BE49-F238E27FC236}">
                  <a16:creationId xmlns:a16="http://schemas.microsoft.com/office/drawing/2014/main" id="{0186C659-E864-4B73-8C1B-F4F18F5FAF02}"/>
                </a:ext>
              </a:extLst>
            </p:cNvPr>
            <p:cNvSpPr>
              <a:spLocks noChangeArrowheads="1"/>
            </p:cNvSpPr>
            <p:nvPr/>
          </p:nvSpPr>
          <p:spPr bwMode="auto">
            <a:xfrm>
              <a:off x="0" y="0"/>
              <a:ext cx="384" cy="3072"/>
            </a:xfrm>
            <a:prstGeom prst="rect">
              <a:avLst/>
            </a:prstGeom>
            <a:solidFill>
              <a:schemeClr val="accent1"/>
            </a:solidFill>
            <a:ln>
              <a:noFill/>
            </a:ln>
            <a:effectLst/>
            <a:extLst>
              <a:ext uri="{91240B29-F687-4F45-9708-019B960494DF}">
                <a14:hiddenLine xmlns:a14="http://schemas.microsoft.com/office/drawing/2010/main" w="9525">
                  <a:solidFill>
                    <a:schemeClr val="bg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Arial" panose="020B0604020202020204" pitchFamily="34" charset="0"/>
                  <a:cs typeface="Angsana New" panose="02020603050405020304" pitchFamily="18" charset="-34"/>
                </a:defRPr>
              </a:lvl1pPr>
              <a:lvl2pPr marL="742950" indent="-285750">
                <a:defRPr>
                  <a:solidFill>
                    <a:schemeClr val="tx1"/>
                  </a:solidFill>
                  <a:latin typeface="Arial" panose="020B0604020202020204" pitchFamily="34" charset="0"/>
                  <a:cs typeface="Angsana New" panose="02020603050405020304" pitchFamily="18" charset="-34"/>
                </a:defRPr>
              </a:lvl2pPr>
              <a:lvl3pPr marL="1143000" indent="-228600">
                <a:defRPr>
                  <a:solidFill>
                    <a:schemeClr val="tx1"/>
                  </a:solidFill>
                  <a:latin typeface="Arial" panose="020B0604020202020204" pitchFamily="34" charset="0"/>
                  <a:cs typeface="Angsana New" panose="02020603050405020304" pitchFamily="18" charset="-34"/>
                </a:defRPr>
              </a:lvl3pPr>
              <a:lvl4pPr marL="1600200" indent="-228600">
                <a:defRPr>
                  <a:solidFill>
                    <a:schemeClr val="tx1"/>
                  </a:solidFill>
                  <a:latin typeface="Arial" panose="020B0604020202020204" pitchFamily="34" charset="0"/>
                  <a:cs typeface="Angsana New" panose="02020603050405020304" pitchFamily="18" charset="-34"/>
                </a:defRPr>
              </a:lvl4pPr>
              <a:lvl5pPr marL="2057400" indent="-228600">
                <a:defRPr>
                  <a:solidFill>
                    <a:schemeClr val="tx1"/>
                  </a:solidFill>
                  <a:latin typeface="Arial" panose="020B0604020202020204" pitchFamily="34" charset="0"/>
                  <a:cs typeface="Angsana New" panose="02020603050405020304" pitchFamily="18" charset="-34"/>
                </a:defRPr>
              </a:lvl5pPr>
              <a:lvl6pPr marL="25146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6pPr>
              <a:lvl7pPr marL="29718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7pPr>
              <a:lvl8pPr marL="34290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8pPr>
              <a:lvl9pPr marL="38862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9pPr>
            </a:lstStyle>
            <a:p>
              <a:pPr algn="ctr" eaLnBrk="1" hangingPunct="1">
                <a:defRPr/>
              </a:pPr>
              <a:endParaRPr lang="en-US" altLang="en-US" sz="2400">
                <a:latin typeface="Times New Roman" panose="02020603050405020304" pitchFamily="18" charset="0"/>
                <a:ea typeface="+mn-ea"/>
              </a:endParaRPr>
            </a:p>
          </p:txBody>
        </p:sp>
        <p:grpSp>
          <p:nvGrpSpPr>
            <p:cNvPr id="3083" name="Group 4">
              <a:extLst>
                <a:ext uri="{FF2B5EF4-FFF2-40B4-BE49-F238E27FC236}">
                  <a16:creationId xmlns:a16="http://schemas.microsoft.com/office/drawing/2014/main" id="{1DC3B701-1038-4DC9-9693-A8B29A9666F1}"/>
                </a:ext>
              </a:extLst>
            </p:cNvPr>
            <p:cNvGrpSpPr>
              <a:grpSpLocks/>
            </p:cNvGrpSpPr>
            <p:nvPr/>
          </p:nvGrpSpPr>
          <p:grpSpPr bwMode="auto">
            <a:xfrm>
              <a:off x="240" y="893"/>
              <a:ext cx="5232" cy="115"/>
              <a:chOff x="240" y="893"/>
              <a:chExt cx="5232" cy="115"/>
            </a:xfrm>
          </p:grpSpPr>
          <p:sp>
            <p:nvSpPr>
              <p:cNvPr id="1036" name="Rectangle 5">
                <a:extLst>
                  <a:ext uri="{FF2B5EF4-FFF2-40B4-BE49-F238E27FC236}">
                    <a16:creationId xmlns:a16="http://schemas.microsoft.com/office/drawing/2014/main" id="{8E3F94E1-0712-4F68-8BBB-823136F7A48F}"/>
                  </a:ext>
                </a:extLst>
              </p:cNvPr>
              <p:cNvSpPr>
                <a:spLocks noChangeArrowheads="1"/>
              </p:cNvSpPr>
              <p:nvPr/>
            </p:nvSpPr>
            <p:spPr bwMode="auto">
              <a:xfrm>
                <a:off x="4320" y="893"/>
                <a:ext cx="1152" cy="115"/>
              </a:xfrm>
              <a:prstGeom prst="rect">
                <a:avLst/>
              </a:prstGeom>
              <a:solidFill>
                <a:schemeClr val="folHlink"/>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Arial" panose="020B0604020202020204" pitchFamily="34" charset="0"/>
                    <a:cs typeface="Angsana New" panose="02020603050405020304" pitchFamily="18" charset="-34"/>
                  </a:defRPr>
                </a:lvl1pPr>
                <a:lvl2pPr marL="742950" indent="-285750">
                  <a:defRPr>
                    <a:solidFill>
                      <a:schemeClr val="tx1"/>
                    </a:solidFill>
                    <a:latin typeface="Arial" panose="020B0604020202020204" pitchFamily="34" charset="0"/>
                    <a:cs typeface="Angsana New" panose="02020603050405020304" pitchFamily="18" charset="-34"/>
                  </a:defRPr>
                </a:lvl2pPr>
                <a:lvl3pPr marL="1143000" indent="-228600">
                  <a:defRPr>
                    <a:solidFill>
                      <a:schemeClr val="tx1"/>
                    </a:solidFill>
                    <a:latin typeface="Arial" panose="020B0604020202020204" pitchFamily="34" charset="0"/>
                    <a:cs typeface="Angsana New" panose="02020603050405020304" pitchFamily="18" charset="-34"/>
                  </a:defRPr>
                </a:lvl3pPr>
                <a:lvl4pPr marL="1600200" indent="-228600">
                  <a:defRPr>
                    <a:solidFill>
                      <a:schemeClr val="tx1"/>
                    </a:solidFill>
                    <a:latin typeface="Arial" panose="020B0604020202020204" pitchFamily="34" charset="0"/>
                    <a:cs typeface="Angsana New" panose="02020603050405020304" pitchFamily="18" charset="-34"/>
                  </a:defRPr>
                </a:lvl4pPr>
                <a:lvl5pPr marL="2057400" indent="-228600">
                  <a:defRPr>
                    <a:solidFill>
                      <a:schemeClr val="tx1"/>
                    </a:solidFill>
                    <a:latin typeface="Arial" panose="020B0604020202020204" pitchFamily="34" charset="0"/>
                    <a:cs typeface="Angsana New" panose="02020603050405020304" pitchFamily="18" charset="-34"/>
                  </a:defRPr>
                </a:lvl5pPr>
                <a:lvl6pPr marL="25146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6pPr>
                <a:lvl7pPr marL="29718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7pPr>
                <a:lvl8pPr marL="34290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8pPr>
                <a:lvl9pPr marL="38862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9pPr>
              </a:lstStyle>
              <a:p>
                <a:pPr algn="ctr" eaLnBrk="1" hangingPunct="1">
                  <a:defRPr/>
                </a:pPr>
                <a:endParaRPr lang="en-US" altLang="en-US" sz="2400">
                  <a:latin typeface="Times New Roman" panose="02020603050405020304" pitchFamily="18" charset="0"/>
                  <a:ea typeface="+mn-ea"/>
                </a:endParaRPr>
              </a:p>
            </p:txBody>
          </p:sp>
          <p:sp>
            <p:nvSpPr>
              <p:cNvPr id="3085" name="Line 6">
                <a:extLst>
                  <a:ext uri="{FF2B5EF4-FFF2-40B4-BE49-F238E27FC236}">
                    <a16:creationId xmlns:a16="http://schemas.microsoft.com/office/drawing/2014/main" id="{F5EFC0ED-3A13-4B81-A43A-A26DFE2A9C80}"/>
                  </a:ext>
                </a:extLst>
              </p:cNvPr>
              <p:cNvSpPr>
                <a:spLocks noChangeShapeType="1"/>
              </p:cNvSpPr>
              <p:nvPr/>
            </p:nvSpPr>
            <p:spPr bwMode="auto">
              <a:xfrm>
                <a:off x="240" y="941"/>
                <a:ext cx="5232" cy="0"/>
              </a:xfrm>
              <a:prstGeom prst="line">
                <a:avLst/>
              </a:prstGeom>
              <a:noFill/>
              <a:ln w="19050">
                <a:solidFill>
                  <a:schemeClr val="bg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grpSp>
      <p:sp>
        <p:nvSpPr>
          <p:cNvPr id="3075" name="Rectangle 7">
            <a:extLst>
              <a:ext uri="{FF2B5EF4-FFF2-40B4-BE49-F238E27FC236}">
                <a16:creationId xmlns:a16="http://schemas.microsoft.com/office/drawing/2014/main" id="{6AEA2902-9058-4F51-B673-2C3E7247DC01}"/>
              </a:ext>
            </a:extLst>
          </p:cNvPr>
          <p:cNvSpPr>
            <a:spLocks noGrp="1" noChangeArrowheads="1"/>
          </p:cNvSpPr>
          <p:nvPr>
            <p:ph type="title"/>
          </p:nvPr>
        </p:nvSpPr>
        <p:spPr bwMode="auto">
          <a:xfrm>
            <a:off x="914400" y="152400"/>
            <a:ext cx="7772400" cy="712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p>
        </p:txBody>
      </p:sp>
      <p:sp>
        <p:nvSpPr>
          <p:cNvPr id="3076" name="Rectangle 8">
            <a:extLst>
              <a:ext uri="{FF2B5EF4-FFF2-40B4-BE49-F238E27FC236}">
                <a16:creationId xmlns:a16="http://schemas.microsoft.com/office/drawing/2014/main" id="{7E93C493-FECF-435B-AADE-B4DFC21B7063}"/>
              </a:ext>
            </a:extLst>
          </p:cNvPr>
          <p:cNvSpPr>
            <a:spLocks noGrp="1" noChangeArrowheads="1"/>
          </p:cNvSpPr>
          <p:nvPr>
            <p:ph type="body" idx="1"/>
          </p:nvPr>
        </p:nvSpPr>
        <p:spPr bwMode="auto">
          <a:xfrm>
            <a:off x="685800" y="1066800"/>
            <a:ext cx="8077200" cy="5181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en-US" altLang="en-US"/>
              <a:t>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endParaRPr lang="th-TH" altLang="en-US"/>
          </a:p>
        </p:txBody>
      </p:sp>
      <p:sp>
        <p:nvSpPr>
          <p:cNvPr id="597001" name="Rectangle 9">
            <a:extLst>
              <a:ext uri="{FF2B5EF4-FFF2-40B4-BE49-F238E27FC236}">
                <a16:creationId xmlns:a16="http://schemas.microsoft.com/office/drawing/2014/main" id="{2B34976F-6F10-4886-8207-7F2A62AFA80C}"/>
              </a:ext>
            </a:extLst>
          </p:cNvPr>
          <p:cNvSpPr>
            <a:spLocks noGrp="1" noChangeArrowheads="1"/>
          </p:cNvSpPr>
          <p:nvPr>
            <p:ph type="dt" sz="half" idx="2"/>
          </p:nvPr>
        </p:nvSpPr>
        <p:spPr bwMode="auto">
          <a:xfrm>
            <a:off x="914400" y="6477000"/>
            <a:ext cx="1981200" cy="231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eaLnBrk="1" hangingPunct="1">
              <a:defRPr sz="1000">
                <a:ea typeface="Angsana New" panose="020B0502040204020203" pitchFamily="18" charset="-34"/>
                <a:cs typeface="Arial" panose="020B0604020202020204" pitchFamily="34" charset="0"/>
              </a:defRPr>
            </a:lvl1pPr>
          </a:lstStyle>
          <a:p>
            <a:pPr>
              <a:defRPr/>
            </a:pPr>
            <a:fld id="{B8B25350-D5B1-4B42-963C-680501185571}" type="datetime4">
              <a:rPr lang="en-US" altLang="en-US" smtClean="0"/>
              <a:t>February 29, 2024</a:t>
            </a:fld>
            <a:endParaRPr lang="en-US" altLang="en-US"/>
          </a:p>
        </p:txBody>
      </p:sp>
      <p:sp>
        <p:nvSpPr>
          <p:cNvPr id="597002" name="Rectangle 10">
            <a:extLst>
              <a:ext uri="{FF2B5EF4-FFF2-40B4-BE49-F238E27FC236}">
                <a16:creationId xmlns:a16="http://schemas.microsoft.com/office/drawing/2014/main" id="{1132E334-1383-4EAB-9C9A-5F3FD3A46352}"/>
              </a:ext>
            </a:extLst>
          </p:cNvPr>
          <p:cNvSpPr>
            <a:spLocks noGrp="1" noChangeArrowheads="1"/>
          </p:cNvSpPr>
          <p:nvPr>
            <p:ph type="ftr" sz="quarter" idx="3"/>
          </p:nvPr>
        </p:nvSpPr>
        <p:spPr bwMode="auto">
          <a:xfrm>
            <a:off x="3352800" y="6400800"/>
            <a:ext cx="29718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ctr" eaLnBrk="1" hangingPunct="1">
              <a:defRPr sz="1000">
                <a:ea typeface="Angsana New" panose="020B0502040204020203" pitchFamily="18" charset="-34"/>
                <a:cs typeface="Arial" panose="020B0604020202020204" pitchFamily="34" charset="0"/>
              </a:defRPr>
            </a:lvl1pPr>
          </a:lstStyle>
          <a:p>
            <a:pPr>
              <a:defRPr/>
            </a:pPr>
            <a:endParaRPr lang="en-US" altLang="en-US"/>
          </a:p>
        </p:txBody>
      </p:sp>
      <p:sp>
        <p:nvSpPr>
          <p:cNvPr id="597003" name="Rectangle 11">
            <a:extLst>
              <a:ext uri="{FF2B5EF4-FFF2-40B4-BE49-F238E27FC236}">
                <a16:creationId xmlns:a16="http://schemas.microsoft.com/office/drawing/2014/main" id="{40925F71-ADD2-49DD-86AF-348C756384E7}"/>
              </a:ext>
            </a:extLst>
          </p:cNvPr>
          <p:cNvSpPr>
            <a:spLocks noGrp="1" noChangeArrowheads="1"/>
          </p:cNvSpPr>
          <p:nvPr>
            <p:ph type="sldNum" sz="quarter" idx="4"/>
          </p:nvPr>
        </p:nvSpPr>
        <p:spPr bwMode="auto">
          <a:xfrm>
            <a:off x="6781800" y="6553200"/>
            <a:ext cx="1905000" cy="152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eaLnBrk="1" hangingPunct="1">
              <a:defRPr sz="1000">
                <a:ea typeface="Angsana New" panose="020B0502040204020203" pitchFamily="18" charset="-34"/>
                <a:cs typeface="Arial" panose="020B0604020202020204" pitchFamily="34" charset="0"/>
              </a:defRPr>
            </a:lvl1pPr>
          </a:lstStyle>
          <a:p>
            <a:pPr>
              <a:defRPr/>
            </a:pPr>
            <a:fld id="{E8115678-9089-447D-842A-6F2C91E58983}" type="slidenum">
              <a:rPr lang="en-US" altLang="en-US"/>
              <a:pPr>
                <a:defRPr/>
              </a:pPr>
              <a:t>‹#›</a:t>
            </a:fld>
            <a:endParaRPr lang="en-US" altLang="en-US"/>
          </a:p>
        </p:txBody>
      </p:sp>
      <p:sp>
        <p:nvSpPr>
          <p:cNvPr id="3080" name="Line 12">
            <a:extLst>
              <a:ext uri="{FF2B5EF4-FFF2-40B4-BE49-F238E27FC236}">
                <a16:creationId xmlns:a16="http://schemas.microsoft.com/office/drawing/2014/main" id="{4B1389F9-476E-4E83-9AF8-F7E761E0E687}"/>
              </a:ext>
            </a:extLst>
          </p:cNvPr>
          <p:cNvSpPr>
            <a:spLocks noChangeShapeType="1"/>
          </p:cNvSpPr>
          <p:nvPr/>
        </p:nvSpPr>
        <p:spPr bwMode="auto">
          <a:xfrm>
            <a:off x="0" y="4876800"/>
            <a:ext cx="609600" cy="0"/>
          </a:xfrm>
          <a:prstGeom prst="line">
            <a:avLst/>
          </a:prstGeom>
          <a:noFill/>
          <a:ln w="44450">
            <a:solidFill>
              <a:schemeClr val="bg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pic>
        <p:nvPicPr>
          <p:cNvPr id="3081" name="Picture 13" descr="emu_300x300_72dpi_black">
            <a:extLst>
              <a:ext uri="{FF2B5EF4-FFF2-40B4-BE49-F238E27FC236}">
                <a16:creationId xmlns:a16="http://schemas.microsoft.com/office/drawing/2014/main" id="{6FFF7B09-08DB-496A-AB73-4C7C597D3FC2}"/>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179388" y="188913"/>
            <a:ext cx="6477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4068" r:id="rId1"/>
    <p:sldLayoutId id="2147484033" r:id="rId2"/>
    <p:sldLayoutId id="2147484034" r:id="rId3"/>
    <p:sldLayoutId id="2147484035" r:id="rId4"/>
    <p:sldLayoutId id="2147484036" r:id="rId5"/>
    <p:sldLayoutId id="2147484037" r:id="rId6"/>
    <p:sldLayoutId id="2147484038" r:id="rId7"/>
    <p:sldLayoutId id="2147484039" r:id="rId8"/>
    <p:sldLayoutId id="2147484040" r:id="rId9"/>
    <p:sldLayoutId id="2147484041" r:id="rId10"/>
    <p:sldLayoutId id="2147484042" r:id="rId11"/>
    <p:sldLayoutId id="2147484043" r:id="rId12"/>
  </p:sldLayoutIdLst>
  <p:transition>
    <p:random/>
  </p:transition>
  <p:hf hdr="0" ftr="0"/>
  <p:txStyles>
    <p:titleStyle>
      <a:lvl1pPr algn="l" rtl="0" eaLnBrk="0" fontAlgn="base" hangingPunct="0">
        <a:spcBef>
          <a:spcPct val="0"/>
        </a:spcBef>
        <a:spcAft>
          <a:spcPct val="0"/>
        </a:spcAft>
        <a:defRPr sz="4200" kern="1200">
          <a:solidFill>
            <a:schemeClr val="tx2"/>
          </a:solidFill>
          <a:latin typeface="+mj-lt"/>
          <a:ea typeface="+mj-ea"/>
          <a:cs typeface="+mj-cs"/>
        </a:defRPr>
      </a:lvl1pPr>
      <a:lvl2pPr algn="l" rtl="0" eaLnBrk="0" fontAlgn="base" hangingPunct="0">
        <a:spcBef>
          <a:spcPct val="0"/>
        </a:spcBef>
        <a:spcAft>
          <a:spcPct val="0"/>
        </a:spcAft>
        <a:defRPr sz="4200">
          <a:solidFill>
            <a:schemeClr val="tx2"/>
          </a:solidFill>
          <a:latin typeface="Times New Roman" panose="02020603050405020304" pitchFamily="18" charset="0"/>
          <a:cs typeface="Arial" panose="020B0604020202020204" pitchFamily="34" charset="0"/>
        </a:defRPr>
      </a:lvl2pPr>
      <a:lvl3pPr algn="l" rtl="0" eaLnBrk="0" fontAlgn="base" hangingPunct="0">
        <a:spcBef>
          <a:spcPct val="0"/>
        </a:spcBef>
        <a:spcAft>
          <a:spcPct val="0"/>
        </a:spcAft>
        <a:defRPr sz="4200">
          <a:solidFill>
            <a:schemeClr val="tx2"/>
          </a:solidFill>
          <a:latin typeface="Times New Roman" panose="02020603050405020304" pitchFamily="18" charset="0"/>
          <a:cs typeface="Arial" panose="020B0604020202020204" pitchFamily="34" charset="0"/>
        </a:defRPr>
      </a:lvl3pPr>
      <a:lvl4pPr algn="l" rtl="0" eaLnBrk="0" fontAlgn="base" hangingPunct="0">
        <a:spcBef>
          <a:spcPct val="0"/>
        </a:spcBef>
        <a:spcAft>
          <a:spcPct val="0"/>
        </a:spcAft>
        <a:defRPr sz="4200">
          <a:solidFill>
            <a:schemeClr val="tx2"/>
          </a:solidFill>
          <a:latin typeface="Times New Roman" panose="02020603050405020304" pitchFamily="18" charset="0"/>
          <a:cs typeface="Arial" panose="020B0604020202020204" pitchFamily="34" charset="0"/>
        </a:defRPr>
      </a:lvl4pPr>
      <a:lvl5pPr algn="l" rtl="0" eaLnBrk="0" fontAlgn="base" hangingPunct="0">
        <a:spcBef>
          <a:spcPct val="0"/>
        </a:spcBef>
        <a:spcAft>
          <a:spcPct val="0"/>
        </a:spcAft>
        <a:defRPr sz="4200">
          <a:solidFill>
            <a:schemeClr val="tx2"/>
          </a:solidFill>
          <a:latin typeface="Times New Roman" panose="02020603050405020304" pitchFamily="18" charset="0"/>
          <a:cs typeface="Arial" panose="020B0604020202020204" pitchFamily="34" charset="0"/>
        </a:defRPr>
      </a:lvl5pPr>
      <a:lvl6pPr marL="457200" algn="l" rtl="0" eaLnBrk="1" fontAlgn="base" hangingPunct="1">
        <a:spcBef>
          <a:spcPct val="0"/>
        </a:spcBef>
        <a:spcAft>
          <a:spcPct val="0"/>
        </a:spcAft>
        <a:defRPr sz="4200">
          <a:solidFill>
            <a:schemeClr val="tx2"/>
          </a:solidFill>
          <a:latin typeface="Times New Roman" panose="02020603050405020304" pitchFamily="18" charset="0"/>
          <a:cs typeface="Arial" panose="020B0604020202020204" pitchFamily="34" charset="0"/>
        </a:defRPr>
      </a:lvl6pPr>
      <a:lvl7pPr marL="914400" algn="l" rtl="0" eaLnBrk="1" fontAlgn="base" hangingPunct="1">
        <a:spcBef>
          <a:spcPct val="0"/>
        </a:spcBef>
        <a:spcAft>
          <a:spcPct val="0"/>
        </a:spcAft>
        <a:defRPr sz="4200">
          <a:solidFill>
            <a:schemeClr val="tx2"/>
          </a:solidFill>
          <a:latin typeface="Times New Roman" panose="02020603050405020304" pitchFamily="18" charset="0"/>
          <a:cs typeface="Arial" panose="020B0604020202020204" pitchFamily="34" charset="0"/>
        </a:defRPr>
      </a:lvl7pPr>
      <a:lvl8pPr marL="1371600" algn="l" rtl="0" eaLnBrk="1" fontAlgn="base" hangingPunct="1">
        <a:spcBef>
          <a:spcPct val="0"/>
        </a:spcBef>
        <a:spcAft>
          <a:spcPct val="0"/>
        </a:spcAft>
        <a:defRPr sz="4200">
          <a:solidFill>
            <a:schemeClr val="tx2"/>
          </a:solidFill>
          <a:latin typeface="Times New Roman" panose="02020603050405020304" pitchFamily="18" charset="0"/>
          <a:cs typeface="Arial" panose="020B0604020202020204" pitchFamily="34" charset="0"/>
        </a:defRPr>
      </a:lvl8pPr>
      <a:lvl9pPr marL="1828800" algn="l" rtl="0" eaLnBrk="1" fontAlgn="base" hangingPunct="1">
        <a:spcBef>
          <a:spcPct val="0"/>
        </a:spcBef>
        <a:spcAft>
          <a:spcPct val="0"/>
        </a:spcAft>
        <a:defRPr sz="4200">
          <a:solidFill>
            <a:schemeClr val="tx2"/>
          </a:solidFill>
          <a:latin typeface="Times New Roman" panose="02020603050405020304" pitchFamily="18" charset="0"/>
          <a:cs typeface="Arial" panose="020B0604020202020204" pitchFamily="34" charset="0"/>
        </a:defRPr>
      </a:lvl9pPr>
    </p:titleStyle>
    <p:bodyStyle>
      <a:lvl1pPr marL="342900" indent="-342900" algn="l" rtl="0" eaLnBrk="0" fontAlgn="base" hangingPunct="0">
        <a:spcBef>
          <a:spcPct val="20000"/>
        </a:spcBef>
        <a:spcAft>
          <a:spcPct val="0"/>
        </a:spcAft>
        <a:buClr>
          <a:schemeClr val="folHlink"/>
        </a:buClr>
        <a:buSzPct val="90000"/>
        <a:buFont typeface="Wingdings" panose="05000000000000000000" pitchFamily="2" charset="2"/>
        <a:buChar char="n"/>
        <a:defRPr sz="2400" kern="12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1"/>
        </a:buClr>
        <a:buSzPct val="75000"/>
        <a:buFont typeface="Wingdings" panose="05000000000000000000" pitchFamily="2" charset="2"/>
        <a:buChar char="q"/>
        <a:defRPr sz="2000" kern="1200">
          <a:solidFill>
            <a:schemeClr val="tx1"/>
          </a:solidFill>
          <a:latin typeface="+mn-lt"/>
          <a:ea typeface="+mn-ea"/>
          <a:cs typeface="+mn-cs"/>
        </a:defRPr>
      </a:lvl2pPr>
      <a:lvl3pPr marL="1143000" indent="-228600" algn="l" rtl="0" eaLnBrk="0" fontAlgn="base" hangingPunct="0">
        <a:spcBef>
          <a:spcPct val="20000"/>
        </a:spcBef>
        <a:spcAft>
          <a:spcPct val="0"/>
        </a:spcAft>
        <a:buClr>
          <a:schemeClr val="folHlink"/>
        </a:buClr>
        <a:buSzPct val="55000"/>
        <a:buFont typeface="Wingdings" panose="05000000000000000000" pitchFamily="2" charset="2"/>
        <a:buChar char="q"/>
        <a:defRPr kern="1200">
          <a:solidFill>
            <a:schemeClr val="tx1"/>
          </a:solidFill>
          <a:latin typeface="+mn-lt"/>
          <a:ea typeface="+mn-ea"/>
          <a:cs typeface="+mn-cs"/>
        </a:defRPr>
      </a:lvl3pPr>
      <a:lvl4pPr marL="1600200" indent="-228600" algn="l" rtl="0" eaLnBrk="0" fontAlgn="base" hangingPunct="0">
        <a:spcBef>
          <a:spcPct val="20000"/>
        </a:spcBef>
        <a:spcAft>
          <a:spcPct val="0"/>
        </a:spcAft>
        <a:buClr>
          <a:schemeClr val="accent1"/>
        </a:buClr>
        <a:buFont typeface="Wingdings" panose="05000000000000000000" pitchFamily="2" charset="2"/>
        <a:buChar char="§"/>
        <a:defRPr sz="1600" kern="1200">
          <a:solidFill>
            <a:schemeClr val="tx1"/>
          </a:solidFill>
          <a:latin typeface="+mn-lt"/>
          <a:ea typeface="+mn-ea"/>
          <a:cs typeface="+mn-cs"/>
        </a:defRPr>
      </a:lvl4pPr>
      <a:lvl5pPr marL="2057400" indent="-228600" algn="l" rtl="0" eaLnBrk="0" fontAlgn="base" hangingPunct="0">
        <a:spcBef>
          <a:spcPct val="20000"/>
        </a:spcBef>
        <a:spcAft>
          <a:spcPct val="0"/>
        </a:spcAft>
        <a:buClr>
          <a:schemeClr val="accent1"/>
        </a:buClr>
        <a:buFont typeface="Wingdings" panose="05000000000000000000" pitchFamily="2" charset="2"/>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4098" name="Rectangle 5">
            <a:extLst>
              <a:ext uri="{FF2B5EF4-FFF2-40B4-BE49-F238E27FC236}">
                <a16:creationId xmlns:a16="http://schemas.microsoft.com/office/drawing/2014/main" id="{43B9EDA4-1352-4769-B93C-9CC448C4110B}"/>
              </a:ext>
            </a:extLst>
          </p:cNvPr>
          <p:cNvSpPr>
            <a:spLocks noGrp="1" noChangeArrowheads="1"/>
          </p:cNvSpPr>
          <p:nvPr>
            <p:ph type="body" idx="1"/>
          </p:nvPr>
        </p:nvSpPr>
        <p:spPr bwMode="auto">
          <a:xfrm>
            <a:off x="307975" y="1295400"/>
            <a:ext cx="8570913" cy="5202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0488" tIns="44450" rIns="90488" bIns="44450" numCol="1" anchor="t" anchorCtr="0" compatLnSpc="1">
            <a:prstTxWarp prst="textNoShape">
              <a:avLst/>
            </a:prstTxWarp>
          </a:bodyPr>
          <a:lstStyle/>
          <a:p>
            <a:pPr lvl="0"/>
            <a:r>
              <a:rPr lang="zh-TW" altLang="en-US"/>
              <a:t>按一下以編輯母片</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099" name="Rectangle 7">
            <a:extLst>
              <a:ext uri="{FF2B5EF4-FFF2-40B4-BE49-F238E27FC236}">
                <a16:creationId xmlns:a16="http://schemas.microsoft.com/office/drawing/2014/main" id="{86D4C91F-1F85-4112-9534-FAEBE9089E81}"/>
              </a:ext>
            </a:extLst>
          </p:cNvPr>
          <p:cNvSpPr>
            <a:spLocks noGrp="1" noChangeArrowheads="1"/>
          </p:cNvSpPr>
          <p:nvPr>
            <p:ph type="title"/>
          </p:nvPr>
        </p:nvSpPr>
        <p:spPr bwMode="auto">
          <a:xfrm>
            <a:off x="298450" y="228600"/>
            <a:ext cx="8575675"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ctr" anchorCtr="0" compatLnSpc="1">
            <a:prstTxWarp prst="textNoShape">
              <a:avLst/>
            </a:prstTxWarp>
          </a:bodyPr>
          <a:lstStyle/>
          <a:p>
            <a:pPr lvl="0"/>
            <a:r>
              <a:rPr lang="en-US" altLang="zh-TW"/>
              <a:t>Click to edit Master title style</a:t>
            </a:r>
          </a:p>
        </p:txBody>
      </p:sp>
      <p:grpSp>
        <p:nvGrpSpPr>
          <p:cNvPr id="4100" name="Group 8">
            <a:extLst>
              <a:ext uri="{FF2B5EF4-FFF2-40B4-BE49-F238E27FC236}">
                <a16:creationId xmlns:a16="http://schemas.microsoft.com/office/drawing/2014/main" id="{945E2843-C615-4537-8B6C-4C03279B19F0}"/>
              </a:ext>
            </a:extLst>
          </p:cNvPr>
          <p:cNvGrpSpPr>
            <a:grpSpLocks/>
          </p:cNvGrpSpPr>
          <p:nvPr/>
        </p:nvGrpSpPr>
        <p:grpSpPr bwMode="auto">
          <a:xfrm>
            <a:off x="-9525" y="1049338"/>
            <a:ext cx="9151938" cy="82550"/>
            <a:chOff x="1" y="591"/>
            <a:chExt cx="5759" cy="52"/>
          </a:xfrm>
        </p:grpSpPr>
        <p:sp>
          <p:nvSpPr>
            <p:cNvPr id="4103" name="Line 9">
              <a:extLst>
                <a:ext uri="{FF2B5EF4-FFF2-40B4-BE49-F238E27FC236}">
                  <a16:creationId xmlns:a16="http://schemas.microsoft.com/office/drawing/2014/main" id="{D3FD8793-9705-4B49-BB50-C5CE1789EEAF}"/>
                </a:ext>
              </a:extLst>
            </p:cNvPr>
            <p:cNvSpPr>
              <a:spLocks noChangeShapeType="1"/>
            </p:cNvSpPr>
            <p:nvPr/>
          </p:nvSpPr>
          <p:spPr bwMode="auto">
            <a:xfrm>
              <a:off x="2" y="591"/>
              <a:ext cx="5758" cy="0"/>
            </a:xfrm>
            <a:prstGeom prst="line">
              <a:avLst/>
            </a:prstGeom>
            <a:noFill/>
            <a:ln w="76200">
              <a:solidFill>
                <a:srgbClr val="FF0000"/>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en-US"/>
            </a:p>
          </p:txBody>
        </p:sp>
        <p:sp>
          <p:nvSpPr>
            <p:cNvPr id="4104" name="Line 10">
              <a:extLst>
                <a:ext uri="{FF2B5EF4-FFF2-40B4-BE49-F238E27FC236}">
                  <a16:creationId xmlns:a16="http://schemas.microsoft.com/office/drawing/2014/main" id="{B99A43B9-5B41-4094-8A75-EC64B6D0DD1D}"/>
                </a:ext>
              </a:extLst>
            </p:cNvPr>
            <p:cNvSpPr>
              <a:spLocks noChangeShapeType="1"/>
            </p:cNvSpPr>
            <p:nvPr/>
          </p:nvSpPr>
          <p:spPr bwMode="auto">
            <a:xfrm>
              <a:off x="2" y="626"/>
              <a:ext cx="5758" cy="0"/>
            </a:xfrm>
            <a:prstGeom prst="line">
              <a:avLst/>
            </a:prstGeom>
            <a:noFill/>
            <a:ln w="12700">
              <a:solidFill>
                <a:srgbClr val="FF0000"/>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en-US"/>
            </a:p>
          </p:txBody>
        </p:sp>
        <p:sp>
          <p:nvSpPr>
            <p:cNvPr id="4105" name="Line 11">
              <a:extLst>
                <a:ext uri="{FF2B5EF4-FFF2-40B4-BE49-F238E27FC236}">
                  <a16:creationId xmlns:a16="http://schemas.microsoft.com/office/drawing/2014/main" id="{04B48040-2F6D-4CEA-A659-7B33B726C626}"/>
                </a:ext>
              </a:extLst>
            </p:cNvPr>
            <p:cNvSpPr>
              <a:spLocks noChangeShapeType="1"/>
            </p:cNvSpPr>
            <p:nvPr/>
          </p:nvSpPr>
          <p:spPr bwMode="auto">
            <a:xfrm>
              <a:off x="1" y="643"/>
              <a:ext cx="5759" cy="0"/>
            </a:xfrm>
            <a:prstGeom prst="line">
              <a:avLst/>
            </a:prstGeom>
            <a:noFill/>
            <a:ln w="12700">
              <a:solidFill>
                <a:srgbClr val="FF0000"/>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en-US"/>
            </a:p>
          </p:txBody>
        </p:sp>
      </p:grpSp>
      <p:sp>
        <p:nvSpPr>
          <p:cNvPr id="9" name="文字方塊 8">
            <a:extLst>
              <a:ext uri="{FF2B5EF4-FFF2-40B4-BE49-F238E27FC236}">
                <a16:creationId xmlns:a16="http://schemas.microsoft.com/office/drawing/2014/main" id="{750454F3-716F-4394-BF1B-5F6E621989C5}"/>
              </a:ext>
            </a:extLst>
          </p:cNvPr>
          <p:cNvSpPr txBox="1"/>
          <p:nvPr/>
        </p:nvSpPr>
        <p:spPr>
          <a:xfrm>
            <a:off x="6810375" y="6540500"/>
            <a:ext cx="2298700" cy="304800"/>
          </a:xfrm>
          <a:prstGeom prst="rect">
            <a:avLst/>
          </a:prstGeom>
          <a:noFill/>
        </p:spPr>
        <p:txBody>
          <a:bodyPr>
            <a:spAutoFit/>
          </a:bodyPr>
          <a:lstStyle>
            <a:lvl1pPr eaLnBrk="0" hangingPunct="0">
              <a:defRPr sz="1400" i="1" u="sng">
                <a:solidFill>
                  <a:srgbClr val="003366"/>
                </a:solidFill>
                <a:latin typeface="Times New Roman" panose="02020603050405020304" pitchFamily="18" charset="0"/>
                <a:ea typeface="新細明體" panose="02020500000000000000" pitchFamily="18" charset="-120"/>
              </a:defRPr>
            </a:lvl1pPr>
            <a:lvl2pPr marL="742950" indent="-285750" eaLnBrk="0" hangingPunct="0">
              <a:defRPr sz="1400" i="1" u="sng">
                <a:solidFill>
                  <a:srgbClr val="003366"/>
                </a:solidFill>
                <a:latin typeface="Times New Roman" panose="02020603050405020304" pitchFamily="18" charset="0"/>
                <a:ea typeface="新細明體" panose="02020500000000000000" pitchFamily="18" charset="-120"/>
              </a:defRPr>
            </a:lvl2pPr>
            <a:lvl3pPr marL="1143000" indent="-228600" eaLnBrk="0" hangingPunct="0">
              <a:defRPr sz="1400" i="1" u="sng">
                <a:solidFill>
                  <a:srgbClr val="003366"/>
                </a:solidFill>
                <a:latin typeface="Times New Roman" panose="02020603050405020304" pitchFamily="18" charset="0"/>
                <a:ea typeface="新細明體" panose="02020500000000000000" pitchFamily="18" charset="-120"/>
              </a:defRPr>
            </a:lvl3pPr>
            <a:lvl4pPr marL="1600200" indent="-228600" eaLnBrk="0" hangingPunct="0">
              <a:defRPr sz="1400" i="1" u="sng">
                <a:solidFill>
                  <a:srgbClr val="003366"/>
                </a:solidFill>
                <a:latin typeface="Times New Roman" panose="02020603050405020304" pitchFamily="18" charset="0"/>
                <a:ea typeface="新細明體" panose="02020500000000000000" pitchFamily="18" charset="-120"/>
              </a:defRPr>
            </a:lvl4pPr>
            <a:lvl5pPr marL="2057400" indent="-228600" eaLnBrk="0" hangingPunct="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algn="r" eaLnBrk="1" hangingPunct="1">
              <a:defRPr/>
            </a:pPr>
            <a:r>
              <a:rPr lang="tr-TR" altLang="zh-TW" u="none">
                <a:solidFill>
                  <a:srgbClr val="7F7F7F"/>
                </a:solidFill>
                <a:cs typeface="Arial" panose="020B0604020202020204" pitchFamily="34" charset="0"/>
              </a:rPr>
              <a:t>Digital Logic Design</a:t>
            </a:r>
            <a:r>
              <a:rPr lang="en-US" altLang="zh-TW" u="none">
                <a:solidFill>
                  <a:srgbClr val="7F7F7F"/>
                </a:solidFill>
                <a:cs typeface="Arial" panose="020B0604020202020204" pitchFamily="34" charset="0"/>
              </a:rPr>
              <a:t> </a:t>
            </a:r>
            <a:r>
              <a:rPr lang="en-US" altLang="zh-TW" i="0" u="none">
                <a:solidFill>
                  <a:srgbClr val="7F7F7F"/>
                </a:solidFill>
                <a:cs typeface="Arial" panose="020B0604020202020204" pitchFamily="34" charset="0"/>
              </a:rPr>
              <a:t>Ch1</a:t>
            </a:r>
            <a:r>
              <a:rPr lang="en-US" altLang="zh-TW" u="none">
                <a:solidFill>
                  <a:srgbClr val="7F7F7F"/>
                </a:solidFill>
                <a:cs typeface="Arial" panose="020B0604020202020204" pitchFamily="34" charset="0"/>
              </a:rPr>
              <a:t>-</a:t>
            </a:r>
            <a:fld id="{73AB4636-F3A7-4DEA-AF14-F79885A739CA}" type="slidenum">
              <a:rPr lang="zh-TW" altLang="en-US" i="0" u="none" smtClean="0">
                <a:solidFill>
                  <a:srgbClr val="7F7F7F"/>
                </a:solidFill>
                <a:cs typeface="Arial" panose="020B0604020202020204" pitchFamily="34" charset="0"/>
              </a:rPr>
              <a:pPr algn="r" eaLnBrk="1" hangingPunct="1">
                <a:defRPr/>
              </a:pPr>
              <a:t>‹#›</a:t>
            </a:fld>
            <a:endParaRPr lang="en-US" altLang="zh-TW" i="0" u="none">
              <a:solidFill>
                <a:srgbClr val="7F7F7F"/>
              </a:solidFill>
              <a:cs typeface="Arial" panose="020B0604020202020204" pitchFamily="34" charset="0"/>
            </a:endParaRPr>
          </a:p>
        </p:txBody>
      </p:sp>
      <p:pic>
        <p:nvPicPr>
          <p:cNvPr id="4102" name="Picture 9" descr="logoyil30">
            <a:extLst>
              <a:ext uri="{FF2B5EF4-FFF2-40B4-BE49-F238E27FC236}">
                <a16:creationId xmlns:a16="http://schemas.microsoft.com/office/drawing/2014/main" id="{E08EE95F-7194-462B-B895-417B50D0BDDC}"/>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295275" y="161925"/>
            <a:ext cx="736600" cy="7413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4069" r:id="rId1"/>
    <p:sldLayoutId id="2147484070" r:id="rId2"/>
    <p:sldLayoutId id="2147484071" r:id="rId3"/>
    <p:sldLayoutId id="2147484072" r:id="rId4"/>
    <p:sldLayoutId id="2147484073" r:id="rId5"/>
    <p:sldLayoutId id="2147484074" r:id="rId6"/>
    <p:sldLayoutId id="2147484075" r:id="rId7"/>
    <p:sldLayoutId id="2147484076" r:id="rId8"/>
    <p:sldLayoutId id="2147484077" r:id="rId9"/>
    <p:sldLayoutId id="2147484078" r:id="rId10"/>
    <p:sldLayoutId id="2147484079" r:id="rId11"/>
    <p:sldLayoutId id="2147484080" r:id="rId12"/>
  </p:sldLayoutIdLst>
  <p:hf hdr="0" ftr="0"/>
  <p:txStyles>
    <p:titleStyle>
      <a:lvl1pPr algn="ctr" rtl="0" eaLnBrk="0" fontAlgn="base" hangingPunct="0">
        <a:spcBef>
          <a:spcPct val="0"/>
        </a:spcBef>
        <a:spcAft>
          <a:spcPct val="0"/>
        </a:spcAft>
        <a:defRPr kumimoji="1" sz="3600">
          <a:solidFill>
            <a:schemeClr val="tx1"/>
          </a:solidFill>
          <a:latin typeface="+mj-lt"/>
          <a:ea typeface="+mj-ea"/>
          <a:cs typeface="+mj-cs"/>
        </a:defRPr>
      </a:lvl1pPr>
      <a:lvl2pPr algn="ctr" rtl="0" eaLnBrk="0" fontAlgn="base" hangingPunct="0">
        <a:spcBef>
          <a:spcPct val="0"/>
        </a:spcBef>
        <a:spcAft>
          <a:spcPct val="0"/>
        </a:spcAft>
        <a:defRPr kumimoji="1" sz="3600">
          <a:solidFill>
            <a:schemeClr val="tx1"/>
          </a:solidFill>
          <a:latin typeface="Book Antiqua" pitchFamily="18" charset="0"/>
          <a:ea typeface="新細明體" pitchFamily="18" charset="-120"/>
        </a:defRPr>
      </a:lvl2pPr>
      <a:lvl3pPr algn="ctr" rtl="0" eaLnBrk="0" fontAlgn="base" hangingPunct="0">
        <a:spcBef>
          <a:spcPct val="0"/>
        </a:spcBef>
        <a:spcAft>
          <a:spcPct val="0"/>
        </a:spcAft>
        <a:defRPr kumimoji="1" sz="3600">
          <a:solidFill>
            <a:schemeClr val="tx1"/>
          </a:solidFill>
          <a:latin typeface="Book Antiqua" pitchFamily="18" charset="0"/>
          <a:ea typeface="新細明體" pitchFamily="18" charset="-120"/>
        </a:defRPr>
      </a:lvl3pPr>
      <a:lvl4pPr algn="ctr" rtl="0" eaLnBrk="0" fontAlgn="base" hangingPunct="0">
        <a:spcBef>
          <a:spcPct val="0"/>
        </a:spcBef>
        <a:spcAft>
          <a:spcPct val="0"/>
        </a:spcAft>
        <a:defRPr kumimoji="1" sz="3600">
          <a:solidFill>
            <a:schemeClr val="tx1"/>
          </a:solidFill>
          <a:latin typeface="Book Antiqua" pitchFamily="18" charset="0"/>
          <a:ea typeface="新細明體" pitchFamily="18" charset="-120"/>
        </a:defRPr>
      </a:lvl4pPr>
      <a:lvl5pPr algn="ctr" rtl="0" eaLnBrk="0" fontAlgn="base" hangingPunct="0">
        <a:spcBef>
          <a:spcPct val="0"/>
        </a:spcBef>
        <a:spcAft>
          <a:spcPct val="0"/>
        </a:spcAft>
        <a:defRPr kumimoji="1" sz="3600">
          <a:solidFill>
            <a:schemeClr val="tx1"/>
          </a:solidFill>
          <a:latin typeface="Book Antiqua" pitchFamily="18" charset="0"/>
          <a:ea typeface="新細明體" pitchFamily="18" charset="-120"/>
        </a:defRPr>
      </a:lvl5pPr>
      <a:lvl6pPr marL="457200" algn="ctr" rtl="0" eaLnBrk="1" fontAlgn="base" hangingPunct="1">
        <a:spcBef>
          <a:spcPct val="0"/>
        </a:spcBef>
        <a:spcAft>
          <a:spcPct val="0"/>
        </a:spcAft>
        <a:defRPr kumimoji="1" sz="3600">
          <a:solidFill>
            <a:schemeClr val="tx1"/>
          </a:solidFill>
          <a:latin typeface="Book Antiqua" pitchFamily="18" charset="0"/>
          <a:ea typeface="新細明體" pitchFamily="18" charset="-120"/>
        </a:defRPr>
      </a:lvl6pPr>
      <a:lvl7pPr marL="914400" algn="ctr" rtl="0" eaLnBrk="1" fontAlgn="base" hangingPunct="1">
        <a:spcBef>
          <a:spcPct val="0"/>
        </a:spcBef>
        <a:spcAft>
          <a:spcPct val="0"/>
        </a:spcAft>
        <a:defRPr kumimoji="1" sz="3600">
          <a:solidFill>
            <a:schemeClr val="tx1"/>
          </a:solidFill>
          <a:latin typeface="Book Antiqua" pitchFamily="18" charset="0"/>
          <a:ea typeface="新細明體" pitchFamily="18" charset="-120"/>
        </a:defRPr>
      </a:lvl7pPr>
      <a:lvl8pPr marL="1371600" algn="ctr" rtl="0" eaLnBrk="1" fontAlgn="base" hangingPunct="1">
        <a:spcBef>
          <a:spcPct val="0"/>
        </a:spcBef>
        <a:spcAft>
          <a:spcPct val="0"/>
        </a:spcAft>
        <a:defRPr kumimoji="1" sz="3600">
          <a:solidFill>
            <a:schemeClr val="tx1"/>
          </a:solidFill>
          <a:latin typeface="Book Antiqua" pitchFamily="18" charset="0"/>
          <a:ea typeface="新細明體" pitchFamily="18" charset="-120"/>
        </a:defRPr>
      </a:lvl8pPr>
      <a:lvl9pPr marL="1828800" algn="ctr" rtl="0" eaLnBrk="1" fontAlgn="base" hangingPunct="1">
        <a:spcBef>
          <a:spcPct val="0"/>
        </a:spcBef>
        <a:spcAft>
          <a:spcPct val="0"/>
        </a:spcAft>
        <a:defRPr kumimoji="1" sz="3600">
          <a:solidFill>
            <a:schemeClr val="tx1"/>
          </a:solidFill>
          <a:latin typeface="Book Antiqua" pitchFamily="18" charset="0"/>
          <a:ea typeface="新細明體" pitchFamily="18" charset="-120"/>
        </a:defRPr>
      </a:lvl9pPr>
    </p:titleStyle>
    <p:bodyStyle>
      <a:lvl1pPr marL="342900" indent="-342900" algn="l" rtl="0" eaLnBrk="0" fontAlgn="base" hangingPunct="0">
        <a:spcBef>
          <a:spcPct val="20000"/>
        </a:spcBef>
        <a:spcAft>
          <a:spcPct val="0"/>
        </a:spcAft>
        <a:buClr>
          <a:srgbClr val="0000FF"/>
        </a:buClr>
        <a:buSzPct val="90000"/>
        <a:buFont typeface="Wingdings 2" panose="05020102010507070707" pitchFamily="18" charset="2"/>
        <a:buChar char="©"/>
        <a:defRPr kumimoji="1" sz="2400">
          <a:solidFill>
            <a:schemeClr val="tx1"/>
          </a:solidFill>
          <a:latin typeface="Times New Roman" pitchFamily="18" charset="0"/>
          <a:ea typeface="+mn-ea"/>
          <a:cs typeface="Times New Roman" pitchFamily="18" charset="0"/>
        </a:defRPr>
      </a:lvl1pPr>
      <a:lvl2pPr marL="742950" indent="-285750" algn="l" rtl="0" eaLnBrk="0" fontAlgn="base" hangingPunct="0">
        <a:spcBef>
          <a:spcPct val="20000"/>
        </a:spcBef>
        <a:spcAft>
          <a:spcPct val="0"/>
        </a:spcAft>
        <a:buClr>
          <a:srgbClr val="FF9900"/>
        </a:buClr>
        <a:buSzPct val="70000"/>
        <a:buFont typeface="Wingdings" panose="05000000000000000000" pitchFamily="2" charset="2"/>
        <a:buChar char="u"/>
        <a:defRPr kumimoji="1" sz="2000">
          <a:solidFill>
            <a:schemeClr val="tx1"/>
          </a:solidFill>
          <a:latin typeface="Times New Roman" pitchFamily="18" charset="0"/>
          <a:ea typeface="+mn-ea"/>
          <a:cs typeface="Times New Roman" pitchFamily="18" charset="0"/>
        </a:defRPr>
      </a:lvl2pPr>
      <a:lvl3pPr marL="1143000" indent="-228600" algn="l" rtl="0" eaLnBrk="0" fontAlgn="base" hangingPunct="0">
        <a:spcBef>
          <a:spcPct val="20000"/>
        </a:spcBef>
        <a:spcAft>
          <a:spcPct val="0"/>
        </a:spcAft>
        <a:buClr>
          <a:srgbClr val="1B1BFF"/>
        </a:buClr>
        <a:buSzPct val="80000"/>
        <a:buFont typeface="Times New Roman" panose="02020603050405020304" pitchFamily="18" charset="0"/>
        <a:buChar char="»"/>
        <a:defRPr kumimoji="1">
          <a:solidFill>
            <a:schemeClr val="tx1"/>
          </a:solidFill>
          <a:latin typeface="Times New Roman" pitchFamily="18" charset="0"/>
          <a:ea typeface="+mn-ea"/>
          <a:cs typeface="Times New Roman" pitchFamily="18" charset="0"/>
        </a:defRPr>
      </a:lvl3pPr>
      <a:lvl4pPr marL="1600200" indent="-228600" algn="l" rtl="0" eaLnBrk="0" fontAlgn="base" hangingPunct="0">
        <a:spcBef>
          <a:spcPct val="20000"/>
        </a:spcBef>
        <a:spcAft>
          <a:spcPct val="0"/>
        </a:spcAft>
        <a:buClr>
          <a:schemeClr val="accent1"/>
        </a:buClr>
        <a:buFont typeface="Book Antiqua" panose="02040602050305030304" pitchFamily="18" charset="0"/>
        <a:buChar char="−"/>
        <a:defRPr kumimoji="1" sz="1600">
          <a:solidFill>
            <a:schemeClr val="tx1"/>
          </a:solidFill>
          <a:latin typeface="Times New Roman" pitchFamily="18" charset="0"/>
          <a:ea typeface="+mn-ea"/>
          <a:cs typeface="Times New Roman" pitchFamily="18" charset="0"/>
        </a:defRPr>
      </a:lvl4pPr>
      <a:lvl5pPr marL="2057400" indent="-228600" algn="l" rtl="0" eaLnBrk="0" fontAlgn="base" hangingPunct="0">
        <a:spcBef>
          <a:spcPct val="20000"/>
        </a:spcBef>
        <a:spcAft>
          <a:spcPct val="0"/>
        </a:spcAft>
        <a:buClr>
          <a:srgbClr val="4D4D4D"/>
        </a:buClr>
        <a:buSzPct val="50000"/>
        <a:buFont typeface="Wingdings" panose="05000000000000000000" pitchFamily="2" charset="2"/>
        <a:buChar char="l"/>
        <a:defRPr kumimoji="1" sz="1400">
          <a:solidFill>
            <a:schemeClr val="tx1"/>
          </a:solidFill>
          <a:latin typeface="Times New Roman" pitchFamily="18" charset="0"/>
          <a:ea typeface="+mn-ea"/>
          <a:cs typeface="Times New Roman" pitchFamily="18" charset="0"/>
        </a:defRPr>
      </a:lvl5pPr>
      <a:lvl6pPr marL="2514600" indent="-228600" algn="l" rtl="0" eaLnBrk="1" fontAlgn="base" hangingPunct="1">
        <a:spcBef>
          <a:spcPct val="20000"/>
        </a:spcBef>
        <a:spcAft>
          <a:spcPct val="0"/>
        </a:spcAft>
        <a:buClr>
          <a:schemeClr val="accent2"/>
        </a:buClr>
        <a:buChar char="»"/>
        <a:defRPr kumimoji="1" sz="1000">
          <a:solidFill>
            <a:schemeClr val="tx1"/>
          </a:solidFill>
          <a:latin typeface="+mn-lt"/>
          <a:ea typeface="+mn-ea"/>
        </a:defRPr>
      </a:lvl6pPr>
      <a:lvl7pPr marL="2971800" indent="-228600" algn="l" rtl="0" eaLnBrk="1" fontAlgn="base" hangingPunct="1">
        <a:spcBef>
          <a:spcPct val="20000"/>
        </a:spcBef>
        <a:spcAft>
          <a:spcPct val="0"/>
        </a:spcAft>
        <a:buClr>
          <a:schemeClr val="accent2"/>
        </a:buClr>
        <a:buChar char="»"/>
        <a:defRPr kumimoji="1" sz="1000">
          <a:solidFill>
            <a:schemeClr val="tx1"/>
          </a:solidFill>
          <a:latin typeface="+mn-lt"/>
          <a:ea typeface="+mn-ea"/>
        </a:defRPr>
      </a:lvl7pPr>
      <a:lvl8pPr marL="3429000" indent="-228600" algn="l" rtl="0" eaLnBrk="1" fontAlgn="base" hangingPunct="1">
        <a:spcBef>
          <a:spcPct val="20000"/>
        </a:spcBef>
        <a:spcAft>
          <a:spcPct val="0"/>
        </a:spcAft>
        <a:buClr>
          <a:schemeClr val="accent2"/>
        </a:buClr>
        <a:buChar char="»"/>
        <a:defRPr kumimoji="1" sz="1000">
          <a:solidFill>
            <a:schemeClr val="tx1"/>
          </a:solidFill>
          <a:latin typeface="+mn-lt"/>
          <a:ea typeface="+mn-ea"/>
        </a:defRPr>
      </a:lvl8pPr>
      <a:lvl9pPr marL="3886200" indent="-228600" algn="l" rtl="0" eaLnBrk="1" fontAlgn="base" hangingPunct="1">
        <a:spcBef>
          <a:spcPct val="20000"/>
        </a:spcBef>
        <a:spcAft>
          <a:spcPct val="0"/>
        </a:spcAft>
        <a:buClr>
          <a:schemeClr val="accent2"/>
        </a:buClr>
        <a:buChar char="»"/>
        <a:defRPr kumimoji="1" sz="1000">
          <a:solidFill>
            <a:schemeClr val="tx1"/>
          </a:solidFill>
          <a:latin typeface="+mn-lt"/>
          <a:ea typeface="+mn-ea"/>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pSp>
        <p:nvGrpSpPr>
          <p:cNvPr id="5122" name="Group 7">
            <a:extLst>
              <a:ext uri="{FF2B5EF4-FFF2-40B4-BE49-F238E27FC236}">
                <a16:creationId xmlns:a16="http://schemas.microsoft.com/office/drawing/2014/main" id="{2F364496-8BA2-4CFA-81DC-C649C6B43699}"/>
              </a:ext>
            </a:extLst>
          </p:cNvPr>
          <p:cNvGrpSpPr>
            <a:grpSpLocks/>
          </p:cNvGrpSpPr>
          <p:nvPr/>
        </p:nvGrpSpPr>
        <p:grpSpPr bwMode="auto">
          <a:xfrm>
            <a:off x="215900" y="215900"/>
            <a:ext cx="8478838" cy="6173788"/>
            <a:chOff x="0" y="0"/>
            <a:chExt cx="5341" cy="3889"/>
          </a:xfrm>
        </p:grpSpPr>
        <p:sp>
          <p:nvSpPr>
            <p:cNvPr id="5132" name="Freeform 8">
              <a:extLst>
                <a:ext uri="{FF2B5EF4-FFF2-40B4-BE49-F238E27FC236}">
                  <a16:creationId xmlns:a16="http://schemas.microsoft.com/office/drawing/2014/main" id="{69CEB01E-FAFC-4111-A0A1-FBD146EBFF21}"/>
                </a:ext>
              </a:extLst>
            </p:cNvPr>
            <p:cNvSpPr>
              <a:spLocks/>
            </p:cNvSpPr>
            <p:nvPr/>
          </p:nvSpPr>
          <p:spPr bwMode="ltGray">
            <a:xfrm>
              <a:off x="0" y="0"/>
              <a:ext cx="3863" cy="3889"/>
            </a:xfrm>
            <a:custGeom>
              <a:avLst/>
              <a:gdLst>
                <a:gd name="T0" fmla="*/ 3862 w 3863"/>
                <a:gd name="T1" fmla="*/ 3418 h 3889"/>
                <a:gd name="T2" fmla="*/ 457 w 3863"/>
                <a:gd name="T3" fmla="*/ 0 h 3889"/>
                <a:gd name="T4" fmla="*/ 0 w 3863"/>
                <a:gd name="T5" fmla="*/ 0 h 3889"/>
                <a:gd name="T6" fmla="*/ 0 w 3863"/>
                <a:gd name="T7" fmla="*/ 481 h 3889"/>
                <a:gd name="T8" fmla="*/ 3394 w 3863"/>
                <a:gd name="T9" fmla="*/ 3888 h 3889"/>
                <a:gd name="T10" fmla="*/ 3862 w 3863"/>
                <a:gd name="T11" fmla="*/ 3418 h 388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863" h="3889">
                  <a:moveTo>
                    <a:pt x="3862" y="3418"/>
                  </a:moveTo>
                  <a:lnTo>
                    <a:pt x="457" y="0"/>
                  </a:lnTo>
                  <a:lnTo>
                    <a:pt x="0" y="0"/>
                  </a:lnTo>
                  <a:lnTo>
                    <a:pt x="0" y="481"/>
                  </a:lnTo>
                  <a:lnTo>
                    <a:pt x="3394" y="3888"/>
                  </a:lnTo>
                  <a:lnTo>
                    <a:pt x="3862" y="3418"/>
                  </a:lnTo>
                </a:path>
              </a:pathLst>
            </a:custGeom>
            <a:solidFill>
              <a:schemeClr val="bg1">
                <a:alpha val="50195"/>
              </a:schemeClr>
            </a:solidFill>
            <a:ln>
              <a:noFill/>
            </a:ln>
            <a:extLst>
              <a:ext uri="{91240B29-F687-4F45-9708-019B960494DF}">
                <a14:hiddenLine xmlns:a14="http://schemas.microsoft.com/office/drawing/2010/main" w="9525" cap="rnd">
                  <a:solidFill>
                    <a:srgbClr val="000000"/>
                  </a:solidFill>
                  <a:round/>
                  <a:headEnd type="none" w="sm" len="sm"/>
                  <a:tailEnd type="none" w="sm" len="sm"/>
                </a14:hiddenLine>
              </a:ext>
            </a:extLst>
          </p:spPr>
          <p:txBody>
            <a:bodyPr/>
            <a:lstStyle/>
            <a:p>
              <a:endParaRPr lang="en-US"/>
            </a:p>
          </p:txBody>
        </p:sp>
        <p:sp>
          <p:nvSpPr>
            <p:cNvPr id="5133" name="Freeform 9">
              <a:extLst>
                <a:ext uri="{FF2B5EF4-FFF2-40B4-BE49-F238E27FC236}">
                  <a16:creationId xmlns:a16="http://schemas.microsoft.com/office/drawing/2014/main" id="{F12DED50-716D-42AC-85D7-0BA10197B30D}"/>
                </a:ext>
              </a:extLst>
            </p:cNvPr>
            <p:cNvSpPr>
              <a:spLocks/>
            </p:cNvSpPr>
            <p:nvPr/>
          </p:nvSpPr>
          <p:spPr bwMode="ltGray">
            <a:xfrm>
              <a:off x="860" y="0"/>
              <a:ext cx="3394" cy="3223"/>
            </a:xfrm>
            <a:custGeom>
              <a:avLst/>
              <a:gdLst>
                <a:gd name="T0" fmla="*/ 370 w 3394"/>
                <a:gd name="T1" fmla="*/ 0 h 3223"/>
                <a:gd name="T2" fmla="*/ 3393 w 3394"/>
                <a:gd name="T3" fmla="*/ 3036 h 3223"/>
                <a:gd name="T4" fmla="*/ 3208 w 3394"/>
                <a:gd name="T5" fmla="*/ 3222 h 3223"/>
                <a:gd name="T6" fmla="*/ 0 w 3394"/>
                <a:gd name="T7" fmla="*/ 0 h 3223"/>
                <a:gd name="T8" fmla="*/ 370 w 3394"/>
                <a:gd name="T9" fmla="*/ 0 h 32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394" h="3223">
                  <a:moveTo>
                    <a:pt x="370" y="0"/>
                  </a:moveTo>
                  <a:lnTo>
                    <a:pt x="3393" y="3036"/>
                  </a:lnTo>
                  <a:lnTo>
                    <a:pt x="3208" y="3222"/>
                  </a:lnTo>
                  <a:lnTo>
                    <a:pt x="0" y="0"/>
                  </a:lnTo>
                  <a:lnTo>
                    <a:pt x="370" y="0"/>
                  </a:lnTo>
                </a:path>
              </a:pathLst>
            </a:custGeom>
            <a:solidFill>
              <a:schemeClr val="bg1">
                <a:alpha val="50195"/>
              </a:schemeClr>
            </a:solidFill>
            <a:ln>
              <a:noFill/>
            </a:ln>
            <a:extLst>
              <a:ext uri="{91240B29-F687-4F45-9708-019B960494DF}">
                <a14:hiddenLine xmlns:a14="http://schemas.microsoft.com/office/drawing/2010/main" w="9525" cap="rnd">
                  <a:solidFill>
                    <a:srgbClr val="000000"/>
                  </a:solidFill>
                  <a:round/>
                  <a:headEnd type="none" w="sm" len="sm"/>
                  <a:tailEnd type="none" w="sm" len="sm"/>
                </a14:hiddenLine>
              </a:ext>
            </a:extLst>
          </p:spPr>
          <p:txBody>
            <a:bodyPr/>
            <a:lstStyle/>
            <a:p>
              <a:endParaRPr lang="en-US"/>
            </a:p>
          </p:txBody>
        </p:sp>
        <p:sp>
          <p:nvSpPr>
            <p:cNvPr id="5134" name="Freeform 10">
              <a:extLst>
                <a:ext uri="{FF2B5EF4-FFF2-40B4-BE49-F238E27FC236}">
                  <a16:creationId xmlns:a16="http://schemas.microsoft.com/office/drawing/2014/main" id="{42DCC366-E15E-4083-A380-A19EDD07FD10}"/>
                </a:ext>
              </a:extLst>
            </p:cNvPr>
            <p:cNvSpPr>
              <a:spLocks/>
            </p:cNvSpPr>
            <p:nvPr/>
          </p:nvSpPr>
          <p:spPr bwMode="ltGray">
            <a:xfrm>
              <a:off x="2187" y="0"/>
              <a:ext cx="2859" cy="2556"/>
            </a:xfrm>
            <a:custGeom>
              <a:avLst/>
              <a:gdLst>
                <a:gd name="T0" fmla="*/ 630 w 2859"/>
                <a:gd name="T1" fmla="*/ 0 h 2556"/>
                <a:gd name="T2" fmla="*/ 2858 w 2859"/>
                <a:gd name="T3" fmla="*/ 2238 h 2556"/>
                <a:gd name="T4" fmla="*/ 2543 w 2859"/>
                <a:gd name="T5" fmla="*/ 2555 h 2556"/>
                <a:gd name="T6" fmla="*/ 0 w 2859"/>
                <a:gd name="T7" fmla="*/ 0 h 2556"/>
                <a:gd name="T8" fmla="*/ 630 w 2859"/>
                <a:gd name="T9" fmla="*/ 0 h 255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59" h="2556">
                  <a:moveTo>
                    <a:pt x="630" y="0"/>
                  </a:moveTo>
                  <a:lnTo>
                    <a:pt x="2858" y="2238"/>
                  </a:lnTo>
                  <a:lnTo>
                    <a:pt x="2543" y="2555"/>
                  </a:lnTo>
                  <a:lnTo>
                    <a:pt x="0" y="0"/>
                  </a:lnTo>
                  <a:lnTo>
                    <a:pt x="630" y="0"/>
                  </a:lnTo>
                </a:path>
              </a:pathLst>
            </a:custGeom>
            <a:solidFill>
              <a:schemeClr val="bg1">
                <a:alpha val="50195"/>
              </a:schemeClr>
            </a:solidFill>
            <a:ln>
              <a:noFill/>
            </a:ln>
            <a:extLst>
              <a:ext uri="{91240B29-F687-4F45-9708-019B960494DF}">
                <a14:hiddenLine xmlns:a14="http://schemas.microsoft.com/office/drawing/2010/main" w="9525" cap="rnd">
                  <a:solidFill>
                    <a:srgbClr val="000000"/>
                  </a:solidFill>
                  <a:round/>
                  <a:headEnd type="none" w="sm" len="sm"/>
                  <a:tailEnd type="none" w="sm" len="sm"/>
                </a14:hiddenLine>
              </a:ext>
            </a:extLst>
          </p:spPr>
          <p:txBody>
            <a:bodyPr/>
            <a:lstStyle/>
            <a:p>
              <a:endParaRPr lang="en-US"/>
            </a:p>
          </p:txBody>
        </p:sp>
        <p:sp>
          <p:nvSpPr>
            <p:cNvPr id="5135" name="Freeform 11">
              <a:extLst>
                <a:ext uri="{FF2B5EF4-FFF2-40B4-BE49-F238E27FC236}">
                  <a16:creationId xmlns:a16="http://schemas.microsoft.com/office/drawing/2014/main" id="{7B681700-EF2E-4ACA-B1AE-B41365E839CD}"/>
                </a:ext>
              </a:extLst>
            </p:cNvPr>
            <p:cNvSpPr>
              <a:spLocks/>
            </p:cNvSpPr>
            <p:nvPr/>
          </p:nvSpPr>
          <p:spPr bwMode="ltGray">
            <a:xfrm>
              <a:off x="3055" y="0"/>
              <a:ext cx="2286" cy="2121"/>
            </a:xfrm>
            <a:custGeom>
              <a:avLst/>
              <a:gdLst>
                <a:gd name="T0" fmla="*/ 0 w 2286"/>
                <a:gd name="T1" fmla="*/ 0 h 2121"/>
                <a:gd name="T2" fmla="*/ 2111 w 2286"/>
                <a:gd name="T3" fmla="*/ 2120 h 2121"/>
                <a:gd name="T4" fmla="*/ 2285 w 2286"/>
                <a:gd name="T5" fmla="*/ 1945 h 2121"/>
                <a:gd name="T6" fmla="*/ 348 w 2286"/>
                <a:gd name="T7" fmla="*/ 0 h 2121"/>
                <a:gd name="T8" fmla="*/ 0 w 2286"/>
                <a:gd name="T9" fmla="*/ 0 h 21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86" h="2121">
                  <a:moveTo>
                    <a:pt x="0" y="0"/>
                  </a:moveTo>
                  <a:lnTo>
                    <a:pt x="2111" y="2120"/>
                  </a:lnTo>
                  <a:lnTo>
                    <a:pt x="2285" y="1945"/>
                  </a:lnTo>
                  <a:lnTo>
                    <a:pt x="348" y="0"/>
                  </a:lnTo>
                  <a:lnTo>
                    <a:pt x="0" y="0"/>
                  </a:lnTo>
                </a:path>
              </a:pathLst>
            </a:custGeom>
            <a:solidFill>
              <a:schemeClr val="bg1">
                <a:alpha val="50195"/>
              </a:schemeClr>
            </a:solidFill>
            <a:ln>
              <a:noFill/>
            </a:ln>
            <a:extLst>
              <a:ext uri="{91240B29-F687-4F45-9708-019B960494DF}">
                <a14:hiddenLine xmlns:a14="http://schemas.microsoft.com/office/drawing/2010/main" w="9525" cap="rnd">
                  <a:solidFill>
                    <a:srgbClr val="000000"/>
                  </a:solidFill>
                  <a:round/>
                  <a:headEnd type="none" w="sm" len="sm"/>
                  <a:tailEnd type="none" w="sm" len="sm"/>
                </a14:hiddenLine>
              </a:ext>
            </a:extLst>
          </p:spPr>
          <p:txBody>
            <a:bodyPr/>
            <a:lstStyle/>
            <a:p>
              <a:endParaRPr lang="en-US"/>
            </a:p>
          </p:txBody>
        </p:sp>
      </p:grpSp>
      <p:sp>
        <p:nvSpPr>
          <p:cNvPr id="2051" name="Rectangle 12">
            <a:extLst>
              <a:ext uri="{FF2B5EF4-FFF2-40B4-BE49-F238E27FC236}">
                <a16:creationId xmlns:a16="http://schemas.microsoft.com/office/drawing/2014/main" id="{AB39E30C-1B09-4DD8-A4F3-A732237D7893}"/>
              </a:ext>
            </a:extLst>
          </p:cNvPr>
          <p:cNvSpPr>
            <a:spLocks noChangeArrowheads="1"/>
          </p:cNvSpPr>
          <p:nvPr/>
        </p:nvSpPr>
        <p:spPr bwMode="auto">
          <a:xfrm>
            <a:off x="687388" y="2232025"/>
            <a:ext cx="77724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nchor="ct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algn="ctr" eaLnBrk="1" hangingPunct="1">
              <a:defRPr/>
            </a:pPr>
            <a:r>
              <a:rPr kumimoji="1" lang="en-US" altLang="zh-TW" sz="4400" i="0" u="none">
                <a:solidFill>
                  <a:schemeClr val="tx2"/>
                </a:solidFill>
                <a:latin typeface="Book Antiqua" panose="02040602050305030304" pitchFamily="18" charset="0"/>
                <a:cs typeface="Arial" panose="020B0604020202020204" pitchFamily="34" charset="0"/>
              </a:rPr>
              <a:t>Click to edit Master title style</a:t>
            </a:r>
          </a:p>
        </p:txBody>
      </p:sp>
      <p:sp>
        <p:nvSpPr>
          <p:cNvPr id="2052" name="Rectangle 13">
            <a:extLst>
              <a:ext uri="{FF2B5EF4-FFF2-40B4-BE49-F238E27FC236}">
                <a16:creationId xmlns:a16="http://schemas.microsoft.com/office/drawing/2014/main" id="{2EC65288-94EA-49EC-940D-4636FC3D4237}"/>
              </a:ext>
            </a:extLst>
          </p:cNvPr>
          <p:cNvSpPr>
            <a:spLocks noChangeArrowheads="1"/>
          </p:cNvSpPr>
          <p:nvPr/>
        </p:nvSpPr>
        <p:spPr bwMode="auto">
          <a:xfrm>
            <a:off x="1301750" y="4195763"/>
            <a:ext cx="6400800" cy="17160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algn="ctr" eaLnBrk="1" hangingPunct="1">
              <a:spcBef>
                <a:spcPct val="20000"/>
              </a:spcBef>
              <a:defRPr/>
            </a:pPr>
            <a:r>
              <a:rPr kumimoji="1" lang="en-US" altLang="zh-TW" sz="3200" i="0" u="none">
                <a:solidFill>
                  <a:schemeClr val="tx1"/>
                </a:solidFill>
                <a:latin typeface="Book Antiqua" panose="02040602050305030304" pitchFamily="18" charset="0"/>
                <a:cs typeface="Arial" panose="020B0604020202020204" pitchFamily="34" charset="0"/>
              </a:rPr>
              <a:t>Click to edit Master subtitle style</a:t>
            </a:r>
          </a:p>
        </p:txBody>
      </p:sp>
      <p:grpSp>
        <p:nvGrpSpPr>
          <p:cNvPr id="5125" name="Group 20">
            <a:extLst>
              <a:ext uri="{FF2B5EF4-FFF2-40B4-BE49-F238E27FC236}">
                <a16:creationId xmlns:a16="http://schemas.microsoft.com/office/drawing/2014/main" id="{DE25CAB1-5459-4AC4-9292-A4F2B076FD1A}"/>
              </a:ext>
            </a:extLst>
          </p:cNvPr>
          <p:cNvGrpSpPr>
            <a:grpSpLocks/>
          </p:cNvGrpSpPr>
          <p:nvPr/>
        </p:nvGrpSpPr>
        <p:grpSpPr bwMode="auto">
          <a:xfrm>
            <a:off x="-9525" y="1492250"/>
            <a:ext cx="9159875" cy="82550"/>
            <a:chOff x="1" y="591"/>
            <a:chExt cx="5759" cy="52"/>
          </a:xfrm>
        </p:grpSpPr>
        <p:sp>
          <p:nvSpPr>
            <p:cNvPr id="5129" name="Line 21">
              <a:extLst>
                <a:ext uri="{FF2B5EF4-FFF2-40B4-BE49-F238E27FC236}">
                  <a16:creationId xmlns:a16="http://schemas.microsoft.com/office/drawing/2014/main" id="{AD9D9EAD-CD10-4146-A507-FB2E754984BB}"/>
                </a:ext>
              </a:extLst>
            </p:cNvPr>
            <p:cNvSpPr>
              <a:spLocks noChangeShapeType="1"/>
            </p:cNvSpPr>
            <p:nvPr/>
          </p:nvSpPr>
          <p:spPr bwMode="auto">
            <a:xfrm>
              <a:off x="2" y="591"/>
              <a:ext cx="5758" cy="0"/>
            </a:xfrm>
            <a:prstGeom prst="line">
              <a:avLst/>
            </a:prstGeom>
            <a:noFill/>
            <a:ln w="76200">
              <a:solidFill>
                <a:srgbClr val="FF0000"/>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en-US"/>
            </a:p>
          </p:txBody>
        </p:sp>
        <p:sp>
          <p:nvSpPr>
            <p:cNvPr id="5130" name="Line 22">
              <a:extLst>
                <a:ext uri="{FF2B5EF4-FFF2-40B4-BE49-F238E27FC236}">
                  <a16:creationId xmlns:a16="http://schemas.microsoft.com/office/drawing/2014/main" id="{3340C10B-FE44-4DD2-B40B-A9AE41E92855}"/>
                </a:ext>
              </a:extLst>
            </p:cNvPr>
            <p:cNvSpPr>
              <a:spLocks noChangeShapeType="1"/>
            </p:cNvSpPr>
            <p:nvPr/>
          </p:nvSpPr>
          <p:spPr bwMode="auto">
            <a:xfrm>
              <a:off x="2" y="626"/>
              <a:ext cx="5758" cy="0"/>
            </a:xfrm>
            <a:prstGeom prst="line">
              <a:avLst/>
            </a:prstGeom>
            <a:noFill/>
            <a:ln w="12700">
              <a:solidFill>
                <a:srgbClr val="FF0000"/>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en-US"/>
            </a:p>
          </p:txBody>
        </p:sp>
        <p:sp>
          <p:nvSpPr>
            <p:cNvPr id="5131" name="Line 23">
              <a:extLst>
                <a:ext uri="{FF2B5EF4-FFF2-40B4-BE49-F238E27FC236}">
                  <a16:creationId xmlns:a16="http://schemas.microsoft.com/office/drawing/2014/main" id="{5477D55D-F052-4997-8915-34A510871B6B}"/>
                </a:ext>
              </a:extLst>
            </p:cNvPr>
            <p:cNvSpPr>
              <a:spLocks noChangeShapeType="1"/>
            </p:cNvSpPr>
            <p:nvPr/>
          </p:nvSpPr>
          <p:spPr bwMode="auto">
            <a:xfrm>
              <a:off x="1" y="643"/>
              <a:ext cx="5759" cy="0"/>
            </a:xfrm>
            <a:prstGeom prst="line">
              <a:avLst/>
            </a:prstGeom>
            <a:noFill/>
            <a:ln w="12700">
              <a:solidFill>
                <a:srgbClr val="FF0000"/>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en-US"/>
            </a:p>
          </p:txBody>
        </p:sp>
      </p:grpSp>
      <p:sp>
        <p:nvSpPr>
          <p:cNvPr id="109592" name="Rectangle 24">
            <a:extLst>
              <a:ext uri="{FF2B5EF4-FFF2-40B4-BE49-F238E27FC236}">
                <a16:creationId xmlns:a16="http://schemas.microsoft.com/office/drawing/2014/main" id="{257AD62A-E494-4BC9-818F-32F6CF47EAD0}"/>
              </a:ext>
            </a:extLst>
          </p:cNvPr>
          <p:cNvSpPr>
            <a:spLocks noChangeArrowheads="1"/>
          </p:cNvSpPr>
          <p:nvPr/>
        </p:nvSpPr>
        <p:spPr bwMode="auto">
          <a:xfrm>
            <a:off x="8867775" y="6570663"/>
            <a:ext cx="206375" cy="212725"/>
          </a:xfrm>
          <a:prstGeom prst="rect">
            <a:avLst/>
          </a:prstGeom>
          <a:noFill/>
          <a:ln w="9525">
            <a:noFill/>
            <a:miter lim="800000"/>
            <a:headEnd/>
            <a:tailEnd/>
          </a:ln>
          <a:effectLst/>
        </p:spPr>
        <p:txBody>
          <a:bodyPr wrap="none" lIns="0" tIns="0" rIns="0" bIns="0" anchor="ctr">
            <a:spAutoFit/>
          </a:bodyPr>
          <a:lstStyle>
            <a:lvl1pPr eaLnBrk="0" hangingPunct="0">
              <a:defRPr sz="1400" i="1" u="sng">
                <a:solidFill>
                  <a:srgbClr val="003366"/>
                </a:solidFill>
                <a:latin typeface="Times New Roman" panose="02020603050405020304" pitchFamily="18" charset="0"/>
                <a:ea typeface="新細明體" panose="02020500000000000000" pitchFamily="18" charset="-120"/>
              </a:defRPr>
            </a:lvl1pPr>
            <a:lvl2pPr marL="742950" indent="-285750" eaLnBrk="0" hangingPunct="0">
              <a:defRPr sz="1400" i="1" u="sng">
                <a:solidFill>
                  <a:srgbClr val="003366"/>
                </a:solidFill>
                <a:latin typeface="Times New Roman" panose="02020603050405020304" pitchFamily="18" charset="0"/>
                <a:ea typeface="新細明體" panose="02020500000000000000" pitchFamily="18" charset="-120"/>
              </a:defRPr>
            </a:lvl2pPr>
            <a:lvl3pPr marL="1143000" indent="-228600" eaLnBrk="0" hangingPunct="0">
              <a:defRPr sz="1400" i="1" u="sng">
                <a:solidFill>
                  <a:srgbClr val="003366"/>
                </a:solidFill>
                <a:latin typeface="Times New Roman" panose="02020603050405020304" pitchFamily="18" charset="0"/>
                <a:ea typeface="新細明體" panose="02020500000000000000" pitchFamily="18" charset="-120"/>
              </a:defRPr>
            </a:lvl3pPr>
            <a:lvl4pPr marL="1600200" indent="-228600" eaLnBrk="0" hangingPunct="0">
              <a:defRPr sz="1400" i="1" u="sng">
                <a:solidFill>
                  <a:srgbClr val="003366"/>
                </a:solidFill>
                <a:latin typeface="Times New Roman" panose="02020603050405020304" pitchFamily="18" charset="0"/>
                <a:ea typeface="新細明體" panose="02020500000000000000" pitchFamily="18" charset="-120"/>
              </a:defRPr>
            </a:lvl4pPr>
            <a:lvl5pPr marL="2057400" indent="-228600" eaLnBrk="0" hangingPunct="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a:defRPr/>
            </a:pPr>
            <a:fld id="{EA536E08-9229-4670-925E-1ACDE33A6276}" type="slidenum">
              <a:rPr lang="zh-TW" altLang="en-US" u="none" smtClean="0">
                <a:solidFill>
                  <a:schemeClr val="tx1"/>
                </a:solidFill>
                <a:cs typeface="Arial" panose="020B0604020202020204" pitchFamily="34" charset="0"/>
              </a:rPr>
              <a:pPr>
                <a:defRPr/>
              </a:pPr>
              <a:t>‹#›</a:t>
            </a:fld>
            <a:endParaRPr lang="en-US" altLang="zh-TW" u="none">
              <a:solidFill>
                <a:schemeClr val="tx1"/>
              </a:solidFill>
              <a:cs typeface="Arial" panose="020B0604020202020204" pitchFamily="34" charset="0"/>
            </a:endParaRPr>
          </a:p>
        </p:txBody>
      </p:sp>
      <p:sp>
        <p:nvSpPr>
          <p:cNvPr id="2055" name="Rectangle 25">
            <a:extLst>
              <a:ext uri="{FF2B5EF4-FFF2-40B4-BE49-F238E27FC236}">
                <a16:creationId xmlns:a16="http://schemas.microsoft.com/office/drawing/2014/main" id="{9E58B46F-82F7-48DB-BCA2-600B391EBA27}"/>
              </a:ext>
            </a:extLst>
          </p:cNvPr>
          <p:cNvSpPr>
            <a:spLocks noChangeArrowheads="1"/>
          </p:cNvSpPr>
          <p:nvPr/>
        </p:nvSpPr>
        <p:spPr bwMode="auto">
          <a:xfrm>
            <a:off x="106363" y="6572250"/>
            <a:ext cx="631825" cy="212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fld id="{A2FD34A0-FF4C-463F-AA64-EED38D207E34}" type="datetime1">
              <a:rPr lang="en-US" altLang="zh-TW" u="none" smtClean="0">
                <a:solidFill>
                  <a:schemeClr val="tx1"/>
                </a:solidFill>
                <a:cs typeface="Arial" panose="020B0604020202020204" pitchFamily="34" charset="0"/>
              </a:rPr>
              <a:pPr eaLnBrk="1" hangingPunct="1">
                <a:defRPr/>
              </a:pPr>
              <a:t>2/29/2024</a:t>
            </a:fld>
            <a:endParaRPr lang="en-US" altLang="zh-TW" u="none">
              <a:solidFill>
                <a:schemeClr val="tx1"/>
              </a:solidFill>
              <a:cs typeface="Arial" panose="020B0604020202020204" pitchFamily="34" charset="0"/>
            </a:endParaRPr>
          </a:p>
        </p:txBody>
      </p:sp>
      <p:pic>
        <p:nvPicPr>
          <p:cNvPr id="5128" name="Picture 15" descr="logoyil30">
            <a:extLst>
              <a:ext uri="{FF2B5EF4-FFF2-40B4-BE49-F238E27FC236}">
                <a16:creationId xmlns:a16="http://schemas.microsoft.com/office/drawing/2014/main" id="{773BA3A9-91F0-4499-8350-B7088499C86F}"/>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3930650" y="214313"/>
            <a:ext cx="1143000" cy="1152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4081" r:id="rId1"/>
    <p:sldLayoutId id="2147484082" r:id="rId2"/>
    <p:sldLayoutId id="2147484083" r:id="rId3"/>
    <p:sldLayoutId id="2147484084" r:id="rId4"/>
    <p:sldLayoutId id="2147484085" r:id="rId5"/>
    <p:sldLayoutId id="2147484086" r:id="rId6"/>
    <p:sldLayoutId id="2147484087" r:id="rId7"/>
    <p:sldLayoutId id="2147484088" r:id="rId8"/>
    <p:sldLayoutId id="2147484089" r:id="rId9"/>
    <p:sldLayoutId id="2147484090" r:id="rId10"/>
    <p:sldLayoutId id="2147484091" r:id="rId11"/>
  </p:sldLayoutIdLst>
  <p:hf hdr="0" ftr="0"/>
  <p:txStyles>
    <p:titleStyle>
      <a:lvl1pPr algn="ctr" rtl="0" eaLnBrk="0" fontAlgn="base" hangingPunct="0">
        <a:spcBef>
          <a:spcPct val="0"/>
        </a:spcBef>
        <a:spcAft>
          <a:spcPct val="0"/>
        </a:spcAft>
        <a:defRPr kumimoji="1" sz="4400">
          <a:solidFill>
            <a:schemeClr val="tx2"/>
          </a:solidFill>
          <a:latin typeface="+mj-lt"/>
          <a:ea typeface="+mj-ea"/>
          <a:cs typeface="+mj-cs"/>
        </a:defRPr>
      </a:lvl1pPr>
      <a:lvl2pPr algn="ctr" rtl="0" eaLnBrk="0" fontAlgn="base" hangingPunct="0">
        <a:spcBef>
          <a:spcPct val="0"/>
        </a:spcBef>
        <a:spcAft>
          <a:spcPct val="0"/>
        </a:spcAft>
        <a:defRPr kumimoji="1" sz="4400">
          <a:solidFill>
            <a:schemeClr val="tx2"/>
          </a:solidFill>
          <a:latin typeface="Arial" pitchFamily="34" charset="0"/>
          <a:ea typeface="新細明體" pitchFamily="18" charset="-120"/>
        </a:defRPr>
      </a:lvl2pPr>
      <a:lvl3pPr algn="ctr" rtl="0" eaLnBrk="0" fontAlgn="base" hangingPunct="0">
        <a:spcBef>
          <a:spcPct val="0"/>
        </a:spcBef>
        <a:spcAft>
          <a:spcPct val="0"/>
        </a:spcAft>
        <a:defRPr kumimoji="1" sz="4400">
          <a:solidFill>
            <a:schemeClr val="tx2"/>
          </a:solidFill>
          <a:latin typeface="Arial" pitchFamily="34" charset="0"/>
          <a:ea typeface="新細明體" pitchFamily="18" charset="-120"/>
        </a:defRPr>
      </a:lvl3pPr>
      <a:lvl4pPr algn="ctr" rtl="0" eaLnBrk="0" fontAlgn="base" hangingPunct="0">
        <a:spcBef>
          <a:spcPct val="0"/>
        </a:spcBef>
        <a:spcAft>
          <a:spcPct val="0"/>
        </a:spcAft>
        <a:defRPr kumimoji="1" sz="4400">
          <a:solidFill>
            <a:schemeClr val="tx2"/>
          </a:solidFill>
          <a:latin typeface="Arial" pitchFamily="34" charset="0"/>
          <a:ea typeface="新細明體" pitchFamily="18" charset="-120"/>
        </a:defRPr>
      </a:lvl4pPr>
      <a:lvl5pPr algn="ctr" rtl="0" eaLnBrk="0" fontAlgn="base" hangingPunct="0">
        <a:spcBef>
          <a:spcPct val="0"/>
        </a:spcBef>
        <a:spcAft>
          <a:spcPct val="0"/>
        </a:spcAft>
        <a:defRPr kumimoji="1" sz="4400">
          <a:solidFill>
            <a:schemeClr val="tx2"/>
          </a:solidFill>
          <a:latin typeface="Arial" pitchFamily="34" charset="0"/>
          <a:ea typeface="新細明體" pitchFamily="18" charset="-120"/>
        </a:defRPr>
      </a:lvl5pPr>
      <a:lvl6pPr marL="457200" algn="ctr" rtl="0" eaLnBrk="1" fontAlgn="base" hangingPunct="1">
        <a:spcBef>
          <a:spcPct val="0"/>
        </a:spcBef>
        <a:spcAft>
          <a:spcPct val="0"/>
        </a:spcAft>
        <a:defRPr kumimoji="1" sz="4400">
          <a:solidFill>
            <a:schemeClr val="tx2"/>
          </a:solidFill>
          <a:latin typeface="Arial" pitchFamily="34" charset="0"/>
          <a:ea typeface="新細明體" pitchFamily="18" charset="-120"/>
        </a:defRPr>
      </a:lvl6pPr>
      <a:lvl7pPr marL="914400" algn="ctr" rtl="0" eaLnBrk="1" fontAlgn="base" hangingPunct="1">
        <a:spcBef>
          <a:spcPct val="0"/>
        </a:spcBef>
        <a:spcAft>
          <a:spcPct val="0"/>
        </a:spcAft>
        <a:defRPr kumimoji="1" sz="4400">
          <a:solidFill>
            <a:schemeClr val="tx2"/>
          </a:solidFill>
          <a:latin typeface="Arial" pitchFamily="34" charset="0"/>
          <a:ea typeface="新細明體" pitchFamily="18" charset="-120"/>
        </a:defRPr>
      </a:lvl7pPr>
      <a:lvl8pPr marL="1371600" algn="ctr" rtl="0" eaLnBrk="1" fontAlgn="base" hangingPunct="1">
        <a:spcBef>
          <a:spcPct val="0"/>
        </a:spcBef>
        <a:spcAft>
          <a:spcPct val="0"/>
        </a:spcAft>
        <a:defRPr kumimoji="1" sz="4400">
          <a:solidFill>
            <a:schemeClr val="tx2"/>
          </a:solidFill>
          <a:latin typeface="Arial" pitchFamily="34" charset="0"/>
          <a:ea typeface="新細明體" pitchFamily="18" charset="-120"/>
        </a:defRPr>
      </a:lvl8pPr>
      <a:lvl9pPr marL="1828800" algn="ctr" rtl="0" eaLnBrk="1" fontAlgn="base" hangingPunct="1">
        <a:spcBef>
          <a:spcPct val="0"/>
        </a:spcBef>
        <a:spcAft>
          <a:spcPct val="0"/>
        </a:spcAft>
        <a:defRPr kumimoji="1" sz="4400">
          <a:solidFill>
            <a:schemeClr val="tx2"/>
          </a:solidFill>
          <a:latin typeface="Arial" pitchFamily="34" charset="0"/>
          <a:ea typeface="新細明體" pitchFamily="18" charset="-120"/>
        </a:defRPr>
      </a:lvl9pPr>
    </p:titleStyle>
    <p:bodyStyle>
      <a:lvl1pPr marL="342900" indent="-342900" algn="l" rtl="0" eaLnBrk="0" fontAlgn="base" hangingPunct="0">
        <a:spcBef>
          <a:spcPct val="20000"/>
        </a:spcBef>
        <a:spcAft>
          <a:spcPct val="0"/>
        </a:spcAft>
        <a:buChar char="•"/>
        <a:defRPr kumimoji="1"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kumimoji="1" sz="2800">
          <a:solidFill>
            <a:schemeClr val="tx1"/>
          </a:solidFill>
          <a:latin typeface="+mn-lt"/>
          <a:ea typeface="+mn-ea"/>
        </a:defRPr>
      </a:lvl2pPr>
      <a:lvl3pPr marL="1143000" indent="-228600" algn="l" rtl="0" eaLnBrk="0" fontAlgn="base" hangingPunct="0">
        <a:spcBef>
          <a:spcPct val="20000"/>
        </a:spcBef>
        <a:spcAft>
          <a:spcPct val="0"/>
        </a:spcAft>
        <a:buChar char="•"/>
        <a:defRPr kumimoji="1" sz="2400">
          <a:solidFill>
            <a:schemeClr val="tx1"/>
          </a:solidFill>
          <a:latin typeface="+mn-lt"/>
          <a:ea typeface="+mn-ea"/>
        </a:defRPr>
      </a:lvl3pPr>
      <a:lvl4pPr marL="1600200" indent="-228600" algn="l" rtl="0" eaLnBrk="0" fontAlgn="base" hangingPunct="0">
        <a:spcBef>
          <a:spcPct val="20000"/>
        </a:spcBef>
        <a:spcAft>
          <a:spcPct val="0"/>
        </a:spcAft>
        <a:buChar char="–"/>
        <a:defRPr kumimoji="1" sz="2000">
          <a:solidFill>
            <a:schemeClr val="tx1"/>
          </a:solidFill>
          <a:latin typeface="+mn-lt"/>
          <a:ea typeface="+mn-ea"/>
        </a:defRPr>
      </a:lvl4pPr>
      <a:lvl5pPr marL="2057400" indent="-228600" algn="l" rtl="0" eaLnBrk="0" fontAlgn="base" hangingPunct="0">
        <a:spcBef>
          <a:spcPct val="20000"/>
        </a:spcBef>
        <a:spcAft>
          <a:spcPct val="0"/>
        </a:spcAft>
        <a:buChar char="»"/>
        <a:defRPr kumimoji="1" sz="2000">
          <a:solidFill>
            <a:schemeClr val="tx1"/>
          </a:solidFill>
          <a:latin typeface="+mn-lt"/>
          <a:ea typeface="+mn-ea"/>
        </a:defRPr>
      </a:lvl5pPr>
      <a:lvl6pPr marL="2514600" indent="-228600" algn="l" rtl="0" eaLnBrk="1" fontAlgn="base" hangingPunct="1">
        <a:spcBef>
          <a:spcPct val="20000"/>
        </a:spcBef>
        <a:spcAft>
          <a:spcPct val="0"/>
        </a:spcAft>
        <a:buChar char="»"/>
        <a:defRPr kumimoji="1" sz="2000">
          <a:solidFill>
            <a:schemeClr val="tx1"/>
          </a:solidFill>
          <a:latin typeface="+mn-lt"/>
          <a:ea typeface="+mn-ea"/>
        </a:defRPr>
      </a:lvl6pPr>
      <a:lvl7pPr marL="2971800" indent="-228600" algn="l" rtl="0" eaLnBrk="1" fontAlgn="base" hangingPunct="1">
        <a:spcBef>
          <a:spcPct val="20000"/>
        </a:spcBef>
        <a:spcAft>
          <a:spcPct val="0"/>
        </a:spcAft>
        <a:buChar char="»"/>
        <a:defRPr kumimoji="1" sz="2000">
          <a:solidFill>
            <a:schemeClr val="tx1"/>
          </a:solidFill>
          <a:latin typeface="+mn-lt"/>
          <a:ea typeface="+mn-ea"/>
        </a:defRPr>
      </a:lvl7pPr>
      <a:lvl8pPr marL="3429000" indent="-228600" algn="l" rtl="0" eaLnBrk="1" fontAlgn="base" hangingPunct="1">
        <a:spcBef>
          <a:spcPct val="20000"/>
        </a:spcBef>
        <a:spcAft>
          <a:spcPct val="0"/>
        </a:spcAft>
        <a:buChar char="»"/>
        <a:defRPr kumimoji="1" sz="2000">
          <a:solidFill>
            <a:schemeClr val="tx1"/>
          </a:solidFill>
          <a:latin typeface="+mn-lt"/>
          <a:ea typeface="+mn-ea"/>
        </a:defRPr>
      </a:lvl8pPr>
      <a:lvl9pPr marL="3886200" indent="-228600" algn="l" rtl="0" eaLnBrk="1" fontAlgn="base" hangingPunct="1">
        <a:spcBef>
          <a:spcPct val="20000"/>
        </a:spcBef>
        <a:spcAft>
          <a:spcPct val="0"/>
        </a:spcAft>
        <a:buChar char="»"/>
        <a:defRPr kumimoji="1" sz="2000">
          <a:solidFill>
            <a:schemeClr val="tx1"/>
          </a:solidFill>
          <a:latin typeface="+mn-lt"/>
          <a:ea typeface="+mn-ea"/>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Ref idx="1002">
        <a:schemeClr val="bg1"/>
      </p:bgRef>
    </p:bg>
    <p:spTree>
      <p:nvGrpSpPr>
        <p:cNvPr id="1" name=""/>
        <p:cNvGrpSpPr/>
        <p:nvPr/>
      </p:nvGrpSpPr>
      <p:grpSpPr>
        <a:xfrm>
          <a:off x="0" y="0"/>
          <a:ext cx="0" cy="0"/>
          <a:chOff x="0" y="0"/>
          <a:chExt cx="0" cy="0"/>
        </a:xfrm>
      </p:grpSpPr>
      <p:pic>
        <p:nvPicPr>
          <p:cNvPr id="1026" name="Picture 2" descr="\\DROBO-FS\QuickDrops\JB\PPTX NG\Droplets\LightingOverlay.png"/>
          <p:cNvPicPr>
            <a:picLocks noChangeAspect="1" noChangeArrowheads="1"/>
          </p:cNvPicPr>
          <p:nvPr/>
        </p:nvPicPr>
        <p:blipFill>
          <a:blip r:embed="rId21">
            <a:alphaModFix/>
            <a:extLst>
              <a:ext uri="{28A0092B-C50C-407E-A947-70E740481C1C}">
                <a14:useLocalDpi xmlns:a14="http://schemas.microsoft.com/office/drawing/2010/main" val="0"/>
              </a:ext>
            </a:extLst>
          </a:blip>
          <a:srcRect/>
          <a:stretch>
            <a:fillRect/>
          </a:stretch>
        </p:blipFill>
        <p:spPr bwMode="auto">
          <a:xfrm>
            <a:off x="1" y="-1"/>
            <a:ext cx="9144002" cy="6858001"/>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685332" y="618518"/>
            <a:ext cx="7773338" cy="1596177"/>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5331" y="2367094"/>
            <a:ext cx="7773339" cy="342410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759053" y="5883276"/>
            <a:ext cx="2057400" cy="365125"/>
          </a:xfrm>
          <a:prstGeom prst="rect">
            <a:avLst/>
          </a:prstGeom>
        </p:spPr>
        <p:txBody>
          <a:bodyPr vert="horz" lIns="91440" tIns="45720" rIns="91440" bIns="45720" rtlCol="0" anchor="ctr"/>
          <a:lstStyle>
            <a:lvl1pPr algn="r">
              <a:defRPr sz="1000">
                <a:solidFill>
                  <a:schemeClr val="tx1"/>
                </a:solidFill>
              </a:defRPr>
            </a:lvl1pPr>
          </a:lstStyle>
          <a:p>
            <a:pPr>
              <a:defRPr/>
            </a:pPr>
            <a:fld id="{F4AFC189-73F8-4706-AA45-7D354ED2B7AB}" type="datetime4">
              <a:rPr lang="en-US" altLang="en-US" smtClean="0"/>
              <a:t>February 29, 2024</a:t>
            </a:fld>
            <a:endParaRPr lang="en-US" altLang="en-US"/>
          </a:p>
        </p:txBody>
      </p:sp>
      <p:sp>
        <p:nvSpPr>
          <p:cNvPr id="5" name="Footer Placeholder 4"/>
          <p:cNvSpPr>
            <a:spLocks noGrp="1"/>
          </p:cNvSpPr>
          <p:nvPr>
            <p:ph type="ftr" sz="quarter" idx="3"/>
          </p:nvPr>
        </p:nvSpPr>
        <p:spPr>
          <a:xfrm>
            <a:off x="685331" y="5883276"/>
            <a:ext cx="5004665" cy="365125"/>
          </a:xfrm>
          <a:prstGeom prst="rect">
            <a:avLst/>
          </a:prstGeom>
        </p:spPr>
        <p:txBody>
          <a:bodyPr vert="horz" lIns="91440" tIns="45720" rIns="91440" bIns="45720" rtlCol="0" anchor="ctr"/>
          <a:lstStyle>
            <a:lvl1pPr algn="l">
              <a:defRPr sz="1000">
                <a:solidFill>
                  <a:schemeClr val="tx1"/>
                </a:solidFill>
              </a:defRPr>
            </a:lvl1pPr>
          </a:lstStyle>
          <a:p>
            <a:pPr>
              <a:defRPr/>
            </a:pPr>
            <a:endParaRPr lang="en-US" altLang="en-US"/>
          </a:p>
        </p:txBody>
      </p:sp>
      <p:sp>
        <p:nvSpPr>
          <p:cNvPr id="6" name="Slide Number Placeholder 5"/>
          <p:cNvSpPr>
            <a:spLocks noGrp="1"/>
          </p:cNvSpPr>
          <p:nvPr>
            <p:ph type="sldNum" sz="quarter" idx="4"/>
          </p:nvPr>
        </p:nvSpPr>
        <p:spPr>
          <a:xfrm>
            <a:off x="7885509" y="5883276"/>
            <a:ext cx="573161" cy="365125"/>
          </a:xfrm>
          <a:prstGeom prst="rect">
            <a:avLst/>
          </a:prstGeom>
        </p:spPr>
        <p:txBody>
          <a:bodyPr vert="horz" lIns="91440" tIns="45720" rIns="91440" bIns="45720" rtlCol="0" anchor="ctr"/>
          <a:lstStyle>
            <a:lvl1pPr algn="r">
              <a:defRPr sz="1000">
                <a:solidFill>
                  <a:schemeClr val="tx1"/>
                </a:solidFill>
              </a:defRPr>
            </a:lvl1pPr>
          </a:lstStyle>
          <a:p>
            <a:pPr>
              <a:defRPr/>
            </a:pPr>
            <a:fld id="{413338A4-F343-45A5-B376-B2CFBC9F9823}" type="slidenum">
              <a:rPr lang="en-US" altLang="en-US" smtClean="0"/>
              <a:pPr>
                <a:defRPr/>
              </a:pPr>
              <a:t>‹#›</a:t>
            </a:fld>
            <a:endParaRPr lang="en-US" altLang="en-US"/>
          </a:p>
        </p:txBody>
      </p:sp>
    </p:spTree>
    <p:extLst>
      <p:ext uri="{BB962C8B-B14F-4D97-AF65-F5344CB8AC3E}">
        <p14:creationId xmlns:p14="http://schemas.microsoft.com/office/powerpoint/2010/main" val="1682507621"/>
      </p:ext>
    </p:extLst>
  </p:cSld>
  <p:clrMap bg1="lt1" tx1="dk1" bg2="lt2" tx2="dk2" accent1="accent1" accent2="accent2" accent3="accent3" accent4="accent4" accent5="accent5" accent6="accent6" hlink="hlink" folHlink="folHlink"/>
  <p:sldLayoutIdLst>
    <p:sldLayoutId id="2147484093" r:id="rId1"/>
    <p:sldLayoutId id="2147484094" r:id="rId2"/>
    <p:sldLayoutId id="2147484095" r:id="rId3"/>
    <p:sldLayoutId id="2147484096" r:id="rId4"/>
    <p:sldLayoutId id="2147484097" r:id="rId5"/>
    <p:sldLayoutId id="2147484098" r:id="rId6"/>
    <p:sldLayoutId id="2147484099" r:id="rId7"/>
    <p:sldLayoutId id="2147484100" r:id="rId8"/>
    <p:sldLayoutId id="2147484101" r:id="rId9"/>
    <p:sldLayoutId id="2147484102" r:id="rId10"/>
    <p:sldLayoutId id="2147484103" r:id="rId11"/>
    <p:sldLayoutId id="2147484104" r:id="rId12"/>
    <p:sldLayoutId id="2147484105" r:id="rId13"/>
    <p:sldLayoutId id="2147484106" r:id="rId14"/>
    <p:sldLayoutId id="2147484107" r:id="rId15"/>
    <p:sldLayoutId id="2147484108" r:id="rId16"/>
    <p:sldLayoutId id="2147484109" r:id="rId17"/>
    <p:sldLayoutId id="2147484110" r:id="rId18"/>
    <p:sldLayoutId id="2147484111" r:id="rId19"/>
  </p:sldLayoutIdLst>
  <p:transition>
    <p:random/>
  </p:transition>
  <p:hf hdr="0" ftr="0"/>
  <p:txStyles>
    <p:titleStyle>
      <a:lvl1pPr algn="ctr" defTabSz="914400" rtl="0" eaLnBrk="1" latinLnBrk="0" hangingPunct="1">
        <a:lnSpc>
          <a:spcPct val="90000"/>
        </a:lnSpc>
        <a:spcBef>
          <a:spcPct val="0"/>
        </a:spcBef>
        <a:buNone/>
        <a:defRPr sz="3600" kern="1200" cap="all" baseline="0">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tx1"/>
        </a:buClr>
        <a:buFont typeface="Arial" panose="020B0604020202020204" pitchFamily="34" charset="0"/>
        <a:buChar char="•"/>
        <a:defRPr sz="2000" kern="1200" cap="all" baseline="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tx1"/>
        </a:buClr>
        <a:buFont typeface="Arial" panose="020B0604020202020204" pitchFamily="34" charset="0"/>
        <a:buChar char="•"/>
        <a:defRPr sz="1800" kern="1200" cap="all"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tx1"/>
        </a:buClr>
        <a:buFont typeface="Arial" panose="020B0604020202020204" pitchFamily="34" charset="0"/>
        <a:buChar char="•"/>
        <a:defRPr sz="1600" kern="1200" cap="all" baseline="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87.xml"/></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Layout" Target="../slideLayouts/slideLayout72.xml"/><Relationship Id="rId6" Type="http://schemas.openxmlformats.org/officeDocument/2006/relationships/image" Target="../media/image10.png"/><Relationship Id="rId5" Type="http://schemas.openxmlformats.org/officeDocument/2006/relationships/image" Target="../media/image9.svg"/><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Layout" Target="../slideLayouts/slideLayout72.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Layout" Target="../slideLayouts/slideLayout72.xml"/></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3.png"/><Relationship Id="rId1" Type="http://schemas.openxmlformats.org/officeDocument/2006/relationships/slideLayout" Target="../slideLayouts/slideLayout76.xml"/><Relationship Id="rId5" Type="http://schemas.openxmlformats.org/officeDocument/2006/relationships/image" Target="../media/image12.svg"/><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6.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8.xml"/></Relationships>
</file>

<file path=ppt/slides/_rels/slide1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8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8.xml"/></Relationships>
</file>

<file path=ppt/slides/_rels/slide15.xml.rels><?xml version="1.0" encoding="UTF-8" standalone="yes"?>
<Relationships xmlns="http://schemas.openxmlformats.org/package/2006/relationships"><Relationship Id="rId2" Type="http://schemas.openxmlformats.org/officeDocument/2006/relationships/image" Target="../media/image17.wmf"/><Relationship Id="rId1" Type="http://schemas.openxmlformats.org/officeDocument/2006/relationships/slideLayout" Target="../slideLayouts/slideLayout8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8.xml"/></Relationships>
</file>

<file path=ppt/slides/_rels/slide1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8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8.xml"/></Relationships>
</file>

<file path=ppt/slides/_rels/slide21.xml.rels><?xml version="1.0" encoding="UTF-8" standalone="yes"?>
<Relationships xmlns="http://schemas.openxmlformats.org/package/2006/relationships"><Relationship Id="rId3" Type="http://schemas.openxmlformats.org/officeDocument/2006/relationships/hyperlink" Target="https://www.uml-diagrams.org/uml-25-diagrams.html#behavior-diagram" TargetMode="External"/><Relationship Id="rId2" Type="http://schemas.openxmlformats.org/officeDocument/2006/relationships/hyperlink" Target="https://www.uml-diagrams.org/uml-25-diagrams.html#structure-diagram" TargetMode="External"/><Relationship Id="rId1" Type="http://schemas.openxmlformats.org/officeDocument/2006/relationships/slideLayout" Target="../slideLayouts/slideLayout88.xml"/></Relationships>
</file>

<file path=ppt/slides/_rels/slide2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8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8.xml"/></Relationships>
</file>

<file path=ppt/slides/_rels/slide30.xml.rels><?xml version="1.0" encoding="UTF-8" standalone="yes"?>
<Relationships xmlns="http://schemas.openxmlformats.org/package/2006/relationships"><Relationship Id="rId2" Type="http://schemas.openxmlformats.org/officeDocument/2006/relationships/image" Target="../media/image20.wmf"/><Relationship Id="rId1" Type="http://schemas.openxmlformats.org/officeDocument/2006/relationships/slideLayout" Target="../slideLayouts/slideLayout88.xml"/></Relationships>
</file>

<file path=ppt/slides/_rels/slide31.xml.rels><?xml version="1.0" encoding="UTF-8" standalone="yes"?>
<Relationships xmlns="http://schemas.openxmlformats.org/package/2006/relationships"><Relationship Id="rId3" Type="http://schemas.openxmlformats.org/officeDocument/2006/relationships/hyperlink" Target="https://www.lucidchart.com/pages/what-is-UML-unified-modeling-language/" TargetMode="External"/><Relationship Id="rId2" Type="http://schemas.openxmlformats.org/officeDocument/2006/relationships/hyperlink" Target="https://www.uml-diagrams.org/uml-25-diagrams.html" TargetMode="External"/><Relationship Id="rId1" Type="http://schemas.openxmlformats.org/officeDocument/2006/relationships/slideLayout" Target="../slideLayouts/slideLayout8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Title 9">
            <a:extLst>
              <a:ext uri="{FF2B5EF4-FFF2-40B4-BE49-F238E27FC236}">
                <a16:creationId xmlns:a16="http://schemas.microsoft.com/office/drawing/2014/main" id="{BFE811EB-6359-4C0C-BB1F-9DFD3BB1A495}"/>
              </a:ext>
            </a:extLst>
          </p:cNvPr>
          <p:cNvSpPr>
            <a:spLocks noGrp="1" noChangeArrowheads="1"/>
          </p:cNvSpPr>
          <p:nvPr>
            <p:ph type="title"/>
          </p:nvPr>
        </p:nvSpPr>
        <p:spPr>
          <a:xfrm>
            <a:off x="498475" y="1844675"/>
            <a:ext cx="7556500" cy="1719263"/>
          </a:xfrm>
        </p:spPr>
        <p:txBody>
          <a:bodyPr/>
          <a:lstStyle/>
          <a:p>
            <a:pPr algn="ctr" eaLnBrk="1" hangingPunct="1"/>
            <a:r>
              <a:rPr lang="en-US" altLang="en-US" b="1" dirty="0">
                <a:latin typeface="Georgia" panose="02040502050405020303" pitchFamily="18" charset="0"/>
              </a:rPr>
              <a:t>Software Design and </a:t>
            </a:r>
            <a:r>
              <a:rPr lang="en-US" altLang="en-US" b="1" dirty="0" err="1">
                <a:latin typeface="Georgia" panose="02040502050405020303" pitchFamily="18" charset="0"/>
              </a:rPr>
              <a:t>Arcitecture</a:t>
            </a:r>
            <a:r>
              <a:rPr lang="en-US" altLang="en-US" b="1" dirty="0">
                <a:latin typeface="Georgia" panose="02040502050405020303" pitchFamily="18" charset="0"/>
              </a:rPr>
              <a:t>(SDA)</a:t>
            </a:r>
            <a:br>
              <a:rPr lang="en-US" altLang="en-US" b="1" dirty="0">
                <a:latin typeface="Georgia" panose="02040502050405020303" pitchFamily="18" charset="0"/>
              </a:rPr>
            </a:br>
            <a:r>
              <a:rPr lang="en-US" altLang="en-US" sz="3200" dirty="0">
                <a:latin typeface="Georgia" panose="02040502050405020303" pitchFamily="18" charset="0"/>
              </a:rPr>
              <a:t>Lecture 2</a:t>
            </a:r>
            <a:endParaRPr lang="en-US" altLang="en-US" dirty="0"/>
          </a:p>
        </p:txBody>
      </p:sp>
      <p:sp>
        <p:nvSpPr>
          <p:cNvPr id="45059" name="Content Placeholder 10">
            <a:extLst>
              <a:ext uri="{FF2B5EF4-FFF2-40B4-BE49-F238E27FC236}">
                <a16:creationId xmlns:a16="http://schemas.microsoft.com/office/drawing/2014/main" id="{EBB3B385-0FFF-4B23-9F2A-6D64D633E1A6}"/>
              </a:ext>
            </a:extLst>
          </p:cNvPr>
          <p:cNvSpPr>
            <a:spLocks noGrp="1" noChangeArrowheads="1"/>
          </p:cNvSpPr>
          <p:nvPr>
            <p:ph idx="1"/>
          </p:nvPr>
        </p:nvSpPr>
        <p:spPr>
          <a:xfrm>
            <a:off x="498475" y="4076700"/>
            <a:ext cx="7556500" cy="2049463"/>
          </a:xfrm>
        </p:spPr>
        <p:txBody>
          <a:bodyPr/>
          <a:lstStyle/>
          <a:p>
            <a:pPr marL="0" indent="0" eaLnBrk="1" hangingPunct="1">
              <a:lnSpc>
                <a:spcPct val="90000"/>
              </a:lnSpc>
              <a:spcBef>
                <a:spcPts val="1000"/>
              </a:spcBef>
              <a:buClrTx/>
              <a:buSzTx/>
              <a:buFont typeface="Wingdings" panose="05000000000000000000" pitchFamily="2" charset="2"/>
              <a:buNone/>
            </a:pPr>
            <a:r>
              <a:rPr lang="en-US" altLang="en-US" sz="2400" dirty="0" err="1">
                <a:solidFill>
                  <a:srgbClr val="2E75B6"/>
                </a:solidFill>
                <a:latin typeface="Georgia" panose="02040502050405020303" pitchFamily="18" charset="0"/>
              </a:rPr>
              <a:t>Engr.Ramsha</a:t>
            </a:r>
            <a:r>
              <a:rPr lang="en-US" altLang="en-US" sz="2400" dirty="0">
                <a:solidFill>
                  <a:srgbClr val="2E75B6"/>
                </a:solidFill>
                <a:latin typeface="Georgia" panose="02040502050405020303" pitchFamily="18" charset="0"/>
              </a:rPr>
              <a:t> </a:t>
            </a:r>
            <a:r>
              <a:rPr lang="en-US" altLang="en-US" sz="2400" dirty="0" err="1">
                <a:solidFill>
                  <a:srgbClr val="2E75B6"/>
                </a:solidFill>
                <a:latin typeface="Georgia" panose="02040502050405020303" pitchFamily="18" charset="0"/>
              </a:rPr>
              <a:t>Mashood</a:t>
            </a:r>
            <a:endParaRPr lang="en-US" altLang="en-US" sz="2400" dirty="0">
              <a:solidFill>
                <a:srgbClr val="2E75B6"/>
              </a:solidFill>
              <a:latin typeface="Georgia" panose="02040502050405020303" pitchFamily="18" charset="0"/>
            </a:endParaRPr>
          </a:p>
          <a:p>
            <a:pPr marL="0" indent="0" eaLnBrk="1" hangingPunct="1">
              <a:lnSpc>
                <a:spcPct val="90000"/>
              </a:lnSpc>
              <a:spcBef>
                <a:spcPts val="1000"/>
              </a:spcBef>
              <a:buClrTx/>
              <a:buSzTx/>
              <a:buFont typeface="Wingdings" panose="05000000000000000000" pitchFamily="2" charset="2"/>
              <a:buNone/>
            </a:pPr>
            <a:r>
              <a:rPr lang="en-US" altLang="en-US" sz="1800" dirty="0">
                <a:solidFill>
                  <a:srgbClr val="2E75B6"/>
                </a:solidFill>
                <a:latin typeface="Georgia" panose="02040502050405020303" pitchFamily="18" charset="0"/>
              </a:rPr>
              <a:t>Senior Lecturer</a:t>
            </a:r>
          </a:p>
          <a:p>
            <a:pPr marL="0" indent="0" eaLnBrk="1" hangingPunct="1">
              <a:lnSpc>
                <a:spcPct val="90000"/>
              </a:lnSpc>
              <a:spcBef>
                <a:spcPts val="1000"/>
              </a:spcBef>
              <a:buClrTx/>
              <a:buSzTx/>
              <a:buFont typeface="Wingdings" panose="05000000000000000000" pitchFamily="2" charset="2"/>
              <a:buNone/>
            </a:pPr>
            <a:r>
              <a:rPr lang="en-US" altLang="en-US" sz="1800" dirty="0">
                <a:solidFill>
                  <a:srgbClr val="2E75B6"/>
                </a:solidFill>
                <a:latin typeface="Georgia" panose="02040502050405020303" pitchFamily="18" charset="0"/>
              </a:rPr>
              <a:t>Department of Software Engineering </a:t>
            </a:r>
          </a:p>
          <a:p>
            <a:pPr marL="0" indent="0" eaLnBrk="1" hangingPunct="1">
              <a:lnSpc>
                <a:spcPct val="90000"/>
              </a:lnSpc>
              <a:spcBef>
                <a:spcPts val="1000"/>
              </a:spcBef>
              <a:buClrTx/>
              <a:buSzTx/>
              <a:buFont typeface="Wingdings" panose="05000000000000000000" pitchFamily="2" charset="2"/>
              <a:buNone/>
            </a:pPr>
            <a:r>
              <a:rPr lang="en-US" altLang="en-US" sz="1800" dirty="0" err="1">
                <a:solidFill>
                  <a:srgbClr val="2E75B6"/>
                </a:solidFill>
                <a:latin typeface="Georgia" panose="02040502050405020303" pitchFamily="18" charset="0"/>
              </a:rPr>
              <a:t>Bahria</a:t>
            </a:r>
            <a:r>
              <a:rPr lang="en-US" altLang="en-US" sz="1800" dirty="0">
                <a:solidFill>
                  <a:srgbClr val="2E75B6"/>
                </a:solidFill>
                <a:latin typeface="Georgia" panose="02040502050405020303" pitchFamily="18" charset="0"/>
              </a:rPr>
              <a:t> University Karachi Campus</a:t>
            </a:r>
          </a:p>
        </p:txBody>
      </p:sp>
      <p:sp>
        <p:nvSpPr>
          <p:cNvPr id="4" name="Date Placeholder 3">
            <a:extLst>
              <a:ext uri="{FF2B5EF4-FFF2-40B4-BE49-F238E27FC236}">
                <a16:creationId xmlns:a16="http://schemas.microsoft.com/office/drawing/2014/main" id="{8609610F-C2C6-D01D-ACEC-C9F5EDDC7484}"/>
              </a:ext>
            </a:extLst>
          </p:cNvPr>
          <p:cNvSpPr>
            <a:spLocks noGrp="1"/>
          </p:cNvSpPr>
          <p:nvPr>
            <p:ph type="dt" sz="half" idx="10"/>
          </p:nvPr>
        </p:nvSpPr>
        <p:spPr/>
        <p:txBody>
          <a:bodyPr/>
          <a:lstStyle/>
          <a:p>
            <a:pPr>
              <a:defRPr/>
            </a:pPr>
            <a:fld id="{983F4EA4-54BB-403D-BA7A-E373D5B7151D}" type="datetime4">
              <a:rPr lang="en-US" altLang="en-US" smtClean="0"/>
              <a:t>February 29, 2024</a:t>
            </a:fld>
            <a:endParaRPr lang="en-US" altLang="en-US"/>
          </a:p>
        </p:txBody>
      </p:sp>
      <p:sp>
        <p:nvSpPr>
          <p:cNvPr id="5" name="Slide Number Placeholder 4">
            <a:extLst>
              <a:ext uri="{FF2B5EF4-FFF2-40B4-BE49-F238E27FC236}">
                <a16:creationId xmlns:a16="http://schemas.microsoft.com/office/drawing/2014/main" id="{62C4F6A9-306A-16D2-9547-434BD53B9AA2}"/>
              </a:ext>
            </a:extLst>
          </p:cNvPr>
          <p:cNvSpPr>
            <a:spLocks noGrp="1"/>
          </p:cNvSpPr>
          <p:nvPr>
            <p:ph type="sldNum" sz="quarter" idx="12"/>
          </p:nvPr>
        </p:nvSpPr>
        <p:spPr/>
        <p:txBody>
          <a:bodyPr/>
          <a:lstStyle/>
          <a:p>
            <a:pPr>
              <a:defRPr/>
            </a:pPr>
            <a:fld id="{5997FF75-9E45-4F6E-9E89-BE68C2AA7735}" type="slidenum">
              <a:rPr lang="en-US" altLang="en-US" smtClean="0"/>
              <a:pPr>
                <a:defRPr/>
              </a:pPr>
              <a:t>1</a:t>
            </a:fld>
            <a:endParaRPr lang="en-US" altLang="en-US"/>
          </a:p>
        </p:txBody>
      </p:sp>
      <p:pic>
        <p:nvPicPr>
          <p:cNvPr id="45060" name="Picture 11">
            <a:extLst>
              <a:ext uri="{FF2B5EF4-FFF2-40B4-BE49-F238E27FC236}">
                <a16:creationId xmlns:a16="http://schemas.microsoft.com/office/drawing/2014/main" id="{32C4D0F8-0285-41AA-876F-63D65A599AA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50975" y="0"/>
            <a:ext cx="4095750" cy="1114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p:random/>
  </p:transition>
</p:sld>
</file>

<file path=ppt/slides/slide2.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0000"/>
                <a:lumMod val="110000"/>
              </a:schemeClr>
            </a:gs>
            <a:gs pos="100000">
              <a:schemeClr val="bg1">
                <a:shade val="64000"/>
                <a:lumMod val="88000"/>
              </a:schemeClr>
            </a:gs>
          </a:gsLst>
          <a:lin ang="5400000" scaled="0"/>
        </a:gradFill>
        <a:effectLst/>
      </p:bgPr>
    </p:bg>
    <p:spTree>
      <p:nvGrpSpPr>
        <p:cNvPr id="1" name=""/>
        <p:cNvGrpSpPr/>
        <p:nvPr/>
      </p:nvGrpSpPr>
      <p:grpSpPr>
        <a:xfrm>
          <a:off x="0" y="0"/>
          <a:ext cx="0" cy="0"/>
          <a:chOff x="0" y="0"/>
          <a:chExt cx="0" cy="0"/>
        </a:xfrm>
      </p:grpSpPr>
      <p:pic>
        <p:nvPicPr>
          <p:cNvPr id="47125" name="Picture 2">
            <a:extLst>
              <a:ext uri="{FF2B5EF4-FFF2-40B4-BE49-F238E27FC236}">
                <a16:creationId xmlns:a16="http://schemas.microsoft.com/office/drawing/2014/main" id="{25496B42-CC46-4183-B481-887CD3E8C72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alphaModFix/>
            <a:extLst>
              <a:ext uri="{28A0092B-C50C-407E-A947-70E740481C1C}">
                <a14:useLocalDpi xmlns:a14="http://schemas.microsoft.com/office/drawing/2010/main" val="0"/>
              </a:ext>
            </a:extLst>
          </a:blip>
          <a:srcRect/>
          <a:stretch>
            <a:fillRect/>
          </a:stretch>
        </p:blipFill>
        <p:spPr bwMode="auto">
          <a:xfrm>
            <a:off x="0" y="-1"/>
            <a:ext cx="9144002" cy="6858001"/>
          </a:xfrm>
          <a:prstGeom prst="rect">
            <a:avLst/>
          </a:prstGeom>
          <a:noFill/>
          <a:extLst>
            <a:ext uri="{909E8E84-426E-40DD-AFC4-6F175D3DCCD1}">
              <a14:hiddenFill xmlns:a14="http://schemas.microsoft.com/office/drawing/2010/main">
                <a:solidFill>
                  <a:srgbClr val="FFFFFF"/>
                </a:solidFill>
              </a14:hiddenFill>
            </a:ext>
          </a:extLst>
        </p:spPr>
      </p:pic>
      <p:pic>
        <p:nvPicPr>
          <p:cNvPr id="47126" name="Picture 47125">
            <a:extLst>
              <a:ext uri="{FF2B5EF4-FFF2-40B4-BE49-F238E27FC236}">
                <a16:creationId xmlns:a16="http://schemas.microsoft.com/office/drawing/2014/main" id="{E2758CE0-F916-4DCE-88D1-71430BE441B2}"/>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useBgFill="1">
        <p:nvSpPr>
          <p:cNvPr id="47127" name="Rectangle 47126">
            <a:extLst>
              <a:ext uri="{FF2B5EF4-FFF2-40B4-BE49-F238E27FC236}">
                <a16:creationId xmlns:a16="http://schemas.microsoft.com/office/drawing/2014/main" id="{48EC41B9-2D25-48A6-BC40-DA8F79F3EB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7110" name="Graphic 47109" descr="Computer">
            <a:extLst>
              <a:ext uri="{FF2B5EF4-FFF2-40B4-BE49-F238E27FC236}">
                <a16:creationId xmlns:a16="http://schemas.microsoft.com/office/drawing/2014/main" id="{14C300E6-B83D-2777-C7EC-FD6CADA8E208}"/>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2946714" y="957486"/>
            <a:ext cx="3285330" cy="3285330"/>
          </a:xfrm>
          <a:prstGeom prst="roundRect">
            <a:avLst>
              <a:gd name="adj" fmla="val 5301"/>
            </a:avLst>
          </a:prstGeom>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pic>
      <p:pic>
        <p:nvPicPr>
          <p:cNvPr id="47128" name="Picture 47127">
            <a:extLst>
              <a:ext uri="{FF2B5EF4-FFF2-40B4-BE49-F238E27FC236}">
                <a16:creationId xmlns:a16="http://schemas.microsoft.com/office/drawing/2014/main" id="{F8F21547-A433-450A-B2A3-930DCFABD93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6">
            <a:extLst>
              <a:ext uri="{28A0092B-C50C-407E-A947-70E740481C1C}">
                <a14:useLocalDpi xmlns:a14="http://schemas.microsoft.com/office/drawing/2010/main" val="0"/>
              </a:ext>
            </a:extLst>
          </a:blip>
          <a:srcRect r="71324"/>
          <a:stretch/>
        </p:blipFill>
        <p:spPr>
          <a:xfrm>
            <a:off x="0" y="0"/>
            <a:ext cx="2622176" cy="6858000"/>
          </a:xfrm>
          <a:prstGeom prst="rect">
            <a:avLst/>
          </a:prstGeom>
        </p:spPr>
      </p:pic>
      <p:sp>
        <p:nvSpPr>
          <p:cNvPr id="47106" name="Title 9">
            <a:extLst>
              <a:ext uri="{FF2B5EF4-FFF2-40B4-BE49-F238E27FC236}">
                <a16:creationId xmlns:a16="http://schemas.microsoft.com/office/drawing/2014/main" id="{74FDEA82-9E3C-4D29-B2F9-0297DB5B62E7}"/>
              </a:ext>
            </a:extLst>
          </p:cNvPr>
          <p:cNvSpPr>
            <a:spLocks noGrp="1" noChangeArrowheads="1"/>
          </p:cNvSpPr>
          <p:nvPr>
            <p:ph type="title"/>
          </p:nvPr>
        </p:nvSpPr>
        <p:spPr>
          <a:xfrm>
            <a:off x="476408" y="4562855"/>
            <a:ext cx="8187274" cy="1137554"/>
          </a:xfrm>
        </p:spPr>
        <p:txBody>
          <a:bodyPr vert="horz" lIns="91440" tIns="45720" rIns="91440" bIns="45720" rtlCol="0" anchor="b">
            <a:normAutofit fontScale="90000"/>
          </a:bodyPr>
          <a:lstStyle/>
          <a:p>
            <a:r>
              <a:rPr lang="en-US" cap="small" dirty="0">
                <a:effectLst/>
                <a:latin typeface="Times New Roman" panose="02020603050405020304" pitchFamily="18" charset="0"/>
                <a:ea typeface="Times New Roman" panose="02020603050405020304" pitchFamily="18" charset="0"/>
              </a:rPr>
              <a:t>Design</a:t>
            </a:r>
            <a:r>
              <a:rPr lang="en-US" cap="small" spc="-25" dirty="0">
                <a:effectLst/>
                <a:latin typeface="Times New Roman" panose="02020603050405020304" pitchFamily="18" charset="0"/>
                <a:ea typeface="Times New Roman" panose="02020603050405020304" pitchFamily="18" charset="0"/>
              </a:rPr>
              <a:t> </a:t>
            </a:r>
            <a:r>
              <a:rPr lang="en-US" cap="small" dirty="0">
                <a:effectLst/>
                <a:latin typeface="Times New Roman" panose="02020603050405020304" pitchFamily="18" charset="0"/>
                <a:ea typeface="Times New Roman" panose="02020603050405020304" pitchFamily="18" charset="0"/>
              </a:rPr>
              <a:t>principles;</a:t>
            </a:r>
            <a:r>
              <a:rPr lang="en-US" cap="small" spc="-55" dirty="0">
                <a:effectLst/>
                <a:latin typeface="Times New Roman" panose="02020603050405020304" pitchFamily="18" charset="0"/>
                <a:ea typeface="Times New Roman" panose="02020603050405020304" pitchFamily="18" charset="0"/>
              </a:rPr>
              <a:t> </a:t>
            </a:r>
            <a:r>
              <a:rPr lang="en-US" cap="small" dirty="0">
                <a:effectLst/>
                <a:latin typeface="Times New Roman" panose="02020603050405020304" pitchFamily="18" charset="0"/>
                <a:ea typeface="Times New Roman" panose="02020603050405020304" pitchFamily="18" charset="0"/>
              </a:rPr>
              <a:t>Object-Oriented</a:t>
            </a:r>
            <a:r>
              <a:rPr lang="en-US" cap="small" spc="-15" dirty="0">
                <a:effectLst/>
                <a:latin typeface="Times New Roman" panose="02020603050405020304" pitchFamily="18" charset="0"/>
                <a:ea typeface="Times New Roman" panose="02020603050405020304" pitchFamily="18" charset="0"/>
              </a:rPr>
              <a:t> </a:t>
            </a:r>
            <a:r>
              <a:rPr lang="en-US" cap="small" dirty="0">
                <a:effectLst/>
                <a:latin typeface="Times New Roman" panose="02020603050405020304" pitchFamily="18" charset="0"/>
                <a:ea typeface="Times New Roman" panose="02020603050405020304" pitchFamily="18" charset="0"/>
              </a:rPr>
              <a:t>Design</a:t>
            </a:r>
            <a:r>
              <a:rPr lang="en-US" cap="small" spc="-15" dirty="0">
                <a:effectLst/>
                <a:latin typeface="Times New Roman" panose="02020603050405020304" pitchFamily="18" charset="0"/>
                <a:ea typeface="Times New Roman" panose="02020603050405020304" pitchFamily="18" charset="0"/>
              </a:rPr>
              <a:t> </a:t>
            </a:r>
            <a:r>
              <a:rPr lang="en-US" cap="small" dirty="0">
                <a:effectLst/>
                <a:latin typeface="Times New Roman" panose="02020603050405020304" pitchFamily="18" charset="0"/>
                <a:ea typeface="Times New Roman" panose="02020603050405020304" pitchFamily="18" charset="0"/>
              </a:rPr>
              <a:t>with</a:t>
            </a:r>
            <a:r>
              <a:rPr lang="en-US" cap="small" spc="-10" dirty="0">
                <a:effectLst/>
                <a:latin typeface="Times New Roman" panose="02020603050405020304" pitchFamily="18" charset="0"/>
                <a:ea typeface="Times New Roman" panose="02020603050405020304" pitchFamily="18" charset="0"/>
              </a:rPr>
              <a:t> </a:t>
            </a:r>
            <a:r>
              <a:rPr lang="en-US" cap="small" spc="-25" dirty="0">
                <a:effectLst/>
                <a:latin typeface="Times New Roman" panose="02020603050405020304" pitchFamily="18" charset="0"/>
                <a:ea typeface="Times New Roman" panose="02020603050405020304" pitchFamily="18" charset="0"/>
              </a:rPr>
              <a:t>UML</a:t>
            </a:r>
            <a:endParaRPr lang="en-US" altLang="en-US" sz="5400" b="1" dirty="0"/>
          </a:p>
        </p:txBody>
      </p:sp>
      <p:sp>
        <p:nvSpPr>
          <p:cNvPr id="4" name="Date Placeholder 3">
            <a:extLst>
              <a:ext uri="{FF2B5EF4-FFF2-40B4-BE49-F238E27FC236}">
                <a16:creationId xmlns:a16="http://schemas.microsoft.com/office/drawing/2014/main" id="{56B671C2-DB81-4A30-5231-D5B4B93E075A}"/>
              </a:ext>
            </a:extLst>
          </p:cNvPr>
          <p:cNvSpPr>
            <a:spLocks noGrp="1"/>
          </p:cNvSpPr>
          <p:nvPr>
            <p:ph type="dt" sz="half" idx="10"/>
          </p:nvPr>
        </p:nvSpPr>
        <p:spPr>
          <a:xfrm>
            <a:off x="5759052" y="6354825"/>
            <a:ext cx="2057400" cy="365125"/>
          </a:xfrm>
        </p:spPr>
        <p:txBody>
          <a:bodyPr vert="horz" lIns="91440" tIns="45720" rIns="91440" bIns="45720" rtlCol="0" anchor="ctr">
            <a:normAutofit/>
          </a:bodyPr>
          <a:lstStyle/>
          <a:p>
            <a:pPr eaLnBrk="1" hangingPunct="1">
              <a:spcAft>
                <a:spcPts val="600"/>
              </a:spcAft>
              <a:defRPr/>
            </a:pPr>
            <a:fld id="{43FCFCAC-74A5-48D0-A658-FE49EE2C0C91}" type="datetime4">
              <a:rPr lang="en-US" altLang="en-US" smtClean="0">
                <a:latin typeface="+mn-lt"/>
                <a:ea typeface="+mn-ea"/>
              </a:rPr>
              <a:pPr eaLnBrk="1" hangingPunct="1">
                <a:spcAft>
                  <a:spcPts val="600"/>
                </a:spcAft>
                <a:defRPr/>
              </a:pPr>
              <a:t>February 29, 2024</a:t>
            </a:fld>
            <a:endParaRPr lang="en-US" altLang="en-US">
              <a:latin typeface="+mn-lt"/>
              <a:ea typeface="+mn-ea"/>
            </a:endParaRPr>
          </a:p>
        </p:txBody>
      </p:sp>
      <p:pic>
        <p:nvPicPr>
          <p:cNvPr id="47129" name="Picture 47128">
            <a:extLst>
              <a:ext uri="{FF2B5EF4-FFF2-40B4-BE49-F238E27FC236}">
                <a16:creationId xmlns:a16="http://schemas.microsoft.com/office/drawing/2014/main" id="{A73B520B-D7E7-436A-B263-0682940B4FB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6">
            <a:extLst>
              <a:ext uri="{28A0092B-C50C-407E-A947-70E740481C1C}">
                <a14:useLocalDpi xmlns:a14="http://schemas.microsoft.com/office/drawing/2010/main" val="0"/>
              </a:ext>
            </a:extLst>
          </a:blip>
          <a:srcRect t="61810" r="21258"/>
          <a:stretch/>
        </p:blipFill>
        <p:spPr>
          <a:xfrm>
            <a:off x="0" y="4238951"/>
            <a:ext cx="7200177" cy="2619049"/>
          </a:xfrm>
          <a:prstGeom prst="rect">
            <a:avLst/>
          </a:prstGeom>
        </p:spPr>
      </p:pic>
      <p:sp>
        <p:nvSpPr>
          <p:cNvPr id="5" name="Slide Number Placeholder 4">
            <a:extLst>
              <a:ext uri="{FF2B5EF4-FFF2-40B4-BE49-F238E27FC236}">
                <a16:creationId xmlns:a16="http://schemas.microsoft.com/office/drawing/2014/main" id="{2C5FDA99-E5FE-3603-7621-A81A4AFD1D13}"/>
              </a:ext>
            </a:extLst>
          </p:cNvPr>
          <p:cNvSpPr>
            <a:spLocks noGrp="1"/>
          </p:cNvSpPr>
          <p:nvPr>
            <p:ph type="sldNum" sz="quarter" idx="12"/>
          </p:nvPr>
        </p:nvSpPr>
        <p:spPr>
          <a:xfrm>
            <a:off x="7885508" y="6354825"/>
            <a:ext cx="573161" cy="365125"/>
          </a:xfrm>
        </p:spPr>
        <p:txBody>
          <a:bodyPr vert="horz" lIns="91440" tIns="45720" rIns="91440" bIns="45720" rtlCol="0" anchor="ctr">
            <a:normAutofit/>
          </a:bodyPr>
          <a:lstStyle/>
          <a:p>
            <a:pPr eaLnBrk="1" hangingPunct="1">
              <a:spcAft>
                <a:spcPts val="600"/>
              </a:spcAft>
              <a:defRPr/>
            </a:pPr>
            <a:fld id="{04D8FD4F-45E7-4072-8800-E1C10689F0F2}" type="slidenum">
              <a:rPr lang="en-US" altLang="en-US" smtClean="0">
                <a:latin typeface="+mn-lt"/>
                <a:ea typeface="+mn-ea"/>
              </a:rPr>
              <a:pPr eaLnBrk="1" hangingPunct="1">
                <a:spcAft>
                  <a:spcPts val="600"/>
                </a:spcAft>
                <a:defRPr/>
              </a:pPr>
              <a:t>2</a:t>
            </a:fld>
            <a:endParaRPr lang="en-US" altLang="en-US">
              <a:latin typeface="+mn-lt"/>
              <a:ea typeface="+mn-ea"/>
            </a:endParaRPr>
          </a:p>
        </p:txBody>
      </p:sp>
    </p:spTree>
  </p:cSld>
  <p:clrMapOvr>
    <a:masterClrMapping/>
  </p:clrMapOvr>
  <p:transition>
    <p:random/>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pic>
        <p:nvPicPr>
          <p:cNvPr id="29" name="Picture 2">
            <a:extLst>
              <a:ext uri="{FF2B5EF4-FFF2-40B4-BE49-F238E27FC236}">
                <a16:creationId xmlns:a16="http://schemas.microsoft.com/office/drawing/2014/main" id="{9A0F0AC6-A89F-416B-9FA4-48E664065E73}"/>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alphaModFix/>
            <a:extLst>
              <a:ext uri="{28A0092B-C50C-407E-A947-70E740481C1C}">
                <a14:useLocalDpi xmlns:a14="http://schemas.microsoft.com/office/drawing/2010/main" val="0"/>
              </a:ext>
            </a:extLst>
          </a:blip>
          <a:srcRect/>
          <a:stretch>
            <a:fillRect/>
          </a:stretch>
        </p:blipFill>
        <p:spPr bwMode="auto">
          <a:xfrm>
            <a:off x="0" y="-1"/>
            <a:ext cx="9144002" cy="6858001"/>
          </a:xfrm>
          <a:prstGeom prst="rect">
            <a:avLst/>
          </a:prstGeom>
          <a:noFill/>
          <a:extLst>
            <a:ext uri="{909E8E84-426E-40DD-AFC4-6F175D3DCCD1}">
              <a14:hiddenFill xmlns:a14="http://schemas.microsoft.com/office/drawing/2010/main">
                <a:solidFill>
                  <a:srgbClr val="FFFFFF"/>
                </a:solidFill>
              </a14:hiddenFill>
            </a:ext>
          </a:extLst>
        </p:spPr>
      </p:pic>
      <p:pic>
        <p:nvPicPr>
          <p:cNvPr id="31" name="Picture 30">
            <a:extLst>
              <a:ext uri="{FF2B5EF4-FFF2-40B4-BE49-F238E27FC236}">
                <a16:creationId xmlns:a16="http://schemas.microsoft.com/office/drawing/2014/main" id="{C31AA009-40AD-4098-8AE7-680CA35C6EAA}"/>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useBgFill="1">
        <p:nvSpPr>
          <p:cNvPr id="33" name="Rectangle 32">
            <a:extLst>
              <a:ext uri="{FF2B5EF4-FFF2-40B4-BE49-F238E27FC236}">
                <a16:creationId xmlns:a16="http://schemas.microsoft.com/office/drawing/2014/main" id="{7826DDCA-6D09-4690-86AE-A65700C436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3999" cy="6858000"/>
          </a:xfrm>
          <a:prstGeom prst="rect">
            <a:avLst/>
          </a:prstGeom>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F2D3083-F665-79D5-01D6-D436EFD11F45}"/>
              </a:ext>
            </a:extLst>
          </p:cNvPr>
          <p:cNvSpPr>
            <a:spLocks noGrp="1"/>
          </p:cNvSpPr>
          <p:nvPr>
            <p:ph type="title"/>
          </p:nvPr>
        </p:nvSpPr>
        <p:spPr>
          <a:xfrm>
            <a:off x="723898" y="1346370"/>
            <a:ext cx="5168390" cy="1204068"/>
          </a:xfrm>
        </p:spPr>
        <p:txBody>
          <a:bodyPr vert="horz" lIns="91440" tIns="45720" rIns="91440" bIns="45720" rtlCol="0" anchor="b">
            <a:normAutofit/>
          </a:bodyPr>
          <a:lstStyle/>
          <a:p>
            <a:r>
              <a:rPr lang="en-US" sz="4800" dirty="0"/>
              <a:t>TEXT BOOK</a:t>
            </a:r>
          </a:p>
        </p:txBody>
      </p:sp>
      <p:sp>
        <p:nvSpPr>
          <p:cNvPr id="3" name="Text Placeholder 2">
            <a:extLst>
              <a:ext uri="{FF2B5EF4-FFF2-40B4-BE49-F238E27FC236}">
                <a16:creationId xmlns:a16="http://schemas.microsoft.com/office/drawing/2014/main" id="{7B8EF0A6-F4CE-6E83-EA87-4A4C0D1D9CD6}"/>
              </a:ext>
            </a:extLst>
          </p:cNvPr>
          <p:cNvSpPr>
            <a:spLocks noGrp="1"/>
          </p:cNvSpPr>
          <p:nvPr>
            <p:ph type="body" idx="1"/>
          </p:nvPr>
        </p:nvSpPr>
        <p:spPr>
          <a:xfrm>
            <a:off x="634741" y="2814350"/>
            <a:ext cx="5829302" cy="1371600"/>
          </a:xfrm>
        </p:spPr>
        <p:txBody>
          <a:bodyPr vert="horz" lIns="91440" tIns="45720" rIns="91440" bIns="45720" rtlCol="0">
            <a:normAutofit/>
          </a:bodyPr>
          <a:lstStyle/>
          <a:p>
            <a:pPr algn="l"/>
            <a:r>
              <a:rPr lang="en-US" dirty="0">
                <a:solidFill>
                  <a:schemeClr val="tx1"/>
                </a:solidFill>
              </a:rPr>
              <a:t>Object-Oriented Analysis, Design and Implementation, Brahma </a:t>
            </a:r>
            <a:r>
              <a:rPr lang="en-US" dirty="0" err="1">
                <a:solidFill>
                  <a:schemeClr val="tx1"/>
                </a:solidFill>
              </a:rPr>
              <a:t>Dathan</a:t>
            </a:r>
            <a:r>
              <a:rPr lang="en-US" dirty="0">
                <a:solidFill>
                  <a:schemeClr val="tx1"/>
                </a:solidFill>
              </a:rPr>
              <a:t>, Sarnath Ramnath, Latest Edition, Universities Press</a:t>
            </a:r>
          </a:p>
        </p:txBody>
      </p:sp>
      <p:sp>
        <p:nvSpPr>
          <p:cNvPr id="6" name="Date Placeholder 5">
            <a:extLst>
              <a:ext uri="{FF2B5EF4-FFF2-40B4-BE49-F238E27FC236}">
                <a16:creationId xmlns:a16="http://schemas.microsoft.com/office/drawing/2014/main" id="{CC9902F2-7AFE-9527-895D-BD9BF05AB446}"/>
              </a:ext>
            </a:extLst>
          </p:cNvPr>
          <p:cNvSpPr>
            <a:spLocks noGrp="1"/>
          </p:cNvSpPr>
          <p:nvPr>
            <p:ph type="dt" sz="half" idx="10"/>
          </p:nvPr>
        </p:nvSpPr>
        <p:spPr>
          <a:xfrm>
            <a:off x="3675268" y="981244"/>
            <a:ext cx="2217018" cy="365125"/>
          </a:xfrm>
        </p:spPr>
        <p:txBody>
          <a:bodyPr vert="horz" lIns="91440" tIns="45720" rIns="91440" bIns="45720" rtlCol="0" anchor="ctr">
            <a:normAutofit/>
          </a:bodyPr>
          <a:lstStyle/>
          <a:p>
            <a:pPr defTabSz="457200" eaLnBrk="1" hangingPunct="1">
              <a:spcAft>
                <a:spcPts val="600"/>
              </a:spcAft>
              <a:defRPr/>
            </a:pPr>
            <a:fld id="{AD74E148-B29D-4916-8C6E-569145F11FF2}" type="datetime4">
              <a:rPr lang="en-US" altLang="en-US" smtClean="0">
                <a:latin typeface="+mn-lt"/>
                <a:ea typeface="+mn-ea"/>
              </a:rPr>
              <a:pPr defTabSz="457200" eaLnBrk="1" hangingPunct="1">
                <a:spcAft>
                  <a:spcPts val="600"/>
                </a:spcAft>
                <a:defRPr/>
              </a:pPr>
              <a:t>February 29, 2024</a:t>
            </a:fld>
            <a:endParaRPr lang="en-US" altLang="en-US">
              <a:latin typeface="+mn-lt"/>
              <a:ea typeface="+mn-ea"/>
            </a:endParaRPr>
          </a:p>
        </p:txBody>
      </p:sp>
      <p:sp>
        <p:nvSpPr>
          <p:cNvPr id="7" name="Slide Number Placeholder 6">
            <a:extLst>
              <a:ext uri="{FF2B5EF4-FFF2-40B4-BE49-F238E27FC236}">
                <a16:creationId xmlns:a16="http://schemas.microsoft.com/office/drawing/2014/main" id="{BE82B9DC-CF2F-9827-7048-6C4E42B54164}"/>
              </a:ext>
            </a:extLst>
          </p:cNvPr>
          <p:cNvSpPr>
            <a:spLocks noGrp="1"/>
          </p:cNvSpPr>
          <p:nvPr>
            <p:ph type="sldNum" sz="quarter" idx="12"/>
          </p:nvPr>
        </p:nvSpPr>
        <p:spPr>
          <a:xfrm>
            <a:off x="5892287" y="981244"/>
            <a:ext cx="482599" cy="365125"/>
          </a:xfrm>
        </p:spPr>
        <p:txBody>
          <a:bodyPr vert="horz" lIns="91440" tIns="45720" rIns="91440" bIns="45720" rtlCol="0" anchor="ctr">
            <a:normAutofit/>
          </a:bodyPr>
          <a:lstStyle/>
          <a:p>
            <a:pPr defTabSz="457200" eaLnBrk="1" hangingPunct="1">
              <a:spcAft>
                <a:spcPts val="600"/>
              </a:spcAft>
              <a:defRPr/>
            </a:pPr>
            <a:fld id="{04D8FD4F-45E7-4072-8800-E1C10689F0F2}" type="slidenum">
              <a:rPr lang="en-US" altLang="en-US" kern="1200" dirty="0">
                <a:solidFill>
                  <a:schemeClr val="tx1"/>
                </a:solidFill>
                <a:latin typeface="+mn-lt"/>
                <a:ea typeface="+mn-ea"/>
                <a:cs typeface="+mn-cs"/>
              </a:rPr>
              <a:pPr defTabSz="457200" eaLnBrk="1" hangingPunct="1">
                <a:spcAft>
                  <a:spcPts val="600"/>
                </a:spcAft>
                <a:defRPr/>
              </a:pPr>
              <a:t>3</a:t>
            </a:fld>
            <a:endParaRPr lang="en-US" altLang="en-US" kern="1200" dirty="0">
              <a:solidFill>
                <a:schemeClr val="tx1"/>
              </a:solidFill>
              <a:latin typeface="+mn-lt"/>
              <a:ea typeface="+mn-ea"/>
              <a:cs typeface="+mn-cs"/>
            </a:endParaRPr>
          </a:p>
        </p:txBody>
      </p:sp>
      <p:sp useBgFill="1">
        <p:nvSpPr>
          <p:cNvPr id="35" name="Rectangle 34">
            <a:extLst>
              <a:ext uri="{FF2B5EF4-FFF2-40B4-BE49-F238E27FC236}">
                <a16:creationId xmlns:a16="http://schemas.microsoft.com/office/drawing/2014/main" id="{48D94113-B99D-4827-8468-42C0869DD6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098784" y="0"/>
            <a:ext cx="2045215" cy="6858000"/>
          </a:xfrm>
          <a:prstGeom prst="rect">
            <a:avLst/>
          </a:prstGeom>
          <a:ln>
            <a:noFill/>
          </a:ln>
          <a:effectLst>
            <a:outerShdw blurRad="88900" dist="25400" dir="10800000" algn="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0D97E19A-F48B-4D56-A949-3A826CF00A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098784" y="0"/>
            <a:ext cx="2045216" cy="6858000"/>
          </a:xfrm>
          <a:prstGeom prst="rect">
            <a:avLst/>
          </a:prstGeom>
          <a:solidFill>
            <a:schemeClr val="tx2">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9" name="Picture 38">
            <a:extLst>
              <a:ext uri="{FF2B5EF4-FFF2-40B4-BE49-F238E27FC236}">
                <a16:creationId xmlns:a16="http://schemas.microsoft.com/office/drawing/2014/main" id="{E5B1C489-3520-454E-BCE4-DE06A472FFFA}"/>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l="15620" t="1120" r="54326" b="73832"/>
          <a:stretch/>
        </p:blipFill>
        <p:spPr>
          <a:xfrm>
            <a:off x="7098785" y="4417"/>
            <a:ext cx="1738843" cy="1086886"/>
          </a:xfrm>
          <a:prstGeom prst="rect">
            <a:avLst/>
          </a:prstGeom>
        </p:spPr>
      </p:pic>
      <p:pic>
        <p:nvPicPr>
          <p:cNvPr id="41" name="Picture 40">
            <a:extLst>
              <a:ext uri="{FF2B5EF4-FFF2-40B4-BE49-F238E27FC236}">
                <a16:creationId xmlns:a16="http://schemas.microsoft.com/office/drawing/2014/main" id="{29CDFDB7-75F8-4CF5-A2D6-59A1D862328A}"/>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l="73623" t="43915" r="1" b="10213"/>
          <a:stretch/>
        </p:blipFill>
        <p:spPr>
          <a:xfrm>
            <a:off x="7459132" y="3287359"/>
            <a:ext cx="1684868" cy="2197653"/>
          </a:xfrm>
          <a:prstGeom prst="rect">
            <a:avLst/>
          </a:prstGeom>
        </p:spPr>
      </p:pic>
      <p:pic>
        <p:nvPicPr>
          <p:cNvPr id="43" name="Picture 42">
            <a:extLst>
              <a:ext uri="{FF2B5EF4-FFF2-40B4-BE49-F238E27FC236}">
                <a16:creationId xmlns:a16="http://schemas.microsoft.com/office/drawing/2014/main" id="{A1EE895C-73D3-4A38-BD82-6A056D25316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l="46466" t="75007" r="30510"/>
          <a:stretch/>
        </p:blipFill>
        <p:spPr>
          <a:xfrm>
            <a:off x="7911445" y="2550437"/>
            <a:ext cx="1232555" cy="1003467"/>
          </a:xfrm>
          <a:custGeom>
            <a:avLst/>
            <a:gdLst>
              <a:gd name="connsiteX0" fmla="*/ 2051608 w 4103216"/>
              <a:gd name="connsiteY0" fmla="*/ 0 h 1714050"/>
              <a:gd name="connsiteX1" fmla="*/ 4103216 w 4103216"/>
              <a:gd name="connsiteY1" fmla="*/ 1266738 h 1714050"/>
              <a:gd name="connsiteX2" fmla="*/ 4010980 w 4103216"/>
              <a:gd name="connsiteY2" fmla="*/ 1643427 h 1714050"/>
              <a:gd name="connsiteX3" fmla="*/ 3969116 w 4103216"/>
              <a:gd name="connsiteY3" fmla="*/ 1714050 h 1714050"/>
              <a:gd name="connsiteX4" fmla="*/ 134100 w 4103216"/>
              <a:gd name="connsiteY4" fmla="*/ 1714050 h 1714050"/>
              <a:gd name="connsiteX5" fmla="*/ 92237 w 4103216"/>
              <a:gd name="connsiteY5" fmla="*/ 1643427 h 1714050"/>
              <a:gd name="connsiteX6" fmla="*/ 0 w 4103216"/>
              <a:gd name="connsiteY6" fmla="*/ 1266738 h 1714050"/>
              <a:gd name="connsiteX7" fmla="*/ 2051608 w 4103216"/>
              <a:gd name="connsiteY7" fmla="*/ 0 h 1714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103216" h="1714050">
                <a:moveTo>
                  <a:pt x="2051608" y="0"/>
                </a:moveTo>
                <a:cubicBezTo>
                  <a:pt x="3184680" y="0"/>
                  <a:pt x="4103216" y="567138"/>
                  <a:pt x="4103216" y="1266738"/>
                </a:cubicBezTo>
                <a:cubicBezTo>
                  <a:pt x="4103216" y="1397913"/>
                  <a:pt x="4070924" y="1524431"/>
                  <a:pt x="4010980" y="1643427"/>
                </a:cubicBezTo>
                <a:lnTo>
                  <a:pt x="3969116" y="1714050"/>
                </a:lnTo>
                <a:lnTo>
                  <a:pt x="134100" y="1714050"/>
                </a:lnTo>
                <a:lnTo>
                  <a:pt x="92237" y="1643427"/>
                </a:lnTo>
                <a:cubicBezTo>
                  <a:pt x="32293" y="1524431"/>
                  <a:pt x="0" y="1397913"/>
                  <a:pt x="0" y="1266738"/>
                </a:cubicBezTo>
                <a:cubicBezTo>
                  <a:pt x="0" y="567138"/>
                  <a:pt x="918536" y="0"/>
                  <a:pt x="2051608" y="0"/>
                </a:cubicBezTo>
                <a:close/>
              </a:path>
            </a:pathLst>
          </a:custGeom>
        </p:spPr>
      </p:pic>
      <p:pic>
        <p:nvPicPr>
          <p:cNvPr id="45" name="Picture 44">
            <a:extLst>
              <a:ext uri="{FF2B5EF4-FFF2-40B4-BE49-F238E27FC236}">
                <a16:creationId xmlns:a16="http://schemas.microsoft.com/office/drawing/2014/main" id="{68FD3076-E852-4125-BBED-3FB31599F413}"/>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l="68940" t="81531" r="19879"/>
          <a:stretch/>
        </p:blipFill>
        <p:spPr>
          <a:xfrm>
            <a:off x="7098786" y="5597114"/>
            <a:ext cx="1017693" cy="1260885"/>
          </a:xfrm>
          <a:custGeom>
            <a:avLst/>
            <a:gdLst>
              <a:gd name="connsiteX0" fmla="*/ 2051608 w 4103216"/>
              <a:gd name="connsiteY0" fmla="*/ 0 h 1714050"/>
              <a:gd name="connsiteX1" fmla="*/ 4103216 w 4103216"/>
              <a:gd name="connsiteY1" fmla="*/ 1266738 h 1714050"/>
              <a:gd name="connsiteX2" fmla="*/ 4010980 w 4103216"/>
              <a:gd name="connsiteY2" fmla="*/ 1643427 h 1714050"/>
              <a:gd name="connsiteX3" fmla="*/ 3969116 w 4103216"/>
              <a:gd name="connsiteY3" fmla="*/ 1714050 h 1714050"/>
              <a:gd name="connsiteX4" fmla="*/ 134100 w 4103216"/>
              <a:gd name="connsiteY4" fmla="*/ 1714050 h 1714050"/>
              <a:gd name="connsiteX5" fmla="*/ 92237 w 4103216"/>
              <a:gd name="connsiteY5" fmla="*/ 1643427 h 1714050"/>
              <a:gd name="connsiteX6" fmla="*/ 0 w 4103216"/>
              <a:gd name="connsiteY6" fmla="*/ 1266738 h 1714050"/>
              <a:gd name="connsiteX7" fmla="*/ 2051608 w 4103216"/>
              <a:gd name="connsiteY7" fmla="*/ 0 h 1714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103216" h="1714050">
                <a:moveTo>
                  <a:pt x="2051608" y="0"/>
                </a:moveTo>
                <a:cubicBezTo>
                  <a:pt x="3184680" y="0"/>
                  <a:pt x="4103216" y="567138"/>
                  <a:pt x="4103216" y="1266738"/>
                </a:cubicBezTo>
                <a:cubicBezTo>
                  <a:pt x="4103216" y="1397913"/>
                  <a:pt x="4070924" y="1524431"/>
                  <a:pt x="4010980" y="1643427"/>
                </a:cubicBezTo>
                <a:lnTo>
                  <a:pt x="3969116" y="1714050"/>
                </a:lnTo>
                <a:lnTo>
                  <a:pt x="134100" y="1714050"/>
                </a:lnTo>
                <a:lnTo>
                  <a:pt x="92237" y="1643427"/>
                </a:lnTo>
                <a:cubicBezTo>
                  <a:pt x="32293" y="1524431"/>
                  <a:pt x="0" y="1397913"/>
                  <a:pt x="0" y="1266738"/>
                </a:cubicBezTo>
                <a:cubicBezTo>
                  <a:pt x="0" y="567138"/>
                  <a:pt x="918536" y="0"/>
                  <a:pt x="2051608" y="0"/>
                </a:cubicBezTo>
                <a:close/>
              </a:path>
            </a:pathLst>
          </a:custGeom>
        </p:spPr>
      </p:pic>
    </p:spTree>
    <p:extLst>
      <p:ext uri="{BB962C8B-B14F-4D97-AF65-F5344CB8AC3E}">
        <p14:creationId xmlns:p14="http://schemas.microsoft.com/office/powerpoint/2010/main" val="2238733378"/>
      </p:ext>
    </p:extLst>
  </p:cSld>
  <p:clrMapOvr>
    <a:overrideClrMapping bg1="dk1" tx1="lt1" bg2="dk2" tx2="lt2" accent1="accent1" accent2="accent2" accent3="accent3" accent4="accent4" accent5="accent5" accent6="accent6" hlink="hlink" folHlink="folHlink"/>
  </p:clrMapOvr>
  <p:transition>
    <p:random/>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1545423D-879D-D976-6761-F9C5932A8CB5}"/>
            </a:ext>
          </a:extLst>
        </p:cNvPr>
        <p:cNvGrpSpPr/>
        <p:nvPr/>
      </p:nvGrpSpPr>
      <p:grpSpPr>
        <a:xfrm>
          <a:off x="0" y="0"/>
          <a:ext cx="0" cy="0"/>
          <a:chOff x="0" y="0"/>
          <a:chExt cx="0" cy="0"/>
        </a:xfrm>
      </p:grpSpPr>
      <p:pic>
        <p:nvPicPr>
          <p:cNvPr id="29" name="Picture 2">
            <a:extLst>
              <a:ext uri="{FF2B5EF4-FFF2-40B4-BE49-F238E27FC236}">
                <a16:creationId xmlns:a16="http://schemas.microsoft.com/office/drawing/2014/main" id="{65B8BE72-5B7E-C6C1-D29D-CD58F976AD12}"/>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alphaModFix/>
            <a:extLst>
              <a:ext uri="{28A0092B-C50C-407E-A947-70E740481C1C}">
                <a14:useLocalDpi xmlns:a14="http://schemas.microsoft.com/office/drawing/2010/main" val="0"/>
              </a:ext>
            </a:extLst>
          </a:blip>
          <a:srcRect/>
          <a:stretch>
            <a:fillRect/>
          </a:stretch>
        </p:blipFill>
        <p:spPr bwMode="auto">
          <a:xfrm>
            <a:off x="0" y="-1"/>
            <a:ext cx="9144002" cy="6858001"/>
          </a:xfrm>
          <a:prstGeom prst="rect">
            <a:avLst/>
          </a:prstGeom>
          <a:noFill/>
          <a:extLst>
            <a:ext uri="{909E8E84-426E-40DD-AFC4-6F175D3DCCD1}">
              <a14:hiddenFill xmlns:a14="http://schemas.microsoft.com/office/drawing/2010/main">
                <a:solidFill>
                  <a:srgbClr val="FFFFFF"/>
                </a:solidFill>
              </a14:hiddenFill>
            </a:ext>
          </a:extLst>
        </p:spPr>
      </p:pic>
      <p:pic>
        <p:nvPicPr>
          <p:cNvPr id="31" name="Picture 30">
            <a:extLst>
              <a:ext uri="{FF2B5EF4-FFF2-40B4-BE49-F238E27FC236}">
                <a16:creationId xmlns:a16="http://schemas.microsoft.com/office/drawing/2014/main" id="{07577F0F-021A-7CB8-895B-5507A23E4C8D}"/>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useBgFill="1">
        <p:nvSpPr>
          <p:cNvPr id="33" name="Rectangle 32">
            <a:extLst>
              <a:ext uri="{FF2B5EF4-FFF2-40B4-BE49-F238E27FC236}">
                <a16:creationId xmlns:a16="http://schemas.microsoft.com/office/drawing/2014/main" id="{6454EE20-C2EA-29E6-F7A7-C1EC2C439D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3999" cy="6858000"/>
          </a:xfrm>
          <a:prstGeom prst="rect">
            <a:avLst/>
          </a:prstGeom>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C98600B-CE1C-5C69-47AF-C7AA51EF874A}"/>
              </a:ext>
            </a:extLst>
          </p:cNvPr>
          <p:cNvSpPr>
            <a:spLocks noGrp="1"/>
          </p:cNvSpPr>
          <p:nvPr>
            <p:ph type="title"/>
          </p:nvPr>
        </p:nvSpPr>
        <p:spPr>
          <a:xfrm>
            <a:off x="723898" y="1346370"/>
            <a:ext cx="5168390" cy="1204068"/>
          </a:xfrm>
        </p:spPr>
        <p:txBody>
          <a:bodyPr vert="horz" lIns="91440" tIns="45720" rIns="91440" bIns="45720" rtlCol="0" anchor="b">
            <a:normAutofit/>
          </a:bodyPr>
          <a:lstStyle/>
          <a:p>
            <a:r>
              <a:rPr lang="en-US" sz="4800" dirty="0"/>
              <a:t>REFERENCE BOOK</a:t>
            </a:r>
          </a:p>
        </p:txBody>
      </p:sp>
      <p:sp>
        <p:nvSpPr>
          <p:cNvPr id="3" name="Text Placeholder 2">
            <a:extLst>
              <a:ext uri="{FF2B5EF4-FFF2-40B4-BE49-F238E27FC236}">
                <a16:creationId xmlns:a16="http://schemas.microsoft.com/office/drawing/2014/main" id="{077549C1-2FE2-72C5-D143-5EB095B188C3}"/>
              </a:ext>
            </a:extLst>
          </p:cNvPr>
          <p:cNvSpPr>
            <a:spLocks noGrp="1"/>
          </p:cNvSpPr>
          <p:nvPr>
            <p:ph type="body" idx="1"/>
          </p:nvPr>
        </p:nvSpPr>
        <p:spPr>
          <a:xfrm>
            <a:off x="634741" y="2814350"/>
            <a:ext cx="6147060" cy="1371600"/>
          </a:xfrm>
        </p:spPr>
        <p:txBody>
          <a:bodyPr vert="horz" lIns="91440" tIns="45720" rIns="91440" bIns="45720" rtlCol="0">
            <a:noAutofit/>
          </a:bodyPr>
          <a:lstStyle/>
          <a:p>
            <a:pPr algn="just">
              <a:lnSpc>
                <a:spcPct val="130000"/>
              </a:lnSpc>
            </a:pPr>
            <a:r>
              <a:rPr lang="en-US" sz="1800" dirty="0">
                <a:solidFill>
                  <a:schemeClr val="tx1"/>
                </a:solidFill>
              </a:rPr>
              <a:t>2. Software Engineering: A Practitioner’s Approach, Roger S. Pressman, Bruce R. Maxim, 8th Ed, McGraw-Hill Education, 2015. 3. </a:t>
            </a:r>
          </a:p>
          <a:p>
            <a:pPr algn="just">
              <a:lnSpc>
                <a:spcPct val="130000"/>
              </a:lnSpc>
            </a:pPr>
            <a:r>
              <a:rPr lang="en-US" sz="1800" dirty="0">
                <a:solidFill>
                  <a:schemeClr val="tx1"/>
                </a:solidFill>
              </a:rPr>
              <a:t>3. Essential Software Architecture, Gorton I., latest Edition, Springer – Verlag</a:t>
            </a:r>
          </a:p>
        </p:txBody>
      </p:sp>
      <p:sp>
        <p:nvSpPr>
          <p:cNvPr id="6" name="Date Placeholder 5">
            <a:extLst>
              <a:ext uri="{FF2B5EF4-FFF2-40B4-BE49-F238E27FC236}">
                <a16:creationId xmlns:a16="http://schemas.microsoft.com/office/drawing/2014/main" id="{D108F121-032C-C102-D1D3-DBF4DB947346}"/>
              </a:ext>
            </a:extLst>
          </p:cNvPr>
          <p:cNvSpPr>
            <a:spLocks noGrp="1"/>
          </p:cNvSpPr>
          <p:nvPr>
            <p:ph type="dt" sz="half" idx="10"/>
          </p:nvPr>
        </p:nvSpPr>
        <p:spPr>
          <a:xfrm>
            <a:off x="3675268" y="981244"/>
            <a:ext cx="2217018" cy="365125"/>
          </a:xfrm>
        </p:spPr>
        <p:txBody>
          <a:bodyPr vert="horz" lIns="91440" tIns="45720" rIns="91440" bIns="45720" rtlCol="0" anchor="ctr">
            <a:normAutofit/>
          </a:bodyPr>
          <a:lstStyle/>
          <a:p>
            <a:pPr defTabSz="457200" eaLnBrk="1" hangingPunct="1">
              <a:spcAft>
                <a:spcPts val="600"/>
              </a:spcAft>
              <a:defRPr/>
            </a:pPr>
            <a:fld id="{AD74E148-B29D-4916-8C6E-569145F11FF2}" type="datetime4">
              <a:rPr lang="en-US" altLang="en-US" smtClean="0">
                <a:latin typeface="+mn-lt"/>
                <a:ea typeface="+mn-ea"/>
              </a:rPr>
              <a:pPr defTabSz="457200" eaLnBrk="1" hangingPunct="1">
                <a:spcAft>
                  <a:spcPts val="600"/>
                </a:spcAft>
                <a:defRPr/>
              </a:pPr>
              <a:t>February 29, 2024</a:t>
            </a:fld>
            <a:endParaRPr lang="en-US" altLang="en-US">
              <a:latin typeface="+mn-lt"/>
              <a:ea typeface="+mn-ea"/>
            </a:endParaRPr>
          </a:p>
        </p:txBody>
      </p:sp>
      <p:sp>
        <p:nvSpPr>
          <p:cNvPr id="7" name="Slide Number Placeholder 6">
            <a:extLst>
              <a:ext uri="{FF2B5EF4-FFF2-40B4-BE49-F238E27FC236}">
                <a16:creationId xmlns:a16="http://schemas.microsoft.com/office/drawing/2014/main" id="{70641879-EF71-BB79-DE0F-8F7510E4BAAB}"/>
              </a:ext>
            </a:extLst>
          </p:cNvPr>
          <p:cNvSpPr>
            <a:spLocks noGrp="1"/>
          </p:cNvSpPr>
          <p:nvPr>
            <p:ph type="sldNum" sz="quarter" idx="12"/>
          </p:nvPr>
        </p:nvSpPr>
        <p:spPr>
          <a:xfrm>
            <a:off x="5892287" y="981244"/>
            <a:ext cx="482599" cy="365125"/>
          </a:xfrm>
        </p:spPr>
        <p:txBody>
          <a:bodyPr vert="horz" lIns="91440" tIns="45720" rIns="91440" bIns="45720" rtlCol="0" anchor="ctr">
            <a:normAutofit/>
          </a:bodyPr>
          <a:lstStyle/>
          <a:p>
            <a:pPr defTabSz="457200" eaLnBrk="1" hangingPunct="1">
              <a:spcAft>
                <a:spcPts val="600"/>
              </a:spcAft>
              <a:defRPr/>
            </a:pPr>
            <a:fld id="{04D8FD4F-45E7-4072-8800-E1C10689F0F2}" type="slidenum">
              <a:rPr lang="en-US" altLang="en-US" kern="1200" dirty="0">
                <a:solidFill>
                  <a:schemeClr val="tx1"/>
                </a:solidFill>
                <a:latin typeface="+mn-lt"/>
                <a:ea typeface="+mn-ea"/>
                <a:cs typeface="+mn-cs"/>
              </a:rPr>
              <a:pPr defTabSz="457200" eaLnBrk="1" hangingPunct="1">
                <a:spcAft>
                  <a:spcPts val="600"/>
                </a:spcAft>
                <a:defRPr/>
              </a:pPr>
              <a:t>4</a:t>
            </a:fld>
            <a:endParaRPr lang="en-US" altLang="en-US" kern="1200" dirty="0">
              <a:solidFill>
                <a:schemeClr val="tx1"/>
              </a:solidFill>
              <a:latin typeface="+mn-lt"/>
              <a:ea typeface="+mn-ea"/>
              <a:cs typeface="+mn-cs"/>
            </a:endParaRPr>
          </a:p>
        </p:txBody>
      </p:sp>
      <p:sp useBgFill="1">
        <p:nvSpPr>
          <p:cNvPr id="35" name="Rectangle 34">
            <a:extLst>
              <a:ext uri="{FF2B5EF4-FFF2-40B4-BE49-F238E27FC236}">
                <a16:creationId xmlns:a16="http://schemas.microsoft.com/office/drawing/2014/main" id="{37E22C81-7E79-366E-ED5A-C16BC5C499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098784" y="0"/>
            <a:ext cx="2045215" cy="6858000"/>
          </a:xfrm>
          <a:prstGeom prst="rect">
            <a:avLst/>
          </a:prstGeom>
          <a:ln>
            <a:noFill/>
          </a:ln>
          <a:effectLst>
            <a:outerShdw blurRad="88900" dist="25400" dir="10800000" algn="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4E69B1A9-A4C9-EB32-1534-4BED69E0905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098784" y="0"/>
            <a:ext cx="2045216" cy="6858000"/>
          </a:xfrm>
          <a:prstGeom prst="rect">
            <a:avLst/>
          </a:prstGeom>
          <a:solidFill>
            <a:schemeClr val="tx2">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9" name="Picture 38">
            <a:extLst>
              <a:ext uri="{FF2B5EF4-FFF2-40B4-BE49-F238E27FC236}">
                <a16:creationId xmlns:a16="http://schemas.microsoft.com/office/drawing/2014/main" id="{7C99F6A3-4DAB-1001-3AA6-1EB4BF797D6D}"/>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l="15620" t="1120" r="54326" b="73832"/>
          <a:stretch/>
        </p:blipFill>
        <p:spPr>
          <a:xfrm>
            <a:off x="7098785" y="4417"/>
            <a:ext cx="1738843" cy="1086886"/>
          </a:xfrm>
          <a:prstGeom prst="rect">
            <a:avLst/>
          </a:prstGeom>
        </p:spPr>
      </p:pic>
      <p:pic>
        <p:nvPicPr>
          <p:cNvPr id="41" name="Picture 40">
            <a:extLst>
              <a:ext uri="{FF2B5EF4-FFF2-40B4-BE49-F238E27FC236}">
                <a16:creationId xmlns:a16="http://schemas.microsoft.com/office/drawing/2014/main" id="{AAC416FF-42FC-BFED-A889-F83EE55634B2}"/>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l="73623" t="43915" r="1" b="10213"/>
          <a:stretch/>
        </p:blipFill>
        <p:spPr>
          <a:xfrm>
            <a:off x="7459132" y="3287359"/>
            <a:ext cx="1684868" cy="2197653"/>
          </a:xfrm>
          <a:prstGeom prst="rect">
            <a:avLst/>
          </a:prstGeom>
        </p:spPr>
      </p:pic>
      <p:pic>
        <p:nvPicPr>
          <p:cNvPr id="43" name="Picture 42">
            <a:extLst>
              <a:ext uri="{FF2B5EF4-FFF2-40B4-BE49-F238E27FC236}">
                <a16:creationId xmlns:a16="http://schemas.microsoft.com/office/drawing/2014/main" id="{A6821855-BCF6-B1A5-1543-67E47363A376}"/>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l="46466" t="75007" r="30510"/>
          <a:stretch/>
        </p:blipFill>
        <p:spPr>
          <a:xfrm>
            <a:off x="7911445" y="2550437"/>
            <a:ext cx="1232555" cy="1003467"/>
          </a:xfrm>
          <a:custGeom>
            <a:avLst/>
            <a:gdLst>
              <a:gd name="connsiteX0" fmla="*/ 2051608 w 4103216"/>
              <a:gd name="connsiteY0" fmla="*/ 0 h 1714050"/>
              <a:gd name="connsiteX1" fmla="*/ 4103216 w 4103216"/>
              <a:gd name="connsiteY1" fmla="*/ 1266738 h 1714050"/>
              <a:gd name="connsiteX2" fmla="*/ 4010980 w 4103216"/>
              <a:gd name="connsiteY2" fmla="*/ 1643427 h 1714050"/>
              <a:gd name="connsiteX3" fmla="*/ 3969116 w 4103216"/>
              <a:gd name="connsiteY3" fmla="*/ 1714050 h 1714050"/>
              <a:gd name="connsiteX4" fmla="*/ 134100 w 4103216"/>
              <a:gd name="connsiteY4" fmla="*/ 1714050 h 1714050"/>
              <a:gd name="connsiteX5" fmla="*/ 92237 w 4103216"/>
              <a:gd name="connsiteY5" fmla="*/ 1643427 h 1714050"/>
              <a:gd name="connsiteX6" fmla="*/ 0 w 4103216"/>
              <a:gd name="connsiteY6" fmla="*/ 1266738 h 1714050"/>
              <a:gd name="connsiteX7" fmla="*/ 2051608 w 4103216"/>
              <a:gd name="connsiteY7" fmla="*/ 0 h 1714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103216" h="1714050">
                <a:moveTo>
                  <a:pt x="2051608" y="0"/>
                </a:moveTo>
                <a:cubicBezTo>
                  <a:pt x="3184680" y="0"/>
                  <a:pt x="4103216" y="567138"/>
                  <a:pt x="4103216" y="1266738"/>
                </a:cubicBezTo>
                <a:cubicBezTo>
                  <a:pt x="4103216" y="1397913"/>
                  <a:pt x="4070924" y="1524431"/>
                  <a:pt x="4010980" y="1643427"/>
                </a:cubicBezTo>
                <a:lnTo>
                  <a:pt x="3969116" y="1714050"/>
                </a:lnTo>
                <a:lnTo>
                  <a:pt x="134100" y="1714050"/>
                </a:lnTo>
                <a:lnTo>
                  <a:pt x="92237" y="1643427"/>
                </a:lnTo>
                <a:cubicBezTo>
                  <a:pt x="32293" y="1524431"/>
                  <a:pt x="0" y="1397913"/>
                  <a:pt x="0" y="1266738"/>
                </a:cubicBezTo>
                <a:cubicBezTo>
                  <a:pt x="0" y="567138"/>
                  <a:pt x="918536" y="0"/>
                  <a:pt x="2051608" y="0"/>
                </a:cubicBezTo>
                <a:close/>
              </a:path>
            </a:pathLst>
          </a:custGeom>
        </p:spPr>
      </p:pic>
      <p:pic>
        <p:nvPicPr>
          <p:cNvPr id="45" name="Picture 44">
            <a:extLst>
              <a:ext uri="{FF2B5EF4-FFF2-40B4-BE49-F238E27FC236}">
                <a16:creationId xmlns:a16="http://schemas.microsoft.com/office/drawing/2014/main" id="{51D1FFA2-B076-093F-F417-665BC99C2FCB}"/>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l="68940" t="81531" r="19879"/>
          <a:stretch/>
        </p:blipFill>
        <p:spPr>
          <a:xfrm>
            <a:off x="7098786" y="5597114"/>
            <a:ext cx="1017693" cy="1260885"/>
          </a:xfrm>
          <a:custGeom>
            <a:avLst/>
            <a:gdLst>
              <a:gd name="connsiteX0" fmla="*/ 2051608 w 4103216"/>
              <a:gd name="connsiteY0" fmla="*/ 0 h 1714050"/>
              <a:gd name="connsiteX1" fmla="*/ 4103216 w 4103216"/>
              <a:gd name="connsiteY1" fmla="*/ 1266738 h 1714050"/>
              <a:gd name="connsiteX2" fmla="*/ 4010980 w 4103216"/>
              <a:gd name="connsiteY2" fmla="*/ 1643427 h 1714050"/>
              <a:gd name="connsiteX3" fmla="*/ 3969116 w 4103216"/>
              <a:gd name="connsiteY3" fmla="*/ 1714050 h 1714050"/>
              <a:gd name="connsiteX4" fmla="*/ 134100 w 4103216"/>
              <a:gd name="connsiteY4" fmla="*/ 1714050 h 1714050"/>
              <a:gd name="connsiteX5" fmla="*/ 92237 w 4103216"/>
              <a:gd name="connsiteY5" fmla="*/ 1643427 h 1714050"/>
              <a:gd name="connsiteX6" fmla="*/ 0 w 4103216"/>
              <a:gd name="connsiteY6" fmla="*/ 1266738 h 1714050"/>
              <a:gd name="connsiteX7" fmla="*/ 2051608 w 4103216"/>
              <a:gd name="connsiteY7" fmla="*/ 0 h 1714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103216" h="1714050">
                <a:moveTo>
                  <a:pt x="2051608" y="0"/>
                </a:moveTo>
                <a:cubicBezTo>
                  <a:pt x="3184680" y="0"/>
                  <a:pt x="4103216" y="567138"/>
                  <a:pt x="4103216" y="1266738"/>
                </a:cubicBezTo>
                <a:cubicBezTo>
                  <a:pt x="4103216" y="1397913"/>
                  <a:pt x="4070924" y="1524431"/>
                  <a:pt x="4010980" y="1643427"/>
                </a:cubicBezTo>
                <a:lnTo>
                  <a:pt x="3969116" y="1714050"/>
                </a:lnTo>
                <a:lnTo>
                  <a:pt x="134100" y="1714050"/>
                </a:lnTo>
                <a:lnTo>
                  <a:pt x="92237" y="1643427"/>
                </a:lnTo>
                <a:cubicBezTo>
                  <a:pt x="32293" y="1524431"/>
                  <a:pt x="0" y="1397913"/>
                  <a:pt x="0" y="1266738"/>
                </a:cubicBezTo>
                <a:cubicBezTo>
                  <a:pt x="0" y="567138"/>
                  <a:pt x="918536" y="0"/>
                  <a:pt x="2051608" y="0"/>
                </a:cubicBezTo>
                <a:close/>
              </a:path>
            </a:pathLst>
          </a:custGeom>
        </p:spPr>
      </p:pic>
    </p:spTree>
    <p:extLst>
      <p:ext uri="{BB962C8B-B14F-4D97-AF65-F5344CB8AC3E}">
        <p14:creationId xmlns:p14="http://schemas.microsoft.com/office/powerpoint/2010/main" val="810945076"/>
      </p:ext>
    </p:extLst>
  </p:cSld>
  <p:clrMapOvr>
    <a:overrideClrMapping bg1="dk1" tx1="lt1" bg2="dk2" tx2="lt2" accent1="accent1" accent2="accent2" accent3="accent3" accent4="accent4" accent5="accent5" accent6="accent6" hlink="hlink" folHlink="folHlink"/>
  </p:clrMapOvr>
  <p:transition>
    <p:random/>
  </p:transition>
</p:sld>
</file>

<file path=ppt/slides/slide5.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0000"/>
                <a:lumMod val="110000"/>
              </a:schemeClr>
            </a:gs>
            <a:gs pos="100000">
              <a:schemeClr val="bg1">
                <a:shade val="64000"/>
                <a:lumMod val="88000"/>
              </a:schemeClr>
            </a:gs>
          </a:gsLst>
          <a:lin ang="5400000" scaled="0"/>
        </a:gradFill>
        <a:effectLst/>
      </p:bgPr>
    </p:bg>
    <p:spTree>
      <p:nvGrpSpPr>
        <p:cNvPr id="1" name=""/>
        <p:cNvGrpSpPr/>
        <p:nvPr/>
      </p:nvGrpSpPr>
      <p:grpSpPr>
        <a:xfrm>
          <a:off x="0" y="0"/>
          <a:ext cx="0" cy="0"/>
          <a:chOff x="0" y="0"/>
          <a:chExt cx="0" cy="0"/>
        </a:xfrm>
      </p:grpSpPr>
      <p:pic>
        <p:nvPicPr>
          <p:cNvPr id="48147" name="Picture 2">
            <a:extLst>
              <a:ext uri="{FF2B5EF4-FFF2-40B4-BE49-F238E27FC236}">
                <a16:creationId xmlns:a16="http://schemas.microsoft.com/office/drawing/2014/main" id="{25496B42-CC46-4183-B481-887CD3E8C72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alphaModFix/>
            <a:extLst>
              <a:ext uri="{28A0092B-C50C-407E-A947-70E740481C1C}">
                <a14:useLocalDpi xmlns:a14="http://schemas.microsoft.com/office/drawing/2010/main" val="0"/>
              </a:ext>
            </a:extLst>
          </a:blip>
          <a:srcRect/>
          <a:stretch>
            <a:fillRect/>
          </a:stretch>
        </p:blipFill>
        <p:spPr bwMode="auto">
          <a:xfrm>
            <a:off x="0" y="-1"/>
            <a:ext cx="9144002" cy="6858001"/>
          </a:xfrm>
          <a:prstGeom prst="rect">
            <a:avLst/>
          </a:prstGeom>
          <a:noFill/>
          <a:extLst>
            <a:ext uri="{909E8E84-426E-40DD-AFC4-6F175D3DCCD1}">
              <a14:hiddenFill xmlns:a14="http://schemas.microsoft.com/office/drawing/2010/main">
                <a:solidFill>
                  <a:srgbClr val="FFFFFF"/>
                </a:solidFill>
              </a14:hiddenFill>
            </a:ext>
          </a:extLst>
        </p:spPr>
      </p:pic>
      <p:pic>
        <p:nvPicPr>
          <p:cNvPr id="48148" name="Picture 48147">
            <a:extLst>
              <a:ext uri="{FF2B5EF4-FFF2-40B4-BE49-F238E27FC236}">
                <a16:creationId xmlns:a16="http://schemas.microsoft.com/office/drawing/2014/main" id="{765E2D7E-B7BD-404F-9F71-D6620D37B909}"/>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useBgFill="1">
        <p:nvSpPr>
          <p:cNvPr id="48149" name="Rectangle 48148">
            <a:extLst>
              <a:ext uri="{FF2B5EF4-FFF2-40B4-BE49-F238E27FC236}">
                <a16:creationId xmlns:a16="http://schemas.microsoft.com/office/drawing/2014/main" id="{446F2B05-D14A-46C1-B94D-81BAFA34CA8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8150" name="Graphic 48149" descr="Programmer">
            <a:extLst>
              <a:ext uri="{FF2B5EF4-FFF2-40B4-BE49-F238E27FC236}">
                <a16:creationId xmlns:a16="http://schemas.microsoft.com/office/drawing/2014/main" id="{111E8B78-98F3-5A93-1415-6940050DE5A4}"/>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610110" y="2004596"/>
            <a:ext cx="2880612" cy="2880612"/>
          </a:xfrm>
          <a:prstGeom prst="rect">
            <a:avLst/>
          </a:prstGeom>
        </p:spPr>
      </p:pic>
      <p:sp>
        <p:nvSpPr>
          <p:cNvPr id="6" name="TextBox 5">
            <a:extLst>
              <a:ext uri="{FF2B5EF4-FFF2-40B4-BE49-F238E27FC236}">
                <a16:creationId xmlns:a16="http://schemas.microsoft.com/office/drawing/2014/main" id="{76141208-E628-1AC7-DD58-E9B289DB97EF}"/>
              </a:ext>
            </a:extLst>
          </p:cNvPr>
          <p:cNvSpPr txBox="1"/>
          <p:nvPr/>
        </p:nvSpPr>
        <p:spPr>
          <a:xfrm>
            <a:off x="3961888" y="2127916"/>
            <a:ext cx="4391561" cy="3847444"/>
          </a:xfrm>
          <a:prstGeom prst="rect">
            <a:avLst/>
          </a:prstGeom>
        </p:spPr>
        <p:txBody>
          <a:bodyPr vert="horz" lIns="91440" tIns="45720" rIns="91440" bIns="45720" rtlCol="0">
            <a:normAutofit lnSpcReduction="10000"/>
          </a:bodyPr>
          <a:lstStyle/>
          <a:p>
            <a:pPr eaLnBrk="1" hangingPunct="1">
              <a:lnSpc>
                <a:spcPct val="120000"/>
              </a:lnSpc>
              <a:spcAft>
                <a:spcPts val="600"/>
              </a:spcAft>
              <a:buClr>
                <a:schemeClr val="tx1"/>
              </a:buClr>
            </a:pPr>
            <a:r>
              <a:rPr lang="en-US" sz="2400" b="0" i="0" dirty="0">
                <a:solidFill>
                  <a:srgbClr val="333333"/>
                </a:solidFill>
                <a:effectLst/>
                <a:latin typeface="inter-regular"/>
              </a:rPr>
              <a:t>Software design principles are concerned with providing means to handle the complexity of the design process effectively. Effectively managing the complexity will not only reduce the effort needed for design but can also reduce the scope of introducing errors during design.</a:t>
            </a:r>
            <a:endParaRPr lang="en-US" sz="2400" cap="all" dirty="0">
              <a:latin typeface="+mn-lt"/>
              <a:ea typeface="+mn-ea"/>
            </a:endParaRPr>
          </a:p>
        </p:txBody>
      </p:sp>
      <p:pic>
        <p:nvPicPr>
          <p:cNvPr id="48151" name="Picture 48150">
            <a:extLst>
              <a:ext uri="{FF2B5EF4-FFF2-40B4-BE49-F238E27FC236}">
                <a16:creationId xmlns:a16="http://schemas.microsoft.com/office/drawing/2014/main" id="{DC21F734-A85A-4FEA-8CB8-6C72B8195C37}"/>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3" name="Slide Number Placeholder 2">
            <a:extLst>
              <a:ext uri="{FF2B5EF4-FFF2-40B4-BE49-F238E27FC236}">
                <a16:creationId xmlns:a16="http://schemas.microsoft.com/office/drawing/2014/main" id="{884BE14B-BB45-E670-0ED6-4B60F384DB02}"/>
              </a:ext>
            </a:extLst>
          </p:cNvPr>
          <p:cNvSpPr>
            <a:spLocks noGrp="1"/>
          </p:cNvSpPr>
          <p:nvPr>
            <p:ph type="sldNum" sz="quarter" idx="12"/>
          </p:nvPr>
        </p:nvSpPr>
        <p:spPr>
          <a:xfrm>
            <a:off x="7885508" y="6263640"/>
            <a:ext cx="573161" cy="365125"/>
          </a:xfrm>
        </p:spPr>
        <p:txBody>
          <a:bodyPr vert="horz" lIns="91440" tIns="45720" rIns="91440" bIns="45720" rtlCol="0" anchor="ctr">
            <a:normAutofit/>
          </a:bodyPr>
          <a:lstStyle/>
          <a:p>
            <a:pPr eaLnBrk="1" hangingPunct="1">
              <a:spcAft>
                <a:spcPts val="600"/>
              </a:spcAft>
              <a:defRPr/>
            </a:pPr>
            <a:fld id="{CC516D0E-CD58-4E49-9F6D-689564ED6CA6}" type="slidenum">
              <a:rPr lang="en-US" altLang="en-US" smtClean="0">
                <a:latin typeface="+mn-lt"/>
                <a:ea typeface="+mn-ea"/>
              </a:rPr>
              <a:pPr eaLnBrk="1" hangingPunct="1">
                <a:spcAft>
                  <a:spcPts val="600"/>
                </a:spcAft>
                <a:defRPr/>
              </a:pPr>
              <a:t>5</a:t>
            </a:fld>
            <a:endParaRPr lang="en-US" altLang="en-US">
              <a:latin typeface="+mn-lt"/>
              <a:ea typeface="+mn-ea"/>
            </a:endParaRPr>
          </a:p>
        </p:txBody>
      </p:sp>
      <p:sp>
        <p:nvSpPr>
          <p:cNvPr id="2" name="Date Placeholder 1">
            <a:extLst>
              <a:ext uri="{FF2B5EF4-FFF2-40B4-BE49-F238E27FC236}">
                <a16:creationId xmlns:a16="http://schemas.microsoft.com/office/drawing/2014/main" id="{B8A59F32-2C80-E3CF-4E8F-11224A409AA6}"/>
              </a:ext>
            </a:extLst>
          </p:cNvPr>
          <p:cNvSpPr>
            <a:spLocks noGrp="1"/>
          </p:cNvSpPr>
          <p:nvPr>
            <p:ph type="dt" sz="half" idx="10"/>
          </p:nvPr>
        </p:nvSpPr>
        <p:spPr>
          <a:xfrm>
            <a:off x="5759052" y="6263640"/>
            <a:ext cx="2057400" cy="365125"/>
          </a:xfrm>
        </p:spPr>
        <p:txBody>
          <a:bodyPr vert="horz" lIns="91440" tIns="45720" rIns="91440" bIns="45720" rtlCol="0" anchor="ctr">
            <a:normAutofit/>
          </a:bodyPr>
          <a:lstStyle/>
          <a:p>
            <a:pPr eaLnBrk="1" hangingPunct="1">
              <a:spcAft>
                <a:spcPts val="600"/>
              </a:spcAft>
              <a:defRPr/>
            </a:pPr>
            <a:fld id="{28CBB6C6-97BA-466E-9280-40CB1DB9EF95}" type="datetime4">
              <a:rPr lang="en-US" altLang="en-US" smtClean="0">
                <a:latin typeface="+mn-lt"/>
                <a:ea typeface="+mn-ea"/>
              </a:rPr>
              <a:pPr eaLnBrk="1" hangingPunct="1">
                <a:spcAft>
                  <a:spcPts val="600"/>
                </a:spcAft>
                <a:defRPr/>
              </a:pPr>
              <a:t>February 29, 2024</a:t>
            </a:fld>
            <a:endParaRPr lang="en-US" altLang="en-US">
              <a:latin typeface="+mn-lt"/>
              <a:ea typeface="+mn-ea"/>
            </a:endParaRPr>
          </a:p>
        </p:txBody>
      </p:sp>
      <p:sp>
        <p:nvSpPr>
          <p:cNvPr id="48132" name="Rectangle 2">
            <a:extLst>
              <a:ext uri="{FF2B5EF4-FFF2-40B4-BE49-F238E27FC236}">
                <a16:creationId xmlns:a16="http://schemas.microsoft.com/office/drawing/2014/main" id="{E6FA0602-9C9A-49C1-8B20-57D8FBA725C9}"/>
              </a:ext>
            </a:extLst>
          </p:cNvPr>
          <p:cNvSpPr>
            <a:spLocks noGrp="1" noChangeArrowheads="1"/>
          </p:cNvSpPr>
          <p:nvPr>
            <p:ph type="title" idx="4294967295"/>
          </p:nvPr>
        </p:nvSpPr>
        <p:spPr>
          <a:xfrm>
            <a:off x="3961890" y="618517"/>
            <a:ext cx="4391562" cy="1596177"/>
          </a:xfrm>
        </p:spPr>
        <p:txBody>
          <a:bodyPr vert="horz" lIns="91440" tIns="45720" rIns="91440" bIns="45720" rtlCol="0" anchor="ctr">
            <a:normAutofit/>
          </a:bodyPr>
          <a:lstStyle/>
          <a:p>
            <a:r>
              <a:rPr lang="en-US" altLang="zh-TW" dirty="0"/>
              <a:t> SOFTWARE DESIGN PRINCIPLE </a:t>
            </a:r>
          </a:p>
        </p:txBody>
      </p:sp>
    </p:spTree>
  </p:cSld>
  <p:clrMapOvr>
    <a:masterClrMapping/>
  </p:clrMapOvr>
  <p:transition>
    <p:random/>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B5BDB0F-5A48-D592-381F-D545272D8CE2}"/>
              </a:ext>
            </a:extLst>
          </p:cNvPr>
          <p:cNvSpPr>
            <a:spLocks noGrp="1"/>
          </p:cNvSpPr>
          <p:nvPr>
            <p:ph type="dt" sz="half" idx="10"/>
          </p:nvPr>
        </p:nvSpPr>
        <p:spPr/>
        <p:txBody>
          <a:bodyPr/>
          <a:lstStyle/>
          <a:p>
            <a:pPr>
              <a:defRPr/>
            </a:pPr>
            <a:fld id="{8FC35119-4326-4B12-8C41-028122D81B5B}" type="datetime4">
              <a:rPr lang="en-US" altLang="en-US" smtClean="0"/>
              <a:t>February 29, 2024</a:t>
            </a:fld>
            <a:endParaRPr lang="en-US" altLang="en-US"/>
          </a:p>
        </p:txBody>
      </p:sp>
      <p:sp>
        <p:nvSpPr>
          <p:cNvPr id="3" name="Slide Number Placeholder 2">
            <a:extLst>
              <a:ext uri="{FF2B5EF4-FFF2-40B4-BE49-F238E27FC236}">
                <a16:creationId xmlns:a16="http://schemas.microsoft.com/office/drawing/2014/main" id="{5375C82A-9DB9-721D-DB46-4CBDF7749CAA}"/>
              </a:ext>
            </a:extLst>
          </p:cNvPr>
          <p:cNvSpPr>
            <a:spLocks noGrp="1"/>
          </p:cNvSpPr>
          <p:nvPr>
            <p:ph type="sldNum" sz="quarter" idx="12"/>
          </p:nvPr>
        </p:nvSpPr>
        <p:spPr/>
        <p:txBody>
          <a:bodyPr/>
          <a:lstStyle/>
          <a:p>
            <a:pPr>
              <a:defRPr/>
            </a:pPr>
            <a:fld id="{CC516D0E-CD58-4E49-9F6D-689564ED6CA6}" type="slidenum">
              <a:rPr lang="en-US" altLang="en-US" smtClean="0"/>
              <a:pPr>
                <a:defRPr/>
              </a:pPr>
              <a:t>6</a:t>
            </a:fld>
            <a:endParaRPr lang="en-US" altLang="en-US"/>
          </a:p>
        </p:txBody>
      </p:sp>
      <p:pic>
        <p:nvPicPr>
          <p:cNvPr id="5" name="Picture 4">
            <a:extLst>
              <a:ext uri="{FF2B5EF4-FFF2-40B4-BE49-F238E27FC236}">
                <a16:creationId xmlns:a16="http://schemas.microsoft.com/office/drawing/2014/main" id="{90CB3308-7369-17E4-A06D-65F9F32E20B6}"/>
              </a:ext>
            </a:extLst>
          </p:cNvPr>
          <p:cNvPicPr>
            <a:picLocks noChangeAspect="1"/>
          </p:cNvPicPr>
          <p:nvPr/>
        </p:nvPicPr>
        <p:blipFill>
          <a:blip r:embed="rId2"/>
          <a:stretch>
            <a:fillRect/>
          </a:stretch>
        </p:blipFill>
        <p:spPr>
          <a:xfrm>
            <a:off x="1457705" y="838200"/>
            <a:ext cx="6228590" cy="4238625"/>
          </a:xfrm>
          <a:prstGeom prst="rect">
            <a:avLst/>
          </a:prstGeom>
        </p:spPr>
      </p:pic>
    </p:spTree>
    <p:extLst>
      <p:ext uri="{BB962C8B-B14F-4D97-AF65-F5344CB8AC3E}">
        <p14:creationId xmlns:p14="http://schemas.microsoft.com/office/powerpoint/2010/main" val="905853458"/>
      </p:ext>
    </p:extLst>
  </p:cSld>
  <p:clrMapOvr>
    <a:masterClrMapping/>
  </p:clrMapOvr>
  <p:transition>
    <p:random/>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47AB4C1-E03D-F2AC-EC00-C2689FAD70EF}"/>
              </a:ext>
            </a:extLst>
          </p:cNvPr>
          <p:cNvSpPr>
            <a:spLocks noGrp="1"/>
          </p:cNvSpPr>
          <p:nvPr>
            <p:ph type="dt" sz="half" idx="10"/>
          </p:nvPr>
        </p:nvSpPr>
        <p:spPr/>
        <p:txBody>
          <a:bodyPr/>
          <a:lstStyle/>
          <a:p>
            <a:pPr algn="just">
              <a:defRPr/>
            </a:pPr>
            <a:fld id="{8FC35119-4326-4B12-8C41-028122D81B5B}" type="datetime4">
              <a:rPr lang="en-US" altLang="en-US" sz="1800" smtClean="0"/>
              <a:pPr algn="just">
                <a:defRPr/>
              </a:pPr>
              <a:t>February 29, 2024</a:t>
            </a:fld>
            <a:endParaRPr lang="en-US" altLang="en-US" sz="1800"/>
          </a:p>
        </p:txBody>
      </p:sp>
      <p:sp>
        <p:nvSpPr>
          <p:cNvPr id="3" name="Slide Number Placeholder 2">
            <a:extLst>
              <a:ext uri="{FF2B5EF4-FFF2-40B4-BE49-F238E27FC236}">
                <a16:creationId xmlns:a16="http://schemas.microsoft.com/office/drawing/2014/main" id="{13C8F05E-608D-A5A1-4347-D9F7BF74733A}"/>
              </a:ext>
            </a:extLst>
          </p:cNvPr>
          <p:cNvSpPr>
            <a:spLocks noGrp="1"/>
          </p:cNvSpPr>
          <p:nvPr>
            <p:ph type="sldNum" sz="quarter" idx="12"/>
          </p:nvPr>
        </p:nvSpPr>
        <p:spPr/>
        <p:txBody>
          <a:bodyPr/>
          <a:lstStyle/>
          <a:p>
            <a:pPr algn="just">
              <a:defRPr/>
            </a:pPr>
            <a:fld id="{CC516D0E-CD58-4E49-9F6D-689564ED6CA6}" type="slidenum">
              <a:rPr lang="en-US" altLang="en-US" sz="1800" smtClean="0"/>
              <a:pPr algn="just">
                <a:defRPr/>
              </a:pPr>
              <a:t>7</a:t>
            </a:fld>
            <a:endParaRPr lang="en-US" altLang="en-US" sz="1800"/>
          </a:p>
        </p:txBody>
      </p:sp>
      <p:sp>
        <p:nvSpPr>
          <p:cNvPr id="6" name="TextBox 5">
            <a:extLst>
              <a:ext uri="{FF2B5EF4-FFF2-40B4-BE49-F238E27FC236}">
                <a16:creationId xmlns:a16="http://schemas.microsoft.com/office/drawing/2014/main" id="{7CD31CD4-4159-51E4-A947-E22574331FB7}"/>
              </a:ext>
            </a:extLst>
          </p:cNvPr>
          <p:cNvSpPr txBox="1"/>
          <p:nvPr/>
        </p:nvSpPr>
        <p:spPr>
          <a:xfrm>
            <a:off x="626806" y="1831081"/>
            <a:ext cx="8229600" cy="1754326"/>
          </a:xfrm>
          <a:prstGeom prst="rect">
            <a:avLst/>
          </a:prstGeom>
          <a:noFill/>
        </p:spPr>
        <p:txBody>
          <a:bodyPr wrap="square">
            <a:spAutoFit/>
          </a:bodyPr>
          <a:lstStyle/>
          <a:p>
            <a:pPr algn="just"/>
            <a:r>
              <a:rPr lang="en-US" b="0" i="0" dirty="0">
                <a:solidFill>
                  <a:srgbClr val="333333"/>
                </a:solidFill>
                <a:effectLst/>
                <a:latin typeface="inter-regular"/>
              </a:rPr>
              <a:t>For small problem, we can handle the entire problem at once but for the significant problem, divide the problems and conquer the problem it means to divide the problem into smaller pieces so that each piece can be captured separately.</a:t>
            </a:r>
          </a:p>
          <a:p>
            <a:pPr algn="just"/>
            <a:r>
              <a:rPr lang="en-US" b="0" i="1" dirty="0">
                <a:solidFill>
                  <a:srgbClr val="FF0000"/>
                </a:solidFill>
                <a:effectLst/>
                <a:latin typeface="Arial" panose="020B0604020202020204" pitchFamily="34" charset="0"/>
              </a:rPr>
              <a:t>As the number of partition increases = Cost of partition and complexity increases</a:t>
            </a:r>
          </a:p>
          <a:p>
            <a:pPr algn="just"/>
            <a:endParaRPr lang="en-US" dirty="0"/>
          </a:p>
        </p:txBody>
      </p:sp>
      <p:sp>
        <p:nvSpPr>
          <p:cNvPr id="8" name="TextBox 7">
            <a:extLst>
              <a:ext uri="{FF2B5EF4-FFF2-40B4-BE49-F238E27FC236}">
                <a16:creationId xmlns:a16="http://schemas.microsoft.com/office/drawing/2014/main" id="{2EB8AD83-D179-D35A-70E8-60D144561B6B}"/>
              </a:ext>
            </a:extLst>
          </p:cNvPr>
          <p:cNvSpPr txBox="1"/>
          <p:nvPr/>
        </p:nvSpPr>
        <p:spPr>
          <a:xfrm>
            <a:off x="661219" y="1311271"/>
            <a:ext cx="4572000" cy="523220"/>
          </a:xfrm>
          <a:prstGeom prst="rect">
            <a:avLst/>
          </a:prstGeom>
          <a:noFill/>
        </p:spPr>
        <p:txBody>
          <a:bodyPr wrap="square">
            <a:spAutoFit/>
          </a:bodyPr>
          <a:lstStyle/>
          <a:p>
            <a:pPr algn="just"/>
            <a:r>
              <a:rPr lang="en-US" sz="2800" b="0" i="0" dirty="0">
                <a:solidFill>
                  <a:srgbClr val="610B4B"/>
                </a:solidFill>
                <a:effectLst/>
                <a:latin typeface="erdana"/>
              </a:rPr>
              <a:t>Problem Partitioning</a:t>
            </a:r>
          </a:p>
        </p:txBody>
      </p:sp>
      <p:sp>
        <p:nvSpPr>
          <p:cNvPr id="10" name="TextBox 9">
            <a:extLst>
              <a:ext uri="{FF2B5EF4-FFF2-40B4-BE49-F238E27FC236}">
                <a16:creationId xmlns:a16="http://schemas.microsoft.com/office/drawing/2014/main" id="{629C016E-9D9F-C2F2-44EA-DF17F44C78B9}"/>
              </a:ext>
            </a:extLst>
          </p:cNvPr>
          <p:cNvSpPr txBox="1"/>
          <p:nvPr/>
        </p:nvSpPr>
        <p:spPr>
          <a:xfrm>
            <a:off x="609600" y="3718679"/>
            <a:ext cx="8382000" cy="2031325"/>
          </a:xfrm>
          <a:prstGeom prst="rect">
            <a:avLst/>
          </a:prstGeom>
          <a:noFill/>
        </p:spPr>
        <p:txBody>
          <a:bodyPr wrap="square">
            <a:spAutoFit/>
          </a:bodyPr>
          <a:lstStyle/>
          <a:p>
            <a:pPr algn="just"/>
            <a:endParaRPr lang="en-US" b="0" i="0" dirty="0">
              <a:solidFill>
                <a:srgbClr val="610B4B"/>
              </a:solidFill>
              <a:effectLst/>
              <a:latin typeface="erdana"/>
            </a:endParaRPr>
          </a:p>
          <a:p>
            <a:pPr algn="just"/>
            <a:r>
              <a:rPr lang="en-US" b="0" i="0" dirty="0">
                <a:solidFill>
                  <a:srgbClr val="333333"/>
                </a:solidFill>
                <a:effectLst/>
                <a:latin typeface="inter-regular"/>
              </a:rPr>
              <a:t>An abstraction is a tool that enables a designer to consider a component at an abstract level without bothering about the internal details of the implementation. Abstraction can be used for existing element as well as the component being designed.</a:t>
            </a:r>
          </a:p>
          <a:p>
            <a:pPr algn="just"/>
            <a:r>
              <a:rPr lang="en-US" b="0" i="0" dirty="0">
                <a:solidFill>
                  <a:srgbClr val="333333"/>
                </a:solidFill>
                <a:effectLst/>
                <a:latin typeface="inter-regular"/>
              </a:rPr>
              <a:t>Here, there are two common abstraction mechanisms</a:t>
            </a:r>
          </a:p>
          <a:p>
            <a:pPr algn="just">
              <a:buFont typeface="+mj-lt"/>
              <a:buAutoNum type="arabicPeriod"/>
            </a:pPr>
            <a:r>
              <a:rPr lang="en-US" b="0" i="0" dirty="0">
                <a:solidFill>
                  <a:srgbClr val="000000"/>
                </a:solidFill>
                <a:effectLst/>
                <a:latin typeface="inter-regular"/>
              </a:rPr>
              <a:t>Functional Abstraction</a:t>
            </a:r>
          </a:p>
          <a:p>
            <a:pPr algn="just">
              <a:buFont typeface="+mj-lt"/>
              <a:buAutoNum type="arabicPeriod"/>
            </a:pPr>
            <a:r>
              <a:rPr lang="en-US" b="0" i="0" dirty="0">
                <a:solidFill>
                  <a:srgbClr val="000000"/>
                </a:solidFill>
                <a:effectLst/>
                <a:latin typeface="inter-regular"/>
              </a:rPr>
              <a:t>Data Abstraction</a:t>
            </a:r>
          </a:p>
        </p:txBody>
      </p:sp>
      <p:sp>
        <p:nvSpPr>
          <p:cNvPr id="12" name="TextBox 11">
            <a:extLst>
              <a:ext uri="{FF2B5EF4-FFF2-40B4-BE49-F238E27FC236}">
                <a16:creationId xmlns:a16="http://schemas.microsoft.com/office/drawing/2014/main" id="{D8E2FC9F-11E1-1E48-1604-3C38CC3EC17C}"/>
              </a:ext>
            </a:extLst>
          </p:cNvPr>
          <p:cNvSpPr txBox="1"/>
          <p:nvPr/>
        </p:nvSpPr>
        <p:spPr>
          <a:xfrm>
            <a:off x="636638" y="3429000"/>
            <a:ext cx="4675238" cy="523220"/>
          </a:xfrm>
          <a:prstGeom prst="rect">
            <a:avLst/>
          </a:prstGeom>
          <a:noFill/>
        </p:spPr>
        <p:txBody>
          <a:bodyPr wrap="square">
            <a:spAutoFit/>
          </a:bodyPr>
          <a:lstStyle/>
          <a:p>
            <a:pPr algn="just"/>
            <a:r>
              <a:rPr lang="en-US" sz="2800" b="0" i="0" dirty="0">
                <a:solidFill>
                  <a:srgbClr val="610B4B"/>
                </a:solidFill>
                <a:effectLst/>
                <a:latin typeface="erdana"/>
              </a:rPr>
              <a:t>Abstraction</a:t>
            </a:r>
            <a:endParaRPr lang="en-US" dirty="0"/>
          </a:p>
        </p:txBody>
      </p:sp>
    </p:spTree>
    <p:extLst>
      <p:ext uri="{BB962C8B-B14F-4D97-AF65-F5344CB8AC3E}">
        <p14:creationId xmlns:p14="http://schemas.microsoft.com/office/powerpoint/2010/main" val="1591455613"/>
      </p:ext>
    </p:extLst>
  </p:cSld>
  <p:clrMapOvr>
    <a:masterClrMapping/>
  </p:clrMapOvr>
  <p:transition>
    <p:random/>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7AD70A-4A6D-676C-2A98-4CF8C4CA53FD}"/>
            </a:ext>
          </a:extLst>
        </p:cNvPr>
        <p:cNvGrpSpPr/>
        <p:nvPr/>
      </p:nvGrpSpPr>
      <p:grpSpPr>
        <a:xfrm>
          <a:off x="0" y="0"/>
          <a:ext cx="0" cy="0"/>
          <a:chOff x="0" y="0"/>
          <a:chExt cx="0" cy="0"/>
        </a:xfrm>
      </p:grpSpPr>
      <p:sp>
        <p:nvSpPr>
          <p:cNvPr id="2" name="Date Placeholder 1">
            <a:extLst>
              <a:ext uri="{FF2B5EF4-FFF2-40B4-BE49-F238E27FC236}">
                <a16:creationId xmlns:a16="http://schemas.microsoft.com/office/drawing/2014/main" id="{54706CA8-C9DE-6AA3-F3EF-75B85C030325}"/>
              </a:ext>
            </a:extLst>
          </p:cNvPr>
          <p:cNvSpPr>
            <a:spLocks noGrp="1"/>
          </p:cNvSpPr>
          <p:nvPr>
            <p:ph type="dt" sz="half" idx="10"/>
          </p:nvPr>
        </p:nvSpPr>
        <p:spPr/>
        <p:txBody>
          <a:bodyPr/>
          <a:lstStyle/>
          <a:p>
            <a:pPr algn="just">
              <a:defRPr/>
            </a:pPr>
            <a:fld id="{8FC35119-4326-4B12-8C41-028122D81B5B}" type="datetime4">
              <a:rPr lang="en-US" altLang="en-US" sz="1800" smtClean="0"/>
              <a:pPr algn="just">
                <a:defRPr/>
              </a:pPr>
              <a:t>February 29, 2024</a:t>
            </a:fld>
            <a:endParaRPr lang="en-US" altLang="en-US" sz="1800"/>
          </a:p>
        </p:txBody>
      </p:sp>
      <p:sp>
        <p:nvSpPr>
          <p:cNvPr id="3" name="Slide Number Placeholder 2">
            <a:extLst>
              <a:ext uri="{FF2B5EF4-FFF2-40B4-BE49-F238E27FC236}">
                <a16:creationId xmlns:a16="http://schemas.microsoft.com/office/drawing/2014/main" id="{AA228868-AC38-0696-32AC-718D948AE400}"/>
              </a:ext>
            </a:extLst>
          </p:cNvPr>
          <p:cNvSpPr>
            <a:spLocks noGrp="1"/>
          </p:cNvSpPr>
          <p:nvPr>
            <p:ph type="sldNum" sz="quarter" idx="12"/>
          </p:nvPr>
        </p:nvSpPr>
        <p:spPr/>
        <p:txBody>
          <a:bodyPr/>
          <a:lstStyle/>
          <a:p>
            <a:pPr algn="just">
              <a:defRPr/>
            </a:pPr>
            <a:fld id="{CC516D0E-CD58-4E49-9F6D-689564ED6CA6}" type="slidenum">
              <a:rPr lang="en-US" altLang="en-US" sz="1800" smtClean="0"/>
              <a:pPr algn="just">
                <a:defRPr/>
              </a:pPr>
              <a:t>8</a:t>
            </a:fld>
            <a:endParaRPr lang="en-US" altLang="en-US" sz="1800"/>
          </a:p>
        </p:txBody>
      </p:sp>
      <p:sp>
        <p:nvSpPr>
          <p:cNvPr id="6" name="TextBox 5">
            <a:extLst>
              <a:ext uri="{FF2B5EF4-FFF2-40B4-BE49-F238E27FC236}">
                <a16:creationId xmlns:a16="http://schemas.microsoft.com/office/drawing/2014/main" id="{B36F7058-EC97-8A0E-2AFA-465A5B99FE7E}"/>
              </a:ext>
            </a:extLst>
          </p:cNvPr>
          <p:cNvSpPr txBox="1"/>
          <p:nvPr/>
        </p:nvSpPr>
        <p:spPr>
          <a:xfrm>
            <a:off x="540774" y="991788"/>
            <a:ext cx="8229600" cy="2031325"/>
          </a:xfrm>
          <a:prstGeom prst="rect">
            <a:avLst/>
          </a:prstGeom>
          <a:noFill/>
        </p:spPr>
        <p:txBody>
          <a:bodyPr wrap="square">
            <a:spAutoFit/>
          </a:bodyPr>
          <a:lstStyle/>
          <a:p>
            <a:pPr algn="just"/>
            <a:endParaRPr lang="en-US" b="0" i="0" dirty="0">
              <a:solidFill>
                <a:srgbClr val="610B4B"/>
              </a:solidFill>
              <a:effectLst/>
              <a:latin typeface="erdana"/>
            </a:endParaRPr>
          </a:p>
          <a:p>
            <a:pPr algn="just"/>
            <a:r>
              <a:rPr lang="en-US" b="0" i="0" dirty="0">
                <a:solidFill>
                  <a:srgbClr val="333333"/>
                </a:solidFill>
                <a:effectLst/>
                <a:latin typeface="inter-regular"/>
              </a:rPr>
              <a:t>Modularity specifies to the division of software into separate modules which are differently named and addressed and are integrated later in to obtain the completely functional software. It is the only property that allows a program to be intellectually manageable. Single large programs are difficult to understand and read due to many reference variables, control paths, global variables, etc.</a:t>
            </a:r>
          </a:p>
          <a:p>
            <a:pPr algn="just"/>
            <a:endParaRPr lang="en-US" dirty="0"/>
          </a:p>
        </p:txBody>
      </p:sp>
      <p:sp>
        <p:nvSpPr>
          <p:cNvPr id="8" name="TextBox 7">
            <a:extLst>
              <a:ext uri="{FF2B5EF4-FFF2-40B4-BE49-F238E27FC236}">
                <a16:creationId xmlns:a16="http://schemas.microsoft.com/office/drawing/2014/main" id="{6528D608-30B4-E29F-6B49-DD817250E7A1}"/>
              </a:ext>
            </a:extLst>
          </p:cNvPr>
          <p:cNvSpPr txBox="1"/>
          <p:nvPr/>
        </p:nvSpPr>
        <p:spPr>
          <a:xfrm>
            <a:off x="540774" y="750653"/>
            <a:ext cx="4572000" cy="523220"/>
          </a:xfrm>
          <a:prstGeom prst="rect">
            <a:avLst/>
          </a:prstGeom>
          <a:noFill/>
        </p:spPr>
        <p:txBody>
          <a:bodyPr wrap="square">
            <a:spAutoFit/>
          </a:bodyPr>
          <a:lstStyle/>
          <a:p>
            <a:pPr algn="just"/>
            <a:r>
              <a:rPr lang="en-US" sz="2800" b="0" i="0" dirty="0">
                <a:solidFill>
                  <a:srgbClr val="610B4B"/>
                </a:solidFill>
                <a:effectLst/>
                <a:latin typeface="erdana"/>
              </a:rPr>
              <a:t>Modularity</a:t>
            </a:r>
          </a:p>
        </p:txBody>
      </p:sp>
      <p:sp>
        <p:nvSpPr>
          <p:cNvPr id="10" name="TextBox 9">
            <a:extLst>
              <a:ext uri="{FF2B5EF4-FFF2-40B4-BE49-F238E27FC236}">
                <a16:creationId xmlns:a16="http://schemas.microsoft.com/office/drawing/2014/main" id="{93171BFB-1CBF-C9B2-3240-C84631EA6439}"/>
              </a:ext>
            </a:extLst>
          </p:cNvPr>
          <p:cNvSpPr txBox="1"/>
          <p:nvPr/>
        </p:nvSpPr>
        <p:spPr>
          <a:xfrm>
            <a:off x="540774" y="3023113"/>
            <a:ext cx="8382000" cy="2031325"/>
          </a:xfrm>
          <a:prstGeom prst="rect">
            <a:avLst/>
          </a:prstGeom>
          <a:noFill/>
        </p:spPr>
        <p:txBody>
          <a:bodyPr wrap="square">
            <a:spAutoFit/>
          </a:bodyPr>
          <a:lstStyle/>
          <a:p>
            <a:pPr algn="just"/>
            <a:endParaRPr lang="en-US" b="0" i="0" dirty="0">
              <a:solidFill>
                <a:srgbClr val="610B4B"/>
              </a:solidFill>
              <a:effectLst/>
              <a:latin typeface="erdana"/>
            </a:endParaRPr>
          </a:p>
          <a:p>
            <a:pPr algn="just"/>
            <a:r>
              <a:rPr lang="en-US" b="0" i="0" dirty="0">
                <a:solidFill>
                  <a:srgbClr val="333333"/>
                </a:solidFill>
                <a:effectLst/>
                <a:latin typeface="inter-regular"/>
              </a:rPr>
              <a:t>A good system design strategy is to organize the program modules in such a method that are easy to develop and latter too, change. Structured design methods help developers to deal with the size and complexity of programs. To design a system, there are two possible approaches:</a:t>
            </a:r>
          </a:p>
          <a:p>
            <a:pPr algn="just">
              <a:buFont typeface="+mj-lt"/>
              <a:buAutoNum type="arabicPeriod"/>
            </a:pPr>
            <a:r>
              <a:rPr lang="en-US" b="0" i="0" dirty="0">
                <a:solidFill>
                  <a:srgbClr val="000000"/>
                </a:solidFill>
                <a:effectLst/>
                <a:latin typeface="inter-regular"/>
              </a:rPr>
              <a:t>Top-down Approach</a:t>
            </a:r>
          </a:p>
          <a:p>
            <a:pPr algn="just">
              <a:buFont typeface="+mj-lt"/>
              <a:buAutoNum type="arabicPeriod"/>
            </a:pPr>
            <a:r>
              <a:rPr lang="en-US" b="0" i="0" dirty="0">
                <a:solidFill>
                  <a:srgbClr val="000000"/>
                </a:solidFill>
                <a:effectLst/>
                <a:latin typeface="inter-regular"/>
              </a:rPr>
              <a:t>Bottom-up Approach</a:t>
            </a:r>
          </a:p>
        </p:txBody>
      </p:sp>
      <p:sp>
        <p:nvSpPr>
          <p:cNvPr id="12" name="TextBox 11">
            <a:extLst>
              <a:ext uri="{FF2B5EF4-FFF2-40B4-BE49-F238E27FC236}">
                <a16:creationId xmlns:a16="http://schemas.microsoft.com/office/drawing/2014/main" id="{6B69E947-FC16-4980-AC15-7945B8011826}"/>
              </a:ext>
            </a:extLst>
          </p:cNvPr>
          <p:cNvSpPr txBox="1"/>
          <p:nvPr/>
        </p:nvSpPr>
        <p:spPr>
          <a:xfrm>
            <a:off x="562897" y="2766657"/>
            <a:ext cx="4675238" cy="800219"/>
          </a:xfrm>
          <a:prstGeom prst="rect">
            <a:avLst/>
          </a:prstGeom>
          <a:noFill/>
        </p:spPr>
        <p:txBody>
          <a:bodyPr wrap="square">
            <a:spAutoFit/>
          </a:bodyPr>
          <a:lstStyle/>
          <a:p>
            <a:pPr algn="just"/>
            <a:r>
              <a:rPr lang="en-US" sz="2800" dirty="0">
                <a:solidFill>
                  <a:srgbClr val="610B4B"/>
                </a:solidFill>
                <a:latin typeface="erdana"/>
              </a:rPr>
              <a:t>Strategy of Design</a:t>
            </a:r>
          </a:p>
          <a:p>
            <a:pPr algn="just"/>
            <a:endParaRPr lang="en-US" dirty="0"/>
          </a:p>
        </p:txBody>
      </p:sp>
    </p:spTree>
    <p:extLst>
      <p:ext uri="{BB962C8B-B14F-4D97-AF65-F5344CB8AC3E}">
        <p14:creationId xmlns:p14="http://schemas.microsoft.com/office/powerpoint/2010/main" val="4232476288"/>
      </p:ext>
    </p:extLst>
  </p:cSld>
  <p:clrMapOvr>
    <a:masterClrMapping/>
  </p:clrMapOvr>
  <p:transition>
    <p:random/>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0E5C646-2FEE-5E7F-383D-A1E3AD5DE528}"/>
              </a:ext>
            </a:extLst>
          </p:cNvPr>
          <p:cNvSpPr>
            <a:spLocks noGrp="1"/>
          </p:cNvSpPr>
          <p:nvPr>
            <p:ph type="dt" sz="half" idx="10"/>
          </p:nvPr>
        </p:nvSpPr>
        <p:spPr/>
        <p:txBody>
          <a:bodyPr/>
          <a:lstStyle/>
          <a:p>
            <a:pPr>
              <a:defRPr/>
            </a:pPr>
            <a:fld id="{8FC35119-4326-4B12-8C41-028122D81B5B}" type="datetime4">
              <a:rPr lang="en-US" altLang="en-US" smtClean="0"/>
              <a:t>February 29, 2024</a:t>
            </a:fld>
            <a:endParaRPr lang="en-US" altLang="en-US"/>
          </a:p>
        </p:txBody>
      </p:sp>
      <p:sp>
        <p:nvSpPr>
          <p:cNvPr id="3" name="Slide Number Placeholder 2">
            <a:extLst>
              <a:ext uri="{FF2B5EF4-FFF2-40B4-BE49-F238E27FC236}">
                <a16:creationId xmlns:a16="http://schemas.microsoft.com/office/drawing/2014/main" id="{D8231507-DA87-261E-972C-C2586BC0832A}"/>
              </a:ext>
            </a:extLst>
          </p:cNvPr>
          <p:cNvSpPr>
            <a:spLocks noGrp="1"/>
          </p:cNvSpPr>
          <p:nvPr>
            <p:ph type="sldNum" sz="quarter" idx="12"/>
          </p:nvPr>
        </p:nvSpPr>
        <p:spPr/>
        <p:txBody>
          <a:bodyPr/>
          <a:lstStyle/>
          <a:p>
            <a:pPr>
              <a:defRPr/>
            </a:pPr>
            <a:fld id="{CC516D0E-CD58-4E49-9F6D-689564ED6CA6}" type="slidenum">
              <a:rPr lang="en-US" altLang="en-US" smtClean="0"/>
              <a:pPr>
                <a:defRPr/>
              </a:pPr>
              <a:t>9</a:t>
            </a:fld>
            <a:endParaRPr lang="en-US" altLang="en-US"/>
          </a:p>
        </p:txBody>
      </p:sp>
      <p:pic>
        <p:nvPicPr>
          <p:cNvPr id="1026" name="Picture 2" descr="Software Design Principles">
            <a:extLst>
              <a:ext uri="{FF2B5EF4-FFF2-40B4-BE49-F238E27FC236}">
                <a16:creationId xmlns:a16="http://schemas.microsoft.com/office/drawing/2014/main" id="{9CC2AFF6-B69C-101C-7291-C57E7C38BBA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38800" y="965839"/>
            <a:ext cx="3352800" cy="2609850"/>
          </a:xfrm>
          <a:prstGeom prst="rect">
            <a:avLst/>
          </a:prstGeom>
          <a:noFill/>
          <a:extLst>
            <a:ext uri="{909E8E84-426E-40DD-AFC4-6F175D3DCCD1}">
              <a14:hiddenFill xmlns:a14="http://schemas.microsoft.com/office/drawing/2010/main">
                <a:solidFill>
                  <a:srgbClr val="FFFFFF"/>
                </a:solidFill>
              </a14:hiddenFill>
            </a:ext>
          </a:extLst>
        </p:spPr>
      </p:pic>
      <p:pic>
        <p:nvPicPr>
          <p:cNvPr id="1027" name="Picture 3" descr="Software Design Principles">
            <a:extLst>
              <a:ext uri="{FF2B5EF4-FFF2-40B4-BE49-F238E27FC236}">
                <a16:creationId xmlns:a16="http://schemas.microsoft.com/office/drawing/2014/main" id="{2C19104A-4EDD-4B5C-CA87-3FB8C03A29B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01929" y="3817068"/>
            <a:ext cx="3389671" cy="2428875"/>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895D6E0C-6A07-802D-3CF5-A94602AC93C1}"/>
              </a:ext>
            </a:extLst>
          </p:cNvPr>
          <p:cNvSpPr txBox="1"/>
          <p:nvPr/>
        </p:nvSpPr>
        <p:spPr>
          <a:xfrm>
            <a:off x="664727" y="1670600"/>
            <a:ext cx="4766546" cy="1200329"/>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400" b="1" i="0" u="none" strike="noStrike" cap="none" normalizeH="0" baseline="0" dirty="0">
                <a:ln>
                  <a:noFill/>
                </a:ln>
                <a:solidFill>
                  <a:srgbClr val="333333"/>
                </a:solidFill>
                <a:effectLst/>
                <a:latin typeface="inter-bold"/>
              </a:rPr>
              <a:t> </a:t>
            </a:r>
            <a:r>
              <a:rPr kumimoji="0" lang="en-US" altLang="en-US" sz="1800" b="1" i="0" u="none" strike="noStrike" cap="none" normalizeH="0" baseline="0" dirty="0">
                <a:ln>
                  <a:noFill/>
                </a:ln>
                <a:solidFill>
                  <a:srgbClr val="333333"/>
                </a:solidFill>
                <a:effectLst/>
                <a:latin typeface="inter-bold"/>
              </a:rPr>
              <a:t>Top-down Approach:</a:t>
            </a:r>
            <a:r>
              <a:rPr kumimoji="0" lang="en-US" altLang="en-US" sz="1800" b="0" i="0" u="none" strike="noStrike" cap="none" normalizeH="0" baseline="0" dirty="0">
                <a:ln>
                  <a:noFill/>
                </a:ln>
                <a:solidFill>
                  <a:srgbClr val="333333"/>
                </a:solidFill>
                <a:effectLst/>
                <a:latin typeface="inter-regular"/>
              </a:rPr>
              <a:t> This approach starts with the identification of the main components and then decomposing them into their more detailed sub-components</a:t>
            </a:r>
            <a:r>
              <a:rPr kumimoji="0" lang="en-US" altLang="en-US" sz="1400" b="0" i="0" u="none" strike="noStrike" cap="none" normalizeH="0" baseline="0" dirty="0">
                <a:ln>
                  <a:noFill/>
                </a:ln>
                <a:solidFill>
                  <a:srgbClr val="333333"/>
                </a:solidFill>
                <a:effectLst/>
                <a:latin typeface="inter-regular"/>
              </a:rPr>
              <a:t>.</a:t>
            </a:r>
            <a:endParaRPr kumimoji="0" lang="en-US" altLang="en-US" sz="900" b="0" i="0" u="none" strike="noStrike" cap="none" normalizeH="0" baseline="0" dirty="0">
              <a:ln>
                <a:noFill/>
              </a:ln>
              <a:solidFill>
                <a:schemeClr val="tx1"/>
              </a:solidFill>
              <a:effectLst/>
            </a:endParaRPr>
          </a:p>
        </p:txBody>
      </p:sp>
      <p:sp>
        <p:nvSpPr>
          <p:cNvPr id="11" name="TextBox 10">
            <a:extLst>
              <a:ext uri="{FF2B5EF4-FFF2-40B4-BE49-F238E27FC236}">
                <a16:creationId xmlns:a16="http://schemas.microsoft.com/office/drawing/2014/main" id="{9D2DD59D-9980-1B99-B1BD-5B9143FD6449}"/>
              </a:ext>
            </a:extLst>
          </p:cNvPr>
          <p:cNvSpPr txBox="1"/>
          <p:nvPr/>
        </p:nvSpPr>
        <p:spPr>
          <a:xfrm>
            <a:off x="664727" y="3826303"/>
            <a:ext cx="4419600" cy="1477328"/>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1" i="0" u="none" strike="noStrike" cap="none" normalizeH="0" baseline="0" dirty="0">
                <a:ln>
                  <a:noFill/>
                </a:ln>
                <a:solidFill>
                  <a:srgbClr val="333333"/>
                </a:solidFill>
                <a:effectLst/>
                <a:latin typeface="inter-bold"/>
              </a:rPr>
              <a:t>Bottom-up Approach:</a:t>
            </a:r>
            <a:r>
              <a:rPr kumimoji="0" lang="en-US" altLang="en-US" b="0" i="0" u="none" strike="noStrike" cap="none" normalizeH="0" baseline="0" dirty="0">
                <a:ln>
                  <a:noFill/>
                </a:ln>
                <a:solidFill>
                  <a:srgbClr val="333333"/>
                </a:solidFill>
                <a:effectLst/>
                <a:latin typeface="inter-regular"/>
              </a:rPr>
              <a:t> A bottom-up approach begins with the lower details and moves towards up the hierarchy, as shown in fig. This approach is suitable in case of an existing system.</a:t>
            </a:r>
            <a:endParaRPr kumimoji="0" lang="en-US" altLang="en-US" sz="1050" b="0" i="0" u="none" strike="noStrike" cap="none" normalizeH="0" baseline="0" dirty="0">
              <a:ln>
                <a:noFill/>
              </a:ln>
              <a:solidFill>
                <a:schemeClr val="tx1"/>
              </a:solidFill>
              <a:effectLst/>
            </a:endParaRPr>
          </a:p>
        </p:txBody>
      </p:sp>
    </p:spTree>
    <p:extLst>
      <p:ext uri="{BB962C8B-B14F-4D97-AF65-F5344CB8AC3E}">
        <p14:creationId xmlns:p14="http://schemas.microsoft.com/office/powerpoint/2010/main" val="702124144"/>
      </p:ext>
    </p:extLst>
  </p:cSld>
  <p:clrMapOvr>
    <a:masterClrMapping/>
  </p:clrMapOvr>
  <p:transition>
    <p:random/>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73CC0A9-325D-DC2B-D75B-16B3B9DF1716}"/>
              </a:ext>
            </a:extLst>
          </p:cNvPr>
          <p:cNvSpPr>
            <a:spLocks noGrp="1"/>
          </p:cNvSpPr>
          <p:nvPr>
            <p:ph type="dt" sz="half" idx="10"/>
          </p:nvPr>
        </p:nvSpPr>
        <p:spPr/>
        <p:txBody>
          <a:bodyPr/>
          <a:lstStyle/>
          <a:p>
            <a:pPr>
              <a:defRPr/>
            </a:pPr>
            <a:fld id="{8FC35119-4326-4B12-8C41-028122D81B5B}" type="datetime4">
              <a:rPr lang="en-US" altLang="en-US" smtClean="0"/>
              <a:t>February 29, 2024</a:t>
            </a:fld>
            <a:endParaRPr lang="en-US" altLang="en-US"/>
          </a:p>
        </p:txBody>
      </p:sp>
      <p:sp>
        <p:nvSpPr>
          <p:cNvPr id="3" name="Slide Number Placeholder 2">
            <a:extLst>
              <a:ext uri="{FF2B5EF4-FFF2-40B4-BE49-F238E27FC236}">
                <a16:creationId xmlns:a16="http://schemas.microsoft.com/office/drawing/2014/main" id="{977FC887-3359-DB1A-6F16-5A2B8C15CC4F}"/>
              </a:ext>
            </a:extLst>
          </p:cNvPr>
          <p:cNvSpPr>
            <a:spLocks noGrp="1"/>
          </p:cNvSpPr>
          <p:nvPr>
            <p:ph type="sldNum" sz="quarter" idx="12"/>
          </p:nvPr>
        </p:nvSpPr>
        <p:spPr/>
        <p:txBody>
          <a:bodyPr/>
          <a:lstStyle/>
          <a:p>
            <a:pPr>
              <a:defRPr/>
            </a:pPr>
            <a:fld id="{CC516D0E-CD58-4E49-9F6D-689564ED6CA6}" type="slidenum">
              <a:rPr lang="en-US" altLang="en-US" smtClean="0"/>
              <a:pPr>
                <a:defRPr/>
              </a:pPr>
              <a:t>10</a:t>
            </a:fld>
            <a:endParaRPr lang="en-US" altLang="en-US"/>
          </a:p>
        </p:txBody>
      </p:sp>
      <p:sp>
        <p:nvSpPr>
          <p:cNvPr id="5" name="TextBox 4">
            <a:extLst>
              <a:ext uri="{FF2B5EF4-FFF2-40B4-BE49-F238E27FC236}">
                <a16:creationId xmlns:a16="http://schemas.microsoft.com/office/drawing/2014/main" id="{1B0B9D88-648B-F53D-CA06-3D1F5AA156F4}"/>
              </a:ext>
            </a:extLst>
          </p:cNvPr>
          <p:cNvSpPr txBox="1"/>
          <p:nvPr/>
        </p:nvSpPr>
        <p:spPr>
          <a:xfrm>
            <a:off x="479226" y="1066800"/>
            <a:ext cx="8664774" cy="5324535"/>
          </a:xfrm>
          <a:prstGeom prst="rect">
            <a:avLst/>
          </a:prstGeom>
          <a:noFill/>
        </p:spPr>
        <p:txBody>
          <a:bodyPr wrap="square">
            <a:spAutoFit/>
          </a:bodyPr>
          <a:lstStyle/>
          <a:p>
            <a:pPr algn="l">
              <a:buFont typeface="Arial" panose="020B0604020202020204" pitchFamily="34" charset="0"/>
              <a:buChar char="•"/>
            </a:pPr>
            <a:r>
              <a:rPr lang="en-US" sz="2000" b="1" i="0" dirty="0">
                <a:solidFill>
                  <a:srgbClr val="0D0D0D"/>
                </a:solidFill>
                <a:effectLst/>
                <a:latin typeface="Söhne"/>
              </a:rPr>
              <a:t>Single Responsibility Principle (SRP):</a:t>
            </a:r>
            <a:r>
              <a:rPr lang="en-US" sz="2000" b="0" i="0" dirty="0">
                <a:solidFill>
                  <a:srgbClr val="0D0D0D"/>
                </a:solidFill>
                <a:effectLst/>
                <a:latin typeface="Söhne"/>
              </a:rPr>
              <a:t> A class should have only one reason to change, meaning it should have only one responsibility or job.</a:t>
            </a:r>
          </a:p>
          <a:p>
            <a:pPr algn="l">
              <a:buFont typeface="Arial" panose="020B0604020202020204" pitchFamily="34" charset="0"/>
              <a:buChar char="•"/>
            </a:pPr>
            <a:endParaRPr lang="en-US" sz="2000" b="0" i="0" dirty="0">
              <a:solidFill>
                <a:srgbClr val="0D0D0D"/>
              </a:solidFill>
              <a:effectLst/>
              <a:latin typeface="Söhne"/>
            </a:endParaRPr>
          </a:p>
          <a:p>
            <a:pPr algn="l">
              <a:buFont typeface="Arial" panose="020B0604020202020204" pitchFamily="34" charset="0"/>
              <a:buChar char="•"/>
            </a:pPr>
            <a:r>
              <a:rPr lang="en-US" sz="2000" b="1" i="0" dirty="0">
                <a:solidFill>
                  <a:srgbClr val="0D0D0D"/>
                </a:solidFill>
                <a:effectLst/>
                <a:latin typeface="Söhne"/>
              </a:rPr>
              <a:t>Open/Closed Principle (OCP):</a:t>
            </a:r>
            <a:r>
              <a:rPr lang="en-US" sz="2000" b="0" i="0" dirty="0">
                <a:solidFill>
                  <a:srgbClr val="0D0D0D"/>
                </a:solidFill>
                <a:effectLst/>
                <a:latin typeface="Söhne"/>
              </a:rPr>
              <a:t> Software entities (classes, modules, functions) should be open for extension but closed for modification.</a:t>
            </a:r>
          </a:p>
          <a:p>
            <a:pPr algn="l">
              <a:buFont typeface="Arial" panose="020B0604020202020204" pitchFamily="34" charset="0"/>
              <a:buChar char="•"/>
            </a:pPr>
            <a:endParaRPr lang="en-US" sz="2000" b="0" i="0" dirty="0">
              <a:solidFill>
                <a:srgbClr val="0D0D0D"/>
              </a:solidFill>
              <a:effectLst/>
              <a:latin typeface="Söhne"/>
            </a:endParaRPr>
          </a:p>
          <a:p>
            <a:pPr algn="l">
              <a:buFont typeface="Arial" panose="020B0604020202020204" pitchFamily="34" charset="0"/>
              <a:buChar char="•"/>
            </a:pPr>
            <a:r>
              <a:rPr lang="en-US" sz="2000" b="1" i="0" dirty="0" err="1">
                <a:solidFill>
                  <a:srgbClr val="0D0D0D"/>
                </a:solidFill>
                <a:effectLst/>
                <a:latin typeface="Söhne"/>
              </a:rPr>
              <a:t>Liskov</a:t>
            </a:r>
            <a:r>
              <a:rPr lang="en-US" sz="2000" b="1" i="0" dirty="0">
                <a:solidFill>
                  <a:srgbClr val="0D0D0D"/>
                </a:solidFill>
                <a:effectLst/>
                <a:latin typeface="Söhne"/>
              </a:rPr>
              <a:t> Substitution Principle (LSP):</a:t>
            </a:r>
            <a:r>
              <a:rPr lang="en-US" sz="2000" b="0" i="0" dirty="0">
                <a:solidFill>
                  <a:srgbClr val="0D0D0D"/>
                </a:solidFill>
                <a:effectLst/>
                <a:latin typeface="Söhne"/>
              </a:rPr>
              <a:t> Subtypes should be substitutable for their base types without altering the correctness of the program.</a:t>
            </a:r>
          </a:p>
          <a:p>
            <a:pPr algn="l">
              <a:buFont typeface="Arial" panose="020B0604020202020204" pitchFamily="34" charset="0"/>
              <a:buChar char="•"/>
            </a:pPr>
            <a:endParaRPr lang="en-US" sz="2000" b="0" i="0" dirty="0">
              <a:solidFill>
                <a:srgbClr val="0D0D0D"/>
              </a:solidFill>
              <a:effectLst/>
              <a:latin typeface="Söhne"/>
            </a:endParaRPr>
          </a:p>
          <a:p>
            <a:pPr algn="l">
              <a:buFont typeface="Arial" panose="020B0604020202020204" pitchFamily="34" charset="0"/>
              <a:buChar char="•"/>
            </a:pPr>
            <a:r>
              <a:rPr lang="en-US" sz="2000" b="1" i="0" dirty="0">
                <a:solidFill>
                  <a:srgbClr val="0D0D0D"/>
                </a:solidFill>
                <a:effectLst/>
                <a:latin typeface="Söhne"/>
              </a:rPr>
              <a:t>Interface Segregation Principle (ISP):</a:t>
            </a:r>
            <a:r>
              <a:rPr lang="en-US" sz="2000" b="0" i="0" dirty="0">
                <a:solidFill>
                  <a:srgbClr val="0D0D0D"/>
                </a:solidFill>
                <a:effectLst/>
                <a:latin typeface="Söhne"/>
              </a:rPr>
              <a:t> A class should not be forced to implement interfaces it does not use. Instead of having large, monolithic interfaces, use smaller, specific ones.</a:t>
            </a:r>
          </a:p>
          <a:p>
            <a:pPr algn="l">
              <a:buFont typeface="Arial" panose="020B0604020202020204" pitchFamily="34" charset="0"/>
              <a:buChar char="•"/>
            </a:pPr>
            <a:endParaRPr lang="en-US" sz="2000" b="0" i="0" dirty="0">
              <a:solidFill>
                <a:srgbClr val="0D0D0D"/>
              </a:solidFill>
              <a:effectLst/>
              <a:latin typeface="Söhne"/>
            </a:endParaRPr>
          </a:p>
          <a:p>
            <a:pPr algn="l">
              <a:buFont typeface="Arial" panose="020B0604020202020204" pitchFamily="34" charset="0"/>
              <a:buChar char="•"/>
            </a:pPr>
            <a:r>
              <a:rPr lang="en-US" sz="2000" b="1" i="0" dirty="0">
                <a:solidFill>
                  <a:srgbClr val="0D0D0D"/>
                </a:solidFill>
                <a:effectLst/>
                <a:latin typeface="Söhne"/>
              </a:rPr>
              <a:t>Dependency Inversion Principle (DIP):</a:t>
            </a:r>
            <a:r>
              <a:rPr lang="en-US" sz="2000" b="0" i="0" dirty="0">
                <a:solidFill>
                  <a:srgbClr val="0D0D0D"/>
                </a:solidFill>
                <a:effectLst/>
                <a:latin typeface="Söhne"/>
              </a:rPr>
              <a:t> High-level modules should not depend on low-level modules. Both should depend on abstractions. Abstractions should not depend on details; details should depend on abstractions.</a:t>
            </a:r>
          </a:p>
          <a:p>
            <a:pPr algn="l"/>
            <a:endParaRPr lang="en-US" sz="2000" b="0" i="0" dirty="0">
              <a:solidFill>
                <a:srgbClr val="0D0D0D"/>
              </a:solidFill>
              <a:effectLst/>
              <a:latin typeface="Söhne"/>
            </a:endParaRPr>
          </a:p>
        </p:txBody>
      </p:sp>
      <p:sp>
        <p:nvSpPr>
          <p:cNvPr id="7" name="TextBox 6">
            <a:extLst>
              <a:ext uri="{FF2B5EF4-FFF2-40B4-BE49-F238E27FC236}">
                <a16:creationId xmlns:a16="http://schemas.microsoft.com/office/drawing/2014/main" id="{49F82E6C-A729-401C-4634-09C291097F77}"/>
              </a:ext>
            </a:extLst>
          </p:cNvPr>
          <p:cNvSpPr txBox="1"/>
          <p:nvPr/>
        </p:nvSpPr>
        <p:spPr>
          <a:xfrm>
            <a:off x="2667000" y="317211"/>
            <a:ext cx="4741606" cy="584775"/>
          </a:xfrm>
          <a:prstGeom prst="rect">
            <a:avLst/>
          </a:prstGeom>
          <a:noFill/>
        </p:spPr>
        <p:txBody>
          <a:bodyPr wrap="square">
            <a:spAutoFit/>
          </a:bodyPr>
          <a:lstStyle/>
          <a:p>
            <a:pPr algn="l"/>
            <a:r>
              <a:rPr lang="en-US" sz="2800" b="1" dirty="0">
                <a:solidFill>
                  <a:srgbClr val="610B4B"/>
                </a:solidFill>
                <a:latin typeface="erdana"/>
              </a:rPr>
              <a:t>SOLID</a:t>
            </a:r>
            <a:r>
              <a:rPr lang="en-US" sz="3200" b="1" i="0" dirty="0">
                <a:solidFill>
                  <a:srgbClr val="7030A0"/>
                </a:solidFill>
                <a:effectLst/>
                <a:latin typeface="Söhne"/>
              </a:rPr>
              <a:t> </a:t>
            </a:r>
            <a:r>
              <a:rPr lang="en-US" sz="2800" dirty="0">
                <a:solidFill>
                  <a:srgbClr val="610B4B"/>
                </a:solidFill>
                <a:latin typeface="erdana"/>
              </a:rPr>
              <a:t>Principles</a:t>
            </a:r>
            <a:r>
              <a:rPr lang="en-US" sz="3200" b="1" i="0" dirty="0">
                <a:solidFill>
                  <a:srgbClr val="7030A0"/>
                </a:solidFill>
                <a:effectLst/>
                <a:latin typeface="Söhne"/>
              </a:rPr>
              <a:t>:</a:t>
            </a:r>
          </a:p>
        </p:txBody>
      </p:sp>
    </p:spTree>
    <p:extLst>
      <p:ext uri="{BB962C8B-B14F-4D97-AF65-F5344CB8AC3E}">
        <p14:creationId xmlns:p14="http://schemas.microsoft.com/office/powerpoint/2010/main" val="3860657485"/>
      </p:ext>
    </p:extLst>
  </p:cSld>
  <p:clrMapOvr>
    <a:masterClrMapping/>
  </p:clrMapOvr>
  <p:transition>
    <p:random/>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8" name="Rectangle 2">
            <a:extLst>
              <a:ext uri="{FF2B5EF4-FFF2-40B4-BE49-F238E27FC236}">
                <a16:creationId xmlns:a16="http://schemas.microsoft.com/office/drawing/2014/main" id="{42D68331-6E94-ABA7-7106-FAF9D1688BB6}"/>
              </a:ext>
            </a:extLst>
          </p:cNvPr>
          <p:cNvSpPr>
            <a:spLocks noGrp="1" noChangeArrowheads="1"/>
          </p:cNvSpPr>
          <p:nvPr>
            <p:ph type="title"/>
          </p:nvPr>
        </p:nvSpPr>
        <p:spPr/>
        <p:txBody>
          <a:bodyPr/>
          <a:lstStyle/>
          <a:p>
            <a:r>
              <a:rPr lang="en-US" altLang="en-US" dirty="0">
                <a:solidFill>
                  <a:srgbClr val="002060"/>
                </a:solidFill>
              </a:rPr>
              <a:t>What is modeling?</a:t>
            </a:r>
          </a:p>
        </p:txBody>
      </p:sp>
      <p:sp>
        <p:nvSpPr>
          <p:cNvPr id="86019" name="Rectangle 3">
            <a:extLst>
              <a:ext uri="{FF2B5EF4-FFF2-40B4-BE49-F238E27FC236}">
                <a16:creationId xmlns:a16="http://schemas.microsoft.com/office/drawing/2014/main" id="{F51DE54B-4B6D-F9DF-31B3-B5695D62ECFE}"/>
              </a:ext>
            </a:extLst>
          </p:cNvPr>
          <p:cNvSpPr>
            <a:spLocks noGrp="1" noChangeArrowheads="1"/>
          </p:cNvSpPr>
          <p:nvPr>
            <p:ph type="body" idx="1"/>
          </p:nvPr>
        </p:nvSpPr>
        <p:spPr/>
        <p:txBody>
          <a:bodyPr/>
          <a:lstStyle/>
          <a:p>
            <a:r>
              <a:rPr lang="en-US" altLang="en-US" dirty="0"/>
              <a:t>Modeling consists of building an abstraction of reality.</a:t>
            </a:r>
          </a:p>
          <a:p>
            <a:r>
              <a:rPr lang="en-US" altLang="en-US" dirty="0"/>
              <a:t>Abstractions are simplifications because:</a:t>
            </a:r>
          </a:p>
          <a:p>
            <a:pPr lvl="1"/>
            <a:r>
              <a:rPr lang="en-US" altLang="en-US" dirty="0"/>
              <a:t>They ignore irrelevant details and</a:t>
            </a:r>
          </a:p>
          <a:p>
            <a:pPr lvl="1"/>
            <a:r>
              <a:rPr lang="en-US" altLang="en-US" dirty="0"/>
              <a:t>They only represent the relevant details.</a:t>
            </a:r>
          </a:p>
          <a:p>
            <a:r>
              <a:rPr lang="en-US" altLang="en-US" dirty="0"/>
              <a:t>What is </a:t>
            </a:r>
            <a:r>
              <a:rPr lang="en-US" altLang="en-US" i="1" dirty="0"/>
              <a:t>relevant</a:t>
            </a:r>
            <a:r>
              <a:rPr lang="en-US" altLang="en-US" dirty="0"/>
              <a:t> or </a:t>
            </a:r>
            <a:r>
              <a:rPr lang="en-US" altLang="en-US" i="1" dirty="0"/>
              <a:t>irrelevant</a:t>
            </a:r>
            <a:r>
              <a:rPr lang="en-US" altLang="en-US" dirty="0"/>
              <a:t> depends on the purpose of the model.</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026" name="Rectangle 2">
            <a:extLst>
              <a:ext uri="{FF2B5EF4-FFF2-40B4-BE49-F238E27FC236}">
                <a16:creationId xmlns:a16="http://schemas.microsoft.com/office/drawing/2014/main" id="{95926CD4-F818-D841-9BF5-9984C8A54E0C}"/>
              </a:ext>
            </a:extLst>
          </p:cNvPr>
          <p:cNvSpPr>
            <a:spLocks noGrp="1" noChangeArrowheads="1"/>
          </p:cNvSpPr>
          <p:nvPr>
            <p:ph type="title"/>
          </p:nvPr>
        </p:nvSpPr>
        <p:spPr/>
        <p:txBody>
          <a:bodyPr/>
          <a:lstStyle/>
          <a:p>
            <a:r>
              <a:rPr lang="en-US" altLang="en-US"/>
              <a:t>Example: street map</a:t>
            </a:r>
          </a:p>
        </p:txBody>
      </p:sp>
      <p:pic>
        <p:nvPicPr>
          <p:cNvPr id="129030" name="Picture 6">
            <a:extLst>
              <a:ext uri="{FF2B5EF4-FFF2-40B4-BE49-F238E27FC236}">
                <a16:creationId xmlns:a16="http://schemas.microsoft.com/office/drawing/2014/main" id="{A8AFE5F5-656D-2E7C-1CC8-302189D4B7AB}"/>
              </a:ext>
            </a:extLst>
          </p:cNvPr>
          <p:cNvPicPr>
            <a:picLocks noGrp="1" noChangeAspect="1" noChangeArrowheads="1"/>
          </p:cNvPicPr>
          <p:nvPr>
            <p:ph type="body" idx="1"/>
          </p:nvPr>
        </p:nvPicPr>
        <p:blipFill>
          <a:blip r:embed="rId2">
            <a:extLst>
              <a:ext uri="{28A0092B-C50C-407E-A947-70E740481C1C}">
                <a14:useLocalDpi xmlns:a14="http://schemas.microsoft.com/office/drawing/2010/main" val="0"/>
              </a:ext>
            </a:extLst>
          </a:blip>
          <a:srcRect/>
          <a:stretch>
            <a:fillRect/>
          </a:stretch>
        </p:blipFill>
        <p:spPr>
          <a:xfrm>
            <a:off x="1733550" y="1295400"/>
            <a:ext cx="5497513" cy="4921250"/>
          </a:xfrm>
          <a:noFill/>
          <a:ln/>
          <a:extLst>
            <a:ext uri="{91240B29-F687-4F45-9708-019B960494DF}">
              <a14:hiddenLine xmlns:a14="http://schemas.microsoft.com/office/drawing/2010/main" w="9525" cap="flat" cmpd="sng">
                <a:solidFill>
                  <a:schemeClr val="tx1"/>
                </a:solidFill>
                <a:prstDash val="solid"/>
                <a:miter lim="800000"/>
                <a:headEnd/>
                <a:tailEnd/>
              </a14:hiddenLine>
            </a:ext>
          </a:extLst>
        </p:spPr>
      </p:pic>
      <p:sp>
        <p:nvSpPr>
          <p:cNvPr id="2" name="Rectangle 2">
            <a:extLst>
              <a:ext uri="{FF2B5EF4-FFF2-40B4-BE49-F238E27FC236}">
                <a16:creationId xmlns:a16="http://schemas.microsoft.com/office/drawing/2014/main" id="{412A3626-AE07-5D21-B22E-9AA79FEE5C6E}"/>
              </a:ext>
            </a:extLst>
          </p:cNvPr>
          <p:cNvSpPr txBox="1">
            <a:spLocks noChangeArrowheads="1"/>
          </p:cNvSpPr>
          <p:nvPr/>
        </p:nvSpPr>
        <p:spPr>
          <a:xfrm>
            <a:off x="-24581" y="62802"/>
            <a:ext cx="7773338" cy="1596177"/>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3600" kern="1200" cap="all" baseline="0">
                <a:solidFill>
                  <a:schemeClr val="tx1"/>
                </a:solidFill>
                <a:effectLst/>
                <a:latin typeface="+mj-lt"/>
                <a:ea typeface="+mj-ea"/>
                <a:cs typeface="+mj-cs"/>
              </a:defRPr>
            </a:lvl1pPr>
          </a:lstStyle>
          <a:p>
            <a:pPr fontAlgn="auto">
              <a:spcAft>
                <a:spcPts val="0"/>
              </a:spcAft>
            </a:pPr>
            <a:r>
              <a:rPr lang="en-US" altLang="en-US" dirty="0">
                <a:solidFill>
                  <a:srgbClr val="002060"/>
                </a:solidFill>
              </a:rPr>
              <a:t>Example </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30050" name="Rectangle 2">
            <a:extLst>
              <a:ext uri="{FF2B5EF4-FFF2-40B4-BE49-F238E27FC236}">
                <a16:creationId xmlns:a16="http://schemas.microsoft.com/office/drawing/2014/main" id="{E40A5F44-4110-2AF5-388A-D525095D08D1}"/>
              </a:ext>
            </a:extLst>
          </p:cNvPr>
          <p:cNvSpPr>
            <a:spLocks noGrp="1" noChangeArrowheads="1"/>
          </p:cNvSpPr>
          <p:nvPr>
            <p:ph type="title"/>
          </p:nvPr>
        </p:nvSpPr>
        <p:spPr/>
        <p:txBody>
          <a:bodyPr/>
          <a:lstStyle/>
          <a:p>
            <a:r>
              <a:rPr lang="en-US" altLang="en-US" dirty="0">
                <a:solidFill>
                  <a:srgbClr val="002060"/>
                </a:solidFill>
              </a:rPr>
              <a:t>Why model software?</a:t>
            </a:r>
          </a:p>
        </p:txBody>
      </p:sp>
      <p:sp>
        <p:nvSpPr>
          <p:cNvPr id="130051" name="Rectangle 3">
            <a:extLst>
              <a:ext uri="{FF2B5EF4-FFF2-40B4-BE49-F238E27FC236}">
                <a16:creationId xmlns:a16="http://schemas.microsoft.com/office/drawing/2014/main" id="{71596454-9782-878A-BE52-59D9BCEF6EE1}"/>
              </a:ext>
            </a:extLst>
          </p:cNvPr>
          <p:cNvSpPr>
            <a:spLocks noGrp="1" noChangeArrowheads="1"/>
          </p:cNvSpPr>
          <p:nvPr>
            <p:ph type="body" idx="1"/>
          </p:nvPr>
        </p:nvSpPr>
        <p:spPr/>
        <p:txBody>
          <a:bodyPr>
            <a:normAutofit fontScale="92500" lnSpcReduction="10000"/>
          </a:bodyPr>
          <a:lstStyle/>
          <a:p>
            <a:pPr>
              <a:buFont typeface="Symbol" panose="05050102010706020507" pitchFamily="18" charset="2"/>
              <a:buNone/>
            </a:pPr>
            <a:r>
              <a:rPr lang="en-US" altLang="en-US" b="1" dirty="0"/>
              <a:t>Why model software?</a:t>
            </a:r>
          </a:p>
          <a:p>
            <a:r>
              <a:rPr lang="en-US" altLang="en-US" dirty="0"/>
              <a:t>Software is getting increasingly more complex</a:t>
            </a:r>
          </a:p>
          <a:p>
            <a:pPr lvl="1"/>
            <a:r>
              <a:rPr lang="en-US" altLang="en-US" b="1" dirty="0"/>
              <a:t>Windows XP &gt; </a:t>
            </a:r>
            <a:r>
              <a:rPr lang="en-US" altLang="en-US" dirty="0"/>
              <a:t>40 </a:t>
            </a:r>
            <a:r>
              <a:rPr lang="en-US" altLang="en-US" dirty="0" err="1"/>
              <a:t>mio</a:t>
            </a:r>
            <a:r>
              <a:rPr lang="en-US" altLang="en-US" dirty="0"/>
              <a:t> lines of code</a:t>
            </a:r>
          </a:p>
          <a:p>
            <a:pPr lvl="1"/>
            <a:r>
              <a:rPr lang="en-US" altLang="en-US" b="1" dirty="0"/>
              <a:t>A single programmer cannot manage this amount of code in its entirety. </a:t>
            </a:r>
          </a:p>
          <a:p>
            <a:r>
              <a:rPr lang="en-US" altLang="en-US" dirty="0"/>
              <a:t>Code is not easily understandable by developers who did not write it</a:t>
            </a:r>
          </a:p>
          <a:p>
            <a:r>
              <a:rPr lang="en-US" altLang="en-US" dirty="0"/>
              <a:t>We need simpler representations for complex systems</a:t>
            </a:r>
          </a:p>
          <a:p>
            <a:pPr lvl="1"/>
            <a:r>
              <a:rPr lang="en-US" altLang="en-US" dirty="0"/>
              <a:t>Modeling is a mean for dealing with complexity</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499"/>
                                          </p:stCondLst>
                                        </p:cTn>
                                        <p:tgtEl>
                                          <p:spTgt spid="130051">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499"/>
                                          </p:stCondLst>
                                        </p:cTn>
                                        <p:tgtEl>
                                          <p:spTgt spid="130051">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499"/>
                                          </p:stCondLst>
                                        </p:cTn>
                                        <p:tgtEl>
                                          <p:spTgt spid="130051">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499"/>
                                          </p:stCondLst>
                                        </p:cTn>
                                        <p:tgtEl>
                                          <p:spTgt spid="130051">
                                            <p:txEl>
                                              <p:pRg st="3" end="3"/>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499"/>
                                          </p:stCondLst>
                                        </p:cTn>
                                        <p:tgtEl>
                                          <p:spTgt spid="130051">
                                            <p:txEl>
                                              <p:pRg st="4" end="4"/>
                                            </p:txEl>
                                          </p:spTgt>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nodeType="clickEffect">
                                  <p:stCondLst>
                                    <p:cond delay="0"/>
                                  </p:stCondLst>
                                  <p:childTnLst>
                                    <p:set>
                                      <p:cBhvr>
                                        <p:cTn id="22" dur="1" fill="hold">
                                          <p:stCondLst>
                                            <p:cond delay="499"/>
                                          </p:stCondLst>
                                        </p:cTn>
                                        <p:tgtEl>
                                          <p:spTgt spid="130051">
                                            <p:txEl>
                                              <p:pRg st="5" end="5"/>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499"/>
                                          </p:stCondLst>
                                        </p:cTn>
                                        <p:tgtEl>
                                          <p:spTgt spid="130051">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0051" grpId="0" build="p" autoUpdateAnimBg="0"/>
    </p:bldLst>
  </p:timing>
</p:sld>
</file>

<file path=ppt/slides/slide1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41317" name="Rectangle 5">
            <a:extLst>
              <a:ext uri="{FF2B5EF4-FFF2-40B4-BE49-F238E27FC236}">
                <a16:creationId xmlns:a16="http://schemas.microsoft.com/office/drawing/2014/main" id="{9FD2003E-D3B7-1FED-EE7A-BD97FB4015F2}"/>
              </a:ext>
            </a:extLst>
          </p:cNvPr>
          <p:cNvSpPr>
            <a:spLocks noGrp="1" noChangeArrowheads="1"/>
          </p:cNvSpPr>
          <p:nvPr>
            <p:ph type="title"/>
          </p:nvPr>
        </p:nvSpPr>
        <p:spPr>
          <a:xfrm>
            <a:off x="685331" y="228600"/>
            <a:ext cx="7773338" cy="1596177"/>
          </a:xfrm>
        </p:spPr>
        <p:txBody>
          <a:bodyPr/>
          <a:lstStyle/>
          <a:p>
            <a:r>
              <a:rPr lang="en-US" altLang="en-US" dirty="0">
                <a:solidFill>
                  <a:srgbClr val="002060"/>
                </a:solidFill>
              </a:rPr>
              <a:t>Systems, Models and Views</a:t>
            </a:r>
          </a:p>
        </p:txBody>
      </p:sp>
      <p:sp>
        <p:nvSpPr>
          <p:cNvPr id="141318" name="Rectangle 6">
            <a:extLst>
              <a:ext uri="{FF2B5EF4-FFF2-40B4-BE49-F238E27FC236}">
                <a16:creationId xmlns:a16="http://schemas.microsoft.com/office/drawing/2014/main" id="{8EE8FE69-F30F-9486-D3D2-E9EA58FB88F9}"/>
              </a:ext>
            </a:extLst>
          </p:cNvPr>
          <p:cNvSpPr>
            <a:spLocks noGrp="1" noChangeArrowheads="1"/>
          </p:cNvSpPr>
          <p:nvPr>
            <p:ph type="body" idx="1"/>
          </p:nvPr>
        </p:nvSpPr>
        <p:spPr>
          <a:xfrm>
            <a:off x="419100" y="1416050"/>
            <a:ext cx="8724900" cy="4800600"/>
          </a:xfrm>
        </p:spPr>
        <p:txBody>
          <a:bodyPr/>
          <a:lstStyle/>
          <a:p>
            <a:r>
              <a:rPr lang="en-US" altLang="en-US" dirty="0"/>
              <a:t>A </a:t>
            </a:r>
            <a:r>
              <a:rPr lang="en-US" altLang="en-US" b="1" i="1" dirty="0"/>
              <a:t>model</a:t>
            </a:r>
            <a:r>
              <a:rPr lang="en-US" altLang="en-US" dirty="0"/>
              <a:t> is an abstraction describing a subset of a system</a:t>
            </a:r>
          </a:p>
          <a:p>
            <a:r>
              <a:rPr lang="en-US" altLang="en-US" dirty="0"/>
              <a:t>A </a:t>
            </a:r>
            <a:r>
              <a:rPr lang="en-US" altLang="en-US" b="1" i="1" dirty="0"/>
              <a:t>view</a:t>
            </a:r>
            <a:r>
              <a:rPr lang="en-US" altLang="en-US" dirty="0"/>
              <a:t> depicts selected aspects of a model</a:t>
            </a:r>
          </a:p>
          <a:p>
            <a:r>
              <a:rPr lang="en-US" altLang="en-US" dirty="0"/>
              <a:t>A </a:t>
            </a:r>
            <a:r>
              <a:rPr lang="en-US" altLang="en-US" b="1" i="1" dirty="0"/>
              <a:t>notation</a:t>
            </a:r>
            <a:r>
              <a:rPr lang="en-US" altLang="en-US" dirty="0"/>
              <a:t> is a set of graphical or textual rules for depicting views</a:t>
            </a:r>
          </a:p>
          <a:p>
            <a:r>
              <a:rPr lang="en-US" altLang="en-US" dirty="0"/>
              <a:t>Views and models of a single system may overlap each other</a:t>
            </a:r>
          </a:p>
          <a:p>
            <a:pPr>
              <a:buFont typeface="Symbol" panose="05050102010706020507" pitchFamily="18" charset="2"/>
              <a:buNone/>
            </a:pPr>
            <a:r>
              <a:rPr lang="en-US" altLang="en-US" b="1" dirty="0"/>
              <a:t>Examples</a:t>
            </a:r>
            <a:r>
              <a:rPr lang="en-US" altLang="en-US" dirty="0"/>
              <a:t>:</a:t>
            </a:r>
          </a:p>
          <a:p>
            <a:r>
              <a:rPr lang="en-US" altLang="en-US" dirty="0"/>
              <a:t>System: Aircraft</a:t>
            </a:r>
          </a:p>
          <a:p>
            <a:r>
              <a:rPr lang="en-US" altLang="en-US" dirty="0"/>
              <a:t>Models: Flight simulator, scale model</a:t>
            </a:r>
          </a:p>
          <a:p>
            <a:r>
              <a:rPr lang="en-US" altLang="en-US" dirty="0"/>
              <a:t>Views: All blueprints, electrical wiring, fuel system</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499"/>
                                          </p:stCondLst>
                                        </p:cTn>
                                        <p:tgtEl>
                                          <p:spTgt spid="141318">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499"/>
                                          </p:stCondLst>
                                        </p:cTn>
                                        <p:tgtEl>
                                          <p:spTgt spid="141318">
                                            <p:txEl>
                                              <p:pRg st="1" end="1"/>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499"/>
                                          </p:stCondLst>
                                        </p:cTn>
                                        <p:tgtEl>
                                          <p:spTgt spid="141318">
                                            <p:txEl>
                                              <p:pRg st="2" end="2"/>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499"/>
                                          </p:stCondLst>
                                        </p:cTn>
                                        <p:tgtEl>
                                          <p:spTgt spid="141318">
                                            <p:txEl>
                                              <p:pRg st="3" end="3"/>
                                            </p:txEl>
                                          </p:spTgt>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nodeType="clickEffect">
                                  <p:stCondLst>
                                    <p:cond delay="0"/>
                                  </p:stCondLst>
                                  <p:childTnLst>
                                    <p:set>
                                      <p:cBhvr>
                                        <p:cTn id="22" dur="1" fill="hold">
                                          <p:stCondLst>
                                            <p:cond delay="499"/>
                                          </p:stCondLst>
                                        </p:cTn>
                                        <p:tgtEl>
                                          <p:spTgt spid="141318">
                                            <p:txEl>
                                              <p:pRg st="4" end="4"/>
                                            </p:txEl>
                                          </p:spTgt>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nodeType="clickEffect">
                                  <p:stCondLst>
                                    <p:cond delay="0"/>
                                  </p:stCondLst>
                                  <p:childTnLst>
                                    <p:set>
                                      <p:cBhvr>
                                        <p:cTn id="26" dur="1" fill="hold">
                                          <p:stCondLst>
                                            <p:cond delay="499"/>
                                          </p:stCondLst>
                                        </p:cTn>
                                        <p:tgtEl>
                                          <p:spTgt spid="141318">
                                            <p:txEl>
                                              <p:pRg st="5" end="5"/>
                                            </p:txEl>
                                          </p:spTgt>
                                        </p:tgtEl>
                                        <p:attrNameLst>
                                          <p:attrName>style.visibility</p:attrName>
                                        </p:attrNameLst>
                                      </p:cBhvr>
                                      <p:to>
                                        <p:strVal val="visible"/>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1" presetClass="entr" presetSubtype="0" fill="hold" nodeType="clickEffect">
                                  <p:stCondLst>
                                    <p:cond delay="0"/>
                                  </p:stCondLst>
                                  <p:childTnLst>
                                    <p:set>
                                      <p:cBhvr>
                                        <p:cTn id="30" dur="1" fill="hold">
                                          <p:stCondLst>
                                            <p:cond delay="499"/>
                                          </p:stCondLst>
                                        </p:cTn>
                                        <p:tgtEl>
                                          <p:spTgt spid="141318">
                                            <p:txEl>
                                              <p:pRg st="6" end="6"/>
                                            </p:txEl>
                                          </p:spTgt>
                                        </p:tgtEl>
                                        <p:attrNameLst>
                                          <p:attrName>style.visibility</p:attrName>
                                        </p:attrNameLst>
                                      </p:cBhvr>
                                      <p:to>
                                        <p:strVal val="visible"/>
                                      </p:to>
                                    </p:set>
                                  </p:childTnLst>
                                </p:cTn>
                              </p:par>
                            </p:childTnLst>
                          </p:cTn>
                        </p:par>
                      </p:childTnLst>
                    </p:cTn>
                  </p:par>
                  <p:par>
                    <p:cTn id="31" fill="hold" nodeType="clickPar">
                      <p:stCondLst>
                        <p:cond delay="indefinite"/>
                      </p:stCondLst>
                      <p:childTnLst>
                        <p:par>
                          <p:cTn id="32" fill="hold" nodeType="withGroup">
                            <p:stCondLst>
                              <p:cond delay="0"/>
                            </p:stCondLst>
                            <p:childTnLst>
                              <p:par>
                                <p:cTn id="33" presetID="1" presetClass="entr" presetSubtype="0" fill="hold" nodeType="clickEffect">
                                  <p:stCondLst>
                                    <p:cond delay="0"/>
                                  </p:stCondLst>
                                  <p:childTnLst>
                                    <p:set>
                                      <p:cBhvr>
                                        <p:cTn id="34" dur="1" fill="hold">
                                          <p:stCondLst>
                                            <p:cond delay="499"/>
                                          </p:stCondLst>
                                        </p:cTn>
                                        <p:tgtEl>
                                          <p:spTgt spid="1413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1318" grpId="0" build="p" autoUpdateAnimBg="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0290" name="Rectangle 2">
            <a:extLst>
              <a:ext uri="{FF2B5EF4-FFF2-40B4-BE49-F238E27FC236}">
                <a16:creationId xmlns:a16="http://schemas.microsoft.com/office/drawing/2014/main" id="{442D3445-69D1-640E-EA66-3FFD62559E8F}"/>
              </a:ext>
            </a:extLst>
          </p:cNvPr>
          <p:cNvSpPr>
            <a:spLocks noGrp="1" noChangeArrowheads="1"/>
          </p:cNvSpPr>
          <p:nvPr>
            <p:ph type="title"/>
          </p:nvPr>
        </p:nvSpPr>
        <p:spPr>
          <a:xfrm>
            <a:off x="132881" y="-182445"/>
            <a:ext cx="5810719" cy="1611195"/>
          </a:xfrm>
        </p:spPr>
        <p:txBody>
          <a:bodyPr/>
          <a:lstStyle/>
          <a:p>
            <a:r>
              <a:rPr lang="en-US" altLang="en-US" dirty="0"/>
              <a:t>Systems, Models and Views</a:t>
            </a:r>
          </a:p>
        </p:txBody>
      </p:sp>
      <p:pic>
        <p:nvPicPr>
          <p:cNvPr id="140294" name="Picture 6">
            <a:extLst>
              <a:ext uri="{FF2B5EF4-FFF2-40B4-BE49-F238E27FC236}">
                <a16:creationId xmlns:a16="http://schemas.microsoft.com/office/drawing/2014/main" id="{32BAE318-F9A4-AFE4-88C2-4B1C1B87908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8728" y="1556366"/>
            <a:ext cx="8132762" cy="38989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0295" name="AutoShape 7">
            <a:extLst>
              <a:ext uri="{FF2B5EF4-FFF2-40B4-BE49-F238E27FC236}">
                <a16:creationId xmlns:a16="http://schemas.microsoft.com/office/drawing/2014/main" id="{EC503FB6-567E-9080-FD93-9312A462D518}"/>
              </a:ext>
            </a:extLst>
          </p:cNvPr>
          <p:cNvSpPr>
            <a:spLocks noChangeArrowheads="1"/>
          </p:cNvSpPr>
          <p:nvPr/>
        </p:nvSpPr>
        <p:spPr bwMode="auto">
          <a:xfrm>
            <a:off x="1282700" y="1562100"/>
            <a:ext cx="1663700" cy="1524000"/>
          </a:xfrm>
          <a:prstGeom prst="cloudCallout">
            <a:avLst>
              <a:gd name="adj1" fmla="val -25856"/>
              <a:gd name="adj2" fmla="val 70000"/>
            </a:avLst>
          </a:prstGeom>
          <a:solidFill>
            <a:schemeClr val="bg1"/>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en-US" b="0"/>
              <a:t>Aircraft</a:t>
            </a:r>
          </a:p>
        </p:txBody>
      </p:sp>
      <p:sp>
        <p:nvSpPr>
          <p:cNvPr id="140296" name="AutoShape 8">
            <a:extLst>
              <a:ext uri="{FF2B5EF4-FFF2-40B4-BE49-F238E27FC236}">
                <a16:creationId xmlns:a16="http://schemas.microsoft.com/office/drawing/2014/main" id="{6BD6F40A-C715-8EA2-3CBD-85407F3C349B}"/>
              </a:ext>
            </a:extLst>
          </p:cNvPr>
          <p:cNvSpPr>
            <a:spLocks noChangeArrowheads="1"/>
          </p:cNvSpPr>
          <p:nvPr/>
        </p:nvSpPr>
        <p:spPr bwMode="auto">
          <a:xfrm>
            <a:off x="5232400" y="736600"/>
            <a:ext cx="2349500" cy="1498600"/>
          </a:xfrm>
          <a:prstGeom prst="cloudCallout">
            <a:avLst>
              <a:gd name="adj1" fmla="val -44796"/>
              <a:gd name="adj2" fmla="val 72880"/>
            </a:avLst>
          </a:prstGeom>
          <a:solidFill>
            <a:schemeClr val="bg1"/>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tLang="en-US" b="0"/>
          </a:p>
          <a:p>
            <a:r>
              <a:rPr lang="en-US" altLang="en-US" b="0"/>
              <a:t>  Flightsimulator</a:t>
            </a:r>
          </a:p>
          <a:p>
            <a:endParaRPr lang="en-US" altLang="en-US" b="0"/>
          </a:p>
        </p:txBody>
      </p:sp>
      <p:sp>
        <p:nvSpPr>
          <p:cNvPr id="140297" name="AutoShape 9">
            <a:extLst>
              <a:ext uri="{FF2B5EF4-FFF2-40B4-BE49-F238E27FC236}">
                <a16:creationId xmlns:a16="http://schemas.microsoft.com/office/drawing/2014/main" id="{8040C9BE-9612-2530-F63A-9B1BB0876D53}"/>
              </a:ext>
            </a:extLst>
          </p:cNvPr>
          <p:cNvSpPr>
            <a:spLocks noChangeArrowheads="1"/>
          </p:cNvSpPr>
          <p:nvPr/>
        </p:nvSpPr>
        <p:spPr bwMode="auto">
          <a:xfrm flipV="1">
            <a:off x="3860800" y="4787900"/>
            <a:ext cx="2628900" cy="1498600"/>
          </a:xfrm>
          <a:prstGeom prst="cloudCallout">
            <a:avLst>
              <a:gd name="adj1" fmla="val -45352"/>
              <a:gd name="adj2" fmla="val 72880"/>
            </a:avLst>
          </a:prstGeom>
          <a:solidFill>
            <a:schemeClr val="bg1"/>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r>
              <a:rPr lang="en-US" altLang="en-US" b="0"/>
              <a:t>Scale Model</a:t>
            </a:r>
          </a:p>
          <a:p>
            <a:endParaRPr lang="de-DE" altLang="en-US" b="0"/>
          </a:p>
        </p:txBody>
      </p:sp>
      <p:sp>
        <p:nvSpPr>
          <p:cNvPr id="140300" name="Text Box 12">
            <a:extLst>
              <a:ext uri="{FF2B5EF4-FFF2-40B4-BE49-F238E27FC236}">
                <a16:creationId xmlns:a16="http://schemas.microsoft.com/office/drawing/2014/main" id="{472913BC-C54B-E3EC-5459-E4DAB4E5D232}"/>
              </a:ext>
            </a:extLst>
          </p:cNvPr>
          <p:cNvSpPr txBox="1">
            <a:spLocks noChangeArrowheads="1"/>
          </p:cNvSpPr>
          <p:nvPr/>
        </p:nvSpPr>
        <p:spPr bwMode="auto">
          <a:xfrm>
            <a:off x="3590925" y="6235700"/>
            <a:ext cx="184150" cy="4572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de-DE" altLang="en-US" b="0"/>
          </a:p>
        </p:txBody>
      </p:sp>
      <p:sp>
        <p:nvSpPr>
          <p:cNvPr id="140303" name="AutoShape 15">
            <a:extLst>
              <a:ext uri="{FF2B5EF4-FFF2-40B4-BE49-F238E27FC236}">
                <a16:creationId xmlns:a16="http://schemas.microsoft.com/office/drawing/2014/main" id="{BD95A752-B43D-A810-5F12-5AF650C345B5}"/>
              </a:ext>
            </a:extLst>
          </p:cNvPr>
          <p:cNvSpPr>
            <a:spLocks noChangeArrowheads="1"/>
          </p:cNvSpPr>
          <p:nvPr/>
        </p:nvSpPr>
        <p:spPr bwMode="auto">
          <a:xfrm>
            <a:off x="3187700" y="1117600"/>
            <a:ext cx="1663700" cy="1524000"/>
          </a:xfrm>
          <a:prstGeom prst="cloudCallout">
            <a:avLst>
              <a:gd name="adj1" fmla="val -25856"/>
              <a:gd name="adj2" fmla="val 70000"/>
            </a:avLst>
          </a:prstGeom>
          <a:solidFill>
            <a:schemeClr val="bg1"/>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en-US" b="0"/>
              <a:t>Blueprints</a:t>
            </a:r>
          </a:p>
        </p:txBody>
      </p:sp>
      <p:sp>
        <p:nvSpPr>
          <p:cNvPr id="140304" name="AutoShape 16">
            <a:extLst>
              <a:ext uri="{FF2B5EF4-FFF2-40B4-BE49-F238E27FC236}">
                <a16:creationId xmlns:a16="http://schemas.microsoft.com/office/drawing/2014/main" id="{3EB147C8-BF41-E074-4136-77E6B5D77F32}"/>
              </a:ext>
            </a:extLst>
          </p:cNvPr>
          <p:cNvSpPr>
            <a:spLocks noChangeArrowheads="1"/>
          </p:cNvSpPr>
          <p:nvPr/>
        </p:nvSpPr>
        <p:spPr bwMode="auto">
          <a:xfrm flipV="1">
            <a:off x="6210300" y="4191000"/>
            <a:ext cx="2628900" cy="1498600"/>
          </a:xfrm>
          <a:prstGeom prst="cloudCallout">
            <a:avLst>
              <a:gd name="adj1" fmla="val -45352"/>
              <a:gd name="adj2" fmla="val 72880"/>
            </a:avLst>
          </a:prstGeom>
          <a:solidFill>
            <a:schemeClr val="bg1"/>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r>
              <a:rPr lang="en-US" altLang="en-US" b="0"/>
              <a:t>Electrical </a:t>
            </a:r>
          </a:p>
          <a:p>
            <a:r>
              <a:rPr lang="en-US" altLang="en-US" b="0"/>
              <a:t>Wiring</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499"/>
                                          </p:stCondLst>
                                        </p:cTn>
                                        <p:tgtEl>
                                          <p:spTgt spid="140295"/>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499"/>
                                          </p:stCondLst>
                                        </p:cTn>
                                        <p:tgtEl>
                                          <p:spTgt spid="140297"/>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499"/>
                                          </p:stCondLst>
                                        </p:cTn>
                                        <p:tgtEl>
                                          <p:spTgt spid="140296"/>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499"/>
                                          </p:stCondLst>
                                        </p:cTn>
                                        <p:tgtEl>
                                          <p:spTgt spid="140303"/>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nodeType="clickEffect">
                                  <p:stCondLst>
                                    <p:cond delay="0"/>
                                  </p:stCondLst>
                                  <p:childTnLst>
                                    <p:set>
                                      <p:cBhvr>
                                        <p:cTn id="22" dur="1" fill="hold">
                                          <p:stCondLst>
                                            <p:cond delay="499"/>
                                          </p:stCondLst>
                                        </p:cTn>
                                        <p:tgtEl>
                                          <p:spTgt spid="14030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0295" grpId="0" animBg="1" autoUpdateAnimBg="0"/>
      <p:bldP spid="140296" grpId="0" animBg="1" autoUpdateAnimBg="0"/>
      <p:bldP spid="140297" grpId="0" animBg="1" autoUpdateAnimBg="0"/>
      <p:bldP spid="140303" grpId="0" animBg="1" autoUpdateAnimBg="0"/>
      <p:bldP spid="140304" grpId="0" animBg="1" autoUpdateAnimBg="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338" name="Rectangle 2">
            <a:extLst>
              <a:ext uri="{FF2B5EF4-FFF2-40B4-BE49-F238E27FC236}">
                <a16:creationId xmlns:a16="http://schemas.microsoft.com/office/drawing/2014/main" id="{7D62B0AC-9442-7F63-5636-1254045381B8}"/>
              </a:ext>
            </a:extLst>
          </p:cNvPr>
          <p:cNvSpPr>
            <a:spLocks noGrp="1" noChangeArrowheads="1"/>
          </p:cNvSpPr>
          <p:nvPr>
            <p:ph type="title"/>
          </p:nvPr>
        </p:nvSpPr>
        <p:spPr>
          <a:xfrm>
            <a:off x="604369" y="220037"/>
            <a:ext cx="7773338" cy="1596177"/>
          </a:xfrm>
        </p:spPr>
        <p:txBody>
          <a:bodyPr/>
          <a:lstStyle/>
          <a:p>
            <a:r>
              <a:rPr lang="en-US" altLang="en-US" dirty="0"/>
              <a:t>Models, Views and Systems (UML)</a:t>
            </a:r>
          </a:p>
        </p:txBody>
      </p:sp>
      <p:sp>
        <p:nvSpPr>
          <p:cNvPr id="142343" name="Rectangle 7">
            <a:extLst>
              <a:ext uri="{FF2B5EF4-FFF2-40B4-BE49-F238E27FC236}">
                <a16:creationId xmlns:a16="http://schemas.microsoft.com/office/drawing/2014/main" id="{393C8A7C-673E-2C06-A2F5-A4A5B392C20F}"/>
              </a:ext>
            </a:extLst>
          </p:cNvPr>
          <p:cNvSpPr>
            <a:spLocks noChangeArrowheads="1"/>
          </p:cNvSpPr>
          <p:nvPr/>
        </p:nvSpPr>
        <p:spPr bwMode="auto">
          <a:xfrm>
            <a:off x="290513" y="1797050"/>
            <a:ext cx="1939925" cy="473075"/>
          </a:xfrm>
          <a:prstGeom prst="rect">
            <a:avLst/>
          </a:prstGeom>
          <a:noFill/>
          <a:ln w="20638">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42344" name="Rectangle 8">
            <a:extLst>
              <a:ext uri="{FF2B5EF4-FFF2-40B4-BE49-F238E27FC236}">
                <a16:creationId xmlns:a16="http://schemas.microsoft.com/office/drawing/2014/main" id="{61AB1865-0427-FCC1-1A2B-0B7E40CE721A}"/>
              </a:ext>
            </a:extLst>
          </p:cNvPr>
          <p:cNvSpPr>
            <a:spLocks noChangeArrowheads="1"/>
          </p:cNvSpPr>
          <p:nvPr/>
        </p:nvSpPr>
        <p:spPr bwMode="auto">
          <a:xfrm>
            <a:off x="920750" y="1928813"/>
            <a:ext cx="781050" cy="2587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en-US" sz="1700">
                <a:solidFill>
                  <a:srgbClr val="000000"/>
                </a:solidFill>
                <a:latin typeface="Courier" charset="0"/>
              </a:rPr>
              <a:t>System</a:t>
            </a:r>
            <a:endParaRPr lang="en-US" altLang="en-US" b="0"/>
          </a:p>
        </p:txBody>
      </p:sp>
      <p:sp>
        <p:nvSpPr>
          <p:cNvPr id="142345" name="Rectangle 9">
            <a:extLst>
              <a:ext uri="{FF2B5EF4-FFF2-40B4-BE49-F238E27FC236}">
                <a16:creationId xmlns:a16="http://schemas.microsoft.com/office/drawing/2014/main" id="{01A9FE37-F03F-36D4-1F22-E843F9B0A977}"/>
              </a:ext>
            </a:extLst>
          </p:cNvPr>
          <p:cNvSpPr>
            <a:spLocks noChangeArrowheads="1"/>
          </p:cNvSpPr>
          <p:nvPr/>
        </p:nvSpPr>
        <p:spPr bwMode="auto">
          <a:xfrm>
            <a:off x="3509963" y="1797050"/>
            <a:ext cx="1962150" cy="473075"/>
          </a:xfrm>
          <a:prstGeom prst="rect">
            <a:avLst/>
          </a:prstGeom>
          <a:noFill/>
          <a:ln w="20638">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42346" name="Rectangle 10">
            <a:extLst>
              <a:ext uri="{FF2B5EF4-FFF2-40B4-BE49-F238E27FC236}">
                <a16:creationId xmlns:a16="http://schemas.microsoft.com/office/drawing/2014/main" id="{2E7DBD8F-ED9B-FF9B-D3E0-9D09873E1989}"/>
              </a:ext>
            </a:extLst>
          </p:cNvPr>
          <p:cNvSpPr>
            <a:spLocks noChangeArrowheads="1"/>
          </p:cNvSpPr>
          <p:nvPr/>
        </p:nvSpPr>
        <p:spPr bwMode="auto">
          <a:xfrm>
            <a:off x="4225925" y="1928813"/>
            <a:ext cx="650875" cy="2587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en-US" sz="1700">
                <a:solidFill>
                  <a:srgbClr val="000000"/>
                </a:solidFill>
                <a:latin typeface="Courier" charset="0"/>
              </a:rPr>
              <a:t>Model</a:t>
            </a:r>
            <a:endParaRPr lang="en-US" altLang="en-US" b="0"/>
          </a:p>
        </p:txBody>
      </p:sp>
      <p:sp>
        <p:nvSpPr>
          <p:cNvPr id="142347" name="Rectangle 11">
            <a:extLst>
              <a:ext uri="{FF2B5EF4-FFF2-40B4-BE49-F238E27FC236}">
                <a16:creationId xmlns:a16="http://schemas.microsoft.com/office/drawing/2014/main" id="{4E40D678-72E7-A4C2-9575-29A8BC7D775B}"/>
              </a:ext>
            </a:extLst>
          </p:cNvPr>
          <p:cNvSpPr>
            <a:spLocks noChangeArrowheads="1"/>
          </p:cNvSpPr>
          <p:nvPr/>
        </p:nvSpPr>
        <p:spPr bwMode="auto">
          <a:xfrm>
            <a:off x="6772275" y="1797050"/>
            <a:ext cx="1939925" cy="473075"/>
          </a:xfrm>
          <a:prstGeom prst="rect">
            <a:avLst/>
          </a:prstGeom>
          <a:noFill/>
          <a:ln w="20638">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42348" name="Rectangle 12">
            <a:extLst>
              <a:ext uri="{FF2B5EF4-FFF2-40B4-BE49-F238E27FC236}">
                <a16:creationId xmlns:a16="http://schemas.microsoft.com/office/drawing/2014/main" id="{CD3E9D59-397B-8D8E-E034-035295C8E920}"/>
              </a:ext>
            </a:extLst>
          </p:cNvPr>
          <p:cNvSpPr>
            <a:spLocks noChangeArrowheads="1"/>
          </p:cNvSpPr>
          <p:nvPr/>
        </p:nvSpPr>
        <p:spPr bwMode="auto">
          <a:xfrm>
            <a:off x="7532688" y="1928813"/>
            <a:ext cx="520700" cy="2587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en-US" sz="1700">
                <a:solidFill>
                  <a:srgbClr val="000000"/>
                </a:solidFill>
                <a:latin typeface="Courier" charset="0"/>
              </a:rPr>
              <a:t>View</a:t>
            </a:r>
            <a:endParaRPr lang="en-US" altLang="en-US" b="0"/>
          </a:p>
        </p:txBody>
      </p:sp>
      <p:sp>
        <p:nvSpPr>
          <p:cNvPr id="142349" name="Line 13">
            <a:extLst>
              <a:ext uri="{FF2B5EF4-FFF2-40B4-BE49-F238E27FC236}">
                <a16:creationId xmlns:a16="http://schemas.microsoft.com/office/drawing/2014/main" id="{496B8C4B-6D9F-C449-A01E-C2A7A56A3B52}"/>
              </a:ext>
            </a:extLst>
          </p:cNvPr>
          <p:cNvSpPr>
            <a:spLocks noChangeShapeType="1"/>
          </p:cNvSpPr>
          <p:nvPr/>
        </p:nvSpPr>
        <p:spPr bwMode="auto">
          <a:xfrm>
            <a:off x="2209800" y="2024063"/>
            <a:ext cx="1300163" cy="1587"/>
          </a:xfrm>
          <a:prstGeom prst="line">
            <a:avLst/>
          </a:prstGeom>
          <a:noFill/>
          <a:ln w="20638">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42350" name="Line 14">
            <a:extLst>
              <a:ext uri="{FF2B5EF4-FFF2-40B4-BE49-F238E27FC236}">
                <a16:creationId xmlns:a16="http://schemas.microsoft.com/office/drawing/2014/main" id="{DB4B4F94-B8C4-16FD-5583-702D25EA0066}"/>
              </a:ext>
            </a:extLst>
          </p:cNvPr>
          <p:cNvSpPr>
            <a:spLocks noChangeShapeType="1"/>
          </p:cNvSpPr>
          <p:nvPr/>
        </p:nvSpPr>
        <p:spPr bwMode="auto">
          <a:xfrm>
            <a:off x="5451475" y="2024063"/>
            <a:ext cx="1320800" cy="1587"/>
          </a:xfrm>
          <a:prstGeom prst="line">
            <a:avLst/>
          </a:prstGeom>
          <a:noFill/>
          <a:ln w="20638">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42351" name="Rectangle 15">
            <a:extLst>
              <a:ext uri="{FF2B5EF4-FFF2-40B4-BE49-F238E27FC236}">
                <a16:creationId xmlns:a16="http://schemas.microsoft.com/office/drawing/2014/main" id="{69020E99-D63B-DB73-A565-1DDB73A1FA41}"/>
              </a:ext>
            </a:extLst>
          </p:cNvPr>
          <p:cNvSpPr>
            <a:spLocks noChangeArrowheads="1"/>
          </p:cNvSpPr>
          <p:nvPr/>
        </p:nvSpPr>
        <p:spPr bwMode="auto">
          <a:xfrm>
            <a:off x="6519863" y="1773238"/>
            <a:ext cx="130175" cy="2587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en-US" sz="1700">
                <a:solidFill>
                  <a:srgbClr val="000000"/>
                </a:solidFill>
                <a:latin typeface="Courier" charset="0"/>
              </a:rPr>
              <a:t>*</a:t>
            </a:r>
            <a:endParaRPr lang="en-US" altLang="en-US" b="0"/>
          </a:p>
        </p:txBody>
      </p:sp>
      <p:sp>
        <p:nvSpPr>
          <p:cNvPr id="142352" name="Rectangle 16">
            <a:extLst>
              <a:ext uri="{FF2B5EF4-FFF2-40B4-BE49-F238E27FC236}">
                <a16:creationId xmlns:a16="http://schemas.microsoft.com/office/drawing/2014/main" id="{D84ED522-BB21-CD2F-E27B-3A797BBCF8D6}"/>
              </a:ext>
            </a:extLst>
          </p:cNvPr>
          <p:cNvSpPr>
            <a:spLocks noChangeArrowheads="1"/>
          </p:cNvSpPr>
          <p:nvPr/>
        </p:nvSpPr>
        <p:spPr bwMode="auto">
          <a:xfrm>
            <a:off x="3240088" y="1785938"/>
            <a:ext cx="130175" cy="2587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en-US" sz="1700">
                <a:solidFill>
                  <a:srgbClr val="000000"/>
                </a:solidFill>
                <a:latin typeface="Courier" charset="0"/>
              </a:rPr>
              <a:t>*</a:t>
            </a:r>
            <a:endParaRPr lang="en-US" altLang="en-US" b="0"/>
          </a:p>
        </p:txBody>
      </p:sp>
      <p:sp>
        <p:nvSpPr>
          <p:cNvPr id="142353" name="Rectangle 17">
            <a:extLst>
              <a:ext uri="{FF2B5EF4-FFF2-40B4-BE49-F238E27FC236}">
                <a16:creationId xmlns:a16="http://schemas.microsoft.com/office/drawing/2014/main" id="{5162C1C9-B4D0-6441-69D8-2CD7032A5ED0}"/>
              </a:ext>
            </a:extLst>
          </p:cNvPr>
          <p:cNvSpPr>
            <a:spLocks noChangeArrowheads="1"/>
          </p:cNvSpPr>
          <p:nvPr/>
        </p:nvSpPr>
        <p:spPr bwMode="auto">
          <a:xfrm>
            <a:off x="5456238" y="2263775"/>
            <a:ext cx="1431925" cy="2587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en-US" sz="1700">
                <a:solidFill>
                  <a:srgbClr val="000000"/>
                </a:solidFill>
                <a:latin typeface="Courier" charset="0"/>
              </a:rPr>
              <a:t>Depicted by</a:t>
            </a:r>
            <a:endParaRPr lang="en-US" altLang="en-US" b="0"/>
          </a:p>
        </p:txBody>
      </p:sp>
      <p:sp>
        <p:nvSpPr>
          <p:cNvPr id="142354" name="Rectangle 18">
            <a:extLst>
              <a:ext uri="{FF2B5EF4-FFF2-40B4-BE49-F238E27FC236}">
                <a16:creationId xmlns:a16="http://schemas.microsoft.com/office/drawing/2014/main" id="{64F9D4F1-26A6-C1F6-EA0B-6886D8E569CE}"/>
              </a:ext>
            </a:extLst>
          </p:cNvPr>
          <p:cNvSpPr>
            <a:spLocks noChangeArrowheads="1"/>
          </p:cNvSpPr>
          <p:nvPr/>
        </p:nvSpPr>
        <p:spPr bwMode="auto">
          <a:xfrm>
            <a:off x="2130425" y="2276475"/>
            <a:ext cx="1562100" cy="2587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en-US" sz="1700">
                <a:solidFill>
                  <a:srgbClr val="000000"/>
                </a:solidFill>
                <a:latin typeface="Courier" charset="0"/>
              </a:rPr>
              <a:t>Described by</a:t>
            </a:r>
            <a:endParaRPr lang="en-US" altLang="en-US" b="0"/>
          </a:p>
        </p:txBody>
      </p:sp>
      <p:sp>
        <p:nvSpPr>
          <p:cNvPr id="142341" name="Rectangle 5">
            <a:extLst>
              <a:ext uri="{FF2B5EF4-FFF2-40B4-BE49-F238E27FC236}">
                <a16:creationId xmlns:a16="http://schemas.microsoft.com/office/drawing/2014/main" id="{08FEFED2-DAEA-9ED2-14DD-86838463FD3A}"/>
              </a:ext>
            </a:extLst>
          </p:cNvPr>
          <p:cNvSpPr>
            <a:spLocks noChangeArrowheads="1"/>
          </p:cNvSpPr>
          <p:nvPr/>
        </p:nvSpPr>
        <p:spPr bwMode="auto">
          <a:xfrm>
            <a:off x="3411538" y="3160713"/>
            <a:ext cx="2397125" cy="395287"/>
          </a:xfrm>
          <a:prstGeom prst="rect">
            <a:avLst/>
          </a:prstGeom>
          <a:solidFill>
            <a:schemeClr val="bg1"/>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r>
              <a:rPr lang="en-US" altLang="en-US" sz="1800" u="sng">
                <a:solidFill>
                  <a:schemeClr val="tx1"/>
                </a:solidFill>
                <a:latin typeface="Courier" charset="0"/>
              </a:rPr>
              <a:t>Airplane: System</a:t>
            </a:r>
            <a:endParaRPr lang="en-US" altLang="en-US" sz="1800">
              <a:latin typeface="Courier" charset="0"/>
            </a:endParaRPr>
          </a:p>
        </p:txBody>
      </p:sp>
      <p:sp>
        <p:nvSpPr>
          <p:cNvPr id="142342" name="Rectangle 6">
            <a:extLst>
              <a:ext uri="{FF2B5EF4-FFF2-40B4-BE49-F238E27FC236}">
                <a16:creationId xmlns:a16="http://schemas.microsoft.com/office/drawing/2014/main" id="{557A6FA0-8629-F5C8-52E7-8FF6E95B8BC8}"/>
              </a:ext>
            </a:extLst>
          </p:cNvPr>
          <p:cNvSpPr>
            <a:spLocks noChangeArrowheads="1"/>
          </p:cNvSpPr>
          <p:nvPr/>
        </p:nvSpPr>
        <p:spPr bwMode="auto">
          <a:xfrm>
            <a:off x="465138" y="5694363"/>
            <a:ext cx="2397125" cy="395287"/>
          </a:xfrm>
          <a:prstGeom prst="rect">
            <a:avLst/>
          </a:prstGeom>
          <a:solidFill>
            <a:schemeClr val="bg1"/>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r>
              <a:rPr lang="en-US" altLang="en-US" sz="1800" u="sng">
                <a:solidFill>
                  <a:schemeClr val="tx1"/>
                </a:solidFill>
                <a:latin typeface="Courier" charset="0"/>
              </a:rPr>
              <a:t>Blueprints: View</a:t>
            </a:r>
            <a:endParaRPr lang="en-US" altLang="en-US" sz="1800">
              <a:latin typeface="Courier" charset="0"/>
            </a:endParaRPr>
          </a:p>
        </p:txBody>
      </p:sp>
      <p:sp>
        <p:nvSpPr>
          <p:cNvPr id="142356" name="Rectangle 20">
            <a:extLst>
              <a:ext uri="{FF2B5EF4-FFF2-40B4-BE49-F238E27FC236}">
                <a16:creationId xmlns:a16="http://schemas.microsoft.com/office/drawing/2014/main" id="{3D51A6BD-1FAF-574B-8147-30493AA8A888}"/>
              </a:ext>
            </a:extLst>
          </p:cNvPr>
          <p:cNvSpPr>
            <a:spLocks noChangeArrowheads="1"/>
          </p:cNvSpPr>
          <p:nvPr/>
        </p:nvSpPr>
        <p:spPr bwMode="auto">
          <a:xfrm>
            <a:off x="3038475" y="5694363"/>
            <a:ext cx="2533650" cy="395287"/>
          </a:xfrm>
          <a:prstGeom prst="rect">
            <a:avLst/>
          </a:prstGeom>
          <a:solidFill>
            <a:schemeClr val="bg1"/>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r>
              <a:rPr lang="en-US" altLang="en-US" sz="1800" u="sng">
                <a:solidFill>
                  <a:schemeClr val="tx1"/>
                </a:solidFill>
                <a:latin typeface="Courier" charset="0"/>
              </a:rPr>
              <a:t>Fuel System: View</a:t>
            </a:r>
            <a:endParaRPr lang="en-US" altLang="en-US" sz="1800">
              <a:latin typeface="Courier" charset="0"/>
            </a:endParaRPr>
          </a:p>
        </p:txBody>
      </p:sp>
      <p:sp>
        <p:nvSpPr>
          <p:cNvPr id="142355" name="Rectangle 19">
            <a:extLst>
              <a:ext uri="{FF2B5EF4-FFF2-40B4-BE49-F238E27FC236}">
                <a16:creationId xmlns:a16="http://schemas.microsoft.com/office/drawing/2014/main" id="{D263445D-5728-0874-C720-427050E7A2A9}"/>
              </a:ext>
            </a:extLst>
          </p:cNvPr>
          <p:cNvSpPr>
            <a:spLocks noChangeArrowheads="1"/>
          </p:cNvSpPr>
          <p:nvPr/>
        </p:nvSpPr>
        <p:spPr bwMode="auto">
          <a:xfrm>
            <a:off x="5791200" y="5694363"/>
            <a:ext cx="3352800" cy="395287"/>
          </a:xfrm>
          <a:prstGeom prst="rect">
            <a:avLst/>
          </a:prstGeom>
          <a:solidFill>
            <a:schemeClr val="bg1"/>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r>
              <a:rPr lang="en-US" altLang="en-US" sz="1800" u="sng">
                <a:solidFill>
                  <a:schemeClr val="tx1"/>
                </a:solidFill>
                <a:latin typeface="Courier" charset="0"/>
              </a:rPr>
              <a:t>Electrical Wiring: View</a:t>
            </a:r>
            <a:endParaRPr lang="en-US" altLang="en-US" sz="1800">
              <a:latin typeface="Courier" charset="0"/>
            </a:endParaRPr>
          </a:p>
        </p:txBody>
      </p:sp>
      <p:sp>
        <p:nvSpPr>
          <p:cNvPr id="142360" name="Rectangle 24">
            <a:extLst>
              <a:ext uri="{FF2B5EF4-FFF2-40B4-BE49-F238E27FC236}">
                <a16:creationId xmlns:a16="http://schemas.microsoft.com/office/drawing/2014/main" id="{C843F3D4-E8F2-1455-A643-6598A62C73BC}"/>
              </a:ext>
            </a:extLst>
          </p:cNvPr>
          <p:cNvSpPr>
            <a:spLocks noChangeArrowheads="1"/>
          </p:cNvSpPr>
          <p:nvPr/>
        </p:nvSpPr>
        <p:spPr bwMode="auto">
          <a:xfrm>
            <a:off x="938213" y="4164013"/>
            <a:ext cx="2670175" cy="395287"/>
          </a:xfrm>
          <a:prstGeom prst="rect">
            <a:avLst/>
          </a:prstGeom>
          <a:solidFill>
            <a:schemeClr val="bg1"/>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r>
              <a:rPr lang="en-US" altLang="en-US" sz="1800" u="sng">
                <a:solidFill>
                  <a:schemeClr val="tx1"/>
                </a:solidFill>
                <a:latin typeface="Courier" charset="0"/>
              </a:rPr>
              <a:t>Scale Model: Model</a:t>
            </a:r>
            <a:endParaRPr lang="en-US" altLang="en-US" sz="1800">
              <a:latin typeface="Courier" charset="0"/>
            </a:endParaRPr>
          </a:p>
        </p:txBody>
      </p:sp>
      <p:sp>
        <p:nvSpPr>
          <p:cNvPr id="142361" name="Rectangle 25">
            <a:extLst>
              <a:ext uri="{FF2B5EF4-FFF2-40B4-BE49-F238E27FC236}">
                <a16:creationId xmlns:a16="http://schemas.microsoft.com/office/drawing/2014/main" id="{A4B24CC1-DB5F-EE50-D0D8-C1D1329496D9}"/>
              </a:ext>
            </a:extLst>
          </p:cNvPr>
          <p:cNvSpPr>
            <a:spLocks noChangeArrowheads="1"/>
          </p:cNvSpPr>
          <p:nvPr/>
        </p:nvSpPr>
        <p:spPr bwMode="auto">
          <a:xfrm>
            <a:off x="4921250" y="4259263"/>
            <a:ext cx="3352800" cy="395287"/>
          </a:xfrm>
          <a:prstGeom prst="rect">
            <a:avLst/>
          </a:prstGeom>
          <a:solidFill>
            <a:schemeClr val="bg1"/>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r>
              <a:rPr lang="en-US" altLang="en-US" sz="1800" u="sng">
                <a:solidFill>
                  <a:schemeClr val="tx1"/>
                </a:solidFill>
                <a:latin typeface="Courier" charset="0"/>
              </a:rPr>
              <a:t>Flight Simulator: Model</a:t>
            </a:r>
            <a:endParaRPr lang="en-US" altLang="en-US" sz="1800">
              <a:latin typeface="Courier" charset="0"/>
            </a:endParaRPr>
          </a:p>
        </p:txBody>
      </p:sp>
      <p:cxnSp>
        <p:nvCxnSpPr>
          <p:cNvPr id="142365" name="AutoShape 29">
            <a:extLst>
              <a:ext uri="{FF2B5EF4-FFF2-40B4-BE49-F238E27FC236}">
                <a16:creationId xmlns:a16="http://schemas.microsoft.com/office/drawing/2014/main" id="{50E10E69-0556-08EF-C604-A0D75B9E1824}"/>
              </a:ext>
            </a:extLst>
          </p:cNvPr>
          <p:cNvCxnSpPr>
            <a:cxnSpLocks noChangeShapeType="1"/>
            <a:stCxn id="142341" idx="2"/>
            <a:endCxn id="142360" idx="0"/>
          </p:cNvCxnSpPr>
          <p:nvPr/>
        </p:nvCxnSpPr>
        <p:spPr bwMode="auto">
          <a:xfrm flipH="1">
            <a:off x="2273300" y="3570288"/>
            <a:ext cx="2336800" cy="579437"/>
          </a:xfrm>
          <a:prstGeom prst="straightConnector1">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42367" name="AutoShape 31">
            <a:extLst>
              <a:ext uri="{FF2B5EF4-FFF2-40B4-BE49-F238E27FC236}">
                <a16:creationId xmlns:a16="http://schemas.microsoft.com/office/drawing/2014/main" id="{2E20424B-0359-7965-9F35-73A79402D8E9}"/>
              </a:ext>
            </a:extLst>
          </p:cNvPr>
          <p:cNvCxnSpPr>
            <a:cxnSpLocks noChangeShapeType="1"/>
            <a:stCxn id="142361" idx="2"/>
            <a:endCxn id="142356" idx="0"/>
          </p:cNvCxnSpPr>
          <p:nvPr/>
        </p:nvCxnSpPr>
        <p:spPr bwMode="auto">
          <a:xfrm flipH="1">
            <a:off x="4305300" y="4668838"/>
            <a:ext cx="2292350" cy="1011237"/>
          </a:xfrm>
          <a:prstGeom prst="straightConnector1">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42368" name="AutoShape 32">
            <a:extLst>
              <a:ext uri="{FF2B5EF4-FFF2-40B4-BE49-F238E27FC236}">
                <a16:creationId xmlns:a16="http://schemas.microsoft.com/office/drawing/2014/main" id="{7807CDE3-E4D0-48B3-9AAD-CCDFD342F7C8}"/>
              </a:ext>
            </a:extLst>
          </p:cNvPr>
          <p:cNvCxnSpPr>
            <a:cxnSpLocks noChangeShapeType="1"/>
            <a:stCxn id="142341" idx="2"/>
            <a:endCxn id="142361" idx="0"/>
          </p:cNvCxnSpPr>
          <p:nvPr/>
        </p:nvCxnSpPr>
        <p:spPr bwMode="auto">
          <a:xfrm>
            <a:off x="4610100" y="3570288"/>
            <a:ext cx="1987550" cy="674687"/>
          </a:xfrm>
          <a:prstGeom prst="straightConnector1">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42369" name="AutoShape 33">
            <a:extLst>
              <a:ext uri="{FF2B5EF4-FFF2-40B4-BE49-F238E27FC236}">
                <a16:creationId xmlns:a16="http://schemas.microsoft.com/office/drawing/2014/main" id="{5C166595-1635-DB1E-919D-1E0FA51B7D07}"/>
              </a:ext>
            </a:extLst>
          </p:cNvPr>
          <p:cNvCxnSpPr>
            <a:cxnSpLocks noChangeShapeType="1"/>
            <a:stCxn id="142361" idx="2"/>
            <a:endCxn id="142355" idx="0"/>
          </p:cNvCxnSpPr>
          <p:nvPr/>
        </p:nvCxnSpPr>
        <p:spPr bwMode="auto">
          <a:xfrm>
            <a:off x="6597650" y="4668838"/>
            <a:ext cx="869950" cy="1011237"/>
          </a:xfrm>
          <a:prstGeom prst="straightConnector1">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42370" name="AutoShape 34">
            <a:extLst>
              <a:ext uri="{FF2B5EF4-FFF2-40B4-BE49-F238E27FC236}">
                <a16:creationId xmlns:a16="http://schemas.microsoft.com/office/drawing/2014/main" id="{9D2D2E09-E48B-EE0A-C1C4-F18A5E382DF5}"/>
              </a:ext>
            </a:extLst>
          </p:cNvPr>
          <p:cNvCxnSpPr>
            <a:cxnSpLocks noChangeShapeType="1"/>
            <a:stCxn id="142360" idx="2"/>
            <a:endCxn id="142342" idx="0"/>
          </p:cNvCxnSpPr>
          <p:nvPr/>
        </p:nvCxnSpPr>
        <p:spPr bwMode="auto">
          <a:xfrm flipH="1">
            <a:off x="1663700" y="4573588"/>
            <a:ext cx="609600" cy="1106487"/>
          </a:xfrm>
          <a:prstGeom prst="straightConnector1">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84994" name="Rectangle 2">
            <a:extLst>
              <a:ext uri="{FF2B5EF4-FFF2-40B4-BE49-F238E27FC236}">
                <a16:creationId xmlns:a16="http://schemas.microsoft.com/office/drawing/2014/main" id="{A00C29CE-2D0B-958D-05BC-A65C972FD16B}"/>
              </a:ext>
            </a:extLst>
          </p:cNvPr>
          <p:cNvSpPr>
            <a:spLocks noGrp="1" noChangeArrowheads="1"/>
          </p:cNvSpPr>
          <p:nvPr>
            <p:ph type="title"/>
          </p:nvPr>
        </p:nvSpPr>
        <p:spPr>
          <a:xfrm>
            <a:off x="704995" y="93730"/>
            <a:ext cx="7773338" cy="1596177"/>
          </a:xfrm>
        </p:spPr>
        <p:txBody>
          <a:bodyPr/>
          <a:lstStyle/>
          <a:p>
            <a:r>
              <a:rPr lang="en-US" altLang="en-US" dirty="0">
                <a:solidFill>
                  <a:srgbClr val="002060"/>
                </a:solidFill>
              </a:rPr>
              <a:t>What is UML?</a:t>
            </a:r>
          </a:p>
        </p:txBody>
      </p:sp>
      <p:sp>
        <p:nvSpPr>
          <p:cNvPr id="84995" name="Rectangle 3">
            <a:extLst>
              <a:ext uri="{FF2B5EF4-FFF2-40B4-BE49-F238E27FC236}">
                <a16:creationId xmlns:a16="http://schemas.microsoft.com/office/drawing/2014/main" id="{0124D8C7-16C7-A90C-D0D0-02BF6BFF336E}"/>
              </a:ext>
            </a:extLst>
          </p:cNvPr>
          <p:cNvSpPr>
            <a:spLocks noGrp="1" noChangeArrowheads="1"/>
          </p:cNvSpPr>
          <p:nvPr>
            <p:ph type="body" idx="1"/>
          </p:nvPr>
        </p:nvSpPr>
        <p:spPr>
          <a:xfrm>
            <a:off x="685330" y="1295400"/>
            <a:ext cx="7773339" cy="3424107"/>
          </a:xfrm>
        </p:spPr>
        <p:txBody>
          <a:bodyPr>
            <a:noAutofit/>
          </a:bodyPr>
          <a:lstStyle/>
          <a:p>
            <a:r>
              <a:rPr lang="en-US" dirty="0"/>
              <a:t>A </a:t>
            </a:r>
            <a:r>
              <a:rPr lang="en-US" b="1" dirty="0"/>
              <a:t>UML diagram</a:t>
            </a:r>
            <a:r>
              <a:rPr lang="en-US" dirty="0"/>
              <a:t> is a partial graphical representation (view) of a model of a system under design, implementation, or already in existence. UML diagram contains </a:t>
            </a:r>
            <a:r>
              <a:rPr lang="en-US" b="1" dirty="0"/>
              <a:t>graphical elements</a:t>
            </a:r>
            <a:r>
              <a:rPr lang="en-US" dirty="0"/>
              <a:t> (symbols) - UML nodes connected with edges (also known as paths or flows) - that represent elements in the UML model of the designed system. </a:t>
            </a:r>
          </a:p>
          <a:p>
            <a:r>
              <a:rPr lang="en-US" dirty="0"/>
              <a:t>The UML model of the system might also contain other documentation such as use cases written as templated texts.</a:t>
            </a:r>
            <a:r>
              <a:rPr lang="en-US" altLang="en-US" dirty="0"/>
              <a:t>. </a:t>
            </a:r>
          </a:p>
          <a:p>
            <a:r>
              <a:rPr lang="en-US" altLang="en-US" dirty="0"/>
              <a:t>Supported by several CASE tools </a:t>
            </a:r>
          </a:p>
          <a:p>
            <a:pPr lvl="1"/>
            <a:r>
              <a:rPr lang="en-US" altLang="en-US" b="1" dirty="0"/>
              <a:t>Rational ROSE</a:t>
            </a:r>
          </a:p>
          <a:p>
            <a:pPr lvl="1"/>
            <a:r>
              <a:rPr lang="en-US" altLang="en-US" b="1" dirty="0" err="1"/>
              <a:t>TogetherJ</a:t>
            </a:r>
            <a:endParaRPr lang="en-US" altLang="en-US" b="1" dirty="0"/>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499"/>
                                          </p:stCondLst>
                                        </p:cTn>
                                        <p:tgtEl>
                                          <p:spTgt spid="8499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499"/>
                                          </p:stCondLst>
                                        </p:cTn>
                                        <p:tgtEl>
                                          <p:spTgt spid="84995">
                                            <p:txEl>
                                              <p:pRg st="1" end="1"/>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499"/>
                                          </p:stCondLst>
                                        </p:cTn>
                                        <p:tgtEl>
                                          <p:spTgt spid="84995">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499"/>
                                          </p:stCondLst>
                                        </p:cTn>
                                        <p:tgtEl>
                                          <p:spTgt spid="84995">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499"/>
                                          </p:stCondLst>
                                        </p:cTn>
                                        <p:tgtEl>
                                          <p:spTgt spid="8499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995" grpId="0" build="p" autoUpdateAnimBg="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A757B7-FBB7-6F70-8FF0-AAFAA58409AD}"/>
              </a:ext>
            </a:extLst>
          </p:cNvPr>
          <p:cNvSpPr>
            <a:spLocks noGrp="1"/>
          </p:cNvSpPr>
          <p:nvPr>
            <p:ph type="title"/>
          </p:nvPr>
        </p:nvSpPr>
        <p:spPr>
          <a:xfrm>
            <a:off x="685331" y="144133"/>
            <a:ext cx="7773338" cy="1596177"/>
          </a:xfrm>
        </p:spPr>
        <p:txBody>
          <a:bodyPr/>
          <a:lstStyle/>
          <a:p>
            <a:r>
              <a:rPr lang="en-US" dirty="0"/>
              <a:t>Goals of </a:t>
            </a:r>
            <a:r>
              <a:rPr lang="en-US" dirty="0" err="1"/>
              <a:t>uml</a:t>
            </a:r>
            <a:r>
              <a:rPr lang="en-US" dirty="0"/>
              <a:t> </a:t>
            </a:r>
          </a:p>
        </p:txBody>
      </p:sp>
      <p:pic>
        <p:nvPicPr>
          <p:cNvPr id="5" name="Picture 4">
            <a:extLst>
              <a:ext uri="{FF2B5EF4-FFF2-40B4-BE49-F238E27FC236}">
                <a16:creationId xmlns:a16="http://schemas.microsoft.com/office/drawing/2014/main" id="{7C67BA54-0036-7C30-7C93-94D619F4EFC2}"/>
              </a:ext>
            </a:extLst>
          </p:cNvPr>
          <p:cNvPicPr>
            <a:picLocks noChangeAspect="1"/>
          </p:cNvPicPr>
          <p:nvPr/>
        </p:nvPicPr>
        <p:blipFill>
          <a:blip r:embed="rId2"/>
          <a:stretch>
            <a:fillRect/>
          </a:stretch>
        </p:blipFill>
        <p:spPr>
          <a:xfrm>
            <a:off x="914400" y="1752600"/>
            <a:ext cx="7773338" cy="4346948"/>
          </a:xfrm>
          <a:prstGeom prst="rect">
            <a:avLst/>
          </a:prstGeom>
        </p:spPr>
      </p:pic>
    </p:spTree>
    <p:extLst>
      <p:ext uri="{BB962C8B-B14F-4D97-AF65-F5344CB8AC3E}">
        <p14:creationId xmlns:p14="http://schemas.microsoft.com/office/powerpoint/2010/main" val="166075707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010A5E5-407F-1651-C973-E0F7274C6BA3}"/>
              </a:ext>
            </a:extLst>
          </p:cNvPr>
          <p:cNvSpPr txBox="1"/>
          <p:nvPr/>
        </p:nvSpPr>
        <p:spPr>
          <a:xfrm>
            <a:off x="457200" y="1305341"/>
            <a:ext cx="8229600" cy="4247317"/>
          </a:xfrm>
          <a:prstGeom prst="rect">
            <a:avLst/>
          </a:prstGeom>
          <a:noFill/>
        </p:spPr>
        <p:txBody>
          <a:bodyPr wrap="square">
            <a:spAutoFit/>
          </a:bodyPr>
          <a:lstStyle/>
          <a:p>
            <a:pPr algn="l"/>
            <a:r>
              <a:rPr lang="en-US" b="0" i="0" dirty="0">
                <a:solidFill>
                  <a:srgbClr val="0D0D0D"/>
                </a:solidFill>
                <a:effectLst/>
                <a:latin typeface="Söhne"/>
              </a:rPr>
              <a:t>Using UML (Unified Modeling Language) offers several advantages in software development:</a:t>
            </a:r>
          </a:p>
          <a:p>
            <a:pPr algn="l"/>
            <a:endParaRPr lang="en-US" b="0" i="0" dirty="0">
              <a:solidFill>
                <a:srgbClr val="0D0D0D"/>
              </a:solidFill>
              <a:effectLst/>
              <a:latin typeface="Söhne"/>
            </a:endParaRPr>
          </a:p>
          <a:p>
            <a:pPr algn="l">
              <a:buFont typeface="+mj-lt"/>
              <a:buAutoNum type="arabicPeriod"/>
            </a:pPr>
            <a:r>
              <a:rPr lang="en-US" b="1" i="0" dirty="0">
                <a:solidFill>
                  <a:srgbClr val="0D0D0D"/>
                </a:solidFill>
                <a:effectLst/>
                <a:latin typeface="Söhne"/>
              </a:rPr>
              <a:t>Visualization and Clarity:</a:t>
            </a:r>
            <a:endParaRPr lang="en-US" b="0" i="0" dirty="0">
              <a:solidFill>
                <a:srgbClr val="0D0D0D"/>
              </a:solidFill>
              <a:effectLst/>
              <a:latin typeface="Söhne"/>
            </a:endParaRPr>
          </a:p>
          <a:p>
            <a:pPr lvl="1" algn="l"/>
            <a:r>
              <a:rPr lang="en-US" b="0" i="0" dirty="0">
                <a:solidFill>
                  <a:srgbClr val="0D0D0D"/>
                </a:solidFill>
                <a:effectLst/>
                <a:latin typeface="Söhne"/>
              </a:rPr>
              <a:t>UML provides a visual representation of a software system, making it easier for stakeholders to understand and discuss complex structures, relationships, and processes.</a:t>
            </a:r>
          </a:p>
          <a:p>
            <a:pPr algn="l">
              <a:buFont typeface="+mj-lt"/>
              <a:buAutoNum type="arabicPeriod"/>
            </a:pPr>
            <a:r>
              <a:rPr lang="en-US" b="1" i="0" dirty="0">
                <a:solidFill>
                  <a:srgbClr val="0D0D0D"/>
                </a:solidFill>
                <a:effectLst/>
                <a:latin typeface="Söhne"/>
              </a:rPr>
              <a:t>Communication and Collaboration:</a:t>
            </a:r>
            <a:endParaRPr lang="en-US" b="0" i="0" dirty="0">
              <a:solidFill>
                <a:srgbClr val="0D0D0D"/>
              </a:solidFill>
              <a:effectLst/>
              <a:latin typeface="Söhne"/>
            </a:endParaRPr>
          </a:p>
          <a:p>
            <a:pPr lvl="1" algn="l"/>
            <a:r>
              <a:rPr lang="en-US" b="0" i="0" dirty="0">
                <a:solidFill>
                  <a:srgbClr val="0D0D0D"/>
                </a:solidFill>
                <a:effectLst/>
                <a:latin typeface="Söhne"/>
              </a:rPr>
              <a:t>UML serves as a standardized language that facilitates effective communication among team members and stakeholders with diverse backgrounds. It promotes collaboration by providing a common understanding of the system.</a:t>
            </a:r>
          </a:p>
          <a:p>
            <a:pPr algn="l">
              <a:buFont typeface="+mj-lt"/>
              <a:buAutoNum type="arabicPeriod"/>
            </a:pPr>
            <a:r>
              <a:rPr lang="en-US" b="1" i="0" dirty="0">
                <a:solidFill>
                  <a:srgbClr val="0D0D0D"/>
                </a:solidFill>
                <a:effectLst/>
                <a:latin typeface="Söhne"/>
              </a:rPr>
              <a:t>Analysis and Design:</a:t>
            </a:r>
            <a:endParaRPr lang="en-US" b="0" i="0" dirty="0">
              <a:solidFill>
                <a:srgbClr val="0D0D0D"/>
              </a:solidFill>
              <a:effectLst/>
              <a:latin typeface="Söhne"/>
            </a:endParaRPr>
          </a:p>
          <a:p>
            <a:pPr lvl="1" algn="l"/>
            <a:r>
              <a:rPr lang="en-US" b="0" i="0" dirty="0">
                <a:solidFill>
                  <a:srgbClr val="0D0D0D"/>
                </a:solidFill>
                <a:effectLst/>
                <a:latin typeface="Söhne"/>
              </a:rPr>
              <a:t>UML supports both the analysis and design phases of software development. It helps in modeling the problem domain during analysis and provides a basis for creating detailed specifications and designs during the design phase.</a:t>
            </a:r>
          </a:p>
        </p:txBody>
      </p:sp>
      <p:sp>
        <p:nvSpPr>
          <p:cNvPr id="6" name="Rectangle 4">
            <a:extLst>
              <a:ext uri="{FF2B5EF4-FFF2-40B4-BE49-F238E27FC236}">
                <a16:creationId xmlns:a16="http://schemas.microsoft.com/office/drawing/2014/main" id="{C8F81FBB-9B70-9A27-20F1-C6D1699B46F7}"/>
              </a:ext>
            </a:extLst>
          </p:cNvPr>
          <p:cNvSpPr>
            <a:spLocks noGrp="1" noChangeArrowheads="1"/>
          </p:cNvSpPr>
          <p:nvPr>
            <p:ph type="title"/>
          </p:nvPr>
        </p:nvSpPr>
        <p:spPr>
          <a:xfrm>
            <a:off x="685331" y="4916"/>
            <a:ext cx="7773338" cy="1596177"/>
          </a:xfrm>
        </p:spPr>
        <p:txBody>
          <a:bodyPr/>
          <a:lstStyle/>
          <a:p>
            <a:r>
              <a:rPr lang="en-US" altLang="en-US" dirty="0">
                <a:solidFill>
                  <a:srgbClr val="002060"/>
                </a:solidFill>
              </a:rPr>
              <a:t>Why we use </a:t>
            </a:r>
            <a:r>
              <a:rPr lang="en-US" altLang="en-US" dirty="0" err="1">
                <a:solidFill>
                  <a:srgbClr val="002060"/>
                </a:solidFill>
              </a:rPr>
              <a:t>Uml</a:t>
            </a:r>
            <a:r>
              <a:rPr lang="en-US" altLang="en-US" dirty="0">
                <a:solidFill>
                  <a:srgbClr val="002060"/>
                </a:solidFill>
              </a:rPr>
              <a:t> </a:t>
            </a:r>
          </a:p>
        </p:txBody>
      </p:sp>
    </p:spTree>
    <p:extLst>
      <p:ext uri="{BB962C8B-B14F-4D97-AF65-F5344CB8AC3E}">
        <p14:creationId xmlns:p14="http://schemas.microsoft.com/office/powerpoint/2010/main" val="236559851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70B98A-497D-00F8-1577-1BA0A67D778E}"/>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AE209E7E-3EA0-71BD-7E71-AE2CBE18B97F}"/>
              </a:ext>
            </a:extLst>
          </p:cNvPr>
          <p:cNvSpPr txBox="1"/>
          <p:nvPr/>
        </p:nvSpPr>
        <p:spPr>
          <a:xfrm>
            <a:off x="685331" y="1219200"/>
            <a:ext cx="8229600" cy="3139321"/>
          </a:xfrm>
          <a:prstGeom prst="rect">
            <a:avLst/>
          </a:prstGeom>
          <a:noFill/>
        </p:spPr>
        <p:txBody>
          <a:bodyPr wrap="square">
            <a:spAutoFit/>
          </a:bodyPr>
          <a:lstStyle/>
          <a:p>
            <a:pPr algn="l">
              <a:buFont typeface="+mj-lt"/>
              <a:buAutoNum type="arabicPeriod"/>
            </a:pPr>
            <a:r>
              <a:rPr lang="en-US" b="1" i="0" dirty="0">
                <a:solidFill>
                  <a:srgbClr val="0D0D0D"/>
                </a:solidFill>
                <a:effectLst/>
                <a:latin typeface="Söhne"/>
              </a:rPr>
              <a:t>Consistency and Documentation:</a:t>
            </a:r>
            <a:endParaRPr lang="en-US" b="0" i="0" dirty="0">
              <a:solidFill>
                <a:srgbClr val="0D0D0D"/>
              </a:solidFill>
              <a:effectLst/>
              <a:latin typeface="Söhne"/>
            </a:endParaRPr>
          </a:p>
          <a:p>
            <a:pPr lvl="1" algn="l"/>
            <a:r>
              <a:rPr lang="en-US" b="0" i="0" dirty="0">
                <a:solidFill>
                  <a:srgbClr val="0D0D0D"/>
                </a:solidFill>
                <a:effectLst/>
                <a:latin typeface="Söhne"/>
              </a:rPr>
              <a:t>UML enables the creation of consistent and comprehensive documentation for a software system. This documentation is not only useful for developers but also serves as a valuable resource for future maintenance and enhancements.</a:t>
            </a:r>
          </a:p>
          <a:p>
            <a:pPr algn="l">
              <a:buFont typeface="+mj-lt"/>
              <a:buAutoNum type="arabicPeriod"/>
            </a:pPr>
            <a:r>
              <a:rPr lang="en-US" b="1" i="0" dirty="0">
                <a:solidFill>
                  <a:srgbClr val="0D0D0D"/>
                </a:solidFill>
                <a:effectLst/>
                <a:latin typeface="Söhne"/>
              </a:rPr>
              <a:t>Model-Code Consistency:</a:t>
            </a:r>
            <a:endParaRPr lang="en-US" b="0" i="0" dirty="0">
              <a:solidFill>
                <a:srgbClr val="0D0D0D"/>
              </a:solidFill>
              <a:effectLst/>
              <a:latin typeface="Söhne"/>
            </a:endParaRPr>
          </a:p>
          <a:p>
            <a:pPr lvl="1" algn="l"/>
            <a:r>
              <a:rPr lang="en-US" b="0" i="0" dirty="0">
                <a:solidFill>
                  <a:srgbClr val="0D0D0D"/>
                </a:solidFill>
                <a:effectLst/>
                <a:latin typeface="Söhne"/>
              </a:rPr>
              <a:t>UML tools often allow for code generation, ensuring consistency between the design models and the actual implementation. This reduces the risk of discrepancies between the intended design and the implemented code.</a:t>
            </a:r>
          </a:p>
          <a:p>
            <a:pPr algn="l"/>
            <a:r>
              <a:rPr lang="en-US" b="0" i="0" dirty="0">
                <a:solidFill>
                  <a:srgbClr val="0D0D0D"/>
                </a:solidFill>
                <a:effectLst/>
                <a:latin typeface="Söhne"/>
              </a:rPr>
              <a:t>In summary, using UML enhances communication, promotes clarity, and provides a standardized approach to software modeling, contributing to the overall success of a software development project.</a:t>
            </a:r>
          </a:p>
        </p:txBody>
      </p:sp>
      <p:sp>
        <p:nvSpPr>
          <p:cNvPr id="6" name="Rectangle 4">
            <a:extLst>
              <a:ext uri="{FF2B5EF4-FFF2-40B4-BE49-F238E27FC236}">
                <a16:creationId xmlns:a16="http://schemas.microsoft.com/office/drawing/2014/main" id="{B18110C3-CB8C-9E84-720B-62D6F9AB4326}"/>
              </a:ext>
            </a:extLst>
          </p:cNvPr>
          <p:cNvSpPr>
            <a:spLocks noGrp="1" noChangeArrowheads="1"/>
          </p:cNvSpPr>
          <p:nvPr>
            <p:ph type="title"/>
          </p:nvPr>
        </p:nvSpPr>
        <p:spPr>
          <a:xfrm>
            <a:off x="685331" y="4916"/>
            <a:ext cx="7773338" cy="1596177"/>
          </a:xfrm>
        </p:spPr>
        <p:txBody>
          <a:bodyPr/>
          <a:lstStyle/>
          <a:p>
            <a:r>
              <a:rPr lang="en-US" altLang="en-US" dirty="0">
                <a:solidFill>
                  <a:srgbClr val="002060"/>
                </a:solidFill>
              </a:rPr>
              <a:t>Why we use </a:t>
            </a:r>
            <a:r>
              <a:rPr lang="en-US" altLang="en-US" dirty="0" err="1">
                <a:solidFill>
                  <a:srgbClr val="002060"/>
                </a:solidFill>
              </a:rPr>
              <a:t>Uml</a:t>
            </a:r>
            <a:r>
              <a:rPr lang="en-US" altLang="en-US" dirty="0">
                <a:solidFill>
                  <a:srgbClr val="002060"/>
                </a:solidFill>
              </a:rPr>
              <a:t> </a:t>
            </a:r>
          </a:p>
        </p:txBody>
      </p:sp>
    </p:spTree>
    <p:extLst>
      <p:ext uri="{BB962C8B-B14F-4D97-AF65-F5344CB8AC3E}">
        <p14:creationId xmlns:p14="http://schemas.microsoft.com/office/powerpoint/2010/main" val="37844099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BC0486-DB1A-D55E-12B0-934F11AB030C}"/>
              </a:ext>
            </a:extLst>
          </p:cNvPr>
          <p:cNvSpPr>
            <a:spLocks noGrp="1"/>
          </p:cNvSpPr>
          <p:nvPr>
            <p:ph type="title"/>
          </p:nvPr>
        </p:nvSpPr>
        <p:spPr/>
        <p:txBody>
          <a:bodyPr/>
          <a:lstStyle/>
          <a:p>
            <a:r>
              <a:rPr lang="en-US" dirty="0"/>
              <a:t>Types of classification</a:t>
            </a:r>
          </a:p>
        </p:txBody>
      </p:sp>
      <p:sp>
        <p:nvSpPr>
          <p:cNvPr id="3" name="Content Placeholder 2">
            <a:extLst>
              <a:ext uri="{FF2B5EF4-FFF2-40B4-BE49-F238E27FC236}">
                <a16:creationId xmlns:a16="http://schemas.microsoft.com/office/drawing/2014/main" id="{FD4C2A68-C016-3CBC-D04D-7A4262B062BB}"/>
              </a:ext>
            </a:extLst>
          </p:cNvPr>
          <p:cNvSpPr>
            <a:spLocks noGrp="1"/>
          </p:cNvSpPr>
          <p:nvPr>
            <p:ph idx="1"/>
          </p:nvPr>
        </p:nvSpPr>
        <p:spPr>
          <a:xfrm>
            <a:off x="685331" y="1828800"/>
            <a:ext cx="8230069" cy="3962401"/>
          </a:xfrm>
        </p:spPr>
        <p:txBody>
          <a:bodyPr>
            <a:normAutofit fontScale="92500" lnSpcReduction="10000"/>
          </a:bodyPr>
          <a:lstStyle/>
          <a:p>
            <a:pPr algn="l"/>
            <a:r>
              <a:rPr lang="en-US" sz="1600" b="0" i="0" dirty="0">
                <a:solidFill>
                  <a:srgbClr val="000000"/>
                </a:solidFill>
                <a:effectLst/>
                <a:latin typeface="Georgia" panose="02040502050405020303" pitchFamily="18" charset="0"/>
              </a:rPr>
              <a:t>UML specification defines two major kinds of UML diagram: </a:t>
            </a:r>
          </a:p>
          <a:p>
            <a:pPr algn="l"/>
            <a:r>
              <a:rPr lang="en-US" sz="1600" b="1" i="0" u="none" strike="noStrike" dirty="0">
                <a:solidFill>
                  <a:srgbClr val="002060"/>
                </a:solidFill>
                <a:effectLst/>
                <a:latin typeface="Georgia" panose="02040502050405020303" pitchFamily="18" charset="0"/>
                <a:hlinkClick r:id="rId2">
                  <a:extLst>
                    <a:ext uri="{A12FA001-AC4F-418D-AE19-62706E023703}">
                      <ahyp:hlinkClr xmlns:ahyp="http://schemas.microsoft.com/office/drawing/2018/hyperlinkcolor" val="tx"/>
                    </a:ext>
                  </a:extLst>
                </a:hlinkClick>
              </a:rPr>
              <a:t>structure diagrams</a:t>
            </a:r>
            <a:r>
              <a:rPr lang="en-US" sz="1600" b="0" i="0" dirty="0">
                <a:solidFill>
                  <a:srgbClr val="002060"/>
                </a:solidFill>
                <a:effectLst/>
                <a:latin typeface="Georgia" panose="02040502050405020303" pitchFamily="18" charset="0"/>
              </a:rPr>
              <a:t> and </a:t>
            </a:r>
            <a:r>
              <a:rPr lang="en-US" sz="1600" b="1" i="0" u="none" strike="noStrike" dirty="0">
                <a:solidFill>
                  <a:srgbClr val="002060"/>
                </a:solidFill>
                <a:effectLst/>
                <a:latin typeface="Georgia" panose="02040502050405020303" pitchFamily="18" charset="0"/>
                <a:hlinkClick r:id="rId3">
                  <a:extLst>
                    <a:ext uri="{A12FA001-AC4F-418D-AE19-62706E023703}">
                      <ahyp:hlinkClr xmlns:ahyp="http://schemas.microsoft.com/office/drawing/2018/hyperlinkcolor" val="tx"/>
                    </a:ext>
                  </a:extLst>
                </a:hlinkClick>
              </a:rPr>
              <a:t>behavior diagrams</a:t>
            </a:r>
            <a:r>
              <a:rPr lang="en-US" sz="1600" b="0" i="0" dirty="0">
                <a:solidFill>
                  <a:srgbClr val="002060"/>
                </a:solidFill>
                <a:effectLst/>
                <a:latin typeface="Georgia" panose="02040502050405020303" pitchFamily="18" charset="0"/>
              </a:rPr>
              <a:t>.</a:t>
            </a:r>
          </a:p>
          <a:p>
            <a:pPr algn="l"/>
            <a:r>
              <a:rPr lang="en-US" sz="1600" b="1" i="0" u="none" strike="noStrike" dirty="0">
                <a:solidFill>
                  <a:srgbClr val="002060"/>
                </a:solidFill>
                <a:effectLst/>
                <a:latin typeface="Georgia" panose="02040502050405020303" pitchFamily="18" charset="0"/>
                <a:hlinkClick r:id="rId2">
                  <a:extLst>
                    <a:ext uri="{A12FA001-AC4F-418D-AE19-62706E023703}">
                      <ahyp:hlinkClr xmlns:ahyp="http://schemas.microsoft.com/office/drawing/2018/hyperlinkcolor" val="tx"/>
                    </a:ext>
                  </a:extLst>
                </a:hlinkClick>
              </a:rPr>
              <a:t>Structure diagrams</a:t>
            </a:r>
            <a:r>
              <a:rPr lang="en-US" sz="1600" b="0" i="0" dirty="0">
                <a:solidFill>
                  <a:srgbClr val="002060"/>
                </a:solidFill>
                <a:effectLst/>
                <a:latin typeface="Georgia" panose="02040502050405020303" pitchFamily="18" charset="0"/>
              </a:rPr>
              <a:t> </a:t>
            </a:r>
            <a:r>
              <a:rPr lang="en-US" sz="1600" b="0" i="0" dirty="0">
                <a:solidFill>
                  <a:srgbClr val="000000"/>
                </a:solidFill>
                <a:effectLst/>
                <a:latin typeface="Georgia" panose="02040502050405020303" pitchFamily="18" charset="0"/>
              </a:rPr>
              <a:t>show the </a:t>
            </a:r>
            <a:r>
              <a:rPr lang="en-US" sz="1600" b="1" i="0" dirty="0">
                <a:solidFill>
                  <a:srgbClr val="000000"/>
                </a:solidFill>
                <a:effectLst/>
                <a:latin typeface="Georgia" panose="02040502050405020303" pitchFamily="18" charset="0"/>
              </a:rPr>
              <a:t>static structure</a:t>
            </a:r>
            <a:r>
              <a:rPr lang="en-US" sz="1600" b="0" i="0" dirty="0">
                <a:solidFill>
                  <a:srgbClr val="000000"/>
                </a:solidFill>
                <a:effectLst/>
                <a:latin typeface="Georgia" panose="02040502050405020303" pitchFamily="18" charset="0"/>
              </a:rPr>
              <a:t> of the system and its parts on different abstraction and implementation </a:t>
            </a:r>
            <a:r>
              <a:rPr lang="en-US" sz="1600" b="1" i="0" dirty="0">
                <a:solidFill>
                  <a:srgbClr val="000000"/>
                </a:solidFill>
                <a:effectLst/>
                <a:latin typeface="Georgia" panose="02040502050405020303" pitchFamily="18" charset="0"/>
              </a:rPr>
              <a:t>levels</a:t>
            </a:r>
            <a:r>
              <a:rPr lang="en-US" sz="1600" b="0" i="0" dirty="0">
                <a:solidFill>
                  <a:srgbClr val="000000"/>
                </a:solidFill>
                <a:effectLst/>
                <a:latin typeface="Georgia" panose="02040502050405020303" pitchFamily="18" charset="0"/>
              </a:rPr>
              <a:t> and how they are related to each other. The elements in a structure diagram represent the meaningful concepts of a system, and may include abstract, real world and implementation concepts.</a:t>
            </a:r>
          </a:p>
          <a:p>
            <a:pPr algn="l"/>
            <a:r>
              <a:rPr lang="en-US" sz="1600" b="1" i="0" u="none" strike="noStrike" dirty="0">
                <a:solidFill>
                  <a:srgbClr val="002060"/>
                </a:solidFill>
                <a:effectLst/>
                <a:latin typeface="Georgia" panose="02040502050405020303" pitchFamily="18" charset="0"/>
                <a:hlinkClick r:id="rId3">
                  <a:extLst>
                    <a:ext uri="{A12FA001-AC4F-418D-AE19-62706E023703}">
                      <ahyp:hlinkClr xmlns:ahyp="http://schemas.microsoft.com/office/drawing/2018/hyperlinkcolor" val="tx"/>
                    </a:ext>
                  </a:extLst>
                </a:hlinkClick>
              </a:rPr>
              <a:t>Behavior diagrams</a:t>
            </a:r>
            <a:r>
              <a:rPr lang="en-US" sz="1600" b="0" i="0" dirty="0">
                <a:solidFill>
                  <a:srgbClr val="002060"/>
                </a:solidFill>
                <a:effectLst/>
                <a:latin typeface="Georgia" panose="02040502050405020303" pitchFamily="18" charset="0"/>
              </a:rPr>
              <a:t> </a:t>
            </a:r>
            <a:r>
              <a:rPr lang="en-US" sz="1600" b="0" i="0" dirty="0">
                <a:solidFill>
                  <a:srgbClr val="000000"/>
                </a:solidFill>
                <a:effectLst/>
                <a:latin typeface="Georgia" panose="02040502050405020303" pitchFamily="18" charset="0"/>
              </a:rPr>
              <a:t>show the </a:t>
            </a:r>
            <a:r>
              <a:rPr lang="en-US" sz="1600" b="1" i="0" dirty="0">
                <a:solidFill>
                  <a:srgbClr val="000000"/>
                </a:solidFill>
                <a:effectLst/>
                <a:latin typeface="Georgia" panose="02040502050405020303" pitchFamily="18" charset="0"/>
              </a:rPr>
              <a:t>dynamic behavior</a:t>
            </a:r>
            <a:r>
              <a:rPr lang="en-US" sz="1600" b="0" i="0" dirty="0">
                <a:solidFill>
                  <a:srgbClr val="000000"/>
                </a:solidFill>
                <a:effectLst/>
                <a:latin typeface="Georgia" panose="02040502050405020303" pitchFamily="18" charset="0"/>
              </a:rPr>
              <a:t> of the objects in a system, which can be described as a series of changes to the system over </a:t>
            </a:r>
            <a:r>
              <a:rPr lang="en-US" sz="1600" b="1" i="0" dirty="0">
                <a:solidFill>
                  <a:srgbClr val="000000"/>
                </a:solidFill>
                <a:effectLst/>
                <a:latin typeface="Georgia" panose="02040502050405020303" pitchFamily="18" charset="0"/>
              </a:rPr>
              <a:t>time</a:t>
            </a:r>
            <a:r>
              <a:rPr lang="en-US" sz="1600" b="0" i="0" dirty="0">
                <a:solidFill>
                  <a:srgbClr val="000000"/>
                </a:solidFill>
                <a:effectLst/>
                <a:latin typeface="Georgia" panose="02040502050405020303" pitchFamily="18" charset="0"/>
              </a:rPr>
              <a:t>.</a:t>
            </a:r>
          </a:p>
          <a:p>
            <a:pPr algn="l"/>
            <a:r>
              <a:rPr lang="en-US" sz="1600" b="0" i="0" dirty="0">
                <a:solidFill>
                  <a:srgbClr val="000000"/>
                </a:solidFill>
                <a:effectLst/>
                <a:latin typeface="Georgia" panose="02040502050405020303" pitchFamily="18" charset="0"/>
              </a:rPr>
              <a:t>UML 2.5 diagrams could be categorized hierarchically as shown below. Note, items shown in blue are </a:t>
            </a:r>
            <a:r>
              <a:rPr lang="en-US" sz="1600" b="1" i="0" dirty="0">
                <a:solidFill>
                  <a:srgbClr val="000000"/>
                </a:solidFill>
                <a:effectLst/>
                <a:latin typeface="Georgia" panose="02040502050405020303" pitchFamily="18" charset="0"/>
              </a:rPr>
              <a:t>not</a:t>
            </a:r>
            <a:r>
              <a:rPr lang="en-US" sz="1600" b="0" i="0" dirty="0">
                <a:solidFill>
                  <a:srgbClr val="000000"/>
                </a:solidFill>
                <a:effectLst/>
                <a:latin typeface="Georgia" panose="02040502050405020303" pitchFamily="18" charset="0"/>
              </a:rPr>
              <a:t> part of official UML 2.5 taxonomy of diagrams.</a:t>
            </a:r>
          </a:p>
          <a:p>
            <a:endParaRPr lang="en-US" sz="900" dirty="0"/>
          </a:p>
        </p:txBody>
      </p:sp>
    </p:spTree>
    <p:extLst>
      <p:ext uri="{BB962C8B-B14F-4D97-AF65-F5344CB8AC3E}">
        <p14:creationId xmlns:p14="http://schemas.microsoft.com/office/powerpoint/2010/main" val="368013841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diagram with text and words&#10;&#10;Description automatically generated">
            <a:extLst>
              <a:ext uri="{FF2B5EF4-FFF2-40B4-BE49-F238E27FC236}">
                <a16:creationId xmlns:a16="http://schemas.microsoft.com/office/drawing/2014/main" id="{38C24CE0-A3B8-6755-EEEB-6CE7B47764B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1000" y="0"/>
            <a:ext cx="8458200" cy="6817942"/>
          </a:xfrm>
          <a:prstGeom prst="rect">
            <a:avLst/>
          </a:prstGeom>
        </p:spPr>
      </p:pic>
    </p:spTree>
    <p:extLst>
      <p:ext uri="{BB962C8B-B14F-4D97-AF65-F5344CB8AC3E}">
        <p14:creationId xmlns:p14="http://schemas.microsoft.com/office/powerpoint/2010/main" val="6088305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88068" name="Rectangle 4">
            <a:extLst>
              <a:ext uri="{FF2B5EF4-FFF2-40B4-BE49-F238E27FC236}">
                <a16:creationId xmlns:a16="http://schemas.microsoft.com/office/drawing/2014/main" id="{14B2FBC4-79FB-7FE5-6B63-3E76F8D2A50F}"/>
              </a:ext>
            </a:extLst>
          </p:cNvPr>
          <p:cNvSpPr>
            <a:spLocks noGrp="1" noChangeArrowheads="1"/>
          </p:cNvSpPr>
          <p:nvPr>
            <p:ph type="title"/>
          </p:nvPr>
        </p:nvSpPr>
        <p:spPr>
          <a:xfrm>
            <a:off x="685331" y="4916"/>
            <a:ext cx="7773338" cy="1596177"/>
          </a:xfrm>
        </p:spPr>
        <p:txBody>
          <a:bodyPr/>
          <a:lstStyle/>
          <a:p>
            <a:r>
              <a:rPr lang="en-US" altLang="en-US" dirty="0">
                <a:solidFill>
                  <a:srgbClr val="002060"/>
                </a:solidFill>
              </a:rPr>
              <a:t>Structure UML</a:t>
            </a:r>
          </a:p>
        </p:txBody>
      </p:sp>
      <p:sp>
        <p:nvSpPr>
          <p:cNvPr id="88069" name="Rectangle 5">
            <a:extLst>
              <a:ext uri="{FF2B5EF4-FFF2-40B4-BE49-F238E27FC236}">
                <a16:creationId xmlns:a16="http://schemas.microsoft.com/office/drawing/2014/main" id="{712D6242-5F92-E14E-BC36-E07B86CEDBDA}"/>
              </a:ext>
            </a:extLst>
          </p:cNvPr>
          <p:cNvSpPr>
            <a:spLocks noGrp="1" noChangeArrowheads="1"/>
          </p:cNvSpPr>
          <p:nvPr>
            <p:ph type="body" idx="1"/>
          </p:nvPr>
        </p:nvSpPr>
        <p:spPr>
          <a:xfrm>
            <a:off x="381000" y="1371600"/>
            <a:ext cx="8610600" cy="4800600"/>
          </a:xfrm>
        </p:spPr>
        <p:txBody>
          <a:bodyPr>
            <a:normAutofit/>
          </a:bodyPr>
          <a:lstStyle/>
          <a:p>
            <a:r>
              <a:rPr lang="en-US" b="1" dirty="0"/>
              <a:t>Class Diagrams:</a:t>
            </a:r>
            <a:endParaRPr lang="en-US" dirty="0"/>
          </a:p>
          <a:p>
            <a:pPr lvl="1"/>
            <a:r>
              <a:rPr lang="en-US" dirty="0"/>
              <a:t>Class diagrams depict the static structure of a system by showing classes, their attributes, methods, and relationships. They are widely used for visualizing the overall architecture of a software system.</a:t>
            </a:r>
          </a:p>
          <a:p>
            <a:r>
              <a:rPr lang="en-US" b="1" dirty="0"/>
              <a:t>Object Diagrams:</a:t>
            </a:r>
            <a:endParaRPr lang="en-US" dirty="0"/>
          </a:p>
          <a:p>
            <a:pPr lvl="1"/>
            <a:r>
              <a:rPr lang="en-US" dirty="0"/>
              <a:t>Object diagrams represent instances of classes and the relationships between these instances at a specific point in time. They provide a snapshot of the system's structure during runtime.</a:t>
            </a:r>
          </a:p>
          <a:p>
            <a:r>
              <a:rPr lang="en-US" b="1" dirty="0"/>
              <a:t>Package Diagrams:</a:t>
            </a:r>
            <a:endParaRPr lang="en-US" dirty="0"/>
          </a:p>
          <a:p>
            <a:pPr lvl="1"/>
            <a:r>
              <a:rPr lang="en-US" dirty="0"/>
              <a:t>Package diagrams show the organization and dependencies among packages in a system. They help in organizing and managing large-scale systems by grouping related elements into packages.</a:t>
            </a:r>
          </a:p>
          <a:p>
            <a:pPr lvl="1">
              <a:lnSpc>
                <a:spcPct val="80000"/>
              </a:lnSpc>
            </a:pPr>
            <a:endParaRPr lang="en-US" altLang="en-US" dirty="0"/>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499"/>
                                          </p:stCondLst>
                                        </p:cTn>
                                        <p:tgtEl>
                                          <p:spTgt spid="8806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499"/>
                                          </p:stCondLst>
                                        </p:cTn>
                                        <p:tgtEl>
                                          <p:spTgt spid="8806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499"/>
                                          </p:stCondLst>
                                        </p:cTn>
                                        <p:tgtEl>
                                          <p:spTgt spid="8806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499"/>
                                          </p:stCondLst>
                                        </p:cTn>
                                        <p:tgtEl>
                                          <p:spTgt spid="8806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499"/>
                                          </p:stCondLst>
                                        </p:cTn>
                                        <p:tgtEl>
                                          <p:spTgt spid="8806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499"/>
                                          </p:stCondLst>
                                        </p:cTn>
                                        <p:tgtEl>
                                          <p:spTgt spid="88069">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8069" grpId="0" build="p" autoUpdateAnimBg="0"/>
    </p:bldLst>
  </p:timing>
</p:sld>
</file>

<file path=ppt/slides/slide24.xml><?xml version="1.0" encoding="utf-8"?>
<p:sld xmlns:a="http://schemas.openxmlformats.org/drawingml/2006/main" xmlns:r="http://schemas.openxmlformats.org/officeDocument/2006/relationships" xmlns:p="http://schemas.openxmlformats.org/presentationml/2006/main" showMasterPhAnim="0">
  <p:cSld>
    <p:spTree>
      <p:nvGrpSpPr>
        <p:cNvPr id="1" name="">
          <a:extLst>
            <a:ext uri="{FF2B5EF4-FFF2-40B4-BE49-F238E27FC236}">
              <a16:creationId xmlns:a16="http://schemas.microsoft.com/office/drawing/2014/main" id="{BE4E71A6-16AE-2340-CFEB-B37421D36C6A}"/>
            </a:ext>
          </a:extLst>
        </p:cNvPr>
        <p:cNvGrpSpPr/>
        <p:nvPr/>
      </p:nvGrpSpPr>
      <p:grpSpPr>
        <a:xfrm>
          <a:off x="0" y="0"/>
          <a:ext cx="0" cy="0"/>
          <a:chOff x="0" y="0"/>
          <a:chExt cx="0" cy="0"/>
        </a:xfrm>
      </p:grpSpPr>
      <p:sp>
        <p:nvSpPr>
          <p:cNvPr id="88068" name="Rectangle 4">
            <a:extLst>
              <a:ext uri="{FF2B5EF4-FFF2-40B4-BE49-F238E27FC236}">
                <a16:creationId xmlns:a16="http://schemas.microsoft.com/office/drawing/2014/main" id="{8FF15072-81F4-99EC-0864-5DE02164FE84}"/>
              </a:ext>
            </a:extLst>
          </p:cNvPr>
          <p:cNvSpPr>
            <a:spLocks noGrp="1" noChangeArrowheads="1"/>
          </p:cNvSpPr>
          <p:nvPr>
            <p:ph type="title"/>
          </p:nvPr>
        </p:nvSpPr>
        <p:spPr>
          <a:xfrm>
            <a:off x="685331" y="4916"/>
            <a:ext cx="7773338" cy="1596177"/>
          </a:xfrm>
        </p:spPr>
        <p:txBody>
          <a:bodyPr/>
          <a:lstStyle/>
          <a:p>
            <a:r>
              <a:rPr lang="en-US" altLang="en-US" dirty="0">
                <a:solidFill>
                  <a:srgbClr val="002060"/>
                </a:solidFill>
              </a:rPr>
              <a:t>Structure UML</a:t>
            </a:r>
          </a:p>
        </p:txBody>
      </p:sp>
      <p:sp>
        <p:nvSpPr>
          <p:cNvPr id="88069" name="Rectangle 5">
            <a:extLst>
              <a:ext uri="{FF2B5EF4-FFF2-40B4-BE49-F238E27FC236}">
                <a16:creationId xmlns:a16="http://schemas.microsoft.com/office/drawing/2014/main" id="{2CBF16E8-2C2C-6AFF-FFFB-F38A7261EE3B}"/>
              </a:ext>
            </a:extLst>
          </p:cNvPr>
          <p:cNvSpPr>
            <a:spLocks noGrp="1" noChangeArrowheads="1"/>
          </p:cNvSpPr>
          <p:nvPr>
            <p:ph type="body" idx="1"/>
          </p:nvPr>
        </p:nvSpPr>
        <p:spPr>
          <a:xfrm>
            <a:off x="381000" y="1371600"/>
            <a:ext cx="8610600" cy="4800600"/>
          </a:xfrm>
        </p:spPr>
        <p:txBody>
          <a:bodyPr>
            <a:normAutofit lnSpcReduction="10000"/>
          </a:bodyPr>
          <a:lstStyle/>
          <a:p>
            <a:r>
              <a:rPr lang="en-US" b="1" dirty="0"/>
              <a:t>Component Diagrams:</a:t>
            </a:r>
            <a:endParaRPr lang="en-US" dirty="0"/>
          </a:p>
          <a:p>
            <a:pPr lvl="1"/>
            <a:r>
              <a:rPr lang="en-US" dirty="0"/>
              <a:t>Component diagrams represent the physical components (e.g., executable files, libraries) of a system and their relationships. They focus on the organization and dependencies of these components.</a:t>
            </a:r>
            <a:endParaRPr lang="en-US" b="1" dirty="0"/>
          </a:p>
          <a:p>
            <a:r>
              <a:rPr lang="en-US" b="1" dirty="0"/>
              <a:t>Composite Structure Diagrams:</a:t>
            </a:r>
            <a:endParaRPr lang="en-US" dirty="0"/>
          </a:p>
          <a:p>
            <a:pPr lvl="1"/>
            <a:r>
              <a:rPr lang="en-US" dirty="0"/>
              <a:t>Composite structure diagrams illustrate the internal structure of a class or component, showing how parts and ports are interconnected. They provide a detailed view of the collaboration within a complex structure.</a:t>
            </a:r>
          </a:p>
          <a:p>
            <a:r>
              <a:rPr lang="en-US" b="1" dirty="0"/>
              <a:t>Deployment Diagrams:</a:t>
            </a:r>
            <a:endParaRPr lang="en-US" dirty="0"/>
          </a:p>
          <a:p>
            <a:pPr lvl="1"/>
            <a:r>
              <a:rPr lang="en-US" dirty="0"/>
              <a:t>Deployment diagrams model the physical deployment of software components to hardware nodes. They show how software artifacts are distributed across different nodes in a network.</a:t>
            </a:r>
          </a:p>
        </p:txBody>
      </p:sp>
    </p:spTree>
    <p:extLst>
      <p:ext uri="{BB962C8B-B14F-4D97-AF65-F5344CB8AC3E}">
        <p14:creationId xmlns:p14="http://schemas.microsoft.com/office/powerpoint/2010/main" val="3744669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499"/>
                                          </p:stCondLst>
                                        </p:cTn>
                                        <p:tgtEl>
                                          <p:spTgt spid="88069">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499"/>
                                          </p:stCondLst>
                                        </p:cTn>
                                        <p:tgtEl>
                                          <p:spTgt spid="88069">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499"/>
                                          </p:stCondLst>
                                        </p:cTn>
                                        <p:tgtEl>
                                          <p:spTgt spid="88069">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499"/>
                                          </p:stCondLst>
                                        </p:cTn>
                                        <p:tgtEl>
                                          <p:spTgt spid="8806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499"/>
                                          </p:stCondLst>
                                        </p:cTn>
                                        <p:tgtEl>
                                          <p:spTgt spid="8806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499"/>
                                          </p:stCondLst>
                                        </p:cTn>
                                        <p:tgtEl>
                                          <p:spTgt spid="88069">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8069" grpId="0" build="p" autoUpdateAnimBg="0"/>
    </p:bldLst>
  </p:timing>
</p:sld>
</file>

<file path=ppt/slides/slide25.xml><?xml version="1.0" encoding="utf-8"?>
<p:sld xmlns:a="http://schemas.openxmlformats.org/drawingml/2006/main" xmlns:r="http://schemas.openxmlformats.org/officeDocument/2006/relationships" xmlns:p="http://schemas.openxmlformats.org/presentationml/2006/main" showMasterPhAnim="0">
  <p:cSld>
    <p:spTree>
      <p:nvGrpSpPr>
        <p:cNvPr id="1" name="">
          <a:extLst>
            <a:ext uri="{FF2B5EF4-FFF2-40B4-BE49-F238E27FC236}">
              <a16:creationId xmlns:a16="http://schemas.microsoft.com/office/drawing/2014/main" id="{04CC8B7B-5A79-BFED-9FF7-FE612F8AAF27}"/>
            </a:ext>
          </a:extLst>
        </p:cNvPr>
        <p:cNvGrpSpPr/>
        <p:nvPr/>
      </p:nvGrpSpPr>
      <p:grpSpPr>
        <a:xfrm>
          <a:off x="0" y="0"/>
          <a:ext cx="0" cy="0"/>
          <a:chOff x="0" y="0"/>
          <a:chExt cx="0" cy="0"/>
        </a:xfrm>
      </p:grpSpPr>
      <p:sp>
        <p:nvSpPr>
          <p:cNvPr id="88068" name="Rectangle 4">
            <a:extLst>
              <a:ext uri="{FF2B5EF4-FFF2-40B4-BE49-F238E27FC236}">
                <a16:creationId xmlns:a16="http://schemas.microsoft.com/office/drawing/2014/main" id="{92234356-7408-C19A-824E-1F037344FD2C}"/>
              </a:ext>
            </a:extLst>
          </p:cNvPr>
          <p:cNvSpPr>
            <a:spLocks noGrp="1" noChangeArrowheads="1"/>
          </p:cNvSpPr>
          <p:nvPr>
            <p:ph type="title"/>
          </p:nvPr>
        </p:nvSpPr>
        <p:spPr>
          <a:xfrm>
            <a:off x="685331" y="4916"/>
            <a:ext cx="7773338" cy="1596177"/>
          </a:xfrm>
        </p:spPr>
        <p:txBody>
          <a:bodyPr/>
          <a:lstStyle/>
          <a:p>
            <a:r>
              <a:rPr lang="en-US" altLang="en-US" dirty="0">
                <a:solidFill>
                  <a:srgbClr val="002060"/>
                </a:solidFill>
              </a:rPr>
              <a:t>Behavioral UML</a:t>
            </a:r>
          </a:p>
        </p:txBody>
      </p:sp>
      <p:sp>
        <p:nvSpPr>
          <p:cNvPr id="88069" name="Rectangle 5">
            <a:extLst>
              <a:ext uri="{FF2B5EF4-FFF2-40B4-BE49-F238E27FC236}">
                <a16:creationId xmlns:a16="http://schemas.microsoft.com/office/drawing/2014/main" id="{6249D37D-70B9-2E00-DAFD-35BA58F77BD3}"/>
              </a:ext>
            </a:extLst>
          </p:cNvPr>
          <p:cNvSpPr>
            <a:spLocks noGrp="1" noChangeArrowheads="1"/>
          </p:cNvSpPr>
          <p:nvPr>
            <p:ph type="body" idx="1"/>
          </p:nvPr>
        </p:nvSpPr>
        <p:spPr>
          <a:xfrm>
            <a:off x="381000" y="1371600"/>
            <a:ext cx="8610600" cy="4800600"/>
          </a:xfrm>
        </p:spPr>
        <p:txBody>
          <a:bodyPr>
            <a:normAutofit fontScale="92500" lnSpcReduction="10000"/>
          </a:bodyPr>
          <a:lstStyle/>
          <a:p>
            <a:r>
              <a:rPr lang="en-US" b="1" dirty="0"/>
              <a:t>Use Case Diagrams:</a:t>
            </a:r>
            <a:endParaRPr lang="en-US" dirty="0"/>
          </a:p>
          <a:p>
            <a:pPr lvl="1"/>
            <a:r>
              <a:rPr lang="en-US" dirty="0"/>
              <a:t>Use case diagrams depict the interactions between a system and its external actors. They illustrate the various use cases and their relationships, providing a high-level view of system functionality from a user's perspective.</a:t>
            </a:r>
          </a:p>
          <a:p>
            <a:r>
              <a:rPr lang="en-US" b="1" dirty="0"/>
              <a:t>Sequence Diagrams:</a:t>
            </a:r>
            <a:endParaRPr lang="en-US" dirty="0"/>
          </a:p>
          <a:p>
            <a:pPr lvl="1"/>
            <a:r>
              <a:rPr lang="en-US" dirty="0"/>
              <a:t>Sequence diagrams show the interactions between different objects or components over time. They depict the order in which messages are exchanged between objects, helping to visualize the dynamic behavior of a system during a specific scenario or operation.</a:t>
            </a:r>
          </a:p>
          <a:p>
            <a:r>
              <a:rPr lang="en-US" b="1" dirty="0"/>
              <a:t>Collaboration Diagrams (Communication Diagrams):</a:t>
            </a:r>
            <a:endParaRPr lang="en-US" dirty="0"/>
          </a:p>
          <a:p>
            <a:pPr lvl="1"/>
            <a:r>
              <a:rPr lang="en-US" dirty="0"/>
              <a:t>Collaboration diagrams focus on the interactions and collaborations between objects. They emphasize the structural organization of objects and the messages exchanged among them.</a:t>
            </a:r>
          </a:p>
        </p:txBody>
      </p:sp>
    </p:spTree>
    <p:extLst>
      <p:ext uri="{BB962C8B-B14F-4D97-AF65-F5344CB8AC3E}">
        <p14:creationId xmlns:p14="http://schemas.microsoft.com/office/powerpoint/2010/main" val="19272978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499"/>
                                          </p:stCondLst>
                                        </p:cTn>
                                        <p:tgtEl>
                                          <p:spTgt spid="8806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499"/>
                                          </p:stCondLst>
                                        </p:cTn>
                                        <p:tgtEl>
                                          <p:spTgt spid="8806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499"/>
                                          </p:stCondLst>
                                        </p:cTn>
                                        <p:tgtEl>
                                          <p:spTgt spid="8806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499"/>
                                          </p:stCondLst>
                                        </p:cTn>
                                        <p:tgtEl>
                                          <p:spTgt spid="8806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499"/>
                                          </p:stCondLst>
                                        </p:cTn>
                                        <p:tgtEl>
                                          <p:spTgt spid="8806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499"/>
                                          </p:stCondLst>
                                        </p:cTn>
                                        <p:tgtEl>
                                          <p:spTgt spid="88069">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8069" grpId="0" build="p" autoUpdateAnimBg="0"/>
    </p:bldLst>
  </p:timing>
</p:sld>
</file>

<file path=ppt/slides/slide26.xml><?xml version="1.0" encoding="utf-8"?>
<p:sld xmlns:a="http://schemas.openxmlformats.org/drawingml/2006/main" xmlns:r="http://schemas.openxmlformats.org/officeDocument/2006/relationships" xmlns:p="http://schemas.openxmlformats.org/presentationml/2006/main" showMasterPhAnim="0">
  <p:cSld>
    <p:spTree>
      <p:nvGrpSpPr>
        <p:cNvPr id="1" name="">
          <a:extLst>
            <a:ext uri="{FF2B5EF4-FFF2-40B4-BE49-F238E27FC236}">
              <a16:creationId xmlns:a16="http://schemas.microsoft.com/office/drawing/2014/main" id="{DEAB30B4-96AD-5421-434E-50805AB14F76}"/>
            </a:ext>
          </a:extLst>
        </p:cNvPr>
        <p:cNvGrpSpPr/>
        <p:nvPr/>
      </p:nvGrpSpPr>
      <p:grpSpPr>
        <a:xfrm>
          <a:off x="0" y="0"/>
          <a:ext cx="0" cy="0"/>
          <a:chOff x="0" y="0"/>
          <a:chExt cx="0" cy="0"/>
        </a:xfrm>
      </p:grpSpPr>
      <p:sp>
        <p:nvSpPr>
          <p:cNvPr id="88068" name="Rectangle 4">
            <a:extLst>
              <a:ext uri="{FF2B5EF4-FFF2-40B4-BE49-F238E27FC236}">
                <a16:creationId xmlns:a16="http://schemas.microsoft.com/office/drawing/2014/main" id="{E2893655-A954-4498-148D-D30C3D8691B3}"/>
              </a:ext>
            </a:extLst>
          </p:cNvPr>
          <p:cNvSpPr>
            <a:spLocks noGrp="1" noChangeArrowheads="1"/>
          </p:cNvSpPr>
          <p:nvPr>
            <p:ph type="title"/>
          </p:nvPr>
        </p:nvSpPr>
        <p:spPr>
          <a:xfrm>
            <a:off x="685331" y="4916"/>
            <a:ext cx="7773338" cy="1596177"/>
          </a:xfrm>
        </p:spPr>
        <p:txBody>
          <a:bodyPr/>
          <a:lstStyle/>
          <a:p>
            <a:r>
              <a:rPr lang="en-US" altLang="en-US" dirty="0">
                <a:solidFill>
                  <a:srgbClr val="002060"/>
                </a:solidFill>
              </a:rPr>
              <a:t>Behavioral UML</a:t>
            </a:r>
          </a:p>
        </p:txBody>
      </p:sp>
      <p:sp>
        <p:nvSpPr>
          <p:cNvPr id="88069" name="Rectangle 5">
            <a:extLst>
              <a:ext uri="{FF2B5EF4-FFF2-40B4-BE49-F238E27FC236}">
                <a16:creationId xmlns:a16="http://schemas.microsoft.com/office/drawing/2014/main" id="{680785B5-EB23-F5E4-07CC-A4750A642774}"/>
              </a:ext>
            </a:extLst>
          </p:cNvPr>
          <p:cNvSpPr>
            <a:spLocks noGrp="1" noChangeArrowheads="1"/>
          </p:cNvSpPr>
          <p:nvPr>
            <p:ph type="body" idx="1"/>
          </p:nvPr>
        </p:nvSpPr>
        <p:spPr>
          <a:xfrm>
            <a:off x="381000" y="1371600"/>
            <a:ext cx="8610600" cy="4800600"/>
          </a:xfrm>
        </p:spPr>
        <p:txBody>
          <a:bodyPr>
            <a:normAutofit fontScale="85000" lnSpcReduction="20000"/>
          </a:bodyPr>
          <a:lstStyle/>
          <a:p>
            <a:r>
              <a:rPr lang="en-US" b="1" dirty="0"/>
              <a:t>Activity Diagrams:</a:t>
            </a:r>
            <a:endParaRPr lang="en-US" dirty="0"/>
          </a:p>
          <a:p>
            <a:pPr lvl="1"/>
            <a:r>
              <a:rPr lang="en-US" dirty="0"/>
              <a:t>Activity diagrams model the workflow or flow of activities within a system. They are used to represent the dynamic aspects of a system, including actions, decisions, and concurrency.</a:t>
            </a:r>
          </a:p>
          <a:p>
            <a:r>
              <a:rPr lang="en-US" b="1" dirty="0"/>
              <a:t>State Machine Diagrams:</a:t>
            </a:r>
            <a:endParaRPr lang="en-US" dirty="0"/>
          </a:p>
          <a:p>
            <a:pPr lvl="1"/>
            <a:r>
              <a:rPr lang="en-US" dirty="0"/>
              <a:t>State machine diagrams depict the states that an object or system can be in and the transitions between these states. They are particularly useful for modeling the behavior of objects that undergo different states in response to events.</a:t>
            </a:r>
          </a:p>
          <a:p>
            <a:r>
              <a:rPr lang="en-US" b="1" dirty="0"/>
              <a:t>Interaction Overview Diagrams:</a:t>
            </a:r>
            <a:endParaRPr lang="en-US" dirty="0"/>
          </a:p>
          <a:p>
            <a:pPr lvl="1"/>
            <a:r>
              <a:rPr lang="en-US" dirty="0"/>
              <a:t>Interaction overview diagrams provide an overview of the interactions between different elements in a system. They combine elements of activity diagrams and sequence diagrams to represent the flow of control between various activities.</a:t>
            </a:r>
          </a:p>
          <a:p>
            <a:r>
              <a:rPr lang="en-US" b="1" dirty="0"/>
              <a:t>Timing Diagrams:</a:t>
            </a:r>
            <a:endParaRPr lang="en-US" dirty="0"/>
          </a:p>
          <a:p>
            <a:pPr lvl="1"/>
            <a:r>
              <a:rPr lang="en-US" dirty="0"/>
              <a:t>Timing diagrams focus on the timing constraints and interactions between objects in a system. They represent the timing of messages and events over a specific period, helping to visualize the temporal aspects of a system.</a:t>
            </a:r>
          </a:p>
        </p:txBody>
      </p:sp>
    </p:spTree>
    <p:extLst>
      <p:ext uri="{BB962C8B-B14F-4D97-AF65-F5344CB8AC3E}">
        <p14:creationId xmlns:p14="http://schemas.microsoft.com/office/powerpoint/2010/main" val="25990896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499"/>
                                          </p:stCondLst>
                                        </p:cTn>
                                        <p:tgtEl>
                                          <p:spTgt spid="8806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499"/>
                                          </p:stCondLst>
                                        </p:cTn>
                                        <p:tgtEl>
                                          <p:spTgt spid="8806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499"/>
                                          </p:stCondLst>
                                        </p:cTn>
                                        <p:tgtEl>
                                          <p:spTgt spid="8806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499"/>
                                          </p:stCondLst>
                                        </p:cTn>
                                        <p:tgtEl>
                                          <p:spTgt spid="8806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499"/>
                                          </p:stCondLst>
                                        </p:cTn>
                                        <p:tgtEl>
                                          <p:spTgt spid="8806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499"/>
                                          </p:stCondLst>
                                        </p:cTn>
                                        <p:tgtEl>
                                          <p:spTgt spid="8806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499"/>
                                          </p:stCondLst>
                                        </p:cTn>
                                        <p:tgtEl>
                                          <p:spTgt spid="8806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499"/>
                                          </p:stCondLst>
                                        </p:cTn>
                                        <p:tgtEl>
                                          <p:spTgt spid="88069">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8069" grpId="0" build="p" autoUpdateAnimBg="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70" name="Rectangle 2">
            <a:extLst>
              <a:ext uri="{FF2B5EF4-FFF2-40B4-BE49-F238E27FC236}">
                <a16:creationId xmlns:a16="http://schemas.microsoft.com/office/drawing/2014/main" id="{11C25EFB-954B-F87C-738A-3BD320266B76}"/>
              </a:ext>
            </a:extLst>
          </p:cNvPr>
          <p:cNvSpPr>
            <a:spLocks noGrp="1" noChangeArrowheads="1"/>
          </p:cNvSpPr>
          <p:nvPr>
            <p:ph type="title"/>
          </p:nvPr>
        </p:nvSpPr>
        <p:spPr>
          <a:xfrm>
            <a:off x="596432" y="-30839"/>
            <a:ext cx="7773338" cy="1596177"/>
          </a:xfrm>
        </p:spPr>
        <p:txBody>
          <a:bodyPr/>
          <a:lstStyle/>
          <a:p>
            <a:r>
              <a:rPr lang="en-US" altLang="en-US" dirty="0"/>
              <a:t>UML first pass: Use case diagrams</a:t>
            </a:r>
          </a:p>
        </p:txBody>
      </p:sp>
      <p:grpSp>
        <p:nvGrpSpPr>
          <p:cNvPr id="84013" name="Group 45">
            <a:extLst>
              <a:ext uri="{FF2B5EF4-FFF2-40B4-BE49-F238E27FC236}">
                <a16:creationId xmlns:a16="http://schemas.microsoft.com/office/drawing/2014/main" id="{3DFB6F51-5EDE-DDEF-BEA2-EB49E3207BCB}"/>
              </a:ext>
            </a:extLst>
          </p:cNvPr>
          <p:cNvGrpSpPr>
            <a:grpSpLocks/>
          </p:cNvGrpSpPr>
          <p:nvPr/>
        </p:nvGrpSpPr>
        <p:grpSpPr bwMode="auto">
          <a:xfrm>
            <a:off x="693738" y="3163888"/>
            <a:ext cx="1028700" cy="1111250"/>
            <a:chOff x="437" y="1993"/>
            <a:chExt cx="648" cy="700"/>
          </a:xfrm>
        </p:grpSpPr>
        <p:sp>
          <p:nvSpPr>
            <p:cNvPr id="83981" name="Freeform 13">
              <a:extLst>
                <a:ext uri="{FF2B5EF4-FFF2-40B4-BE49-F238E27FC236}">
                  <a16:creationId xmlns:a16="http://schemas.microsoft.com/office/drawing/2014/main" id="{676AFBBF-38CA-8665-031F-A3D1B48C1156}"/>
                </a:ext>
              </a:extLst>
            </p:cNvPr>
            <p:cNvSpPr>
              <a:spLocks/>
            </p:cNvSpPr>
            <p:nvPr/>
          </p:nvSpPr>
          <p:spPr bwMode="auto">
            <a:xfrm>
              <a:off x="611" y="2101"/>
              <a:ext cx="143" cy="418"/>
            </a:xfrm>
            <a:custGeom>
              <a:avLst/>
              <a:gdLst>
                <a:gd name="T0" fmla="*/ 143 w 143"/>
                <a:gd name="T1" fmla="*/ 0 h 418"/>
                <a:gd name="T2" fmla="*/ 143 w 143"/>
                <a:gd name="T3" fmla="*/ 263 h 418"/>
                <a:gd name="T4" fmla="*/ 0 w 143"/>
                <a:gd name="T5" fmla="*/ 418 h 418"/>
              </a:gdLst>
              <a:ahLst/>
              <a:cxnLst>
                <a:cxn ang="0">
                  <a:pos x="T0" y="T1"/>
                </a:cxn>
                <a:cxn ang="0">
                  <a:pos x="T2" y="T3"/>
                </a:cxn>
                <a:cxn ang="0">
                  <a:pos x="T4" y="T5"/>
                </a:cxn>
              </a:cxnLst>
              <a:rect l="0" t="0" r="r" b="b"/>
              <a:pathLst>
                <a:path w="143" h="418">
                  <a:moveTo>
                    <a:pt x="143" y="0"/>
                  </a:moveTo>
                  <a:lnTo>
                    <a:pt x="143" y="263"/>
                  </a:lnTo>
                  <a:lnTo>
                    <a:pt x="0" y="418"/>
                  </a:lnTo>
                </a:path>
              </a:pathLst>
            </a:custGeom>
            <a:noFill/>
            <a:ln w="19050">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83982" name="Line 14">
              <a:extLst>
                <a:ext uri="{FF2B5EF4-FFF2-40B4-BE49-F238E27FC236}">
                  <a16:creationId xmlns:a16="http://schemas.microsoft.com/office/drawing/2014/main" id="{5CC6672B-17DC-1D1B-323C-3CBB51CC49C6}"/>
                </a:ext>
              </a:extLst>
            </p:cNvPr>
            <p:cNvSpPr>
              <a:spLocks noChangeShapeType="1"/>
            </p:cNvSpPr>
            <p:nvPr/>
          </p:nvSpPr>
          <p:spPr bwMode="auto">
            <a:xfrm>
              <a:off x="754" y="2364"/>
              <a:ext cx="156" cy="155"/>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3983" name="Line 15">
              <a:extLst>
                <a:ext uri="{FF2B5EF4-FFF2-40B4-BE49-F238E27FC236}">
                  <a16:creationId xmlns:a16="http://schemas.microsoft.com/office/drawing/2014/main" id="{E7971AA0-E5F9-9213-07D7-48146081C99E}"/>
                </a:ext>
              </a:extLst>
            </p:cNvPr>
            <p:cNvSpPr>
              <a:spLocks noChangeShapeType="1"/>
            </p:cNvSpPr>
            <p:nvPr/>
          </p:nvSpPr>
          <p:spPr bwMode="auto">
            <a:xfrm>
              <a:off x="611" y="2220"/>
              <a:ext cx="299" cy="1"/>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3984" name="Oval 16">
              <a:extLst>
                <a:ext uri="{FF2B5EF4-FFF2-40B4-BE49-F238E27FC236}">
                  <a16:creationId xmlns:a16="http://schemas.microsoft.com/office/drawing/2014/main" id="{45C6A913-7974-C0F8-9018-644BCC31D128}"/>
                </a:ext>
              </a:extLst>
            </p:cNvPr>
            <p:cNvSpPr>
              <a:spLocks noChangeArrowheads="1"/>
            </p:cNvSpPr>
            <p:nvPr/>
          </p:nvSpPr>
          <p:spPr bwMode="auto">
            <a:xfrm>
              <a:off x="683" y="1993"/>
              <a:ext cx="155" cy="156"/>
            </a:xfrm>
            <a:prstGeom prst="ellipse">
              <a:avLst/>
            </a:prstGeom>
            <a:solidFill>
              <a:srgbClr val="FFFFFF"/>
            </a:solidFill>
            <a:ln w="19050">
              <a:solidFill>
                <a:srgbClr val="000000"/>
              </a:solidFill>
              <a:round/>
              <a:headEnd/>
              <a:tailEnd/>
            </a:ln>
          </p:spPr>
          <p:txBody>
            <a:bodyPr/>
            <a:lstStyle/>
            <a:p>
              <a:endParaRPr lang="en-US"/>
            </a:p>
          </p:txBody>
        </p:sp>
        <p:sp>
          <p:nvSpPr>
            <p:cNvPr id="83985" name="Rectangle 17">
              <a:extLst>
                <a:ext uri="{FF2B5EF4-FFF2-40B4-BE49-F238E27FC236}">
                  <a16:creationId xmlns:a16="http://schemas.microsoft.com/office/drawing/2014/main" id="{501CD90F-3CF5-25EA-5B3D-A40391FB7CE0}"/>
                </a:ext>
              </a:extLst>
            </p:cNvPr>
            <p:cNvSpPr>
              <a:spLocks noChangeArrowheads="1"/>
            </p:cNvSpPr>
            <p:nvPr/>
          </p:nvSpPr>
          <p:spPr bwMode="auto">
            <a:xfrm>
              <a:off x="437" y="2549"/>
              <a:ext cx="648"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l"/>
              <a:r>
                <a:rPr lang="en-US" altLang="en-US" sz="1500">
                  <a:solidFill>
                    <a:srgbClr val="000000"/>
                  </a:solidFill>
                  <a:latin typeface="Courier" charset="0"/>
                </a:rPr>
                <a:t>WatchUser</a:t>
              </a:r>
              <a:endParaRPr lang="en-US" altLang="en-US" b="0">
                <a:solidFill>
                  <a:schemeClr val="tx1"/>
                </a:solidFill>
              </a:endParaRPr>
            </a:p>
          </p:txBody>
        </p:sp>
      </p:grpSp>
      <p:grpSp>
        <p:nvGrpSpPr>
          <p:cNvPr id="84018" name="Group 50">
            <a:extLst>
              <a:ext uri="{FF2B5EF4-FFF2-40B4-BE49-F238E27FC236}">
                <a16:creationId xmlns:a16="http://schemas.microsoft.com/office/drawing/2014/main" id="{5CBE5358-1D69-270C-19AE-75B4C7351CE2}"/>
              </a:ext>
            </a:extLst>
          </p:cNvPr>
          <p:cNvGrpSpPr>
            <a:grpSpLocks/>
          </p:cNvGrpSpPr>
          <p:nvPr/>
        </p:nvGrpSpPr>
        <p:grpSpPr bwMode="auto">
          <a:xfrm>
            <a:off x="6496050" y="3163888"/>
            <a:ext cx="1943100" cy="1111250"/>
            <a:chOff x="4092" y="1993"/>
            <a:chExt cx="1224" cy="700"/>
          </a:xfrm>
        </p:grpSpPr>
        <p:sp>
          <p:nvSpPr>
            <p:cNvPr id="83986" name="Freeform 18">
              <a:extLst>
                <a:ext uri="{FF2B5EF4-FFF2-40B4-BE49-F238E27FC236}">
                  <a16:creationId xmlns:a16="http://schemas.microsoft.com/office/drawing/2014/main" id="{5DDDF964-213C-74CC-8ED9-B20FB78E6275}"/>
                </a:ext>
              </a:extLst>
            </p:cNvPr>
            <p:cNvSpPr>
              <a:spLocks/>
            </p:cNvSpPr>
            <p:nvPr/>
          </p:nvSpPr>
          <p:spPr bwMode="auto">
            <a:xfrm>
              <a:off x="4552" y="2101"/>
              <a:ext cx="143" cy="418"/>
            </a:xfrm>
            <a:custGeom>
              <a:avLst/>
              <a:gdLst>
                <a:gd name="T0" fmla="*/ 143 w 143"/>
                <a:gd name="T1" fmla="*/ 0 h 418"/>
                <a:gd name="T2" fmla="*/ 143 w 143"/>
                <a:gd name="T3" fmla="*/ 263 h 418"/>
                <a:gd name="T4" fmla="*/ 0 w 143"/>
                <a:gd name="T5" fmla="*/ 418 h 418"/>
              </a:gdLst>
              <a:ahLst/>
              <a:cxnLst>
                <a:cxn ang="0">
                  <a:pos x="T0" y="T1"/>
                </a:cxn>
                <a:cxn ang="0">
                  <a:pos x="T2" y="T3"/>
                </a:cxn>
                <a:cxn ang="0">
                  <a:pos x="T4" y="T5"/>
                </a:cxn>
              </a:cxnLst>
              <a:rect l="0" t="0" r="r" b="b"/>
              <a:pathLst>
                <a:path w="143" h="418">
                  <a:moveTo>
                    <a:pt x="143" y="0"/>
                  </a:moveTo>
                  <a:lnTo>
                    <a:pt x="143" y="263"/>
                  </a:lnTo>
                  <a:lnTo>
                    <a:pt x="0" y="418"/>
                  </a:lnTo>
                </a:path>
              </a:pathLst>
            </a:custGeom>
            <a:noFill/>
            <a:ln w="19050">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83987" name="Line 19">
              <a:extLst>
                <a:ext uri="{FF2B5EF4-FFF2-40B4-BE49-F238E27FC236}">
                  <a16:creationId xmlns:a16="http://schemas.microsoft.com/office/drawing/2014/main" id="{C54318A1-2298-E33C-440F-DD8024751BA5}"/>
                </a:ext>
              </a:extLst>
            </p:cNvPr>
            <p:cNvSpPr>
              <a:spLocks noChangeShapeType="1"/>
            </p:cNvSpPr>
            <p:nvPr/>
          </p:nvSpPr>
          <p:spPr bwMode="auto">
            <a:xfrm>
              <a:off x="4695" y="2364"/>
              <a:ext cx="155" cy="155"/>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3988" name="Line 20">
              <a:extLst>
                <a:ext uri="{FF2B5EF4-FFF2-40B4-BE49-F238E27FC236}">
                  <a16:creationId xmlns:a16="http://schemas.microsoft.com/office/drawing/2014/main" id="{3B1867E1-7F80-4D03-DB0B-931505D14063}"/>
                </a:ext>
              </a:extLst>
            </p:cNvPr>
            <p:cNvSpPr>
              <a:spLocks noChangeShapeType="1"/>
            </p:cNvSpPr>
            <p:nvPr/>
          </p:nvSpPr>
          <p:spPr bwMode="auto">
            <a:xfrm>
              <a:off x="4552" y="2220"/>
              <a:ext cx="298" cy="1"/>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3989" name="Oval 21">
              <a:extLst>
                <a:ext uri="{FF2B5EF4-FFF2-40B4-BE49-F238E27FC236}">
                  <a16:creationId xmlns:a16="http://schemas.microsoft.com/office/drawing/2014/main" id="{5BFC6171-03EF-598C-4D9C-FAB67E639022}"/>
                </a:ext>
              </a:extLst>
            </p:cNvPr>
            <p:cNvSpPr>
              <a:spLocks noChangeArrowheads="1"/>
            </p:cNvSpPr>
            <p:nvPr/>
          </p:nvSpPr>
          <p:spPr bwMode="auto">
            <a:xfrm>
              <a:off x="4623" y="1993"/>
              <a:ext cx="156" cy="156"/>
            </a:xfrm>
            <a:prstGeom prst="ellipse">
              <a:avLst/>
            </a:prstGeom>
            <a:solidFill>
              <a:srgbClr val="FFFFFF"/>
            </a:solidFill>
            <a:ln w="19050">
              <a:solidFill>
                <a:srgbClr val="000000"/>
              </a:solidFill>
              <a:round/>
              <a:headEnd/>
              <a:tailEnd/>
            </a:ln>
          </p:spPr>
          <p:txBody>
            <a:bodyPr/>
            <a:lstStyle/>
            <a:p>
              <a:endParaRPr lang="en-US"/>
            </a:p>
          </p:txBody>
        </p:sp>
        <p:sp>
          <p:nvSpPr>
            <p:cNvPr id="83990" name="Rectangle 22">
              <a:extLst>
                <a:ext uri="{FF2B5EF4-FFF2-40B4-BE49-F238E27FC236}">
                  <a16:creationId xmlns:a16="http://schemas.microsoft.com/office/drawing/2014/main" id="{61B09A3D-7A43-5EE9-F086-1B38B882B37A}"/>
                </a:ext>
              </a:extLst>
            </p:cNvPr>
            <p:cNvSpPr>
              <a:spLocks noChangeArrowheads="1"/>
            </p:cNvSpPr>
            <p:nvPr/>
          </p:nvSpPr>
          <p:spPr bwMode="auto">
            <a:xfrm>
              <a:off x="4092" y="2549"/>
              <a:ext cx="1224"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l"/>
              <a:r>
                <a:rPr lang="en-US" altLang="en-US" sz="1500">
                  <a:solidFill>
                    <a:srgbClr val="000000"/>
                  </a:solidFill>
                  <a:latin typeface="Courier" charset="0"/>
                </a:rPr>
                <a:t>WatchRepairPerson</a:t>
              </a:r>
              <a:endParaRPr lang="en-US" altLang="en-US" b="0">
                <a:solidFill>
                  <a:schemeClr val="tx1"/>
                </a:solidFill>
              </a:endParaRPr>
            </a:p>
          </p:txBody>
        </p:sp>
      </p:grpSp>
      <p:grpSp>
        <p:nvGrpSpPr>
          <p:cNvPr id="84021" name="Group 53">
            <a:extLst>
              <a:ext uri="{FF2B5EF4-FFF2-40B4-BE49-F238E27FC236}">
                <a16:creationId xmlns:a16="http://schemas.microsoft.com/office/drawing/2014/main" id="{32E20B3E-B415-BEBB-364C-1F3BBB941EAE}"/>
              </a:ext>
            </a:extLst>
          </p:cNvPr>
          <p:cNvGrpSpPr>
            <a:grpSpLocks/>
          </p:cNvGrpSpPr>
          <p:nvPr/>
        </p:nvGrpSpPr>
        <p:grpSpPr bwMode="auto">
          <a:xfrm>
            <a:off x="1449388" y="2425700"/>
            <a:ext cx="3275012" cy="1079500"/>
            <a:chOff x="913" y="1528"/>
            <a:chExt cx="2063" cy="680"/>
          </a:xfrm>
        </p:grpSpPr>
        <p:sp>
          <p:nvSpPr>
            <p:cNvPr id="83993" name="Rectangle 25">
              <a:extLst>
                <a:ext uri="{FF2B5EF4-FFF2-40B4-BE49-F238E27FC236}">
                  <a16:creationId xmlns:a16="http://schemas.microsoft.com/office/drawing/2014/main" id="{74FB3152-5866-8886-C787-912F81BEFBA1}"/>
                </a:ext>
              </a:extLst>
            </p:cNvPr>
            <p:cNvSpPr>
              <a:spLocks noChangeArrowheads="1"/>
            </p:cNvSpPr>
            <p:nvPr/>
          </p:nvSpPr>
          <p:spPr bwMode="auto">
            <a:xfrm>
              <a:off x="2324" y="1868"/>
              <a:ext cx="576"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l"/>
              <a:r>
                <a:rPr lang="en-US" altLang="en-US" sz="1500">
                  <a:solidFill>
                    <a:srgbClr val="000000"/>
                  </a:solidFill>
                  <a:latin typeface="Courier" charset="0"/>
                </a:rPr>
                <a:t>ReadTime</a:t>
              </a:r>
              <a:endParaRPr lang="en-US" altLang="en-US" b="0">
                <a:solidFill>
                  <a:schemeClr val="tx1"/>
                </a:solidFill>
              </a:endParaRPr>
            </a:p>
          </p:txBody>
        </p:sp>
        <p:grpSp>
          <p:nvGrpSpPr>
            <p:cNvPr id="84016" name="Group 48">
              <a:extLst>
                <a:ext uri="{FF2B5EF4-FFF2-40B4-BE49-F238E27FC236}">
                  <a16:creationId xmlns:a16="http://schemas.microsoft.com/office/drawing/2014/main" id="{5098896C-2995-0193-DC3E-AF01304C3FBC}"/>
                </a:ext>
              </a:extLst>
            </p:cNvPr>
            <p:cNvGrpSpPr>
              <a:grpSpLocks/>
            </p:cNvGrpSpPr>
            <p:nvPr/>
          </p:nvGrpSpPr>
          <p:grpSpPr bwMode="auto">
            <a:xfrm>
              <a:off x="913" y="1528"/>
              <a:ext cx="2063" cy="680"/>
              <a:chOff x="913" y="1528"/>
              <a:chExt cx="2063" cy="680"/>
            </a:xfrm>
          </p:grpSpPr>
          <p:sp>
            <p:nvSpPr>
              <p:cNvPr id="83992" name="Oval 24">
                <a:extLst>
                  <a:ext uri="{FF2B5EF4-FFF2-40B4-BE49-F238E27FC236}">
                    <a16:creationId xmlns:a16="http://schemas.microsoft.com/office/drawing/2014/main" id="{5B025689-EDAD-B343-46A0-66C406246C38}"/>
                  </a:ext>
                </a:extLst>
              </p:cNvPr>
              <p:cNvSpPr>
                <a:spLocks noChangeArrowheads="1"/>
              </p:cNvSpPr>
              <p:nvPr/>
            </p:nvSpPr>
            <p:spPr bwMode="auto">
              <a:xfrm>
                <a:off x="2223" y="1528"/>
                <a:ext cx="753" cy="322"/>
              </a:xfrm>
              <a:prstGeom prst="ellipse">
                <a:avLst/>
              </a:prstGeom>
              <a:noFill/>
              <a:ln w="19050">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83998" name="Line 30">
                <a:extLst>
                  <a:ext uri="{FF2B5EF4-FFF2-40B4-BE49-F238E27FC236}">
                    <a16:creationId xmlns:a16="http://schemas.microsoft.com/office/drawing/2014/main" id="{F576AF46-29A2-082D-E470-2378D5D5438D}"/>
                  </a:ext>
                </a:extLst>
              </p:cNvPr>
              <p:cNvSpPr>
                <a:spLocks noChangeShapeType="1"/>
              </p:cNvSpPr>
              <p:nvPr/>
            </p:nvSpPr>
            <p:spPr bwMode="auto">
              <a:xfrm flipV="1">
                <a:off x="913" y="1715"/>
                <a:ext cx="1355" cy="493"/>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grpSp>
      </p:grpSp>
      <p:grpSp>
        <p:nvGrpSpPr>
          <p:cNvPr id="84017" name="Group 49">
            <a:extLst>
              <a:ext uri="{FF2B5EF4-FFF2-40B4-BE49-F238E27FC236}">
                <a16:creationId xmlns:a16="http://schemas.microsoft.com/office/drawing/2014/main" id="{29DC9688-2B2F-800F-0847-718E6D199BA1}"/>
              </a:ext>
            </a:extLst>
          </p:cNvPr>
          <p:cNvGrpSpPr>
            <a:grpSpLocks/>
          </p:cNvGrpSpPr>
          <p:nvPr/>
        </p:nvGrpSpPr>
        <p:grpSpPr bwMode="auto">
          <a:xfrm>
            <a:off x="1804988" y="3373438"/>
            <a:ext cx="2919412" cy="768350"/>
            <a:chOff x="1137" y="2125"/>
            <a:chExt cx="1839" cy="484"/>
          </a:xfrm>
        </p:grpSpPr>
        <p:grpSp>
          <p:nvGrpSpPr>
            <p:cNvPr id="84014" name="Group 46">
              <a:extLst>
                <a:ext uri="{FF2B5EF4-FFF2-40B4-BE49-F238E27FC236}">
                  <a16:creationId xmlns:a16="http://schemas.microsoft.com/office/drawing/2014/main" id="{50DF8D6E-EA99-E214-400F-300FBEFE1BA3}"/>
                </a:ext>
              </a:extLst>
            </p:cNvPr>
            <p:cNvGrpSpPr>
              <a:grpSpLocks/>
            </p:cNvGrpSpPr>
            <p:nvPr/>
          </p:nvGrpSpPr>
          <p:grpSpPr bwMode="auto">
            <a:xfrm>
              <a:off x="2223" y="2125"/>
              <a:ext cx="753" cy="484"/>
              <a:chOff x="2223" y="2125"/>
              <a:chExt cx="753" cy="484"/>
            </a:xfrm>
          </p:grpSpPr>
          <p:sp>
            <p:nvSpPr>
              <p:cNvPr id="83994" name="Oval 26">
                <a:extLst>
                  <a:ext uri="{FF2B5EF4-FFF2-40B4-BE49-F238E27FC236}">
                    <a16:creationId xmlns:a16="http://schemas.microsoft.com/office/drawing/2014/main" id="{0FAE0F2C-A49A-5FC7-0768-6CFD007C8CA7}"/>
                  </a:ext>
                </a:extLst>
              </p:cNvPr>
              <p:cNvSpPr>
                <a:spLocks noChangeArrowheads="1"/>
              </p:cNvSpPr>
              <p:nvPr/>
            </p:nvSpPr>
            <p:spPr bwMode="auto">
              <a:xfrm>
                <a:off x="2223" y="2125"/>
                <a:ext cx="753" cy="322"/>
              </a:xfrm>
              <a:prstGeom prst="ellipse">
                <a:avLst/>
              </a:prstGeom>
              <a:noFill/>
              <a:ln w="19050">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83995" name="Rectangle 27">
                <a:extLst>
                  <a:ext uri="{FF2B5EF4-FFF2-40B4-BE49-F238E27FC236}">
                    <a16:creationId xmlns:a16="http://schemas.microsoft.com/office/drawing/2014/main" id="{7F7F4314-381F-10AC-DEC6-74A6142CF0A6}"/>
                  </a:ext>
                </a:extLst>
              </p:cNvPr>
              <p:cNvSpPr>
                <a:spLocks noChangeArrowheads="1"/>
              </p:cNvSpPr>
              <p:nvPr/>
            </p:nvSpPr>
            <p:spPr bwMode="auto">
              <a:xfrm>
                <a:off x="2360" y="2465"/>
                <a:ext cx="504"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l"/>
                <a:r>
                  <a:rPr lang="en-US" altLang="en-US" sz="1500">
                    <a:solidFill>
                      <a:srgbClr val="000000"/>
                    </a:solidFill>
                    <a:latin typeface="Courier" charset="0"/>
                  </a:rPr>
                  <a:t>SetTime</a:t>
                </a:r>
                <a:endParaRPr lang="en-US" altLang="en-US" b="0">
                  <a:solidFill>
                    <a:schemeClr val="tx1"/>
                  </a:solidFill>
                </a:endParaRPr>
              </a:p>
            </p:txBody>
          </p:sp>
        </p:grpSp>
        <p:sp>
          <p:nvSpPr>
            <p:cNvPr id="83999" name="Line 31">
              <a:extLst>
                <a:ext uri="{FF2B5EF4-FFF2-40B4-BE49-F238E27FC236}">
                  <a16:creationId xmlns:a16="http://schemas.microsoft.com/office/drawing/2014/main" id="{91C41448-DE33-D827-D12E-397FEB6EF3B9}"/>
                </a:ext>
              </a:extLst>
            </p:cNvPr>
            <p:cNvSpPr>
              <a:spLocks noChangeShapeType="1"/>
            </p:cNvSpPr>
            <p:nvPr/>
          </p:nvSpPr>
          <p:spPr bwMode="auto">
            <a:xfrm flipV="1">
              <a:off x="1137" y="2292"/>
              <a:ext cx="991" cy="84"/>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84022" name="Group 54">
            <a:extLst>
              <a:ext uri="{FF2B5EF4-FFF2-40B4-BE49-F238E27FC236}">
                <a16:creationId xmlns:a16="http://schemas.microsoft.com/office/drawing/2014/main" id="{2B3F4EAD-9E56-C58D-857B-51A47340CD0A}"/>
              </a:ext>
            </a:extLst>
          </p:cNvPr>
          <p:cNvGrpSpPr>
            <a:grpSpLocks/>
          </p:cNvGrpSpPr>
          <p:nvPr/>
        </p:nvGrpSpPr>
        <p:grpSpPr bwMode="auto">
          <a:xfrm>
            <a:off x="3405188" y="3829050"/>
            <a:ext cx="3873500" cy="1260475"/>
            <a:chOff x="2145" y="2412"/>
            <a:chExt cx="2440" cy="794"/>
          </a:xfrm>
        </p:grpSpPr>
        <p:sp>
          <p:nvSpPr>
            <p:cNvPr id="83997" name="Rectangle 29">
              <a:extLst>
                <a:ext uri="{FF2B5EF4-FFF2-40B4-BE49-F238E27FC236}">
                  <a16:creationId xmlns:a16="http://schemas.microsoft.com/office/drawing/2014/main" id="{F823A0D6-69C7-47DF-BFBB-9886E7E36115}"/>
                </a:ext>
              </a:extLst>
            </p:cNvPr>
            <p:cNvSpPr>
              <a:spLocks noChangeArrowheads="1"/>
            </p:cNvSpPr>
            <p:nvPr/>
          </p:nvSpPr>
          <p:spPr bwMode="auto">
            <a:xfrm>
              <a:off x="2145" y="3062"/>
              <a:ext cx="936"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l"/>
              <a:r>
                <a:rPr lang="en-US" altLang="en-US" sz="1500">
                  <a:solidFill>
                    <a:srgbClr val="000000"/>
                  </a:solidFill>
                  <a:latin typeface="Courier" charset="0"/>
                </a:rPr>
                <a:t>ChangeBattery</a:t>
              </a:r>
              <a:endParaRPr lang="en-US" altLang="en-US" b="0">
                <a:solidFill>
                  <a:schemeClr val="tx1"/>
                </a:solidFill>
              </a:endParaRPr>
            </a:p>
          </p:txBody>
        </p:sp>
        <p:grpSp>
          <p:nvGrpSpPr>
            <p:cNvPr id="84019" name="Group 51">
              <a:extLst>
                <a:ext uri="{FF2B5EF4-FFF2-40B4-BE49-F238E27FC236}">
                  <a16:creationId xmlns:a16="http://schemas.microsoft.com/office/drawing/2014/main" id="{82B0C2E4-5256-B378-D751-810DF9520F79}"/>
                </a:ext>
              </a:extLst>
            </p:cNvPr>
            <p:cNvGrpSpPr>
              <a:grpSpLocks/>
            </p:cNvGrpSpPr>
            <p:nvPr/>
          </p:nvGrpSpPr>
          <p:grpSpPr bwMode="auto">
            <a:xfrm>
              <a:off x="2223" y="2412"/>
              <a:ext cx="2362" cy="632"/>
              <a:chOff x="2223" y="2412"/>
              <a:chExt cx="2362" cy="632"/>
            </a:xfrm>
          </p:grpSpPr>
          <p:sp>
            <p:nvSpPr>
              <p:cNvPr id="83996" name="Oval 28">
                <a:extLst>
                  <a:ext uri="{FF2B5EF4-FFF2-40B4-BE49-F238E27FC236}">
                    <a16:creationId xmlns:a16="http://schemas.microsoft.com/office/drawing/2014/main" id="{C7F5E1B9-9BFE-BB2A-6298-F4D455EC6D43}"/>
                  </a:ext>
                </a:extLst>
              </p:cNvPr>
              <p:cNvSpPr>
                <a:spLocks noChangeArrowheads="1"/>
              </p:cNvSpPr>
              <p:nvPr/>
            </p:nvSpPr>
            <p:spPr bwMode="auto">
              <a:xfrm>
                <a:off x="2223" y="2722"/>
                <a:ext cx="753" cy="322"/>
              </a:xfrm>
              <a:prstGeom prst="ellipse">
                <a:avLst/>
              </a:prstGeom>
              <a:noFill/>
              <a:ln w="19050">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84000" name="Line 32">
                <a:extLst>
                  <a:ext uri="{FF2B5EF4-FFF2-40B4-BE49-F238E27FC236}">
                    <a16:creationId xmlns:a16="http://schemas.microsoft.com/office/drawing/2014/main" id="{54CE62A6-1493-7384-E9CC-333FB256ED04}"/>
                  </a:ext>
                </a:extLst>
              </p:cNvPr>
              <p:cNvSpPr>
                <a:spLocks noChangeShapeType="1"/>
              </p:cNvSpPr>
              <p:nvPr/>
            </p:nvSpPr>
            <p:spPr bwMode="auto">
              <a:xfrm flipV="1">
                <a:off x="2971" y="2412"/>
                <a:ext cx="1614" cy="433"/>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grpSp>
      </p:grpSp>
      <p:sp>
        <p:nvSpPr>
          <p:cNvPr id="83973" name="AutoShape 5">
            <a:extLst>
              <a:ext uri="{FF2B5EF4-FFF2-40B4-BE49-F238E27FC236}">
                <a16:creationId xmlns:a16="http://schemas.microsoft.com/office/drawing/2014/main" id="{4CCA876B-A95F-93AA-9AD2-6B9C774B7683}"/>
              </a:ext>
            </a:extLst>
          </p:cNvPr>
          <p:cNvSpPr>
            <a:spLocks noChangeArrowheads="1"/>
          </p:cNvSpPr>
          <p:nvPr/>
        </p:nvSpPr>
        <p:spPr bwMode="auto">
          <a:xfrm>
            <a:off x="1730375" y="2354263"/>
            <a:ext cx="914400" cy="609600"/>
          </a:xfrm>
          <a:prstGeom prst="wedgeRoundRectCallout">
            <a:avLst>
              <a:gd name="adj1" fmla="val -91319"/>
              <a:gd name="adj2" fmla="val 90366"/>
              <a:gd name="adj3" fmla="val 16667"/>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en-US" b="0"/>
              <a:t>Actor</a:t>
            </a:r>
          </a:p>
        </p:txBody>
      </p:sp>
      <p:sp>
        <p:nvSpPr>
          <p:cNvPr id="83977" name="AutoShape 9">
            <a:extLst>
              <a:ext uri="{FF2B5EF4-FFF2-40B4-BE49-F238E27FC236}">
                <a16:creationId xmlns:a16="http://schemas.microsoft.com/office/drawing/2014/main" id="{0941F5F9-BDD9-20C1-F66A-E2E592A4953D}"/>
              </a:ext>
            </a:extLst>
          </p:cNvPr>
          <p:cNvSpPr>
            <a:spLocks noChangeArrowheads="1"/>
          </p:cNvSpPr>
          <p:nvPr/>
        </p:nvSpPr>
        <p:spPr bwMode="auto">
          <a:xfrm>
            <a:off x="5664200" y="1155700"/>
            <a:ext cx="1398588" cy="609600"/>
          </a:xfrm>
          <a:prstGeom prst="wedgeRoundRectCallout">
            <a:avLst>
              <a:gd name="adj1" fmla="val -140806"/>
              <a:gd name="adj2" fmla="val 159116"/>
              <a:gd name="adj3" fmla="val 16667"/>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en-US" b="0"/>
              <a:t>Use case</a:t>
            </a:r>
          </a:p>
        </p:txBody>
      </p:sp>
      <p:sp>
        <p:nvSpPr>
          <p:cNvPr id="83978" name="AutoShape 10">
            <a:extLst>
              <a:ext uri="{FF2B5EF4-FFF2-40B4-BE49-F238E27FC236}">
                <a16:creationId xmlns:a16="http://schemas.microsoft.com/office/drawing/2014/main" id="{280D8118-971B-6659-0623-C6AFB5E4CE10}"/>
              </a:ext>
            </a:extLst>
          </p:cNvPr>
          <p:cNvSpPr>
            <a:spLocks noChangeArrowheads="1"/>
          </p:cNvSpPr>
          <p:nvPr/>
        </p:nvSpPr>
        <p:spPr bwMode="auto">
          <a:xfrm>
            <a:off x="1355725" y="1222375"/>
            <a:ext cx="1352550" cy="609600"/>
          </a:xfrm>
          <a:prstGeom prst="wedgeRoundRectCallout">
            <a:avLst>
              <a:gd name="adj1" fmla="val 65847"/>
              <a:gd name="adj2" fmla="val 72134"/>
              <a:gd name="adj3" fmla="val 16667"/>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en-US" b="0"/>
              <a:t>Package</a:t>
            </a:r>
          </a:p>
        </p:txBody>
      </p:sp>
      <p:grpSp>
        <p:nvGrpSpPr>
          <p:cNvPr id="84020" name="Group 52">
            <a:extLst>
              <a:ext uri="{FF2B5EF4-FFF2-40B4-BE49-F238E27FC236}">
                <a16:creationId xmlns:a16="http://schemas.microsoft.com/office/drawing/2014/main" id="{40094D3B-7F10-40AF-23B4-577BBE67BBC5}"/>
              </a:ext>
            </a:extLst>
          </p:cNvPr>
          <p:cNvGrpSpPr>
            <a:grpSpLocks/>
          </p:cNvGrpSpPr>
          <p:nvPr/>
        </p:nvGrpSpPr>
        <p:grpSpPr bwMode="auto">
          <a:xfrm>
            <a:off x="2884488" y="1736725"/>
            <a:ext cx="2520950" cy="3417888"/>
            <a:chOff x="1817" y="1094"/>
            <a:chExt cx="1588" cy="2153"/>
          </a:xfrm>
        </p:grpSpPr>
        <p:sp>
          <p:nvSpPr>
            <p:cNvPr id="83991" name="Rectangle 23">
              <a:extLst>
                <a:ext uri="{FF2B5EF4-FFF2-40B4-BE49-F238E27FC236}">
                  <a16:creationId xmlns:a16="http://schemas.microsoft.com/office/drawing/2014/main" id="{628E67FC-9EF8-787E-4B34-9A8D43EEF4BC}"/>
                </a:ext>
              </a:extLst>
            </p:cNvPr>
            <p:cNvSpPr>
              <a:spLocks noChangeArrowheads="1"/>
            </p:cNvSpPr>
            <p:nvPr/>
          </p:nvSpPr>
          <p:spPr bwMode="auto">
            <a:xfrm>
              <a:off x="1817" y="1301"/>
              <a:ext cx="1588" cy="1946"/>
            </a:xfrm>
            <a:prstGeom prst="rect">
              <a:avLst/>
            </a:prstGeom>
            <a:noFill/>
            <a:ln w="19050">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nvGrpSpPr>
            <p:cNvPr id="84010" name="Group 42">
              <a:extLst>
                <a:ext uri="{FF2B5EF4-FFF2-40B4-BE49-F238E27FC236}">
                  <a16:creationId xmlns:a16="http://schemas.microsoft.com/office/drawing/2014/main" id="{E5C117C9-503D-6E45-1525-43F121A111A2}"/>
                </a:ext>
              </a:extLst>
            </p:cNvPr>
            <p:cNvGrpSpPr>
              <a:grpSpLocks/>
            </p:cNvGrpSpPr>
            <p:nvPr/>
          </p:nvGrpSpPr>
          <p:grpSpPr bwMode="auto">
            <a:xfrm>
              <a:off x="1819" y="1106"/>
              <a:ext cx="1005" cy="183"/>
              <a:chOff x="2722" y="3694"/>
              <a:chExt cx="778" cy="277"/>
            </a:xfrm>
          </p:grpSpPr>
          <p:grpSp>
            <p:nvGrpSpPr>
              <p:cNvPr id="84006" name="Group 38">
                <a:extLst>
                  <a:ext uri="{FF2B5EF4-FFF2-40B4-BE49-F238E27FC236}">
                    <a16:creationId xmlns:a16="http://schemas.microsoft.com/office/drawing/2014/main" id="{AF6C5559-0FAA-55B6-4CEC-98D298C6D0BE}"/>
                  </a:ext>
                </a:extLst>
              </p:cNvPr>
              <p:cNvGrpSpPr>
                <a:grpSpLocks/>
              </p:cNvGrpSpPr>
              <p:nvPr/>
            </p:nvGrpSpPr>
            <p:grpSpPr bwMode="auto">
              <a:xfrm>
                <a:off x="2722" y="3694"/>
                <a:ext cx="384" cy="275"/>
                <a:chOff x="2722" y="3694"/>
                <a:chExt cx="384" cy="275"/>
              </a:xfrm>
            </p:grpSpPr>
            <p:sp>
              <p:nvSpPr>
                <p:cNvPr id="84004" name="Line 36">
                  <a:extLst>
                    <a:ext uri="{FF2B5EF4-FFF2-40B4-BE49-F238E27FC236}">
                      <a16:creationId xmlns:a16="http://schemas.microsoft.com/office/drawing/2014/main" id="{2D8F234B-95F4-15DD-72FC-2222FDC133AE}"/>
                    </a:ext>
                  </a:extLst>
                </p:cNvPr>
                <p:cNvSpPr>
                  <a:spLocks noChangeShapeType="1"/>
                </p:cNvSpPr>
                <p:nvPr/>
              </p:nvSpPr>
              <p:spPr bwMode="auto">
                <a:xfrm flipV="1">
                  <a:off x="2722" y="3694"/>
                  <a:ext cx="78" cy="275"/>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84005" name="Line 37">
                  <a:extLst>
                    <a:ext uri="{FF2B5EF4-FFF2-40B4-BE49-F238E27FC236}">
                      <a16:creationId xmlns:a16="http://schemas.microsoft.com/office/drawing/2014/main" id="{D4889048-6F82-945B-9073-C4AF70186DAA}"/>
                    </a:ext>
                  </a:extLst>
                </p:cNvPr>
                <p:cNvSpPr>
                  <a:spLocks noChangeShapeType="1"/>
                </p:cNvSpPr>
                <p:nvPr/>
              </p:nvSpPr>
              <p:spPr bwMode="auto">
                <a:xfrm>
                  <a:off x="2808" y="3694"/>
                  <a:ext cx="29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grpSp>
          <p:grpSp>
            <p:nvGrpSpPr>
              <p:cNvPr id="84007" name="Group 39">
                <a:extLst>
                  <a:ext uri="{FF2B5EF4-FFF2-40B4-BE49-F238E27FC236}">
                    <a16:creationId xmlns:a16="http://schemas.microsoft.com/office/drawing/2014/main" id="{95F9C30C-598A-74C3-5FDE-03A852AE98F7}"/>
                  </a:ext>
                </a:extLst>
              </p:cNvPr>
              <p:cNvGrpSpPr>
                <a:grpSpLocks/>
              </p:cNvGrpSpPr>
              <p:nvPr/>
            </p:nvGrpSpPr>
            <p:grpSpPr bwMode="auto">
              <a:xfrm flipH="1">
                <a:off x="3116" y="3696"/>
                <a:ext cx="384" cy="275"/>
                <a:chOff x="2722" y="3694"/>
                <a:chExt cx="384" cy="275"/>
              </a:xfrm>
            </p:grpSpPr>
            <p:sp>
              <p:nvSpPr>
                <p:cNvPr id="84008" name="Line 40">
                  <a:extLst>
                    <a:ext uri="{FF2B5EF4-FFF2-40B4-BE49-F238E27FC236}">
                      <a16:creationId xmlns:a16="http://schemas.microsoft.com/office/drawing/2014/main" id="{90249F5F-E2FC-25F9-49A1-19F51D1975E8}"/>
                    </a:ext>
                  </a:extLst>
                </p:cNvPr>
                <p:cNvSpPr>
                  <a:spLocks noChangeShapeType="1"/>
                </p:cNvSpPr>
                <p:nvPr/>
              </p:nvSpPr>
              <p:spPr bwMode="auto">
                <a:xfrm flipV="1">
                  <a:off x="2722" y="3694"/>
                  <a:ext cx="78" cy="275"/>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84009" name="Line 41">
                  <a:extLst>
                    <a:ext uri="{FF2B5EF4-FFF2-40B4-BE49-F238E27FC236}">
                      <a16:creationId xmlns:a16="http://schemas.microsoft.com/office/drawing/2014/main" id="{5B5CED15-3B22-6D91-4FBF-804A0CB6B6AA}"/>
                    </a:ext>
                  </a:extLst>
                </p:cNvPr>
                <p:cNvSpPr>
                  <a:spLocks noChangeShapeType="1"/>
                </p:cNvSpPr>
                <p:nvPr/>
              </p:nvSpPr>
              <p:spPr bwMode="auto">
                <a:xfrm>
                  <a:off x="2808" y="3694"/>
                  <a:ext cx="29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grpSp>
        </p:grpSp>
        <p:sp>
          <p:nvSpPr>
            <p:cNvPr id="84011" name="Text Box 43">
              <a:extLst>
                <a:ext uri="{FF2B5EF4-FFF2-40B4-BE49-F238E27FC236}">
                  <a16:creationId xmlns:a16="http://schemas.microsoft.com/office/drawing/2014/main" id="{8500B056-CFE5-A48B-3270-22B172DCF100}"/>
                </a:ext>
              </a:extLst>
            </p:cNvPr>
            <p:cNvSpPr txBox="1">
              <a:spLocks noChangeArrowheads="1"/>
            </p:cNvSpPr>
            <p:nvPr/>
          </p:nvSpPr>
          <p:spPr bwMode="auto">
            <a:xfrm>
              <a:off x="1879" y="1094"/>
              <a:ext cx="476" cy="2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en-US" sz="1500">
                  <a:solidFill>
                    <a:srgbClr val="000000"/>
                  </a:solidFill>
                  <a:latin typeface="Courier" charset="0"/>
                </a:rPr>
                <a:t>Watch</a:t>
              </a:r>
              <a:endParaRPr lang="en-US" altLang="en-US" b="0">
                <a:solidFill>
                  <a:schemeClr val="tx1"/>
                </a:solidFill>
              </a:endParaRPr>
            </a:p>
          </p:txBody>
        </p:sp>
      </p:grpSp>
      <p:sp>
        <p:nvSpPr>
          <p:cNvPr id="84012" name="Text Box 44">
            <a:extLst>
              <a:ext uri="{FF2B5EF4-FFF2-40B4-BE49-F238E27FC236}">
                <a16:creationId xmlns:a16="http://schemas.microsoft.com/office/drawing/2014/main" id="{E26955FA-33DC-E0C0-F0C6-0A6BE1161C5B}"/>
              </a:ext>
            </a:extLst>
          </p:cNvPr>
          <p:cNvSpPr txBox="1">
            <a:spLocks noChangeArrowheads="1"/>
          </p:cNvSpPr>
          <p:nvPr/>
        </p:nvSpPr>
        <p:spPr bwMode="auto">
          <a:xfrm>
            <a:off x="466725" y="5670550"/>
            <a:ext cx="8267700" cy="822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en-US" b="0">
                <a:solidFill>
                  <a:schemeClr val="tx1"/>
                </a:solidFill>
              </a:rPr>
              <a:t>Use case diagrams represent the functionality of the system</a:t>
            </a:r>
          </a:p>
          <a:p>
            <a:pPr algn="l"/>
            <a:r>
              <a:rPr lang="en-US" altLang="en-US" b="0">
                <a:solidFill>
                  <a:schemeClr val="tx1"/>
                </a:solidFill>
              </a:rPr>
              <a:t>from user’s point of view</a:t>
            </a:r>
          </a:p>
        </p:txBody>
      </p:sp>
      <p:sp>
        <p:nvSpPr>
          <p:cNvPr id="84015" name="Line 47">
            <a:extLst>
              <a:ext uri="{FF2B5EF4-FFF2-40B4-BE49-F238E27FC236}">
                <a16:creationId xmlns:a16="http://schemas.microsoft.com/office/drawing/2014/main" id="{66469EB9-E0BD-D963-5C36-A9FFB8D37AA8}"/>
              </a:ext>
            </a:extLst>
          </p:cNvPr>
          <p:cNvSpPr>
            <a:spLocks noChangeShapeType="1"/>
          </p:cNvSpPr>
          <p:nvPr/>
        </p:nvSpPr>
        <p:spPr bwMode="auto">
          <a:xfrm>
            <a:off x="4665663" y="2789238"/>
            <a:ext cx="2676525" cy="92551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499"/>
                                          </p:stCondLst>
                                        </p:cTn>
                                        <p:tgtEl>
                                          <p:spTgt spid="84013"/>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499"/>
                                          </p:stCondLst>
                                        </p:cTn>
                                        <p:tgtEl>
                                          <p:spTgt spid="84021"/>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499"/>
                                          </p:stCondLst>
                                        </p:cTn>
                                        <p:tgtEl>
                                          <p:spTgt spid="83973"/>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499"/>
                                          </p:stCondLst>
                                        </p:cTn>
                                        <p:tgtEl>
                                          <p:spTgt spid="83977"/>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nodeType="clickEffect">
                                  <p:stCondLst>
                                    <p:cond delay="0"/>
                                  </p:stCondLst>
                                  <p:childTnLst>
                                    <p:set>
                                      <p:cBhvr>
                                        <p:cTn id="22" dur="1" fill="hold">
                                          <p:stCondLst>
                                            <p:cond delay="499"/>
                                          </p:stCondLst>
                                        </p:cTn>
                                        <p:tgtEl>
                                          <p:spTgt spid="84017"/>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nodeType="clickEffect">
                                  <p:stCondLst>
                                    <p:cond delay="0"/>
                                  </p:stCondLst>
                                  <p:childTnLst>
                                    <p:set>
                                      <p:cBhvr>
                                        <p:cTn id="26" dur="1" fill="hold">
                                          <p:stCondLst>
                                            <p:cond delay="499"/>
                                          </p:stCondLst>
                                        </p:cTn>
                                        <p:tgtEl>
                                          <p:spTgt spid="84018"/>
                                        </p:tgtEl>
                                        <p:attrNameLst>
                                          <p:attrName>style.visibility</p:attrName>
                                        </p:attrNameLst>
                                      </p:cBhvr>
                                      <p:to>
                                        <p:strVal val="visible"/>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1" presetClass="entr" presetSubtype="0" fill="hold" nodeType="clickEffect">
                                  <p:stCondLst>
                                    <p:cond delay="0"/>
                                  </p:stCondLst>
                                  <p:childTnLst>
                                    <p:set>
                                      <p:cBhvr>
                                        <p:cTn id="30" dur="1" fill="hold">
                                          <p:stCondLst>
                                            <p:cond delay="499"/>
                                          </p:stCondLst>
                                        </p:cTn>
                                        <p:tgtEl>
                                          <p:spTgt spid="84015"/>
                                        </p:tgtEl>
                                        <p:attrNameLst>
                                          <p:attrName>style.visibility</p:attrName>
                                        </p:attrNameLst>
                                      </p:cBhvr>
                                      <p:to>
                                        <p:strVal val="visible"/>
                                      </p:to>
                                    </p:set>
                                  </p:childTnLst>
                                </p:cTn>
                              </p:par>
                            </p:childTnLst>
                          </p:cTn>
                        </p:par>
                      </p:childTnLst>
                    </p:cTn>
                  </p:par>
                  <p:par>
                    <p:cTn id="31" fill="hold" nodeType="clickPar">
                      <p:stCondLst>
                        <p:cond delay="indefinite"/>
                      </p:stCondLst>
                      <p:childTnLst>
                        <p:par>
                          <p:cTn id="32" fill="hold" nodeType="withGroup">
                            <p:stCondLst>
                              <p:cond delay="0"/>
                            </p:stCondLst>
                            <p:childTnLst>
                              <p:par>
                                <p:cTn id="33" presetID="1" presetClass="entr" presetSubtype="0" fill="hold" nodeType="clickEffect">
                                  <p:stCondLst>
                                    <p:cond delay="0"/>
                                  </p:stCondLst>
                                  <p:childTnLst>
                                    <p:set>
                                      <p:cBhvr>
                                        <p:cTn id="34" dur="1" fill="hold">
                                          <p:stCondLst>
                                            <p:cond delay="499"/>
                                          </p:stCondLst>
                                        </p:cTn>
                                        <p:tgtEl>
                                          <p:spTgt spid="84022"/>
                                        </p:tgtEl>
                                        <p:attrNameLst>
                                          <p:attrName>style.visibility</p:attrName>
                                        </p:attrNameLst>
                                      </p:cBhvr>
                                      <p:to>
                                        <p:strVal val="visible"/>
                                      </p:to>
                                    </p:set>
                                  </p:childTnLst>
                                </p:cTn>
                              </p:par>
                            </p:childTnLst>
                          </p:cTn>
                        </p:par>
                      </p:childTnLst>
                    </p:cTn>
                  </p:par>
                  <p:par>
                    <p:cTn id="35" fill="hold" nodeType="clickPar">
                      <p:stCondLst>
                        <p:cond delay="indefinite"/>
                      </p:stCondLst>
                      <p:childTnLst>
                        <p:par>
                          <p:cTn id="36" fill="hold" nodeType="withGroup">
                            <p:stCondLst>
                              <p:cond delay="0"/>
                            </p:stCondLst>
                            <p:childTnLst>
                              <p:par>
                                <p:cTn id="37" presetID="1" presetClass="entr" presetSubtype="0" fill="hold" nodeType="clickEffect">
                                  <p:stCondLst>
                                    <p:cond delay="0"/>
                                  </p:stCondLst>
                                  <p:childTnLst>
                                    <p:set>
                                      <p:cBhvr>
                                        <p:cTn id="38" dur="1" fill="hold">
                                          <p:stCondLst>
                                            <p:cond delay="499"/>
                                          </p:stCondLst>
                                        </p:cTn>
                                        <p:tgtEl>
                                          <p:spTgt spid="84020"/>
                                        </p:tgtEl>
                                        <p:attrNameLst>
                                          <p:attrName>style.visibility</p:attrName>
                                        </p:attrNameLst>
                                      </p:cBhvr>
                                      <p:to>
                                        <p:strVal val="visible"/>
                                      </p:to>
                                    </p:set>
                                  </p:childTnLst>
                                </p:cTn>
                              </p:par>
                            </p:childTnLst>
                          </p:cTn>
                        </p:par>
                      </p:childTnLst>
                    </p:cTn>
                  </p:par>
                  <p:par>
                    <p:cTn id="39" fill="hold" nodeType="clickPar">
                      <p:stCondLst>
                        <p:cond delay="indefinite"/>
                      </p:stCondLst>
                      <p:childTnLst>
                        <p:par>
                          <p:cTn id="40" fill="hold" nodeType="withGroup">
                            <p:stCondLst>
                              <p:cond delay="0"/>
                            </p:stCondLst>
                            <p:childTnLst>
                              <p:par>
                                <p:cTn id="41" presetID="1" presetClass="entr" presetSubtype="0" fill="hold" nodeType="clickEffect">
                                  <p:stCondLst>
                                    <p:cond delay="0"/>
                                  </p:stCondLst>
                                  <p:childTnLst>
                                    <p:set>
                                      <p:cBhvr>
                                        <p:cTn id="42" dur="1" fill="hold">
                                          <p:stCondLst>
                                            <p:cond delay="499"/>
                                          </p:stCondLst>
                                        </p:cTn>
                                        <p:tgtEl>
                                          <p:spTgt spid="8397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3973" grpId="0" animBg="1" autoUpdateAnimBg="0"/>
      <p:bldP spid="83977" grpId="0" animBg="1" autoUpdateAnimBg="0"/>
      <p:bldP spid="83978" grpId="0" animBg="1" autoUpdateAnimBg="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a:extLst>
              <a:ext uri="{FF2B5EF4-FFF2-40B4-BE49-F238E27FC236}">
                <a16:creationId xmlns:a16="http://schemas.microsoft.com/office/drawing/2014/main" id="{36BB9339-260D-2A88-FB12-AFBB13AA088E}"/>
              </a:ext>
            </a:extLst>
          </p:cNvPr>
          <p:cNvSpPr>
            <a:spLocks noGrp="1" noChangeArrowheads="1"/>
          </p:cNvSpPr>
          <p:nvPr>
            <p:ph type="title"/>
          </p:nvPr>
        </p:nvSpPr>
        <p:spPr>
          <a:xfrm>
            <a:off x="666281" y="-120596"/>
            <a:ext cx="7773338" cy="1596177"/>
          </a:xfrm>
        </p:spPr>
        <p:txBody>
          <a:bodyPr/>
          <a:lstStyle/>
          <a:p>
            <a:r>
              <a:rPr lang="en-US" altLang="en-US" dirty="0"/>
              <a:t>UML first pass: Class diagrams</a:t>
            </a:r>
          </a:p>
        </p:txBody>
      </p:sp>
      <p:sp>
        <p:nvSpPr>
          <p:cNvPr id="82956" name="Rectangle 12">
            <a:extLst>
              <a:ext uri="{FF2B5EF4-FFF2-40B4-BE49-F238E27FC236}">
                <a16:creationId xmlns:a16="http://schemas.microsoft.com/office/drawing/2014/main" id="{DC20D699-8D03-BE49-EDDF-1367D3F13F1D}"/>
              </a:ext>
            </a:extLst>
          </p:cNvPr>
          <p:cNvSpPr>
            <a:spLocks noChangeArrowheads="1"/>
          </p:cNvSpPr>
          <p:nvPr/>
        </p:nvSpPr>
        <p:spPr bwMode="auto">
          <a:xfrm>
            <a:off x="3795713" y="3165475"/>
            <a:ext cx="98425" cy="1984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l"/>
            <a:r>
              <a:rPr lang="en-US" altLang="en-US" sz="1300">
                <a:solidFill>
                  <a:srgbClr val="000000"/>
                </a:solidFill>
                <a:latin typeface="Courier" charset="0"/>
              </a:rPr>
              <a:t>1</a:t>
            </a:r>
            <a:endParaRPr lang="en-US" altLang="en-US" b="0">
              <a:solidFill>
                <a:schemeClr val="tx1"/>
              </a:solidFill>
            </a:endParaRPr>
          </a:p>
        </p:txBody>
      </p:sp>
      <p:sp>
        <p:nvSpPr>
          <p:cNvPr id="82957" name="Rectangle 13">
            <a:extLst>
              <a:ext uri="{FF2B5EF4-FFF2-40B4-BE49-F238E27FC236}">
                <a16:creationId xmlns:a16="http://schemas.microsoft.com/office/drawing/2014/main" id="{0ECA6D8B-F26F-06E7-387B-D4AB815BC6A4}"/>
              </a:ext>
            </a:extLst>
          </p:cNvPr>
          <p:cNvSpPr>
            <a:spLocks noChangeArrowheads="1"/>
          </p:cNvSpPr>
          <p:nvPr/>
        </p:nvSpPr>
        <p:spPr bwMode="auto">
          <a:xfrm>
            <a:off x="1193800" y="3463925"/>
            <a:ext cx="98425" cy="1984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l"/>
            <a:r>
              <a:rPr lang="en-US" altLang="en-US" sz="1300">
                <a:solidFill>
                  <a:srgbClr val="000000"/>
                </a:solidFill>
                <a:latin typeface="Courier" charset="0"/>
              </a:rPr>
              <a:t>2</a:t>
            </a:r>
            <a:endParaRPr lang="en-US" altLang="en-US" b="0">
              <a:solidFill>
                <a:schemeClr val="tx1"/>
              </a:solidFill>
            </a:endParaRPr>
          </a:p>
        </p:txBody>
      </p:sp>
      <p:sp>
        <p:nvSpPr>
          <p:cNvPr id="82960" name="Rectangle 16">
            <a:extLst>
              <a:ext uri="{FF2B5EF4-FFF2-40B4-BE49-F238E27FC236}">
                <a16:creationId xmlns:a16="http://schemas.microsoft.com/office/drawing/2014/main" id="{DF95ADCA-E1EF-E466-56D8-CB3C78E09CE0}"/>
              </a:ext>
            </a:extLst>
          </p:cNvPr>
          <p:cNvSpPr>
            <a:spLocks noChangeArrowheads="1"/>
          </p:cNvSpPr>
          <p:nvPr/>
        </p:nvSpPr>
        <p:spPr bwMode="auto">
          <a:xfrm>
            <a:off x="628650" y="3627438"/>
            <a:ext cx="1574800" cy="317500"/>
          </a:xfrm>
          <a:prstGeom prst="rect">
            <a:avLst/>
          </a:prstGeom>
          <a:noFill/>
          <a:ln w="158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82961" name="Rectangle 17">
            <a:extLst>
              <a:ext uri="{FF2B5EF4-FFF2-40B4-BE49-F238E27FC236}">
                <a16:creationId xmlns:a16="http://schemas.microsoft.com/office/drawing/2014/main" id="{83C704C7-F3BB-7486-3E62-ED214C697E74}"/>
              </a:ext>
            </a:extLst>
          </p:cNvPr>
          <p:cNvSpPr>
            <a:spLocks noChangeArrowheads="1"/>
          </p:cNvSpPr>
          <p:nvPr/>
        </p:nvSpPr>
        <p:spPr bwMode="auto">
          <a:xfrm>
            <a:off x="835025" y="4152900"/>
            <a:ext cx="885825"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l"/>
            <a:r>
              <a:rPr lang="en-US" altLang="en-US" sz="1300">
                <a:solidFill>
                  <a:srgbClr val="000000"/>
                </a:solidFill>
                <a:latin typeface="Courier" charset="0"/>
              </a:rPr>
              <a:t>push()</a:t>
            </a:r>
            <a:br>
              <a:rPr lang="en-US" altLang="en-US" sz="1300">
                <a:solidFill>
                  <a:srgbClr val="000000"/>
                </a:solidFill>
                <a:latin typeface="Courier" charset="0"/>
              </a:rPr>
            </a:br>
            <a:r>
              <a:rPr lang="en-US" altLang="en-US" sz="1300">
                <a:solidFill>
                  <a:srgbClr val="000000"/>
                </a:solidFill>
                <a:latin typeface="Courier" charset="0"/>
              </a:rPr>
              <a:t>release()</a:t>
            </a:r>
            <a:endParaRPr lang="en-US" altLang="en-US" b="0">
              <a:solidFill>
                <a:schemeClr val="tx1"/>
              </a:solidFill>
            </a:endParaRPr>
          </a:p>
        </p:txBody>
      </p:sp>
      <p:sp>
        <p:nvSpPr>
          <p:cNvPr id="82962" name="Freeform 18">
            <a:extLst>
              <a:ext uri="{FF2B5EF4-FFF2-40B4-BE49-F238E27FC236}">
                <a16:creationId xmlns:a16="http://schemas.microsoft.com/office/drawing/2014/main" id="{08DC0334-B267-07FB-8A9E-C3EFF4A78C31}"/>
              </a:ext>
            </a:extLst>
          </p:cNvPr>
          <p:cNvSpPr>
            <a:spLocks/>
          </p:cNvSpPr>
          <p:nvPr/>
        </p:nvSpPr>
        <p:spPr bwMode="auto">
          <a:xfrm>
            <a:off x="1368425" y="3113088"/>
            <a:ext cx="2568575" cy="496887"/>
          </a:xfrm>
          <a:custGeom>
            <a:avLst/>
            <a:gdLst>
              <a:gd name="T0" fmla="*/ 0 w 1618"/>
              <a:gd name="T1" fmla="*/ 313 h 313"/>
              <a:gd name="T2" fmla="*/ 0 w 1618"/>
              <a:gd name="T3" fmla="*/ 188 h 313"/>
              <a:gd name="T4" fmla="*/ 1618 w 1618"/>
              <a:gd name="T5" fmla="*/ 188 h 313"/>
              <a:gd name="T6" fmla="*/ 1618 w 1618"/>
              <a:gd name="T7" fmla="*/ 0 h 313"/>
            </a:gdLst>
            <a:ahLst/>
            <a:cxnLst>
              <a:cxn ang="0">
                <a:pos x="T0" y="T1"/>
              </a:cxn>
              <a:cxn ang="0">
                <a:pos x="T2" y="T3"/>
              </a:cxn>
              <a:cxn ang="0">
                <a:pos x="T4" y="T5"/>
              </a:cxn>
              <a:cxn ang="0">
                <a:pos x="T6" y="T7"/>
              </a:cxn>
            </a:cxnLst>
            <a:rect l="0" t="0" r="r" b="b"/>
            <a:pathLst>
              <a:path w="1618" h="313">
                <a:moveTo>
                  <a:pt x="0" y="313"/>
                </a:moveTo>
                <a:lnTo>
                  <a:pt x="0" y="188"/>
                </a:lnTo>
                <a:lnTo>
                  <a:pt x="1618" y="188"/>
                </a:lnTo>
                <a:lnTo>
                  <a:pt x="1618" y="0"/>
                </a:lnTo>
              </a:path>
            </a:pathLst>
          </a:custGeom>
          <a:noFill/>
          <a:ln w="158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82971" name="Rectangle 27">
            <a:extLst>
              <a:ext uri="{FF2B5EF4-FFF2-40B4-BE49-F238E27FC236}">
                <a16:creationId xmlns:a16="http://schemas.microsoft.com/office/drawing/2014/main" id="{840FCC0C-9A4E-32F0-7013-81E3FB371EEE}"/>
              </a:ext>
            </a:extLst>
          </p:cNvPr>
          <p:cNvSpPr>
            <a:spLocks noChangeArrowheads="1"/>
          </p:cNvSpPr>
          <p:nvPr/>
        </p:nvSpPr>
        <p:spPr bwMode="auto">
          <a:xfrm>
            <a:off x="638175" y="3952875"/>
            <a:ext cx="1574800" cy="182563"/>
          </a:xfrm>
          <a:prstGeom prst="rect">
            <a:avLst/>
          </a:prstGeom>
          <a:noFill/>
          <a:ln w="158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82972" name="Rectangle 28">
            <a:extLst>
              <a:ext uri="{FF2B5EF4-FFF2-40B4-BE49-F238E27FC236}">
                <a16:creationId xmlns:a16="http://schemas.microsoft.com/office/drawing/2014/main" id="{F0FEBA59-AC05-4AF1-743E-5D1D4F586ED8}"/>
              </a:ext>
            </a:extLst>
          </p:cNvPr>
          <p:cNvSpPr>
            <a:spLocks noChangeArrowheads="1"/>
          </p:cNvSpPr>
          <p:nvPr/>
        </p:nvSpPr>
        <p:spPr bwMode="auto">
          <a:xfrm>
            <a:off x="628650" y="4143375"/>
            <a:ext cx="1574800" cy="431800"/>
          </a:xfrm>
          <a:prstGeom prst="rect">
            <a:avLst/>
          </a:prstGeom>
          <a:noFill/>
          <a:ln w="158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nvGrpSpPr>
          <p:cNvPr id="82993" name="Group 49">
            <a:extLst>
              <a:ext uri="{FF2B5EF4-FFF2-40B4-BE49-F238E27FC236}">
                <a16:creationId xmlns:a16="http://schemas.microsoft.com/office/drawing/2014/main" id="{B366D62B-7053-4D7C-A866-39BCFE5C7EEB}"/>
              </a:ext>
            </a:extLst>
          </p:cNvPr>
          <p:cNvGrpSpPr>
            <a:grpSpLocks/>
          </p:cNvGrpSpPr>
          <p:nvPr/>
        </p:nvGrpSpPr>
        <p:grpSpPr bwMode="auto">
          <a:xfrm>
            <a:off x="2689225" y="3130550"/>
            <a:ext cx="1644650" cy="2052638"/>
            <a:chOff x="1694" y="1972"/>
            <a:chExt cx="1036" cy="1293"/>
          </a:xfrm>
        </p:grpSpPr>
        <p:sp>
          <p:nvSpPr>
            <p:cNvPr id="82955" name="Freeform 11">
              <a:extLst>
                <a:ext uri="{FF2B5EF4-FFF2-40B4-BE49-F238E27FC236}">
                  <a16:creationId xmlns:a16="http://schemas.microsoft.com/office/drawing/2014/main" id="{2D29539A-0148-F630-C4FD-23126CAB41A2}"/>
                </a:ext>
              </a:extLst>
            </p:cNvPr>
            <p:cNvSpPr>
              <a:spLocks/>
            </p:cNvSpPr>
            <p:nvPr/>
          </p:nvSpPr>
          <p:spPr bwMode="auto">
            <a:xfrm>
              <a:off x="2135" y="1972"/>
              <a:ext cx="595" cy="313"/>
            </a:xfrm>
            <a:custGeom>
              <a:avLst/>
              <a:gdLst>
                <a:gd name="T0" fmla="*/ 0 w 595"/>
                <a:gd name="T1" fmla="*/ 313 h 313"/>
                <a:gd name="T2" fmla="*/ 0 w 595"/>
                <a:gd name="T3" fmla="*/ 240 h 313"/>
                <a:gd name="T4" fmla="*/ 595 w 595"/>
                <a:gd name="T5" fmla="*/ 240 h 313"/>
                <a:gd name="T6" fmla="*/ 595 w 595"/>
                <a:gd name="T7" fmla="*/ 0 h 313"/>
              </a:gdLst>
              <a:ahLst/>
              <a:cxnLst>
                <a:cxn ang="0">
                  <a:pos x="T0" y="T1"/>
                </a:cxn>
                <a:cxn ang="0">
                  <a:pos x="T2" y="T3"/>
                </a:cxn>
                <a:cxn ang="0">
                  <a:pos x="T4" y="T5"/>
                </a:cxn>
                <a:cxn ang="0">
                  <a:pos x="T6" y="T7"/>
                </a:cxn>
              </a:cxnLst>
              <a:rect l="0" t="0" r="r" b="b"/>
              <a:pathLst>
                <a:path w="595" h="313">
                  <a:moveTo>
                    <a:pt x="0" y="313"/>
                  </a:moveTo>
                  <a:lnTo>
                    <a:pt x="0" y="240"/>
                  </a:lnTo>
                  <a:lnTo>
                    <a:pt x="595" y="240"/>
                  </a:lnTo>
                  <a:lnTo>
                    <a:pt x="595" y="0"/>
                  </a:lnTo>
                </a:path>
              </a:pathLst>
            </a:custGeom>
            <a:noFill/>
            <a:ln w="158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82963" name="Rectangle 19">
              <a:extLst>
                <a:ext uri="{FF2B5EF4-FFF2-40B4-BE49-F238E27FC236}">
                  <a16:creationId xmlns:a16="http://schemas.microsoft.com/office/drawing/2014/main" id="{419FF4A7-AEF0-B75D-C4C7-190DE66A0636}"/>
                </a:ext>
              </a:extLst>
            </p:cNvPr>
            <p:cNvSpPr>
              <a:spLocks noChangeArrowheads="1"/>
            </p:cNvSpPr>
            <p:nvPr/>
          </p:nvSpPr>
          <p:spPr bwMode="auto">
            <a:xfrm>
              <a:off x="2662" y="1994"/>
              <a:ext cx="62" cy="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l"/>
              <a:r>
                <a:rPr lang="en-US" altLang="en-US" sz="1300">
                  <a:solidFill>
                    <a:srgbClr val="000000"/>
                  </a:solidFill>
                  <a:latin typeface="Courier" charset="0"/>
                </a:rPr>
                <a:t>1</a:t>
              </a:r>
              <a:endParaRPr lang="en-US" altLang="en-US" b="0">
                <a:solidFill>
                  <a:schemeClr val="tx1"/>
                </a:solidFill>
              </a:endParaRPr>
            </a:p>
          </p:txBody>
        </p:sp>
        <p:sp>
          <p:nvSpPr>
            <p:cNvPr id="82964" name="Rectangle 20">
              <a:extLst>
                <a:ext uri="{FF2B5EF4-FFF2-40B4-BE49-F238E27FC236}">
                  <a16:creationId xmlns:a16="http://schemas.microsoft.com/office/drawing/2014/main" id="{2D6AD5C1-9A44-D111-AC65-E133643C6749}"/>
                </a:ext>
              </a:extLst>
            </p:cNvPr>
            <p:cNvSpPr>
              <a:spLocks noChangeArrowheads="1"/>
            </p:cNvSpPr>
            <p:nvPr/>
          </p:nvSpPr>
          <p:spPr bwMode="auto">
            <a:xfrm>
              <a:off x="2025" y="2182"/>
              <a:ext cx="62" cy="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l"/>
              <a:r>
                <a:rPr lang="en-US" altLang="en-US" sz="1300">
                  <a:solidFill>
                    <a:srgbClr val="000000"/>
                  </a:solidFill>
                  <a:latin typeface="Courier" charset="0"/>
                </a:rPr>
                <a:t>1</a:t>
              </a:r>
              <a:endParaRPr lang="en-US" altLang="en-US" b="0">
                <a:solidFill>
                  <a:schemeClr val="tx1"/>
                </a:solidFill>
              </a:endParaRPr>
            </a:p>
          </p:txBody>
        </p:sp>
        <p:grpSp>
          <p:nvGrpSpPr>
            <p:cNvPr id="82986" name="Group 42">
              <a:extLst>
                <a:ext uri="{FF2B5EF4-FFF2-40B4-BE49-F238E27FC236}">
                  <a16:creationId xmlns:a16="http://schemas.microsoft.com/office/drawing/2014/main" id="{8F7A9BF4-17DA-AFEB-5098-F2F7408672F3}"/>
                </a:ext>
              </a:extLst>
            </p:cNvPr>
            <p:cNvGrpSpPr>
              <a:grpSpLocks/>
            </p:cNvGrpSpPr>
            <p:nvPr/>
          </p:nvGrpSpPr>
          <p:grpSpPr bwMode="auto">
            <a:xfrm>
              <a:off x="1694" y="2285"/>
              <a:ext cx="1008" cy="980"/>
              <a:chOff x="1694" y="2285"/>
              <a:chExt cx="1008" cy="980"/>
            </a:xfrm>
          </p:grpSpPr>
          <p:sp>
            <p:nvSpPr>
              <p:cNvPr id="82975" name="Text Box 31">
                <a:extLst>
                  <a:ext uri="{FF2B5EF4-FFF2-40B4-BE49-F238E27FC236}">
                    <a16:creationId xmlns:a16="http://schemas.microsoft.com/office/drawing/2014/main" id="{FC38BE2F-A787-42D2-FB1A-023438311CB3}"/>
                  </a:ext>
                </a:extLst>
              </p:cNvPr>
              <p:cNvSpPr txBox="1">
                <a:spLocks noChangeArrowheads="1"/>
              </p:cNvSpPr>
              <p:nvPr/>
            </p:nvSpPr>
            <p:spPr bwMode="auto">
              <a:xfrm>
                <a:off x="1718" y="2457"/>
                <a:ext cx="984" cy="8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l"/>
                <a:r>
                  <a:rPr lang="en-US" altLang="en-US" sz="1300">
                    <a:solidFill>
                      <a:srgbClr val="000000"/>
                    </a:solidFill>
                    <a:latin typeface="Courier" charset="0"/>
                  </a:rPr>
                  <a:t>blinkIdx</a:t>
                </a:r>
              </a:p>
              <a:p>
                <a:pPr algn="l"/>
                <a:r>
                  <a:rPr lang="en-US" altLang="en-US" sz="1300">
                    <a:solidFill>
                      <a:srgbClr val="000000"/>
                    </a:solidFill>
                    <a:latin typeface="Courier" charset="0"/>
                  </a:rPr>
                  <a:t>blinkSeconds()</a:t>
                </a:r>
              </a:p>
              <a:p>
                <a:pPr algn="l"/>
                <a:r>
                  <a:rPr lang="en-US" altLang="en-US" sz="1300">
                    <a:solidFill>
                      <a:srgbClr val="000000"/>
                    </a:solidFill>
                    <a:latin typeface="Courier" charset="0"/>
                  </a:rPr>
                  <a:t>blinkMinutes()</a:t>
                </a:r>
              </a:p>
              <a:p>
                <a:pPr algn="l"/>
                <a:r>
                  <a:rPr lang="en-US" altLang="en-US" sz="1300">
                    <a:solidFill>
                      <a:srgbClr val="000000"/>
                    </a:solidFill>
                    <a:latin typeface="Courier" charset="0"/>
                  </a:rPr>
                  <a:t>blinkHours()</a:t>
                </a:r>
              </a:p>
              <a:p>
                <a:pPr algn="l"/>
                <a:r>
                  <a:rPr lang="en-US" altLang="en-US" sz="1300">
                    <a:solidFill>
                      <a:srgbClr val="000000"/>
                    </a:solidFill>
                    <a:latin typeface="Courier" charset="0"/>
                  </a:rPr>
                  <a:t>stopBlinking()</a:t>
                </a:r>
              </a:p>
              <a:p>
                <a:pPr algn="l"/>
                <a:r>
                  <a:rPr lang="en-US" altLang="en-US" sz="1300">
                    <a:solidFill>
                      <a:srgbClr val="000000"/>
                    </a:solidFill>
                    <a:latin typeface="Courier" charset="0"/>
                  </a:rPr>
                  <a:t>referesh()</a:t>
                </a:r>
                <a:endParaRPr lang="en-US" altLang="en-US" b="0">
                  <a:solidFill>
                    <a:schemeClr val="tx1"/>
                  </a:solidFill>
                </a:endParaRPr>
              </a:p>
            </p:txBody>
          </p:sp>
          <p:sp>
            <p:nvSpPr>
              <p:cNvPr id="82951" name="Rectangle 7">
                <a:extLst>
                  <a:ext uri="{FF2B5EF4-FFF2-40B4-BE49-F238E27FC236}">
                    <a16:creationId xmlns:a16="http://schemas.microsoft.com/office/drawing/2014/main" id="{0D9D757D-354F-A22C-D4DF-CD89F67BDD2E}"/>
                  </a:ext>
                </a:extLst>
              </p:cNvPr>
              <p:cNvSpPr>
                <a:spLocks noChangeArrowheads="1"/>
              </p:cNvSpPr>
              <p:nvPr/>
            </p:nvSpPr>
            <p:spPr bwMode="auto">
              <a:xfrm>
                <a:off x="1697" y="2285"/>
                <a:ext cx="989" cy="201"/>
              </a:xfrm>
              <a:prstGeom prst="rect">
                <a:avLst/>
              </a:prstGeom>
              <a:noFill/>
              <a:ln w="158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82952" name="Rectangle 8">
                <a:extLst>
                  <a:ext uri="{FF2B5EF4-FFF2-40B4-BE49-F238E27FC236}">
                    <a16:creationId xmlns:a16="http://schemas.microsoft.com/office/drawing/2014/main" id="{CB4FB8CF-97D4-AD6B-AF84-DB7CBC5B3705}"/>
                  </a:ext>
                </a:extLst>
              </p:cNvPr>
              <p:cNvSpPr>
                <a:spLocks noChangeArrowheads="1"/>
              </p:cNvSpPr>
              <p:nvPr/>
            </p:nvSpPr>
            <p:spPr bwMode="auto">
              <a:xfrm>
                <a:off x="1876" y="2352"/>
                <a:ext cx="620" cy="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l"/>
                <a:r>
                  <a:rPr lang="en-US" altLang="en-US" sz="1300">
                    <a:solidFill>
                      <a:srgbClr val="000000"/>
                    </a:solidFill>
                    <a:latin typeface="Courier" charset="0"/>
                  </a:rPr>
                  <a:t>LCDDisplay</a:t>
                </a:r>
              </a:p>
            </p:txBody>
          </p:sp>
          <p:sp>
            <p:nvSpPr>
              <p:cNvPr id="82973" name="Rectangle 29">
                <a:extLst>
                  <a:ext uri="{FF2B5EF4-FFF2-40B4-BE49-F238E27FC236}">
                    <a16:creationId xmlns:a16="http://schemas.microsoft.com/office/drawing/2014/main" id="{DC56AB49-292C-4CAB-CA43-262D39AA169F}"/>
                  </a:ext>
                </a:extLst>
              </p:cNvPr>
              <p:cNvSpPr>
                <a:spLocks noChangeArrowheads="1"/>
              </p:cNvSpPr>
              <p:nvPr/>
            </p:nvSpPr>
            <p:spPr bwMode="auto">
              <a:xfrm>
                <a:off x="1694" y="2488"/>
                <a:ext cx="992" cy="115"/>
              </a:xfrm>
              <a:prstGeom prst="rect">
                <a:avLst/>
              </a:prstGeom>
              <a:noFill/>
              <a:ln w="158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82974" name="Rectangle 30">
                <a:extLst>
                  <a:ext uri="{FF2B5EF4-FFF2-40B4-BE49-F238E27FC236}">
                    <a16:creationId xmlns:a16="http://schemas.microsoft.com/office/drawing/2014/main" id="{B3221D7C-F397-C371-CCBE-A75534A4D462}"/>
                  </a:ext>
                </a:extLst>
              </p:cNvPr>
              <p:cNvSpPr>
                <a:spLocks noChangeArrowheads="1"/>
              </p:cNvSpPr>
              <p:nvPr/>
            </p:nvSpPr>
            <p:spPr bwMode="auto">
              <a:xfrm>
                <a:off x="1696" y="2596"/>
                <a:ext cx="992" cy="656"/>
              </a:xfrm>
              <a:prstGeom prst="rect">
                <a:avLst/>
              </a:prstGeom>
              <a:noFill/>
              <a:ln w="158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grpSp>
      <p:grpSp>
        <p:nvGrpSpPr>
          <p:cNvPr id="82989" name="Group 45">
            <a:extLst>
              <a:ext uri="{FF2B5EF4-FFF2-40B4-BE49-F238E27FC236}">
                <a16:creationId xmlns:a16="http://schemas.microsoft.com/office/drawing/2014/main" id="{25D9F1F2-CD84-BBF0-8F73-96A9B6066417}"/>
              </a:ext>
            </a:extLst>
          </p:cNvPr>
          <p:cNvGrpSpPr>
            <a:grpSpLocks/>
          </p:cNvGrpSpPr>
          <p:nvPr/>
        </p:nvGrpSpPr>
        <p:grpSpPr bwMode="auto">
          <a:xfrm>
            <a:off x="4632325" y="3130550"/>
            <a:ext cx="1709738" cy="1000125"/>
            <a:chOff x="2918" y="1972"/>
            <a:chExt cx="1077" cy="630"/>
          </a:xfrm>
        </p:grpSpPr>
        <p:sp>
          <p:nvSpPr>
            <p:cNvPr id="82953" name="Rectangle 9">
              <a:extLst>
                <a:ext uri="{FF2B5EF4-FFF2-40B4-BE49-F238E27FC236}">
                  <a16:creationId xmlns:a16="http://schemas.microsoft.com/office/drawing/2014/main" id="{5A239DD8-7E19-078F-1282-01BC440A4410}"/>
                </a:ext>
              </a:extLst>
            </p:cNvPr>
            <p:cNvSpPr>
              <a:spLocks noChangeArrowheads="1"/>
            </p:cNvSpPr>
            <p:nvPr/>
          </p:nvSpPr>
          <p:spPr bwMode="auto">
            <a:xfrm>
              <a:off x="3002" y="2285"/>
              <a:ext cx="993" cy="184"/>
            </a:xfrm>
            <a:prstGeom prst="rect">
              <a:avLst/>
            </a:prstGeom>
            <a:noFill/>
            <a:ln w="158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82954" name="Rectangle 10">
              <a:extLst>
                <a:ext uri="{FF2B5EF4-FFF2-40B4-BE49-F238E27FC236}">
                  <a16:creationId xmlns:a16="http://schemas.microsoft.com/office/drawing/2014/main" id="{D0396FC0-E713-4A5D-23EB-5B084BC49252}"/>
                </a:ext>
              </a:extLst>
            </p:cNvPr>
            <p:cNvSpPr>
              <a:spLocks noChangeArrowheads="1"/>
            </p:cNvSpPr>
            <p:nvPr/>
          </p:nvSpPr>
          <p:spPr bwMode="auto">
            <a:xfrm>
              <a:off x="3271" y="2352"/>
              <a:ext cx="434"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l"/>
              <a:r>
                <a:rPr lang="en-US" altLang="en-US" sz="1300">
                  <a:solidFill>
                    <a:srgbClr val="000000"/>
                  </a:solidFill>
                  <a:latin typeface="Courier" charset="0"/>
                </a:rPr>
                <a:t>Battery</a:t>
              </a:r>
            </a:p>
            <a:p>
              <a:pPr algn="l"/>
              <a:r>
                <a:rPr lang="en-US" altLang="en-US" sz="1300">
                  <a:solidFill>
                    <a:srgbClr val="000000"/>
                  </a:solidFill>
                  <a:latin typeface="Courier" charset="0"/>
                </a:rPr>
                <a:t>load</a:t>
              </a:r>
              <a:endParaRPr lang="en-US" altLang="en-US" b="0">
                <a:solidFill>
                  <a:schemeClr val="tx1"/>
                </a:solidFill>
              </a:endParaRPr>
            </a:p>
          </p:txBody>
        </p:sp>
        <p:sp>
          <p:nvSpPr>
            <p:cNvPr id="82965" name="Freeform 21">
              <a:extLst>
                <a:ext uri="{FF2B5EF4-FFF2-40B4-BE49-F238E27FC236}">
                  <a16:creationId xmlns:a16="http://schemas.microsoft.com/office/drawing/2014/main" id="{D5D1AD94-38ED-4187-EA39-3478750D48FF}"/>
                </a:ext>
              </a:extLst>
            </p:cNvPr>
            <p:cNvSpPr>
              <a:spLocks/>
            </p:cNvSpPr>
            <p:nvPr/>
          </p:nvSpPr>
          <p:spPr bwMode="auto">
            <a:xfrm>
              <a:off x="2918" y="1972"/>
              <a:ext cx="595" cy="302"/>
            </a:xfrm>
            <a:custGeom>
              <a:avLst/>
              <a:gdLst>
                <a:gd name="T0" fmla="*/ 595 w 595"/>
                <a:gd name="T1" fmla="*/ 302 h 302"/>
                <a:gd name="T2" fmla="*/ 595 w 595"/>
                <a:gd name="T3" fmla="*/ 229 h 302"/>
                <a:gd name="T4" fmla="*/ 0 w 595"/>
                <a:gd name="T5" fmla="*/ 229 h 302"/>
                <a:gd name="T6" fmla="*/ 0 w 595"/>
                <a:gd name="T7" fmla="*/ 0 h 302"/>
              </a:gdLst>
              <a:ahLst/>
              <a:cxnLst>
                <a:cxn ang="0">
                  <a:pos x="T0" y="T1"/>
                </a:cxn>
                <a:cxn ang="0">
                  <a:pos x="T2" y="T3"/>
                </a:cxn>
                <a:cxn ang="0">
                  <a:pos x="T4" y="T5"/>
                </a:cxn>
                <a:cxn ang="0">
                  <a:pos x="T6" y="T7"/>
                </a:cxn>
              </a:cxnLst>
              <a:rect l="0" t="0" r="r" b="b"/>
              <a:pathLst>
                <a:path w="595" h="302">
                  <a:moveTo>
                    <a:pt x="595" y="302"/>
                  </a:moveTo>
                  <a:lnTo>
                    <a:pt x="595" y="229"/>
                  </a:lnTo>
                  <a:lnTo>
                    <a:pt x="0" y="229"/>
                  </a:lnTo>
                  <a:lnTo>
                    <a:pt x="0" y="0"/>
                  </a:lnTo>
                </a:path>
              </a:pathLst>
            </a:custGeom>
            <a:noFill/>
            <a:ln w="158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82969" name="Rectangle 25">
              <a:extLst>
                <a:ext uri="{FF2B5EF4-FFF2-40B4-BE49-F238E27FC236}">
                  <a16:creationId xmlns:a16="http://schemas.microsoft.com/office/drawing/2014/main" id="{40FFC8D9-9674-7E7E-42F5-FF0747CB670E}"/>
                </a:ext>
              </a:extLst>
            </p:cNvPr>
            <p:cNvSpPr>
              <a:spLocks noChangeArrowheads="1"/>
            </p:cNvSpPr>
            <p:nvPr/>
          </p:nvSpPr>
          <p:spPr bwMode="auto">
            <a:xfrm>
              <a:off x="2954" y="1987"/>
              <a:ext cx="62" cy="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l"/>
              <a:r>
                <a:rPr lang="en-US" altLang="en-US" sz="1300">
                  <a:solidFill>
                    <a:srgbClr val="000000"/>
                  </a:solidFill>
                  <a:latin typeface="Courier" charset="0"/>
                </a:rPr>
                <a:t>1</a:t>
              </a:r>
              <a:endParaRPr lang="en-US" altLang="en-US" b="0">
                <a:solidFill>
                  <a:schemeClr val="tx1"/>
                </a:solidFill>
              </a:endParaRPr>
            </a:p>
          </p:txBody>
        </p:sp>
        <p:sp>
          <p:nvSpPr>
            <p:cNvPr id="82970" name="Rectangle 26">
              <a:extLst>
                <a:ext uri="{FF2B5EF4-FFF2-40B4-BE49-F238E27FC236}">
                  <a16:creationId xmlns:a16="http://schemas.microsoft.com/office/drawing/2014/main" id="{88B5C305-3B3D-6723-70E8-46CF7BC0D2B1}"/>
                </a:ext>
              </a:extLst>
            </p:cNvPr>
            <p:cNvSpPr>
              <a:spLocks noChangeArrowheads="1"/>
            </p:cNvSpPr>
            <p:nvPr/>
          </p:nvSpPr>
          <p:spPr bwMode="auto">
            <a:xfrm>
              <a:off x="3570" y="2175"/>
              <a:ext cx="62" cy="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l"/>
              <a:r>
                <a:rPr lang="en-US" altLang="en-US" sz="1300">
                  <a:solidFill>
                    <a:srgbClr val="000000"/>
                  </a:solidFill>
                  <a:latin typeface="Courier" charset="0"/>
                </a:rPr>
                <a:t>2</a:t>
              </a:r>
              <a:endParaRPr lang="en-US" altLang="en-US" b="0">
                <a:solidFill>
                  <a:schemeClr val="tx1"/>
                </a:solidFill>
              </a:endParaRPr>
            </a:p>
          </p:txBody>
        </p:sp>
        <p:sp>
          <p:nvSpPr>
            <p:cNvPr id="82976" name="Rectangle 32">
              <a:extLst>
                <a:ext uri="{FF2B5EF4-FFF2-40B4-BE49-F238E27FC236}">
                  <a16:creationId xmlns:a16="http://schemas.microsoft.com/office/drawing/2014/main" id="{4D082705-94B3-4737-60C5-8A37C874E201}"/>
                </a:ext>
              </a:extLst>
            </p:cNvPr>
            <p:cNvSpPr>
              <a:spLocks noChangeArrowheads="1"/>
            </p:cNvSpPr>
            <p:nvPr/>
          </p:nvSpPr>
          <p:spPr bwMode="auto">
            <a:xfrm>
              <a:off x="3002" y="2468"/>
              <a:ext cx="992" cy="131"/>
            </a:xfrm>
            <a:prstGeom prst="rect">
              <a:avLst/>
            </a:prstGeom>
            <a:noFill/>
            <a:ln w="158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grpSp>
        <p:nvGrpSpPr>
          <p:cNvPr id="82992" name="Group 48">
            <a:extLst>
              <a:ext uri="{FF2B5EF4-FFF2-40B4-BE49-F238E27FC236}">
                <a16:creationId xmlns:a16="http://schemas.microsoft.com/office/drawing/2014/main" id="{A4C65CD5-7868-D23E-4236-C333FFB0E6FE}"/>
              </a:ext>
            </a:extLst>
          </p:cNvPr>
          <p:cNvGrpSpPr>
            <a:grpSpLocks/>
          </p:cNvGrpSpPr>
          <p:nvPr/>
        </p:nvGrpSpPr>
        <p:grpSpPr bwMode="auto">
          <a:xfrm>
            <a:off x="5030788" y="3113088"/>
            <a:ext cx="3363912" cy="1017587"/>
            <a:chOff x="3169" y="1961"/>
            <a:chExt cx="2119" cy="641"/>
          </a:xfrm>
        </p:grpSpPr>
        <p:sp>
          <p:nvSpPr>
            <p:cNvPr id="82966" name="Rectangle 22">
              <a:extLst>
                <a:ext uri="{FF2B5EF4-FFF2-40B4-BE49-F238E27FC236}">
                  <a16:creationId xmlns:a16="http://schemas.microsoft.com/office/drawing/2014/main" id="{BD2CEE48-4C20-DF34-85E5-0E9DB0D3B15B}"/>
                </a:ext>
              </a:extLst>
            </p:cNvPr>
            <p:cNvSpPr>
              <a:spLocks noChangeArrowheads="1"/>
            </p:cNvSpPr>
            <p:nvPr/>
          </p:nvSpPr>
          <p:spPr bwMode="auto">
            <a:xfrm>
              <a:off x="3205" y="1987"/>
              <a:ext cx="62" cy="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l"/>
              <a:r>
                <a:rPr lang="en-US" altLang="en-US" sz="1300">
                  <a:solidFill>
                    <a:srgbClr val="000000"/>
                  </a:solidFill>
                  <a:latin typeface="Courier" charset="0"/>
                </a:rPr>
                <a:t>1</a:t>
              </a:r>
              <a:endParaRPr lang="en-US" altLang="en-US" b="0">
                <a:solidFill>
                  <a:schemeClr val="tx1"/>
                </a:solidFill>
              </a:endParaRPr>
            </a:p>
          </p:txBody>
        </p:sp>
        <p:grpSp>
          <p:nvGrpSpPr>
            <p:cNvPr id="82991" name="Group 47">
              <a:extLst>
                <a:ext uri="{FF2B5EF4-FFF2-40B4-BE49-F238E27FC236}">
                  <a16:creationId xmlns:a16="http://schemas.microsoft.com/office/drawing/2014/main" id="{3D75CD7F-DC00-4ABE-5CAF-D23B35E77969}"/>
                </a:ext>
              </a:extLst>
            </p:cNvPr>
            <p:cNvGrpSpPr>
              <a:grpSpLocks/>
            </p:cNvGrpSpPr>
            <p:nvPr/>
          </p:nvGrpSpPr>
          <p:grpSpPr bwMode="auto">
            <a:xfrm>
              <a:off x="3169" y="1961"/>
              <a:ext cx="2119" cy="641"/>
              <a:chOff x="3169" y="1961"/>
              <a:chExt cx="2119" cy="641"/>
            </a:xfrm>
          </p:grpSpPr>
          <p:sp>
            <p:nvSpPr>
              <p:cNvPr id="82958" name="Rectangle 14">
                <a:extLst>
                  <a:ext uri="{FF2B5EF4-FFF2-40B4-BE49-F238E27FC236}">
                    <a16:creationId xmlns:a16="http://schemas.microsoft.com/office/drawing/2014/main" id="{E2C644C9-F051-C519-657E-7F2978755927}"/>
                  </a:ext>
                </a:extLst>
              </p:cNvPr>
              <p:cNvSpPr>
                <a:spLocks noChangeArrowheads="1"/>
              </p:cNvSpPr>
              <p:nvPr/>
            </p:nvSpPr>
            <p:spPr bwMode="auto">
              <a:xfrm>
                <a:off x="4296" y="2285"/>
                <a:ext cx="992" cy="196"/>
              </a:xfrm>
              <a:prstGeom prst="rect">
                <a:avLst/>
              </a:prstGeom>
              <a:noFill/>
              <a:ln w="158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nvGrpSpPr>
              <p:cNvPr id="82990" name="Group 46">
                <a:extLst>
                  <a:ext uri="{FF2B5EF4-FFF2-40B4-BE49-F238E27FC236}">
                    <a16:creationId xmlns:a16="http://schemas.microsoft.com/office/drawing/2014/main" id="{60AEF375-DAF9-9F95-DD42-1B796B9B9754}"/>
                  </a:ext>
                </a:extLst>
              </p:cNvPr>
              <p:cNvGrpSpPr>
                <a:grpSpLocks/>
              </p:cNvGrpSpPr>
              <p:nvPr/>
            </p:nvGrpSpPr>
            <p:grpSpPr bwMode="auto">
              <a:xfrm>
                <a:off x="3169" y="1961"/>
                <a:ext cx="2117" cy="641"/>
                <a:chOff x="3169" y="1961"/>
                <a:chExt cx="2117" cy="641"/>
              </a:xfrm>
            </p:grpSpPr>
            <p:sp>
              <p:nvSpPr>
                <p:cNvPr id="82959" name="Rectangle 15">
                  <a:extLst>
                    <a:ext uri="{FF2B5EF4-FFF2-40B4-BE49-F238E27FC236}">
                      <a16:creationId xmlns:a16="http://schemas.microsoft.com/office/drawing/2014/main" id="{D581632D-B90E-B9A0-25B0-F487C7F3F95B}"/>
                    </a:ext>
                  </a:extLst>
                </p:cNvPr>
                <p:cNvSpPr>
                  <a:spLocks noChangeArrowheads="1"/>
                </p:cNvSpPr>
                <p:nvPr/>
              </p:nvSpPr>
              <p:spPr bwMode="auto">
                <a:xfrm>
                  <a:off x="4666" y="2352"/>
                  <a:ext cx="248"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l"/>
                  <a:r>
                    <a:rPr lang="en-US" altLang="en-US" sz="1300">
                      <a:solidFill>
                        <a:srgbClr val="000000"/>
                      </a:solidFill>
                      <a:latin typeface="Courier" charset="0"/>
                    </a:rPr>
                    <a:t>Time</a:t>
                  </a:r>
                </a:p>
                <a:p>
                  <a:pPr algn="l"/>
                  <a:r>
                    <a:rPr lang="en-US" altLang="en-US" sz="1300">
                      <a:solidFill>
                        <a:srgbClr val="000000"/>
                      </a:solidFill>
                      <a:latin typeface="Courier" charset="0"/>
                    </a:rPr>
                    <a:t>now</a:t>
                  </a:r>
                  <a:endParaRPr lang="en-US" altLang="en-US" b="0">
                    <a:solidFill>
                      <a:schemeClr val="tx1"/>
                    </a:solidFill>
                  </a:endParaRPr>
                </a:p>
              </p:txBody>
            </p:sp>
            <p:sp>
              <p:nvSpPr>
                <p:cNvPr id="82967" name="Rectangle 23">
                  <a:extLst>
                    <a:ext uri="{FF2B5EF4-FFF2-40B4-BE49-F238E27FC236}">
                      <a16:creationId xmlns:a16="http://schemas.microsoft.com/office/drawing/2014/main" id="{4EFDE612-FE7A-E6EA-57E8-315D4F1E9B7D}"/>
                    </a:ext>
                  </a:extLst>
                </p:cNvPr>
                <p:cNvSpPr>
                  <a:spLocks noChangeArrowheads="1"/>
                </p:cNvSpPr>
                <p:nvPr/>
              </p:nvSpPr>
              <p:spPr bwMode="auto">
                <a:xfrm>
                  <a:off x="4844" y="2175"/>
                  <a:ext cx="62" cy="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l"/>
                  <a:r>
                    <a:rPr lang="en-US" altLang="en-US" sz="1300">
                      <a:solidFill>
                        <a:srgbClr val="000000"/>
                      </a:solidFill>
                      <a:latin typeface="Courier" charset="0"/>
                    </a:rPr>
                    <a:t>1</a:t>
                  </a:r>
                  <a:endParaRPr lang="en-US" altLang="en-US" b="0">
                    <a:solidFill>
                      <a:schemeClr val="tx1"/>
                    </a:solidFill>
                  </a:endParaRPr>
                </a:p>
              </p:txBody>
            </p:sp>
            <p:sp>
              <p:nvSpPr>
                <p:cNvPr id="82968" name="Freeform 24">
                  <a:extLst>
                    <a:ext uri="{FF2B5EF4-FFF2-40B4-BE49-F238E27FC236}">
                      <a16:creationId xmlns:a16="http://schemas.microsoft.com/office/drawing/2014/main" id="{9ECE5DFD-7EF5-A527-0E20-FB8C1D581CC7}"/>
                    </a:ext>
                  </a:extLst>
                </p:cNvPr>
                <p:cNvSpPr>
                  <a:spLocks/>
                </p:cNvSpPr>
                <p:nvPr/>
              </p:nvSpPr>
              <p:spPr bwMode="auto">
                <a:xfrm>
                  <a:off x="3169" y="1961"/>
                  <a:ext cx="1618" cy="313"/>
                </a:xfrm>
                <a:custGeom>
                  <a:avLst/>
                  <a:gdLst>
                    <a:gd name="T0" fmla="*/ 1618 w 1618"/>
                    <a:gd name="T1" fmla="*/ 313 h 313"/>
                    <a:gd name="T2" fmla="*/ 1618 w 1618"/>
                    <a:gd name="T3" fmla="*/ 188 h 313"/>
                    <a:gd name="T4" fmla="*/ 0 w 1618"/>
                    <a:gd name="T5" fmla="*/ 188 h 313"/>
                    <a:gd name="T6" fmla="*/ 0 w 1618"/>
                    <a:gd name="T7" fmla="*/ 0 h 313"/>
                  </a:gdLst>
                  <a:ahLst/>
                  <a:cxnLst>
                    <a:cxn ang="0">
                      <a:pos x="T0" y="T1"/>
                    </a:cxn>
                    <a:cxn ang="0">
                      <a:pos x="T2" y="T3"/>
                    </a:cxn>
                    <a:cxn ang="0">
                      <a:pos x="T4" y="T5"/>
                    </a:cxn>
                    <a:cxn ang="0">
                      <a:pos x="T6" y="T7"/>
                    </a:cxn>
                  </a:cxnLst>
                  <a:rect l="0" t="0" r="r" b="b"/>
                  <a:pathLst>
                    <a:path w="1618" h="313">
                      <a:moveTo>
                        <a:pt x="1618" y="313"/>
                      </a:moveTo>
                      <a:lnTo>
                        <a:pt x="1618" y="188"/>
                      </a:lnTo>
                      <a:lnTo>
                        <a:pt x="0" y="188"/>
                      </a:lnTo>
                      <a:lnTo>
                        <a:pt x="0" y="0"/>
                      </a:lnTo>
                    </a:path>
                  </a:pathLst>
                </a:custGeom>
                <a:noFill/>
                <a:ln w="158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82977" name="Rectangle 33">
                  <a:extLst>
                    <a:ext uri="{FF2B5EF4-FFF2-40B4-BE49-F238E27FC236}">
                      <a16:creationId xmlns:a16="http://schemas.microsoft.com/office/drawing/2014/main" id="{58011F13-62CC-D6D4-9082-3A473104AAA8}"/>
                    </a:ext>
                  </a:extLst>
                </p:cNvPr>
                <p:cNvSpPr>
                  <a:spLocks noChangeArrowheads="1"/>
                </p:cNvSpPr>
                <p:nvPr/>
              </p:nvSpPr>
              <p:spPr bwMode="auto">
                <a:xfrm>
                  <a:off x="4294" y="2480"/>
                  <a:ext cx="992" cy="115"/>
                </a:xfrm>
                <a:prstGeom prst="rect">
                  <a:avLst/>
                </a:prstGeom>
                <a:noFill/>
                <a:ln w="158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grpSp>
      </p:grpSp>
      <p:sp>
        <p:nvSpPr>
          <p:cNvPr id="82949" name="Rectangle 5">
            <a:extLst>
              <a:ext uri="{FF2B5EF4-FFF2-40B4-BE49-F238E27FC236}">
                <a16:creationId xmlns:a16="http://schemas.microsoft.com/office/drawing/2014/main" id="{C698AA82-95C1-5966-0327-0707AB90404D}"/>
              </a:ext>
            </a:extLst>
          </p:cNvPr>
          <p:cNvSpPr>
            <a:spLocks noChangeArrowheads="1"/>
          </p:cNvSpPr>
          <p:nvPr/>
        </p:nvSpPr>
        <p:spPr bwMode="auto">
          <a:xfrm>
            <a:off x="3738563" y="2747963"/>
            <a:ext cx="1573212" cy="382587"/>
          </a:xfrm>
          <a:prstGeom prst="rect">
            <a:avLst/>
          </a:prstGeom>
          <a:solidFill>
            <a:schemeClr val="bg1"/>
          </a:solidFill>
          <a:ln w="15875">
            <a:solidFill>
              <a:srgbClr val="000000"/>
            </a:solidFill>
            <a:miter lim="800000"/>
            <a:headEnd/>
            <a:tailEnd/>
          </a:ln>
        </p:spPr>
        <p:txBody>
          <a:bodyPr/>
          <a:lstStyle/>
          <a:p>
            <a:endParaRPr lang="en-US"/>
          </a:p>
        </p:txBody>
      </p:sp>
      <p:sp>
        <p:nvSpPr>
          <p:cNvPr id="82950" name="Rectangle 6">
            <a:extLst>
              <a:ext uri="{FF2B5EF4-FFF2-40B4-BE49-F238E27FC236}">
                <a16:creationId xmlns:a16="http://schemas.microsoft.com/office/drawing/2014/main" id="{00114E3B-085E-B49B-489E-639D643A615F}"/>
              </a:ext>
            </a:extLst>
          </p:cNvPr>
          <p:cNvSpPr>
            <a:spLocks noChangeArrowheads="1"/>
          </p:cNvSpPr>
          <p:nvPr/>
        </p:nvSpPr>
        <p:spPr bwMode="auto">
          <a:xfrm>
            <a:off x="4306888" y="2840038"/>
            <a:ext cx="492125" cy="198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en-US" sz="1300">
                <a:solidFill>
                  <a:srgbClr val="000000"/>
                </a:solidFill>
                <a:latin typeface="Courier" charset="0"/>
              </a:rPr>
              <a:t>Watch</a:t>
            </a:r>
            <a:endParaRPr lang="en-US" altLang="en-US" b="0">
              <a:solidFill>
                <a:schemeClr val="tx1"/>
              </a:solidFill>
            </a:endParaRPr>
          </a:p>
        </p:txBody>
      </p:sp>
      <p:sp>
        <p:nvSpPr>
          <p:cNvPr id="82979" name="AutoShape 35">
            <a:extLst>
              <a:ext uri="{FF2B5EF4-FFF2-40B4-BE49-F238E27FC236}">
                <a16:creationId xmlns:a16="http://schemas.microsoft.com/office/drawing/2014/main" id="{F631C8A2-52DA-F734-DB25-9D56E366B109}"/>
              </a:ext>
            </a:extLst>
          </p:cNvPr>
          <p:cNvSpPr>
            <a:spLocks noChangeArrowheads="1"/>
          </p:cNvSpPr>
          <p:nvPr/>
        </p:nvSpPr>
        <p:spPr bwMode="auto">
          <a:xfrm>
            <a:off x="5461000" y="1866900"/>
            <a:ext cx="914400" cy="609600"/>
          </a:xfrm>
          <a:prstGeom prst="wedgeRoundRectCallout">
            <a:avLst>
              <a:gd name="adj1" fmla="val -138194"/>
              <a:gd name="adj2" fmla="val 86718"/>
              <a:gd name="adj3" fmla="val 16667"/>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en-US" b="0"/>
              <a:t>Class</a:t>
            </a:r>
          </a:p>
        </p:txBody>
      </p:sp>
      <p:sp>
        <p:nvSpPr>
          <p:cNvPr id="82980" name="AutoShape 36">
            <a:extLst>
              <a:ext uri="{FF2B5EF4-FFF2-40B4-BE49-F238E27FC236}">
                <a16:creationId xmlns:a16="http://schemas.microsoft.com/office/drawing/2014/main" id="{A7DBBE40-959B-0AF4-44D7-3A36E1BCC290}"/>
              </a:ext>
            </a:extLst>
          </p:cNvPr>
          <p:cNvSpPr>
            <a:spLocks noChangeArrowheads="1"/>
          </p:cNvSpPr>
          <p:nvPr/>
        </p:nvSpPr>
        <p:spPr bwMode="auto">
          <a:xfrm>
            <a:off x="1231900" y="1498600"/>
            <a:ext cx="1676400" cy="609600"/>
          </a:xfrm>
          <a:prstGeom prst="wedgeRoundRectCallout">
            <a:avLst>
              <a:gd name="adj1" fmla="val 74620"/>
              <a:gd name="adj2" fmla="val 257551"/>
              <a:gd name="adj3" fmla="val 16667"/>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en-US" b="0"/>
              <a:t>Association</a:t>
            </a:r>
          </a:p>
        </p:txBody>
      </p:sp>
      <p:sp>
        <p:nvSpPr>
          <p:cNvPr id="82981" name="AutoShape 37">
            <a:extLst>
              <a:ext uri="{FF2B5EF4-FFF2-40B4-BE49-F238E27FC236}">
                <a16:creationId xmlns:a16="http://schemas.microsoft.com/office/drawing/2014/main" id="{4E5154FF-AFDE-D54A-AC93-5A7ADB0BB4D1}"/>
              </a:ext>
            </a:extLst>
          </p:cNvPr>
          <p:cNvSpPr>
            <a:spLocks noChangeArrowheads="1"/>
          </p:cNvSpPr>
          <p:nvPr/>
        </p:nvSpPr>
        <p:spPr bwMode="auto">
          <a:xfrm>
            <a:off x="457200" y="2565400"/>
            <a:ext cx="1574800" cy="609600"/>
          </a:xfrm>
          <a:prstGeom prst="wedgeRoundRectCallout">
            <a:avLst>
              <a:gd name="adj1" fmla="val -403"/>
              <a:gd name="adj2" fmla="val 88801"/>
              <a:gd name="adj3" fmla="val 16667"/>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en-US" b="0"/>
              <a:t>Multiplicity</a:t>
            </a:r>
          </a:p>
        </p:txBody>
      </p:sp>
      <p:sp>
        <p:nvSpPr>
          <p:cNvPr id="82983" name="AutoShape 39">
            <a:extLst>
              <a:ext uri="{FF2B5EF4-FFF2-40B4-BE49-F238E27FC236}">
                <a16:creationId xmlns:a16="http://schemas.microsoft.com/office/drawing/2014/main" id="{BA205E8C-6FAC-FD24-E463-9E7BCD2818A9}"/>
              </a:ext>
            </a:extLst>
          </p:cNvPr>
          <p:cNvSpPr>
            <a:spLocks noChangeArrowheads="1"/>
          </p:cNvSpPr>
          <p:nvPr/>
        </p:nvSpPr>
        <p:spPr bwMode="auto">
          <a:xfrm>
            <a:off x="228600" y="5295900"/>
            <a:ext cx="1384300" cy="609600"/>
          </a:xfrm>
          <a:prstGeom prst="wedgeRoundRectCallout">
            <a:avLst>
              <a:gd name="adj1" fmla="val -7338"/>
              <a:gd name="adj2" fmla="val -252866"/>
              <a:gd name="adj3" fmla="val 16667"/>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en-US" b="0"/>
              <a:t>Attribute</a:t>
            </a:r>
          </a:p>
        </p:txBody>
      </p:sp>
      <p:sp>
        <p:nvSpPr>
          <p:cNvPr id="82984" name="AutoShape 40">
            <a:extLst>
              <a:ext uri="{FF2B5EF4-FFF2-40B4-BE49-F238E27FC236}">
                <a16:creationId xmlns:a16="http://schemas.microsoft.com/office/drawing/2014/main" id="{6C68FFEA-76C1-76BC-83D7-63205412F3B5}"/>
              </a:ext>
            </a:extLst>
          </p:cNvPr>
          <p:cNvSpPr>
            <a:spLocks noChangeArrowheads="1"/>
          </p:cNvSpPr>
          <p:nvPr/>
        </p:nvSpPr>
        <p:spPr bwMode="auto">
          <a:xfrm>
            <a:off x="1879600" y="5461000"/>
            <a:ext cx="1574800" cy="609600"/>
          </a:xfrm>
          <a:prstGeom prst="wedgeRoundRectCallout">
            <a:avLst>
              <a:gd name="adj1" fmla="val -54435"/>
              <a:gd name="adj2" fmla="val -219532"/>
              <a:gd name="adj3" fmla="val 16667"/>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en-US" b="0"/>
              <a:t>Operations</a:t>
            </a:r>
          </a:p>
        </p:txBody>
      </p:sp>
      <p:sp>
        <p:nvSpPr>
          <p:cNvPr id="82987" name="Rectangle 43">
            <a:extLst>
              <a:ext uri="{FF2B5EF4-FFF2-40B4-BE49-F238E27FC236}">
                <a16:creationId xmlns:a16="http://schemas.microsoft.com/office/drawing/2014/main" id="{97092C73-1EF2-6853-AC34-FAA4EF8902CB}"/>
              </a:ext>
            </a:extLst>
          </p:cNvPr>
          <p:cNvSpPr>
            <a:spLocks noChangeArrowheads="1"/>
          </p:cNvSpPr>
          <p:nvPr/>
        </p:nvSpPr>
        <p:spPr bwMode="auto">
          <a:xfrm>
            <a:off x="847725" y="3949700"/>
            <a:ext cx="492125" cy="1984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l"/>
            <a:r>
              <a:rPr lang="en-US" altLang="en-US" sz="1300">
                <a:solidFill>
                  <a:srgbClr val="000000"/>
                </a:solidFill>
                <a:latin typeface="Courier" charset="0"/>
              </a:rPr>
              <a:t>state</a:t>
            </a:r>
          </a:p>
        </p:txBody>
      </p:sp>
      <p:sp>
        <p:nvSpPr>
          <p:cNvPr id="82988" name="Rectangle 44">
            <a:extLst>
              <a:ext uri="{FF2B5EF4-FFF2-40B4-BE49-F238E27FC236}">
                <a16:creationId xmlns:a16="http://schemas.microsoft.com/office/drawing/2014/main" id="{896AD237-84E4-1899-7D6B-1027621DDF16}"/>
              </a:ext>
            </a:extLst>
          </p:cNvPr>
          <p:cNvSpPr>
            <a:spLocks noChangeArrowheads="1"/>
          </p:cNvSpPr>
          <p:nvPr/>
        </p:nvSpPr>
        <p:spPr bwMode="auto">
          <a:xfrm>
            <a:off x="1012825" y="3708400"/>
            <a:ext cx="984250" cy="1984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l"/>
            <a:r>
              <a:rPr lang="en-US" altLang="en-US" sz="1300">
                <a:solidFill>
                  <a:srgbClr val="000000"/>
                </a:solidFill>
                <a:latin typeface="Courier" charset="0"/>
              </a:rPr>
              <a:t>PushButton</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499"/>
                                          </p:stCondLst>
                                        </p:cTn>
                                        <p:tgtEl>
                                          <p:spTgt spid="82950">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499"/>
                                          </p:stCondLst>
                                        </p:cTn>
                                        <p:tgtEl>
                                          <p:spTgt spid="82988">
                                            <p:txEl>
                                              <p:pRg st="0" end="0"/>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499"/>
                                          </p:stCondLst>
                                        </p:cTn>
                                        <p:tgtEl>
                                          <p:spTgt spid="82949"/>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499"/>
                                          </p:stCondLst>
                                        </p:cTn>
                                        <p:tgtEl>
                                          <p:spTgt spid="82960"/>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nodeType="clickEffect">
                                  <p:stCondLst>
                                    <p:cond delay="0"/>
                                  </p:stCondLst>
                                  <p:childTnLst>
                                    <p:set>
                                      <p:cBhvr>
                                        <p:cTn id="22" dur="1" fill="hold">
                                          <p:stCondLst>
                                            <p:cond delay="499"/>
                                          </p:stCondLst>
                                        </p:cTn>
                                        <p:tgtEl>
                                          <p:spTgt spid="82979"/>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7" presetClass="entr" presetSubtype="10" fill="hold" nodeType="clickEffect">
                                  <p:stCondLst>
                                    <p:cond delay="0"/>
                                  </p:stCondLst>
                                  <p:childTnLst>
                                    <p:set>
                                      <p:cBhvr>
                                        <p:cTn id="26" dur="1" fill="hold">
                                          <p:stCondLst>
                                            <p:cond delay="0"/>
                                          </p:stCondLst>
                                        </p:cTn>
                                        <p:tgtEl>
                                          <p:spTgt spid="82962"/>
                                        </p:tgtEl>
                                        <p:attrNameLst>
                                          <p:attrName>style.visibility</p:attrName>
                                        </p:attrNameLst>
                                      </p:cBhvr>
                                      <p:to>
                                        <p:strVal val="visible"/>
                                      </p:to>
                                    </p:set>
                                    <p:anim calcmode="lin" valueType="num">
                                      <p:cBhvr>
                                        <p:cTn id="27" dur="500" fill="hold"/>
                                        <p:tgtEl>
                                          <p:spTgt spid="82962"/>
                                        </p:tgtEl>
                                        <p:attrNameLst>
                                          <p:attrName>ppt_w</p:attrName>
                                        </p:attrNameLst>
                                      </p:cBhvr>
                                      <p:tavLst>
                                        <p:tav tm="0">
                                          <p:val>
                                            <p:fltVal val="0"/>
                                          </p:val>
                                        </p:tav>
                                        <p:tav tm="100000">
                                          <p:val>
                                            <p:strVal val="#ppt_w"/>
                                          </p:val>
                                        </p:tav>
                                      </p:tavLst>
                                    </p:anim>
                                    <p:anim calcmode="lin" valueType="num">
                                      <p:cBhvr>
                                        <p:cTn id="28" dur="500" fill="hold"/>
                                        <p:tgtEl>
                                          <p:spTgt spid="82962"/>
                                        </p:tgtEl>
                                        <p:attrNameLst>
                                          <p:attrName>ppt_h</p:attrName>
                                        </p:attrNameLst>
                                      </p:cBhvr>
                                      <p:tavLst>
                                        <p:tav tm="0">
                                          <p:val>
                                            <p:strVal val="#ppt_h"/>
                                          </p:val>
                                        </p:tav>
                                        <p:tav tm="100000">
                                          <p:val>
                                            <p:strVal val="#ppt_h"/>
                                          </p:val>
                                        </p:tav>
                                      </p:tavLst>
                                    </p:anim>
                                  </p:childTnLst>
                                </p:cTn>
                              </p:par>
                            </p:childTnLst>
                          </p:cTn>
                        </p:par>
                      </p:childTnLst>
                    </p:cTn>
                  </p:par>
                  <p:par>
                    <p:cTn id="29" fill="hold" nodeType="clickPar">
                      <p:stCondLst>
                        <p:cond delay="indefinite"/>
                      </p:stCondLst>
                      <p:childTnLst>
                        <p:par>
                          <p:cTn id="30" fill="hold" nodeType="withGroup">
                            <p:stCondLst>
                              <p:cond delay="0"/>
                            </p:stCondLst>
                            <p:childTnLst>
                              <p:par>
                                <p:cTn id="31" presetID="1" presetClass="entr" presetSubtype="0" fill="hold" nodeType="clickEffect">
                                  <p:stCondLst>
                                    <p:cond delay="0"/>
                                  </p:stCondLst>
                                  <p:childTnLst>
                                    <p:set>
                                      <p:cBhvr>
                                        <p:cTn id="32" dur="1" fill="hold">
                                          <p:stCondLst>
                                            <p:cond delay="499"/>
                                          </p:stCondLst>
                                        </p:cTn>
                                        <p:tgtEl>
                                          <p:spTgt spid="82980"/>
                                        </p:tgtEl>
                                        <p:attrNameLst>
                                          <p:attrName>style.visibility</p:attrName>
                                        </p:attrNameLst>
                                      </p:cBhvr>
                                      <p:to>
                                        <p:strVal val="visible"/>
                                      </p:to>
                                    </p:set>
                                  </p:childTnLst>
                                </p:cTn>
                              </p:par>
                            </p:childTnLst>
                          </p:cTn>
                        </p:par>
                      </p:childTnLst>
                    </p:cTn>
                  </p:par>
                  <p:par>
                    <p:cTn id="33" fill="hold" nodeType="clickPar">
                      <p:stCondLst>
                        <p:cond delay="indefinite"/>
                      </p:stCondLst>
                      <p:childTnLst>
                        <p:par>
                          <p:cTn id="34" fill="hold" nodeType="withGroup">
                            <p:stCondLst>
                              <p:cond delay="0"/>
                            </p:stCondLst>
                            <p:childTnLst>
                              <p:par>
                                <p:cTn id="35" presetID="1" presetClass="entr" presetSubtype="0" fill="hold" nodeType="clickEffect">
                                  <p:stCondLst>
                                    <p:cond delay="0"/>
                                  </p:stCondLst>
                                  <p:childTnLst>
                                    <p:set>
                                      <p:cBhvr>
                                        <p:cTn id="36" dur="1" fill="hold">
                                          <p:stCondLst>
                                            <p:cond delay="499"/>
                                          </p:stCondLst>
                                        </p:cTn>
                                        <p:tgtEl>
                                          <p:spTgt spid="82987">
                                            <p:txEl>
                                              <p:pRg st="0" end="0"/>
                                            </p:txEl>
                                          </p:spTgt>
                                        </p:tgtEl>
                                        <p:attrNameLst>
                                          <p:attrName>style.visibility</p:attrName>
                                        </p:attrNameLst>
                                      </p:cBhvr>
                                      <p:to>
                                        <p:strVal val="visible"/>
                                      </p:to>
                                    </p:set>
                                  </p:childTnLst>
                                </p:cTn>
                              </p:par>
                            </p:childTnLst>
                          </p:cTn>
                        </p:par>
                      </p:childTnLst>
                    </p:cTn>
                  </p:par>
                  <p:par>
                    <p:cTn id="37" fill="hold" nodeType="clickPar">
                      <p:stCondLst>
                        <p:cond delay="indefinite"/>
                      </p:stCondLst>
                      <p:childTnLst>
                        <p:par>
                          <p:cTn id="38" fill="hold" nodeType="withGroup">
                            <p:stCondLst>
                              <p:cond delay="0"/>
                            </p:stCondLst>
                            <p:childTnLst>
                              <p:par>
                                <p:cTn id="39" presetID="1" presetClass="entr" presetSubtype="0" fill="hold" nodeType="clickEffect">
                                  <p:stCondLst>
                                    <p:cond delay="0"/>
                                  </p:stCondLst>
                                  <p:childTnLst>
                                    <p:set>
                                      <p:cBhvr>
                                        <p:cTn id="40" dur="1" fill="hold">
                                          <p:stCondLst>
                                            <p:cond delay="499"/>
                                          </p:stCondLst>
                                        </p:cTn>
                                        <p:tgtEl>
                                          <p:spTgt spid="82971"/>
                                        </p:tgtEl>
                                        <p:attrNameLst>
                                          <p:attrName>style.visibility</p:attrName>
                                        </p:attrNameLst>
                                      </p:cBhvr>
                                      <p:to>
                                        <p:strVal val="visible"/>
                                      </p:to>
                                    </p:set>
                                  </p:childTnLst>
                                </p:cTn>
                              </p:par>
                            </p:childTnLst>
                          </p:cTn>
                        </p:par>
                      </p:childTnLst>
                    </p:cTn>
                  </p:par>
                  <p:par>
                    <p:cTn id="41" fill="hold" nodeType="clickPar">
                      <p:stCondLst>
                        <p:cond delay="indefinite"/>
                      </p:stCondLst>
                      <p:childTnLst>
                        <p:par>
                          <p:cTn id="42" fill="hold" nodeType="withGroup">
                            <p:stCondLst>
                              <p:cond delay="0"/>
                            </p:stCondLst>
                            <p:childTnLst>
                              <p:par>
                                <p:cTn id="43" presetID="1" presetClass="entr" presetSubtype="0" fill="hold" nodeType="clickEffect">
                                  <p:stCondLst>
                                    <p:cond delay="0"/>
                                  </p:stCondLst>
                                  <p:childTnLst>
                                    <p:set>
                                      <p:cBhvr>
                                        <p:cTn id="44" dur="1" fill="hold">
                                          <p:stCondLst>
                                            <p:cond delay="499"/>
                                          </p:stCondLst>
                                        </p:cTn>
                                        <p:tgtEl>
                                          <p:spTgt spid="82983"/>
                                        </p:tgtEl>
                                        <p:attrNameLst>
                                          <p:attrName>style.visibility</p:attrName>
                                        </p:attrNameLst>
                                      </p:cBhvr>
                                      <p:to>
                                        <p:strVal val="visible"/>
                                      </p:to>
                                    </p:set>
                                  </p:childTnLst>
                                </p:cTn>
                              </p:par>
                            </p:childTnLst>
                          </p:cTn>
                        </p:par>
                      </p:childTnLst>
                    </p:cTn>
                  </p:par>
                  <p:par>
                    <p:cTn id="45" fill="hold" nodeType="clickPar">
                      <p:stCondLst>
                        <p:cond delay="indefinite"/>
                      </p:stCondLst>
                      <p:childTnLst>
                        <p:par>
                          <p:cTn id="46" fill="hold" nodeType="withGroup">
                            <p:stCondLst>
                              <p:cond delay="0"/>
                            </p:stCondLst>
                            <p:childTnLst>
                              <p:par>
                                <p:cTn id="47" presetID="1" presetClass="entr" presetSubtype="0" fill="hold" nodeType="clickEffect">
                                  <p:stCondLst>
                                    <p:cond delay="0"/>
                                  </p:stCondLst>
                                  <p:childTnLst>
                                    <p:set>
                                      <p:cBhvr>
                                        <p:cTn id="48" dur="1" fill="hold">
                                          <p:stCondLst>
                                            <p:cond delay="499"/>
                                          </p:stCondLst>
                                        </p:cTn>
                                        <p:tgtEl>
                                          <p:spTgt spid="82961">
                                            <p:txEl>
                                              <p:pRg st="0" end="0"/>
                                            </p:txEl>
                                          </p:spTgt>
                                        </p:tgtEl>
                                        <p:attrNameLst>
                                          <p:attrName>style.visibility</p:attrName>
                                        </p:attrNameLst>
                                      </p:cBhvr>
                                      <p:to>
                                        <p:strVal val="visible"/>
                                      </p:to>
                                    </p:set>
                                  </p:childTnLst>
                                </p:cTn>
                              </p:par>
                            </p:childTnLst>
                          </p:cTn>
                        </p:par>
                      </p:childTnLst>
                    </p:cTn>
                  </p:par>
                  <p:par>
                    <p:cTn id="49" fill="hold" nodeType="clickPar">
                      <p:stCondLst>
                        <p:cond delay="indefinite"/>
                      </p:stCondLst>
                      <p:childTnLst>
                        <p:par>
                          <p:cTn id="50" fill="hold" nodeType="withGroup">
                            <p:stCondLst>
                              <p:cond delay="0"/>
                            </p:stCondLst>
                            <p:childTnLst>
                              <p:par>
                                <p:cTn id="51" presetID="1" presetClass="entr" presetSubtype="0" fill="hold" nodeType="clickEffect">
                                  <p:stCondLst>
                                    <p:cond delay="0"/>
                                  </p:stCondLst>
                                  <p:childTnLst>
                                    <p:set>
                                      <p:cBhvr>
                                        <p:cTn id="52" dur="1" fill="hold">
                                          <p:stCondLst>
                                            <p:cond delay="499"/>
                                          </p:stCondLst>
                                        </p:cTn>
                                        <p:tgtEl>
                                          <p:spTgt spid="82972"/>
                                        </p:tgtEl>
                                        <p:attrNameLst>
                                          <p:attrName>style.visibility</p:attrName>
                                        </p:attrNameLst>
                                      </p:cBhvr>
                                      <p:to>
                                        <p:strVal val="visible"/>
                                      </p:to>
                                    </p:set>
                                  </p:childTnLst>
                                </p:cTn>
                              </p:par>
                            </p:childTnLst>
                          </p:cTn>
                        </p:par>
                      </p:childTnLst>
                    </p:cTn>
                  </p:par>
                  <p:par>
                    <p:cTn id="53" fill="hold" nodeType="clickPar">
                      <p:stCondLst>
                        <p:cond delay="indefinite"/>
                      </p:stCondLst>
                      <p:childTnLst>
                        <p:par>
                          <p:cTn id="54" fill="hold" nodeType="withGroup">
                            <p:stCondLst>
                              <p:cond delay="0"/>
                            </p:stCondLst>
                            <p:childTnLst>
                              <p:par>
                                <p:cTn id="55" presetID="1" presetClass="entr" presetSubtype="0" fill="hold" nodeType="clickEffect">
                                  <p:stCondLst>
                                    <p:cond delay="0"/>
                                  </p:stCondLst>
                                  <p:childTnLst>
                                    <p:set>
                                      <p:cBhvr>
                                        <p:cTn id="56" dur="1" fill="hold">
                                          <p:stCondLst>
                                            <p:cond delay="499"/>
                                          </p:stCondLst>
                                        </p:cTn>
                                        <p:tgtEl>
                                          <p:spTgt spid="82984"/>
                                        </p:tgtEl>
                                        <p:attrNameLst>
                                          <p:attrName>style.visibility</p:attrName>
                                        </p:attrNameLst>
                                      </p:cBhvr>
                                      <p:to>
                                        <p:strVal val="visible"/>
                                      </p:to>
                                    </p:set>
                                  </p:childTnLst>
                                </p:cTn>
                              </p:par>
                            </p:childTnLst>
                          </p:cTn>
                        </p:par>
                      </p:childTnLst>
                    </p:cTn>
                  </p:par>
                  <p:par>
                    <p:cTn id="57" fill="hold" nodeType="clickPar">
                      <p:stCondLst>
                        <p:cond delay="indefinite"/>
                      </p:stCondLst>
                      <p:childTnLst>
                        <p:par>
                          <p:cTn id="58" fill="hold" nodeType="withGroup">
                            <p:stCondLst>
                              <p:cond delay="0"/>
                            </p:stCondLst>
                            <p:childTnLst>
                              <p:par>
                                <p:cTn id="59" presetID="1" presetClass="entr" presetSubtype="0" fill="hold" nodeType="clickEffect">
                                  <p:stCondLst>
                                    <p:cond delay="0"/>
                                  </p:stCondLst>
                                  <p:childTnLst>
                                    <p:set>
                                      <p:cBhvr>
                                        <p:cTn id="60" dur="1" fill="hold">
                                          <p:stCondLst>
                                            <p:cond delay="499"/>
                                          </p:stCondLst>
                                        </p:cTn>
                                        <p:tgtEl>
                                          <p:spTgt spid="82993"/>
                                        </p:tgtEl>
                                        <p:attrNameLst>
                                          <p:attrName>style.visibility</p:attrName>
                                        </p:attrNameLst>
                                      </p:cBhvr>
                                      <p:to>
                                        <p:strVal val="visible"/>
                                      </p:to>
                                    </p:set>
                                  </p:childTnLst>
                                </p:cTn>
                              </p:par>
                            </p:childTnLst>
                          </p:cTn>
                        </p:par>
                      </p:childTnLst>
                    </p:cTn>
                  </p:par>
                  <p:par>
                    <p:cTn id="61" fill="hold" nodeType="clickPar">
                      <p:stCondLst>
                        <p:cond delay="indefinite"/>
                      </p:stCondLst>
                      <p:childTnLst>
                        <p:par>
                          <p:cTn id="62" fill="hold" nodeType="withGroup">
                            <p:stCondLst>
                              <p:cond delay="0"/>
                            </p:stCondLst>
                            <p:childTnLst>
                              <p:par>
                                <p:cTn id="63" presetID="1" presetClass="entr" presetSubtype="0" fill="hold" nodeType="clickEffect">
                                  <p:stCondLst>
                                    <p:cond delay="0"/>
                                  </p:stCondLst>
                                  <p:childTnLst>
                                    <p:set>
                                      <p:cBhvr>
                                        <p:cTn id="64" dur="1" fill="hold">
                                          <p:stCondLst>
                                            <p:cond delay="499"/>
                                          </p:stCondLst>
                                        </p:cTn>
                                        <p:tgtEl>
                                          <p:spTgt spid="82956">
                                            <p:txEl>
                                              <p:pRg st="0" end="0"/>
                                            </p:txEl>
                                          </p:spTgt>
                                        </p:tgtEl>
                                        <p:attrNameLst>
                                          <p:attrName>style.visibility</p:attrName>
                                        </p:attrNameLst>
                                      </p:cBhvr>
                                      <p:to>
                                        <p:strVal val="visible"/>
                                      </p:to>
                                    </p:set>
                                  </p:childTnLst>
                                </p:cTn>
                              </p:par>
                            </p:childTnLst>
                          </p:cTn>
                        </p:par>
                      </p:childTnLst>
                    </p:cTn>
                  </p:par>
                  <p:par>
                    <p:cTn id="65" fill="hold" nodeType="clickPar">
                      <p:stCondLst>
                        <p:cond delay="indefinite"/>
                      </p:stCondLst>
                      <p:childTnLst>
                        <p:par>
                          <p:cTn id="66" fill="hold" nodeType="withGroup">
                            <p:stCondLst>
                              <p:cond delay="0"/>
                            </p:stCondLst>
                            <p:childTnLst>
                              <p:par>
                                <p:cTn id="67" presetID="1" presetClass="entr" presetSubtype="0" fill="hold" nodeType="clickEffect">
                                  <p:stCondLst>
                                    <p:cond delay="0"/>
                                  </p:stCondLst>
                                  <p:childTnLst>
                                    <p:set>
                                      <p:cBhvr>
                                        <p:cTn id="68" dur="1" fill="hold">
                                          <p:stCondLst>
                                            <p:cond delay="499"/>
                                          </p:stCondLst>
                                        </p:cTn>
                                        <p:tgtEl>
                                          <p:spTgt spid="82957">
                                            <p:txEl>
                                              <p:pRg st="0" end="0"/>
                                            </p:txEl>
                                          </p:spTgt>
                                        </p:tgtEl>
                                        <p:attrNameLst>
                                          <p:attrName>style.visibility</p:attrName>
                                        </p:attrNameLst>
                                      </p:cBhvr>
                                      <p:to>
                                        <p:strVal val="visible"/>
                                      </p:to>
                                    </p:set>
                                  </p:childTnLst>
                                </p:cTn>
                              </p:par>
                            </p:childTnLst>
                          </p:cTn>
                        </p:par>
                      </p:childTnLst>
                    </p:cTn>
                  </p:par>
                  <p:par>
                    <p:cTn id="69" fill="hold" nodeType="clickPar">
                      <p:stCondLst>
                        <p:cond delay="indefinite"/>
                      </p:stCondLst>
                      <p:childTnLst>
                        <p:par>
                          <p:cTn id="70" fill="hold" nodeType="withGroup">
                            <p:stCondLst>
                              <p:cond delay="0"/>
                            </p:stCondLst>
                            <p:childTnLst>
                              <p:par>
                                <p:cTn id="71" presetID="1" presetClass="entr" presetSubtype="0" fill="hold" nodeType="clickEffect">
                                  <p:stCondLst>
                                    <p:cond delay="0"/>
                                  </p:stCondLst>
                                  <p:childTnLst>
                                    <p:set>
                                      <p:cBhvr>
                                        <p:cTn id="72" dur="1" fill="hold">
                                          <p:stCondLst>
                                            <p:cond delay="499"/>
                                          </p:stCondLst>
                                        </p:cTn>
                                        <p:tgtEl>
                                          <p:spTgt spid="82981"/>
                                        </p:tgtEl>
                                        <p:attrNameLst>
                                          <p:attrName>style.visibility</p:attrName>
                                        </p:attrNameLst>
                                      </p:cBhvr>
                                      <p:to>
                                        <p:strVal val="visible"/>
                                      </p:to>
                                    </p:set>
                                  </p:childTnLst>
                                </p:cTn>
                              </p:par>
                            </p:childTnLst>
                          </p:cTn>
                        </p:par>
                      </p:childTnLst>
                    </p:cTn>
                  </p:par>
                  <p:par>
                    <p:cTn id="73" fill="hold" nodeType="clickPar">
                      <p:stCondLst>
                        <p:cond delay="indefinite"/>
                      </p:stCondLst>
                      <p:childTnLst>
                        <p:par>
                          <p:cTn id="74" fill="hold" nodeType="withGroup">
                            <p:stCondLst>
                              <p:cond delay="0"/>
                            </p:stCondLst>
                            <p:childTnLst>
                              <p:par>
                                <p:cTn id="75" presetID="1" presetClass="entr" presetSubtype="0" fill="hold" nodeType="clickEffect">
                                  <p:stCondLst>
                                    <p:cond delay="0"/>
                                  </p:stCondLst>
                                  <p:childTnLst>
                                    <p:set>
                                      <p:cBhvr>
                                        <p:cTn id="76" dur="1" fill="hold">
                                          <p:stCondLst>
                                            <p:cond delay="499"/>
                                          </p:stCondLst>
                                        </p:cTn>
                                        <p:tgtEl>
                                          <p:spTgt spid="82989"/>
                                        </p:tgtEl>
                                        <p:attrNameLst>
                                          <p:attrName>style.visibility</p:attrName>
                                        </p:attrNameLst>
                                      </p:cBhvr>
                                      <p:to>
                                        <p:strVal val="visible"/>
                                      </p:to>
                                    </p:set>
                                  </p:childTnLst>
                                </p:cTn>
                              </p:par>
                            </p:childTnLst>
                          </p:cTn>
                        </p:par>
                      </p:childTnLst>
                    </p:cTn>
                  </p:par>
                  <p:par>
                    <p:cTn id="77" fill="hold" nodeType="clickPar">
                      <p:stCondLst>
                        <p:cond delay="indefinite"/>
                      </p:stCondLst>
                      <p:childTnLst>
                        <p:par>
                          <p:cTn id="78" fill="hold" nodeType="withGroup">
                            <p:stCondLst>
                              <p:cond delay="0"/>
                            </p:stCondLst>
                            <p:childTnLst>
                              <p:par>
                                <p:cTn id="79" presetID="1" presetClass="entr" presetSubtype="0" fill="hold" nodeType="clickEffect">
                                  <p:stCondLst>
                                    <p:cond delay="0"/>
                                  </p:stCondLst>
                                  <p:childTnLst>
                                    <p:set>
                                      <p:cBhvr>
                                        <p:cTn id="80" dur="1" fill="hold">
                                          <p:stCondLst>
                                            <p:cond delay="499"/>
                                          </p:stCondLst>
                                        </p:cTn>
                                        <p:tgtEl>
                                          <p:spTgt spid="8299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956" grpId="0" build="p" autoUpdateAnimBg="0"/>
      <p:bldP spid="82957" grpId="0" build="p" autoUpdateAnimBg="0"/>
      <p:bldP spid="82961" grpId="0" build="p" autoUpdateAnimBg="0"/>
      <p:bldP spid="82950" grpId="0" build="p" autoUpdateAnimBg="0"/>
      <p:bldP spid="82979" grpId="0" animBg="1" autoUpdateAnimBg="0"/>
      <p:bldP spid="82980" grpId="0" animBg="1" autoUpdateAnimBg="0"/>
      <p:bldP spid="82981" grpId="0" animBg="1" autoUpdateAnimBg="0"/>
      <p:bldP spid="82983" grpId="0" animBg="1" autoUpdateAnimBg="0"/>
      <p:bldP spid="82984" grpId="0" animBg="1" autoUpdateAnimBg="0"/>
      <p:bldP spid="82987" grpId="0" build="p" autoUpdateAnimBg="0"/>
      <p:bldP spid="82988" grpId="0" build="p" autoUpdateAnimBg="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90" name="Rectangle 2">
            <a:extLst>
              <a:ext uri="{FF2B5EF4-FFF2-40B4-BE49-F238E27FC236}">
                <a16:creationId xmlns:a16="http://schemas.microsoft.com/office/drawing/2014/main" id="{15E664DE-725C-7B78-DF85-1467EF856115}"/>
              </a:ext>
            </a:extLst>
          </p:cNvPr>
          <p:cNvSpPr>
            <a:spLocks noGrp="1" noChangeArrowheads="1"/>
          </p:cNvSpPr>
          <p:nvPr>
            <p:ph type="title"/>
          </p:nvPr>
        </p:nvSpPr>
        <p:spPr>
          <a:xfrm>
            <a:off x="1372898" y="220110"/>
            <a:ext cx="6798143" cy="470507"/>
          </a:xfrm>
        </p:spPr>
        <p:txBody>
          <a:bodyPr>
            <a:normAutofit fontScale="90000"/>
          </a:bodyPr>
          <a:lstStyle/>
          <a:p>
            <a:r>
              <a:rPr lang="en-US" altLang="en-US" dirty="0"/>
              <a:t>UML first pass: Sequence diagram</a:t>
            </a:r>
          </a:p>
        </p:txBody>
      </p:sp>
      <p:grpSp>
        <p:nvGrpSpPr>
          <p:cNvPr id="89223" name="Group 135">
            <a:extLst>
              <a:ext uri="{FF2B5EF4-FFF2-40B4-BE49-F238E27FC236}">
                <a16:creationId xmlns:a16="http://schemas.microsoft.com/office/drawing/2014/main" id="{FD56B140-B279-50E7-26B5-D988641BBFA2}"/>
              </a:ext>
            </a:extLst>
          </p:cNvPr>
          <p:cNvGrpSpPr>
            <a:grpSpLocks/>
          </p:cNvGrpSpPr>
          <p:nvPr/>
        </p:nvGrpSpPr>
        <p:grpSpPr bwMode="auto">
          <a:xfrm>
            <a:off x="4495800" y="1706563"/>
            <a:ext cx="1827213" cy="392112"/>
            <a:chOff x="2832" y="1075"/>
            <a:chExt cx="1151" cy="247"/>
          </a:xfrm>
        </p:grpSpPr>
        <p:sp>
          <p:nvSpPr>
            <p:cNvPr id="89105" name="Rectangle 17">
              <a:extLst>
                <a:ext uri="{FF2B5EF4-FFF2-40B4-BE49-F238E27FC236}">
                  <a16:creationId xmlns:a16="http://schemas.microsoft.com/office/drawing/2014/main" id="{1AD0D6E1-D32B-E4AE-24EC-9B443C4F0458}"/>
                </a:ext>
              </a:extLst>
            </p:cNvPr>
            <p:cNvSpPr>
              <a:spLocks noChangeArrowheads="1"/>
            </p:cNvSpPr>
            <p:nvPr/>
          </p:nvSpPr>
          <p:spPr bwMode="auto">
            <a:xfrm>
              <a:off x="2832" y="1075"/>
              <a:ext cx="1151" cy="247"/>
            </a:xfrm>
            <a:prstGeom prst="rect">
              <a:avLst/>
            </a:prstGeom>
            <a:noFill/>
            <a:ln w="17463">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89106" name="Rectangle 18">
              <a:extLst>
                <a:ext uri="{FF2B5EF4-FFF2-40B4-BE49-F238E27FC236}">
                  <a16:creationId xmlns:a16="http://schemas.microsoft.com/office/drawing/2014/main" id="{16BD1919-33B3-FFE3-ECF3-AED83BED1052}"/>
                </a:ext>
              </a:extLst>
            </p:cNvPr>
            <p:cNvSpPr>
              <a:spLocks noChangeArrowheads="1"/>
            </p:cNvSpPr>
            <p:nvPr/>
          </p:nvSpPr>
          <p:spPr bwMode="auto">
            <a:xfrm>
              <a:off x="3065" y="1155"/>
              <a:ext cx="737"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l"/>
              <a:r>
                <a:rPr lang="en-US" altLang="en-US" sz="1400">
                  <a:solidFill>
                    <a:srgbClr val="000000"/>
                  </a:solidFill>
                  <a:latin typeface="Courier" charset="0"/>
                </a:rPr>
                <a:t>:LCDDisplay</a:t>
              </a:r>
              <a:endParaRPr lang="en-US" altLang="en-US" b="0">
                <a:solidFill>
                  <a:schemeClr val="tx1"/>
                </a:solidFill>
              </a:endParaRPr>
            </a:p>
          </p:txBody>
        </p:sp>
        <p:sp>
          <p:nvSpPr>
            <p:cNvPr id="89107" name="Line 19">
              <a:extLst>
                <a:ext uri="{FF2B5EF4-FFF2-40B4-BE49-F238E27FC236}">
                  <a16:creationId xmlns:a16="http://schemas.microsoft.com/office/drawing/2014/main" id="{609287E6-3AB3-00D1-831E-3C12B29827A9}"/>
                </a:ext>
              </a:extLst>
            </p:cNvPr>
            <p:cNvSpPr>
              <a:spLocks noChangeShapeType="1"/>
            </p:cNvSpPr>
            <p:nvPr/>
          </p:nvSpPr>
          <p:spPr bwMode="auto">
            <a:xfrm>
              <a:off x="3144" y="1258"/>
              <a:ext cx="516" cy="1"/>
            </a:xfrm>
            <a:prstGeom prst="line">
              <a:avLst/>
            </a:prstGeom>
            <a:noFill/>
            <a:ln w="1746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89226" name="Group 138">
            <a:extLst>
              <a:ext uri="{FF2B5EF4-FFF2-40B4-BE49-F238E27FC236}">
                <a16:creationId xmlns:a16="http://schemas.microsoft.com/office/drawing/2014/main" id="{4802150B-D09D-66F0-BE49-84BB59B9808D}"/>
              </a:ext>
            </a:extLst>
          </p:cNvPr>
          <p:cNvGrpSpPr>
            <a:grpSpLocks/>
          </p:cNvGrpSpPr>
          <p:nvPr/>
        </p:nvGrpSpPr>
        <p:grpSpPr bwMode="auto">
          <a:xfrm>
            <a:off x="5400675" y="2252663"/>
            <a:ext cx="1588" cy="3808412"/>
            <a:chOff x="3402" y="1419"/>
            <a:chExt cx="1" cy="2399"/>
          </a:xfrm>
        </p:grpSpPr>
        <p:sp>
          <p:nvSpPr>
            <p:cNvPr id="89127" name="Line 39">
              <a:extLst>
                <a:ext uri="{FF2B5EF4-FFF2-40B4-BE49-F238E27FC236}">
                  <a16:creationId xmlns:a16="http://schemas.microsoft.com/office/drawing/2014/main" id="{F46F0D8A-C1EE-E329-293B-09221C2FF930}"/>
                </a:ext>
              </a:extLst>
            </p:cNvPr>
            <p:cNvSpPr>
              <a:spLocks noChangeShapeType="1"/>
            </p:cNvSpPr>
            <p:nvPr/>
          </p:nvSpPr>
          <p:spPr bwMode="auto">
            <a:xfrm>
              <a:off x="3402" y="1419"/>
              <a:ext cx="1" cy="76"/>
            </a:xfrm>
            <a:prstGeom prst="line">
              <a:avLst/>
            </a:prstGeom>
            <a:noFill/>
            <a:ln w="1746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9128" name="Line 40">
              <a:extLst>
                <a:ext uri="{FF2B5EF4-FFF2-40B4-BE49-F238E27FC236}">
                  <a16:creationId xmlns:a16="http://schemas.microsoft.com/office/drawing/2014/main" id="{C4FFF2A1-10E2-5640-4EDD-92E4A677C588}"/>
                </a:ext>
              </a:extLst>
            </p:cNvPr>
            <p:cNvSpPr>
              <a:spLocks noChangeShapeType="1"/>
            </p:cNvSpPr>
            <p:nvPr/>
          </p:nvSpPr>
          <p:spPr bwMode="auto">
            <a:xfrm>
              <a:off x="3402" y="1570"/>
              <a:ext cx="1" cy="75"/>
            </a:xfrm>
            <a:prstGeom prst="line">
              <a:avLst/>
            </a:prstGeom>
            <a:noFill/>
            <a:ln w="1746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9129" name="Line 41">
              <a:extLst>
                <a:ext uri="{FF2B5EF4-FFF2-40B4-BE49-F238E27FC236}">
                  <a16:creationId xmlns:a16="http://schemas.microsoft.com/office/drawing/2014/main" id="{84B08E2B-0F1F-2485-99E3-C8258A5BA5C7}"/>
                </a:ext>
              </a:extLst>
            </p:cNvPr>
            <p:cNvSpPr>
              <a:spLocks noChangeShapeType="1"/>
            </p:cNvSpPr>
            <p:nvPr/>
          </p:nvSpPr>
          <p:spPr bwMode="auto">
            <a:xfrm>
              <a:off x="3402" y="1710"/>
              <a:ext cx="1" cy="86"/>
            </a:xfrm>
            <a:prstGeom prst="line">
              <a:avLst/>
            </a:prstGeom>
            <a:noFill/>
            <a:ln w="1746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9130" name="Line 42">
              <a:extLst>
                <a:ext uri="{FF2B5EF4-FFF2-40B4-BE49-F238E27FC236}">
                  <a16:creationId xmlns:a16="http://schemas.microsoft.com/office/drawing/2014/main" id="{C0AF5A32-4128-8190-77A4-AE7C7CAEA1B4}"/>
                </a:ext>
              </a:extLst>
            </p:cNvPr>
            <p:cNvSpPr>
              <a:spLocks noChangeShapeType="1"/>
            </p:cNvSpPr>
            <p:nvPr/>
          </p:nvSpPr>
          <p:spPr bwMode="auto">
            <a:xfrm>
              <a:off x="3402" y="1860"/>
              <a:ext cx="1" cy="76"/>
            </a:xfrm>
            <a:prstGeom prst="line">
              <a:avLst/>
            </a:prstGeom>
            <a:noFill/>
            <a:ln w="1746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9131" name="Line 43">
              <a:extLst>
                <a:ext uri="{FF2B5EF4-FFF2-40B4-BE49-F238E27FC236}">
                  <a16:creationId xmlns:a16="http://schemas.microsoft.com/office/drawing/2014/main" id="{BEF0CCB4-7F46-6CA6-9293-BD9D08CF5A56}"/>
                </a:ext>
              </a:extLst>
            </p:cNvPr>
            <p:cNvSpPr>
              <a:spLocks noChangeShapeType="1"/>
            </p:cNvSpPr>
            <p:nvPr/>
          </p:nvSpPr>
          <p:spPr bwMode="auto">
            <a:xfrm>
              <a:off x="3402" y="2011"/>
              <a:ext cx="1" cy="75"/>
            </a:xfrm>
            <a:prstGeom prst="line">
              <a:avLst/>
            </a:prstGeom>
            <a:noFill/>
            <a:ln w="1746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9132" name="Line 44">
              <a:extLst>
                <a:ext uri="{FF2B5EF4-FFF2-40B4-BE49-F238E27FC236}">
                  <a16:creationId xmlns:a16="http://schemas.microsoft.com/office/drawing/2014/main" id="{B631C2A7-8ADC-386F-A590-68C281EAF259}"/>
                </a:ext>
              </a:extLst>
            </p:cNvPr>
            <p:cNvSpPr>
              <a:spLocks noChangeShapeType="1"/>
            </p:cNvSpPr>
            <p:nvPr/>
          </p:nvSpPr>
          <p:spPr bwMode="auto">
            <a:xfrm>
              <a:off x="3402" y="2162"/>
              <a:ext cx="1" cy="75"/>
            </a:xfrm>
            <a:prstGeom prst="line">
              <a:avLst/>
            </a:prstGeom>
            <a:noFill/>
            <a:ln w="1746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9133" name="Line 45">
              <a:extLst>
                <a:ext uri="{FF2B5EF4-FFF2-40B4-BE49-F238E27FC236}">
                  <a16:creationId xmlns:a16="http://schemas.microsoft.com/office/drawing/2014/main" id="{A0A2FA52-0526-4CDF-302A-26973324DCCA}"/>
                </a:ext>
              </a:extLst>
            </p:cNvPr>
            <p:cNvSpPr>
              <a:spLocks noChangeShapeType="1"/>
            </p:cNvSpPr>
            <p:nvPr/>
          </p:nvSpPr>
          <p:spPr bwMode="auto">
            <a:xfrm>
              <a:off x="3402" y="2302"/>
              <a:ext cx="1" cy="86"/>
            </a:xfrm>
            <a:prstGeom prst="line">
              <a:avLst/>
            </a:prstGeom>
            <a:noFill/>
            <a:ln w="1746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9134" name="Line 46">
              <a:extLst>
                <a:ext uri="{FF2B5EF4-FFF2-40B4-BE49-F238E27FC236}">
                  <a16:creationId xmlns:a16="http://schemas.microsoft.com/office/drawing/2014/main" id="{1BBBA970-4BC1-55A1-F725-671E8927DF86}"/>
                </a:ext>
              </a:extLst>
            </p:cNvPr>
            <p:cNvSpPr>
              <a:spLocks noChangeShapeType="1"/>
            </p:cNvSpPr>
            <p:nvPr/>
          </p:nvSpPr>
          <p:spPr bwMode="auto">
            <a:xfrm>
              <a:off x="3402" y="2452"/>
              <a:ext cx="1" cy="75"/>
            </a:xfrm>
            <a:prstGeom prst="line">
              <a:avLst/>
            </a:prstGeom>
            <a:noFill/>
            <a:ln w="1746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9135" name="Line 47">
              <a:extLst>
                <a:ext uri="{FF2B5EF4-FFF2-40B4-BE49-F238E27FC236}">
                  <a16:creationId xmlns:a16="http://schemas.microsoft.com/office/drawing/2014/main" id="{AE66266D-BCF9-90A6-5FD9-893C216D7D7B}"/>
                </a:ext>
              </a:extLst>
            </p:cNvPr>
            <p:cNvSpPr>
              <a:spLocks noChangeShapeType="1"/>
            </p:cNvSpPr>
            <p:nvPr/>
          </p:nvSpPr>
          <p:spPr bwMode="auto">
            <a:xfrm>
              <a:off x="3402" y="2603"/>
              <a:ext cx="1" cy="75"/>
            </a:xfrm>
            <a:prstGeom prst="line">
              <a:avLst/>
            </a:prstGeom>
            <a:noFill/>
            <a:ln w="1746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9136" name="Line 48">
              <a:extLst>
                <a:ext uri="{FF2B5EF4-FFF2-40B4-BE49-F238E27FC236}">
                  <a16:creationId xmlns:a16="http://schemas.microsoft.com/office/drawing/2014/main" id="{3BBA45E9-6F54-560D-931F-CBC2ADFF6140}"/>
                </a:ext>
              </a:extLst>
            </p:cNvPr>
            <p:cNvSpPr>
              <a:spLocks noChangeShapeType="1"/>
            </p:cNvSpPr>
            <p:nvPr/>
          </p:nvSpPr>
          <p:spPr bwMode="auto">
            <a:xfrm>
              <a:off x="3402" y="2743"/>
              <a:ext cx="1" cy="86"/>
            </a:xfrm>
            <a:prstGeom prst="line">
              <a:avLst/>
            </a:prstGeom>
            <a:noFill/>
            <a:ln w="1746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9138" name="Line 50">
              <a:extLst>
                <a:ext uri="{FF2B5EF4-FFF2-40B4-BE49-F238E27FC236}">
                  <a16:creationId xmlns:a16="http://schemas.microsoft.com/office/drawing/2014/main" id="{AFED9A7E-48D6-544D-8632-15E37666F384}"/>
                </a:ext>
              </a:extLst>
            </p:cNvPr>
            <p:cNvSpPr>
              <a:spLocks noChangeShapeType="1"/>
            </p:cNvSpPr>
            <p:nvPr/>
          </p:nvSpPr>
          <p:spPr bwMode="auto">
            <a:xfrm>
              <a:off x="3402" y="3044"/>
              <a:ext cx="1" cy="75"/>
            </a:xfrm>
            <a:prstGeom prst="line">
              <a:avLst/>
            </a:prstGeom>
            <a:noFill/>
            <a:ln w="1746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9139" name="Line 51">
              <a:extLst>
                <a:ext uri="{FF2B5EF4-FFF2-40B4-BE49-F238E27FC236}">
                  <a16:creationId xmlns:a16="http://schemas.microsoft.com/office/drawing/2014/main" id="{FF1BCCF0-A976-6BF9-E719-8FB114675B42}"/>
                </a:ext>
              </a:extLst>
            </p:cNvPr>
            <p:cNvSpPr>
              <a:spLocks noChangeShapeType="1"/>
            </p:cNvSpPr>
            <p:nvPr/>
          </p:nvSpPr>
          <p:spPr bwMode="auto">
            <a:xfrm>
              <a:off x="3402" y="3184"/>
              <a:ext cx="1" cy="86"/>
            </a:xfrm>
            <a:prstGeom prst="line">
              <a:avLst/>
            </a:prstGeom>
            <a:noFill/>
            <a:ln w="1746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9140" name="Line 52">
              <a:extLst>
                <a:ext uri="{FF2B5EF4-FFF2-40B4-BE49-F238E27FC236}">
                  <a16:creationId xmlns:a16="http://schemas.microsoft.com/office/drawing/2014/main" id="{9565BFC1-E8D8-C8DB-3C0C-ADA06F8535D0}"/>
                </a:ext>
              </a:extLst>
            </p:cNvPr>
            <p:cNvSpPr>
              <a:spLocks noChangeShapeType="1"/>
            </p:cNvSpPr>
            <p:nvPr/>
          </p:nvSpPr>
          <p:spPr bwMode="auto">
            <a:xfrm>
              <a:off x="3402" y="3334"/>
              <a:ext cx="1" cy="76"/>
            </a:xfrm>
            <a:prstGeom prst="line">
              <a:avLst/>
            </a:prstGeom>
            <a:noFill/>
            <a:ln w="1746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9141" name="Line 53">
              <a:extLst>
                <a:ext uri="{FF2B5EF4-FFF2-40B4-BE49-F238E27FC236}">
                  <a16:creationId xmlns:a16="http://schemas.microsoft.com/office/drawing/2014/main" id="{93306393-5389-CAE7-793A-4EF1C1D95064}"/>
                </a:ext>
              </a:extLst>
            </p:cNvPr>
            <p:cNvSpPr>
              <a:spLocks noChangeShapeType="1"/>
            </p:cNvSpPr>
            <p:nvPr/>
          </p:nvSpPr>
          <p:spPr bwMode="auto">
            <a:xfrm>
              <a:off x="3402" y="3485"/>
              <a:ext cx="1" cy="75"/>
            </a:xfrm>
            <a:prstGeom prst="line">
              <a:avLst/>
            </a:prstGeom>
            <a:noFill/>
            <a:ln w="1746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9142" name="Line 54">
              <a:extLst>
                <a:ext uri="{FF2B5EF4-FFF2-40B4-BE49-F238E27FC236}">
                  <a16:creationId xmlns:a16="http://schemas.microsoft.com/office/drawing/2014/main" id="{E96AFCEA-BD08-95EC-D978-908B8AABAB20}"/>
                </a:ext>
              </a:extLst>
            </p:cNvPr>
            <p:cNvSpPr>
              <a:spLocks noChangeShapeType="1"/>
            </p:cNvSpPr>
            <p:nvPr/>
          </p:nvSpPr>
          <p:spPr bwMode="auto">
            <a:xfrm>
              <a:off x="3402" y="3625"/>
              <a:ext cx="1" cy="86"/>
            </a:xfrm>
            <a:prstGeom prst="line">
              <a:avLst/>
            </a:prstGeom>
            <a:noFill/>
            <a:ln w="1746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9143" name="Line 55">
              <a:extLst>
                <a:ext uri="{FF2B5EF4-FFF2-40B4-BE49-F238E27FC236}">
                  <a16:creationId xmlns:a16="http://schemas.microsoft.com/office/drawing/2014/main" id="{EAD876FC-0B5F-7800-DAA8-5A9F4627B9A7}"/>
                </a:ext>
              </a:extLst>
            </p:cNvPr>
            <p:cNvSpPr>
              <a:spLocks noChangeShapeType="1"/>
            </p:cNvSpPr>
            <p:nvPr/>
          </p:nvSpPr>
          <p:spPr bwMode="auto">
            <a:xfrm>
              <a:off x="3402" y="3775"/>
              <a:ext cx="1" cy="43"/>
            </a:xfrm>
            <a:prstGeom prst="line">
              <a:avLst/>
            </a:prstGeom>
            <a:noFill/>
            <a:ln w="1746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89235" name="Group 147">
            <a:extLst>
              <a:ext uri="{FF2B5EF4-FFF2-40B4-BE49-F238E27FC236}">
                <a16:creationId xmlns:a16="http://schemas.microsoft.com/office/drawing/2014/main" id="{AA366BE8-E1A4-C539-833F-EFD6210FCBDD}"/>
              </a:ext>
            </a:extLst>
          </p:cNvPr>
          <p:cNvGrpSpPr>
            <a:grpSpLocks/>
          </p:cNvGrpSpPr>
          <p:nvPr/>
        </p:nvGrpSpPr>
        <p:grpSpPr bwMode="auto">
          <a:xfrm>
            <a:off x="3521075" y="2432050"/>
            <a:ext cx="1793875" cy="231775"/>
            <a:chOff x="2218" y="1532"/>
            <a:chExt cx="1130" cy="146"/>
          </a:xfrm>
        </p:grpSpPr>
        <p:sp>
          <p:nvSpPr>
            <p:cNvPr id="89167" name="Freeform 79">
              <a:extLst>
                <a:ext uri="{FF2B5EF4-FFF2-40B4-BE49-F238E27FC236}">
                  <a16:creationId xmlns:a16="http://schemas.microsoft.com/office/drawing/2014/main" id="{4FA8DAC7-103C-988E-E50E-19DF79AEF4FD}"/>
                </a:ext>
              </a:extLst>
            </p:cNvPr>
            <p:cNvSpPr>
              <a:spLocks/>
            </p:cNvSpPr>
            <p:nvPr/>
          </p:nvSpPr>
          <p:spPr bwMode="auto">
            <a:xfrm>
              <a:off x="3251" y="1613"/>
              <a:ext cx="97" cy="65"/>
            </a:xfrm>
            <a:custGeom>
              <a:avLst/>
              <a:gdLst>
                <a:gd name="T0" fmla="*/ 0 w 97"/>
                <a:gd name="T1" fmla="*/ 32 h 65"/>
                <a:gd name="T2" fmla="*/ 0 w 97"/>
                <a:gd name="T3" fmla="*/ 0 h 65"/>
                <a:gd name="T4" fmla="*/ 97 w 97"/>
                <a:gd name="T5" fmla="*/ 32 h 65"/>
                <a:gd name="T6" fmla="*/ 0 w 97"/>
                <a:gd name="T7" fmla="*/ 65 h 65"/>
                <a:gd name="T8" fmla="*/ 0 w 97"/>
                <a:gd name="T9" fmla="*/ 32 h 65"/>
              </a:gdLst>
              <a:ahLst/>
              <a:cxnLst>
                <a:cxn ang="0">
                  <a:pos x="T0" y="T1"/>
                </a:cxn>
                <a:cxn ang="0">
                  <a:pos x="T2" y="T3"/>
                </a:cxn>
                <a:cxn ang="0">
                  <a:pos x="T4" y="T5"/>
                </a:cxn>
                <a:cxn ang="0">
                  <a:pos x="T6" y="T7"/>
                </a:cxn>
                <a:cxn ang="0">
                  <a:pos x="T8" y="T9"/>
                </a:cxn>
              </a:cxnLst>
              <a:rect l="0" t="0" r="r" b="b"/>
              <a:pathLst>
                <a:path w="97" h="65">
                  <a:moveTo>
                    <a:pt x="0" y="32"/>
                  </a:moveTo>
                  <a:lnTo>
                    <a:pt x="0" y="0"/>
                  </a:lnTo>
                  <a:lnTo>
                    <a:pt x="97" y="32"/>
                  </a:lnTo>
                  <a:lnTo>
                    <a:pt x="0" y="65"/>
                  </a:lnTo>
                  <a:lnTo>
                    <a:pt x="0" y="32"/>
                  </a:lnTo>
                  <a:close/>
                </a:path>
              </a:pathLst>
            </a:custGeom>
            <a:solidFill>
              <a:srgbClr val="000000"/>
            </a:solidFill>
            <a:ln w="17463">
              <a:solidFill>
                <a:srgbClr val="000000"/>
              </a:solidFill>
              <a:prstDash val="solid"/>
              <a:round/>
              <a:headEnd/>
              <a:tailEnd/>
            </a:ln>
          </p:spPr>
          <p:txBody>
            <a:bodyPr/>
            <a:lstStyle/>
            <a:p>
              <a:endParaRPr lang="en-US"/>
            </a:p>
          </p:txBody>
        </p:sp>
        <p:sp>
          <p:nvSpPr>
            <p:cNvPr id="89168" name="Line 80">
              <a:extLst>
                <a:ext uri="{FF2B5EF4-FFF2-40B4-BE49-F238E27FC236}">
                  <a16:creationId xmlns:a16="http://schemas.microsoft.com/office/drawing/2014/main" id="{69D36107-798A-7FEF-9ED1-EC7566F17F2F}"/>
                </a:ext>
              </a:extLst>
            </p:cNvPr>
            <p:cNvSpPr>
              <a:spLocks noChangeShapeType="1"/>
            </p:cNvSpPr>
            <p:nvPr/>
          </p:nvSpPr>
          <p:spPr bwMode="auto">
            <a:xfrm>
              <a:off x="2218" y="1645"/>
              <a:ext cx="1022" cy="1"/>
            </a:xfrm>
            <a:prstGeom prst="line">
              <a:avLst/>
            </a:prstGeom>
            <a:noFill/>
            <a:ln w="1746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9169" name="Rectangle 81">
              <a:extLst>
                <a:ext uri="{FF2B5EF4-FFF2-40B4-BE49-F238E27FC236}">
                  <a16:creationId xmlns:a16="http://schemas.microsoft.com/office/drawing/2014/main" id="{2F528EF7-6098-9C7E-6DA1-2250905F9ED3}"/>
                </a:ext>
              </a:extLst>
            </p:cNvPr>
            <p:cNvSpPr>
              <a:spLocks noChangeArrowheads="1"/>
            </p:cNvSpPr>
            <p:nvPr/>
          </p:nvSpPr>
          <p:spPr bwMode="auto">
            <a:xfrm>
              <a:off x="2393" y="1532"/>
              <a:ext cx="804"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l"/>
              <a:r>
                <a:rPr lang="en-US" altLang="en-US" sz="1400">
                  <a:solidFill>
                    <a:srgbClr val="000000"/>
                  </a:solidFill>
                  <a:latin typeface="Courier" charset="0"/>
                </a:rPr>
                <a:t>blinkHours()</a:t>
              </a:r>
              <a:endParaRPr lang="en-US" altLang="en-US" b="0">
                <a:solidFill>
                  <a:schemeClr val="tx1"/>
                </a:solidFill>
              </a:endParaRPr>
            </a:p>
          </p:txBody>
        </p:sp>
      </p:grpSp>
      <p:sp>
        <p:nvSpPr>
          <p:cNvPr id="89170" name="Rectangle 82">
            <a:extLst>
              <a:ext uri="{FF2B5EF4-FFF2-40B4-BE49-F238E27FC236}">
                <a16:creationId xmlns:a16="http://schemas.microsoft.com/office/drawing/2014/main" id="{924E0530-21BE-0A20-F351-BA6B502BFCF5}"/>
              </a:ext>
            </a:extLst>
          </p:cNvPr>
          <p:cNvSpPr>
            <a:spLocks noChangeArrowheads="1"/>
          </p:cNvSpPr>
          <p:nvPr/>
        </p:nvSpPr>
        <p:spPr bwMode="auto">
          <a:xfrm>
            <a:off x="5297488" y="2593975"/>
            <a:ext cx="188912" cy="2222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a:p>
        </p:txBody>
      </p:sp>
      <p:sp>
        <p:nvSpPr>
          <p:cNvPr id="89171" name="Rectangle 83">
            <a:extLst>
              <a:ext uri="{FF2B5EF4-FFF2-40B4-BE49-F238E27FC236}">
                <a16:creationId xmlns:a16="http://schemas.microsoft.com/office/drawing/2014/main" id="{096D20A5-7F27-43C0-8B26-242312C0CBD0}"/>
              </a:ext>
            </a:extLst>
          </p:cNvPr>
          <p:cNvSpPr>
            <a:spLocks noChangeArrowheads="1"/>
          </p:cNvSpPr>
          <p:nvPr/>
        </p:nvSpPr>
        <p:spPr bwMode="auto">
          <a:xfrm>
            <a:off x="5297488" y="2593975"/>
            <a:ext cx="204787" cy="239713"/>
          </a:xfrm>
          <a:prstGeom prst="rect">
            <a:avLst/>
          </a:prstGeom>
          <a:noFill/>
          <a:ln w="17463">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nvGrpSpPr>
          <p:cNvPr id="89237" name="Group 149">
            <a:extLst>
              <a:ext uri="{FF2B5EF4-FFF2-40B4-BE49-F238E27FC236}">
                <a16:creationId xmlns:a16="http://schemas.microsoft.com/office/drawing/2014/main" id="{0AD5BF96-49A3-3AA0-6ACF-380FD40AE2C3}"/>
              </a:ext>
            </a:extLst>
          </p:cNvPr>
          <p:cNvGrpSpPr>
            <a:grpSpLocks/>
          </p:cNvGrpSpPr>
          <p:nvPr/>
        </p:nvGrpSpPr>
        <p:grpSpPr bwMode="auto">
          <a:xfrm>
            <a:off x="3521075" y="2806700"/>
            <a:ext cx="1776413" cy="231775"/>
            <a:chOff x="2218" y="1768"/>
            <a:chExt cx="1119" cy="146"/>
          </a:xfrm>
        </p:grpSpPr>
        <p:sp>
          <p:nvSpPr>
            <p:cNvPr id="89174" name="Freeform 86">
              <a:extLst>
                <a:ext uri="{FF2B5EF4-FFF2-40B4-BE49-F238E27FC236}">
                  <a16:creationId xmlns:a16="http://schemas.microsoft.com/office/drawing/2014/main" id="{672059DF-872A-DCD1-D1E8-2A863FE03A58}"/>
                </a:ext>
              </a:extLst>
            </p:cNvPr>
            <p:cNvSpPr>
              <a:spLocks/>
            </p:cNvSpPr>
            <p:nvPr/>
          </p:nvSpPr>
          <p:spPr bwMode="auto">
            <a:xfrm>
              <a:off x="3240" y="1850"/>
              <a:ext cx="97" cy="64"/>
            </a:xfrm>
            <a:custGeom>
              <a:avLst/>
              <a:gdLst>
                <a:gd name="T0" fmla="*/ 0 w 97"/>
                <a:gd name="T1" fmla="*/ 32 h 64"/>
                <a:gd name="T2" fmla="*/ 0 w 97"/>
                <a:gd name="T3" fmla="*/ 0 h 64"/>
                <a:gd name="T4" fmla="*/ 97 w 97"/>
                <a:gd name="T5" fmla="*/ 32 h 64"/>
                <a:gd name="T6" fmla="*/ 0 w 97"/>
                <a:gd name="T7" fmla="*/ 64 h 64"/>
                <a:gd name="T8" fmla="*/ 0 w 97"/>
                <a:gd name="T9" fmla="*/ 32 h 64"/>
              </a:gdLst>
              <a:ahLst/>
              <a:cxnLst>
                <a:cxn ang="0">
                  <a:pos x="T0" y="T1"/>
                </a:cxn>
                <a:cxn ang="0">
                  <a:pos x="T2" y="T3"/>
                </a:cxn>
                <a:cxn ang="0">
                  <a:pos x="T4" y="T5"/>
                </a:cxn>
                <a:cxn ang="0">
                  <a:pos x="T6" y="T7"/>
                </a:cxn>
                <a:cxn ang="0">
                  <a:pos x="T8" y="T9"/>
                </a:cxn>
              </a:cxnLst>
              <a:rect l="0" t="0" r="r" b="b"/>
              <a:pathLst>
                <a:path w="97" h="64">
                  <a:moveTo>
                    <a:pt x="0" y="32"/>
                  </a:moveTo>
                  <a:lnTo>
                    <a:pt x="0" y="0"/>
                  </a:lnTo>
                  <a:lnTo>
                    <a:pt x="97" y="32"/>
                  </a:lnTo>
                  <a:lnTo>
                    <a:pt x="0" y="64"/>
                  </a:lnTo>
                  <a:lnTo>
                    <a:pt x="0" y="32"/>
                  </a:lnTo>
                  <a:close/>
                </a:path>
              </a:pathLst>
            </a:custGeom>
            <a:solidFill>
              <a:srgbClr val="000000"/>
            </a:solidFill>
            <a:ln w="17463">
              <a:solidFill>
                <a:srgbClr val="000000"/>
              </a:solidFill>
              <a:prstDash val="solid"/>
              <a:round/>
              <a:headEnd/>
              <a:tailEnd/>
            </a:ln>
          </p:spPr>
          <p:txBody>
            <a:bodyPr/>
            <a:lstStyle/>
            <a:p>
              <a:endParaRPr lang="en-US"/>
            </a:p>
          </p:txBody>
        </p:sp>
        <p:sp>
          <p:nvSpPr>
            <p:cNvPr id="89175" name="Line 87">
              <a:extLst>
                <a:ext uri="{FF2B5EF4-FFF2-40B4-BE49-F238E27FC236}">
                  <a16:creationId xmlns:a16="http://schemas.microsoft.com/office/drawing/2014/main" id="{D3D6B68D-4AA8-6339-FE21-A124B19A42C6}"/>
                </a:ext>
              </a:extLst>
            </p:cNvPr>
            <p:cNvSpPr>
              <a:spLocks noChangeShapeType="1"/>
            </p:cNvSpPr>
            <p:nvPr/>
          </p:nvSpPr>
          <p:spPr bwMode="auto">
            <a:xfrm>
              <a:off x="2218" y="1882"/>
              <a:ext cx="1012" cy="1"/>
            </a:xfrm>
            <a:prstGeom prst="line">
              <a:avLst/>
            </a:prstGeom>
            <a:noFill/>
            <a:ln w="1746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9176" name="Rectangle 88">
              <a:extLst>
                <a:ext uri="{FF2B5EF4-FFF2-40B4-BE49-F238E27FC236}">
                  <a16:creationId xmlns:a16="http://schemas.microsoft.com/office/drawing/2014/main" id="{9A238518-4A23-5752-8C8C-1418F62E893C}"/>
                </a:ext>
              </a:extLst>
            </p:cNvPr>
            <p:cNvSpPr>
              <a:spLocks noChangeArrowheads="1"/>
            </p:cNvSpPr>
            <p:nvPr/>
          </p:nvSpPr>
          <p:spPr bwMode="auto">
            <a:xfrm>
              <a:off x="2328" y="1768"/>
              <a:ext cx="938"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l"/>
              <a:r>
                <a:rPr lang="en-US" altLang="en-US" sz="1400">
                  <a:solidFill>
                    <a:srgbClr val="000000"/>
                  </a:solidFill>
                  <a:latin typeface="Courier" charset="0"/>
                </a:rPr>
                <a:t>blinkMinutes()</a:t>
              </a:r>
              <a:endParaRPr lang="en-US" altLang="en-US" b="0">
                <a:solidFill>
                  <a:schemeClr val="tx1"/>
                </a:solidFill>
              </a:endParaRPr>
            </a:p>
          </p:txBody>
        </p:sp>
      </p:grpSp>
      <p:grpSp>
        <p:nvGrpSpPr>
          <p:cNvPr id="89238" name="Group 150">
            <a:extLst>
              <a:ext uri="{FF2B5EF4-FFF2-40B4-BE49-F238E27FC236}">
                <a16:creationId xmlns:a16="http://schemas.microsoft.com/office/drawing/2014/main" id="{FCA97AFB-54CD-C665-8E69-4841A3B8EE8F}"/>
              </a:ext>
            </a:extLst>
          </p:cNvPr>
          <p:cNvGrpSpPr>
            <a:grpSpLocks/>
          </p:cNvGrpSpPr>
          <p:nvPr/>
        </p:nvGrpSpPr>
        <p:grpSpPr bwMode="auto">
          <a:xfrm>
            <a:off x="5297488" y="2970213"/>
            <a:ext cx="204787" cy="239712"/>
            <a:chOff x="3337" y="1871"/>
            <a:chExt cx="129" cy="151"/>
          </a:xfrm>
        </p:grpSpPr>
        <p:sp>
          <p:nvSpPr>
            <p:cNvPr id="89177" name="Rectangle 89">
              <a:extLst>
                <a:ext uri="{FF2B5EF4-FFF2-40B4-BE49-F238E27FC236}">
                  <a16:creationId xmlns:a16="http://schemas.microsoft.com/office/drawing/2014/main" id="{49E714A0-C6F4-A841-386B-27BB56BE4D27}"/>
                </a:ext>
              </a:extLst>
            </p:cNvPr>
            <p:cNvSpPr>
              <a:spLocks noChangeArrowheads="1"/>
            </p:cNvSpPr>
            <p:nvPr/>
          </p:nvSpPr>
          <p:spPr bwMode="auto">
            <a:xfrm>
              <a:off x="3337" y="1871"/>
              <a:ext cx="119" cy="14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a:p>
          </p:txBody>
        </p:sp>
        <p:sp>
          <p:nvSpPr>
            <p:cNvPr id="89178" name="Rectangle 90">
              <a:extLst>
                <a:ext uri="{FF2B5EF4-FFF2-40B4-BE49-F238E27FC236}">
                  <a16:creationId xmlns:a16="http://schemas.microsoft.com/office/drawing/2014/main" id="{A465D6A6-2366-F17E-BBFB-E2FB391D42E9}"/>
                </a:ext>
              </a:extLst>
            </p:cNvPr>
            <p:cNvSpPr>
              <a:spLocks noChangeArrowheads="1"/>
            </p:cNvSpPr>
            <p:nvPr/>
          </p:nvSpPr>
          <p:spPr bwMode="auto">
            <a:xfrm>
              <a:off x="3337" y="1871"/>
              <a:ext cx="129" cy="151"/>
            </a:xfrm>
            <a:prstGeom prst="rect">
              <a:avLst/>
            </a:prstGeom>
            <a:noFill/>
            <a:ln w="17463">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sp>
        <p:nvSpPr>
          <p:cNvPr id="89187" name="Rectangle 99">
            <a:extLst>
              <a:ext uri="{FF2B5EF4-FFF2-40B4-BE49-F238E27FC236}">
                <a16:creationId xmlns:a16="http://schemas.microsoft.com/office/drawing/2014/main" id="{B49D4916-D154-6B26-FE62-AAEC47ECA39A}"/>
              </a:ext>
            </a:extLst>
          </p:cNvPr>
          <p:cNvSpPr>
            <a:spLocks noChangeArrowheads="1"/>
          </p:cNvSpPr>
          <p:nvPr/>
        </p:nvSpPr>
        <p:spPr bwMode="auto">
          <a:xfrm>
            <a:off x="5297488" y="3722688"/>
            <a:ext cx="188912" cy="220662"/>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a:p>
        </p:txBody>
      </p:sp>
      <p:sp>
        <p:nvSpPr>
          <p:cNvPr id="89188" name="Rectangle 100">
            <a:extLst>
              <a:ext uri="{FF2B5EF4-FFF2-40B4-BE49-F238E27FC236}">
                <a16:creationId xmlns:a16="http://schemas.microsoft.com/office/drawing/2014/main" id="{94A27C4E-E9AD-85F7-CF22-B0164CD37D20}"/>
              </a:ext>
            </a:extLst>
          </p:cNvPr>
          <p:cNvSpPr>
            <a:spLocks noChangeArrowheads="1"/>
          </p:cNvSpPr>
          <p:nvPr/>
        </p:nvSpPr>
        <p:spPr bwMode="auto">
          <a:xfrm>
            <a:off x="5297488" y="3722688"/>
            <a:ext cx="204787" cy="238125"/>
          </a:xfrm>
          <a:prstGeom prst="rect">
            <a:avLst/>
          </a:prstGeom>
          <a:noFill/>
          <a:ln w="17463">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89189" name="Rectangle 101">
            <a:extLst>
              <a:ext uri="{FF2B5EF4-FFF2-40B4-BE49-F238E27FC236}">
                <a16:creationId xmlns:a16="http://schemas.microsoft.com/office/drawing/2014/main" id="{18952166-EA92-8594-D898-1523CE437A91}"/>
              </a:ext>
            </a:extLst>
          </p:cNvPr>
          <p:cNvSpPr>
            <a:spLocks noChangeArrowheads="1"/>
          </p:cNvSpPr>
          <p:nvPr/>
        </p:nvSpPr>
        <p:spPr bwMode="auto">
          <a:xfrm>
            <a:off x="7278688" y="3465513"/>
            <a:ext cx="187325" cy="63182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a:p>
        </p:txBody>
      </p:sp>
      <p:grpSp>
        <p:nvGrpSpPr>
          <p:cNvPr id="89243" name="Group 155">
            <a:extLst>
              <a:ext uri="{FF2B5EF4-FFF2-40B4-BE49-F238E27FC236}">
                <a16:creationId xmlns:a16="http://schemas.microsoft.com/office/drawing/2014/main" id="{F2D7A2BF-486C-F24B-26D7-B4DA0662B7B9}"/>
              </a:ext>
            </a:extLst>
          </p:cNvPr>
          <p:cNvGrpSpPr>
            <a:grpSpLocks/>
          </p:cNvGrpSpPr>
          <p:nvPr/>
        </p:nvGrpSpPr>
        <p:grpSpPr bwMode="auto">
          <a:xfrm>
            <a:off x="5570538" y="3592513"/>
            <a:ext cx="1725612" cy="231775"/>
            <a:chOff x="3509" y="2263"/>
            <a:chExt cx="1087" cy="146"/>
          </a:xfrm>
        </p:grpSpPr>
        <p:sp>
          <p:nvSpPr>
            <p:cNvPr id="89191" name="Freeform 103">
              <a:extLst>
                <a:ext uri="{FF2B5EF4-FFF2-40B4-BE49-F238E27FC236}">
                  <a16:creationId xmlns:a16="http://schemas.microsoft.com/office/drawing/2014/main" id="{BB624CA4-5315-6C79-E4EE-6FC9E7FA86B4}"/>
                </a:ext>
              </a:extLst>
            </p:cNvPr>
            <p:cNvSpPr>
              <a:spLocks/>
            </p:cNvSpPr>
            <p:nvPr/>
          </p:nvSpPr>
          <p:spPr bwMode="auto">
            <a:xfrm>
              <a:off x="3509" y="2345"/>
              <a:ext cx="97" cy="64"/>
            </a:xfrm>
            <a:custGeom>
              <a:avLst/>
              <a:gdLst>
                <a:gd name="T0" fmla="*/ 97 w 97"/>
                <a:gd name="T1" fmla="*/ 32 h 64"/>
                <a:gd name="T2" fmla="*/ 97 w 97"/>
                <a:gd name="T3" fmla="*/ 64 h 64"/>
                <a:gd name="T4" fmla="*/ 0 w 97"/>
                <a:gd name="T5" fmla="*/ 32 h 64"/>
                <a:gd name="T6" fmla="*/ 97 w 97"/>
                <a:gd name="T7" fmla="*/ 0 h 64"/>
                <a:gd name="T8" fmla="*/ 97 w 97"/>
                <a:gd name="T9" fmla="*/ 32 h 64"/>
              </a:gdLst>
              <a:ahLst/>
              <a:cxnLst>
                <a:cxn ang="0">
                  <a:pos x="T0" y="T1"/>
                </a:cxn>
                <a:cxn ang="0">
                  <a:pos x="T2" y="T3"/>
                </a:cxn>
                <a:cxn ang="0">
                  <a:pos x="T4" y="T5"/>
                </a:cxn>
                <a:cxn ang="0">
                  <a:pos x="T6" y="T7"/>
                </a:cxn>
                <a:cxn ang="0">
                  <a:pos x="T8" y="T9"/>
                </a:cxn>
              </a:cxnLst>
              <a:rect l="0" t="0" r="r" b="b"/>
              <a:pathLst>
                <a:path w="97" h="64">
                  <a:moveTo>
                    <a:pt x="97" y="32"/>
                  </a:moveTo>
                  <a:lnTo>
                    <a:pt x="97" y="64"/>
                  </a:lnTo>
                  <a:lnTo>
                    <a:pt x="0" y="32"/>
                  </a:lnTo>
                  <a:lnTo>
                    <a:pt x="97" y="0"/>
                  </a:lnTo>
                  <a:lnTo>
                    <a:pt x="97" y="32"/>
                  </a:lnTo>
                  <a:close/>
                </a:path>
              </a:pathLst>
            </a:custGeom>
            <a:solidFill>
              <a:srgbClr val="000000"/>
            </a:solidFill>
            <a:ln w="17463">
              <a:solidFill>
                <a:srgbClr val="000000"/>
              </a:solidFill>
              <a:prstDash val="solid"/>
              <a:round/>
              <a:headEnd/>
              <a:tailEnd/>
            </a:ln>
          </p:spPr>
          <p:txBody>
            <a:bodyPr/>
            <a:lstStyle/>
            <a:p>
              <a:endParaRPr lang="en-US"/>
            </a:p>
          </p:txBody>
        </p:sp>
        <p:sp>
          <p:nvSpPr>
            <p:cNvPr id="89192" name="Line 104">
              <a:extLst>
                <a:ext uri="{FF2B5EF4-FFF2-40B4-BE49-F238E27FC236}">
                  <a16:creationId xmlns:a16="http://schemas.microsoft.com/office/drawing/2014/main" id="{9BF7856E-32BB-7C98-0DAD-E72909E1AFBA}"/>
                </a:ext>
              </a:extLst>
            </p:cNvPr>
            <p:cNvSpPr>
              <a:spLocks noChangeShapeType="1"/>
            </p:cNvSpPr>
            <p:nvPr/>
          </p:nvSpPr>
          <p:spPr bwMode="auto">
            <a:xfrm>
              <a:off x="3617" y="2377"/>
              <a:ext cx="979" cy="1"/>
            </a:xfrm>
            <a:prstGeom prst="line">
              <a:avLst/>
            </a:prstGeom>
            <a:noFill/>
            <a:ln w="1746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9193" name="Rectangle 105">
              <a:extLst>
                <a:ext uri="{FF2B5EF4-FFF2-40B4-BE49-F238E27FC236}">
                  <a16:creationId xmlns:a16="http://schemas.microsoft.com/office/drawing/2014/main" id="{4BBB5196-91CF-A89B-E355-947B148D0206}"/>
                </a:ext>
              </a:extLst>
            </p:cNvPr>
            <p:cNvSpPr>
              <a:spLocks noChangeArrowheads="1"/>
            </p:cNvSpPr>
            <p:nvPr/>
          </p:nvSpPr>
          <p:spPr bwMode="auto">
            <a:xfrm>
              <a:off x="3738" y="2263"/>
              <a:ext cx="603"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l"/>
              <a:r>
                <a:rPr lang="en-US" altLang="en-US" sz="1400">
                  <a:solidFill>
                    <a:srgbClr val="000000"/>
                  </a:solidFill>
                  <a:latin typeface="Courier" charset="0"/>
                </a:rPr>
                <a:t>refresh()</a:t>
              </a:r>
              <a:endParaRPr lang="en-US" altLang="en-US" b="0">
                <a:solidFill>
                  <a:schemeClr val="tx1"/>
                </a:solidFill>
              </a:endParaRPr>
            </a:p>
          </p:txBody>
        </p:sp>
      </p:grpSp>
      <p:grpSp>
        <p:nvGrpSpPr>
          <p:cNvPr id="89245" name="Group 157">
            <a:extLst>
              <a:ext uri="{FF2B5EF4-FFF2-40B4-BE49-F238E27FC236}">
                <a16:creationId xmlns:a16="http://schemas.microsoft.com/office/drawing/2014/main" id="{5F8088CB-B3DD-3F5E-8E92-1FF82933C1B5}"/>
              </a:ext>
            </a:extLst>
          </p:cNvPr>
          <p:cNvGrpSpPr>
            <a:grpSpLocks/>
          </p:cNvGrpSpPr>
          <p:nvPr/>
        </p:nvGrpSpPr>
        <p:grpSpPr bwMode="auto">
          <a:xfrm>
            <a:off x="3521075" y="4019550"/>
            <a:ext cx="3724275" cy="231775"/>
            <a:chOff x="2218" y="2532"/>
            <a:chExt cx="2346" cy="146"/>
          </a:xfrm>
        </p:grpSpPr>
        <p:sp>
          <p:nvSpPr>
            <p:cNvPr id="89199" name="Freeform 111">
              <a:extLst>
                <a:ext uri="{FF2B5EF4-FFF2-40B4-BE49-F238E27FC236}">
                  <a16:creationId xmlns:a16="http://schemas.microsoft.com/office/drawing/2014/main" id="{F42665A2-0B1F-0DC5-87F9-0E8EB4BB7678}"/>
                </a:ext>
              </a:extLst>
            </p:cNvPr>
            <p:cNvSpPr>
              <a:spLocks/>
            </p:cNvSpPr>
            <p:nvPr/>
          </p:nvSpPr>
          <p:spPr bwMode="auto">
            <a:xfrm>
              <a:off x="4467" y="2614"/>
              <a:ext cx="97" cy="64"/>
            </a:xfrm>
            <a:custGeom>
              <a:avLst/>
              <a:gdLst>
                <a:gd name="T0" fmla="*/ 0 w 97"/>
                <a:gd name="T1" fmla="*/ 32 h 64"/>
                <a:gd name="T2" fmla="*/ 0 w 97"/>
                <a:gd name="T3" fmla="*/ 0 h 64"/>
                <a:gd name="T4" fmla="*/ 97 w 97"/>
                <a:gd name="T5" fmla="*/ 32 h 64"/>
                <a:gd name="T6" fmla="*/ 0 w 97"/>
                <a:gd name="T7" fmla="*/ 64 h 64"/>
                <a:gd name="T8" fmla="*/ 0 w 97"/>
                <a:gd name="T9" fmla="*/ 32 h 64"/>
              </a:gdLst>
              <a:ahLst/>
              <a:cxnLst>
                <a:cxn ang="0">
                  <a:pos x="T0" y="T1"/>
                </a:cxn>
                <a:cxn ang="0">
                  <a:pos x="T2" y="T3"/>
                </a:cxn>
                <a:cxn ang="0">
                  <a:pos x="T4" y="T5"/>
                </a:cxn>
                <a:cxn ang="0">
                  <a:pos x="T6" y="T7"/>
                </a:cxn>
                <a:cxn ang="0">
                  <a:pos x="T8" y="T9"/>
                </a:cxn>
              </a:cxnLst>
              <a:rect l="0" t="0" r="r" b="b"/>
              <a:pathLst>
                <a:path w="97" h="64">
                  <a:moveTo>
                    <a:pt x="0" y="32"/>
                  </a:moveTo>
                  <a:lnTo>
                    <a:pt x="0" y="0"/>
                  </a:lnTo>
                  <a:lnTo>
                    <a:pt x="97" y="32"/>
                  </a:lnTo>
                  <a:lnTo>
                    <a:pt x="0" y="64"/>
                  </a:lnTo>
                  <a:lnTo>
                    <a:pt x="0" y="32"/>
                  </a:lnTo>
                  <a:close/>
                </a:path>
              </a:pathLst>
            </a:custGeom>
            <a:solidFill>
              <a:srgbClr val="000000"/>
            </a:solidFill>
            <a:ln w="17463">
              <a:solidFill>
                <a:srgbClr val="000000"/>
              </a:solidFill>
              <a:prstDash val="solid"/>
              <a:round/>
              <a:headEnd/>
              <a:tailEnd/>
            </a:ln>
          </p:spPr>
          <p:txBody>
            <a:bodyPr/>
            <a:lstStyle/>
            <a:p>
              <a:endParaRPr lang="en-US"/>
            </a:p>
          </p:txBody>
        </p:sp>
        <p:sp>
          <p:nvSpPr>
            <p:cNvPr id="89200" name="Line 112">
              <a:extLst>
                <a:ext uri="{FF2B5EF4-FFF2-40B4-BE49-F238E27FC236}">
                  <a16:creationId xmlns:a16="http://schemas.microsoft.com/office/drawing/2014/main" id="{18D4DBEA-047D-1773-5BCD-061F558E3A47}"/>
                </a:ext>
              </a:extLst>
            </p:cNvPr>
            <p:cNvSpPr>
              <a:spLocks noChangeShapeType="1"/>
            </p:cNvSpPr>
            <p:nvPr/>
          </p:nvSpPr>
          <p:spPr bwMode="auto">
            <a:xfrm>
              <a:off x="2218" y="2646"/>
              <a:ext cx="2238" cy="1"/>
            </a:xfrm>
            <a:prstGeom prst="line">
              <a:avLst/>
            </a:prstGeom>
            <a:noFill/>
            <a:ln w="1746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9201" name="Rectangle 113">
              <a:extLst>
                <a:ext uri="{FF2B5EF4-FFF2-40B4-BE49-F238E27FC236}">
                  <a16:creationId xmlns:a16="http://schemas.microsoft.com/office/drawing/2014/main" id="{EC52890B-A6F8-6BCA-D370-30962BF3D532}"/>
                </a:ext>
              </a:extLst>
            </p:cNvPr>
            <p:cNvSpPr>
              <a:spLocks noChangeArrowheads="1"/>
            </p:cNvSpPr>
            <p:nvPr/>
          </p:nvSpPr>
          <p:spPr bwMode="auto">
            <a:xfrm>
              <a:off x="3544" y="2532"/>
              <a:ext cx="1005"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l"/>
              <a:r>
                <a:rPr lang="en-US" altLang="en-US" sz="1400">
                  <a:solidFill>
                    <a:srgbClr val="000000"/>
                  </a:solidFill>
                  <a:latin typeface="Courier" charset="0"/>
                </a:rPr>
                <a:t>commitNewTime()</a:t>
              </a:r>
              <a:endParaRPr lang="en-US" altLang="en-US" b="0">
                <a:solidFill>
                  <a:schemeClr val="tx1"/>
                </a:solidFill>
              </a:endParaRPr>
            </a:p>
          </p:txBody>
        </p:sp>
      </p:grpSp>
      <p:grpSp>
        <p:nvGrpSpPr>
          <p:cNvPr id="89232" name="Group 144">
            <a:extLst>
              <a:ext uri="{FF2B5EF4-FFF2-40B4-BE49-F238E27FC236}">
                <a16:creationId xmlns:a16="http://schemas.microsoft.com/office/drawing/2014/main" id="{6652C88A-741C-0B91-20BB-A1630B119097}"/>
              </a:ext>
            </a:extLst>
          </p:cNvPr>
          <p:cNvGrpSpPr>
            <a:grpSpLocks/>
          </p:cNvGrpSpPr>
          <p:nvPr/>
        </p:nvGrpSpPr>
        <p:grpSpPr bwMode="auto">
          <a:xfrm>
            <a:off x="6596063" y="1706563"/>
            <a:ext cx="1604962" cy="392112"/>
            <a:chOff x="4155" y="1075"/>
            <a:chExt cx="1011" cy="247"/>
          </a:xfrm>
        </p:grpSpPr>
        <p:sp>
          <p:nvSpPr>
            <p:cNvPr id="89102" name="Rectangle 14">
              <a:extLst>
                <a:ext uri="{FF2B5EF4-FFF2-40B4-BE49-F238E27FC236}">
                  <a16:creationId xmlns:a16="http://schemas.microsoft.com/office/drawing/2014/main" id="{5A4770A5-7A29-59C2-93FD-A65D2CA58910}"/>
                </a:ext>
              </a:extLst>
            </p:cNvPr>
            <p:cNvSpPr>
              <a:spLocks noChangeArrowheads="1"/>
            </p:cNvSpPr>
            <p:nvPr/>
          </p:nvSpPr>
          <p:spPr bwMode="auto">
            <a:xfrm>
              <a:off x="4155" y="1075"/>
              <a:ext cx="1011" cy="247"/>
            </a:xfrm>
            <a:prstGeom prst="rect">
              <a:avLst/>
            </a:prstGeom>
            <a:noFill/>
            <a:ln w="17463">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89103" name="Rectangle 15">
              <a:extLst>
                <a:ext uri="{FF2B5EF4-FFF2-40B4-BE49-F238E27FC236}">
                  <a16:creationId xmlns:a16="http://schemas.microsoft.com/office/drawing/2014/main" id="{E45FB90D-7DCA-C095-9F1E-03BE6A659E53}"/>
                </a:ext>
              </a:extLst>
            </p:cNvPr>
            <p:cNvSpPr>
              <a:spLocks noChangeArrowheads="1"/>
            </p:cNvSpPr>
            <p:nvPr/>
          </p:nvSpPr>
          <p:spPr bwMode="auto">
            <a:xfrm>
              <a:off x="4498" y="1155"/>
              <a:ext cx="335"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l"/>
              <a:r>
                <a:rPr lang="en-US" altLang="en-US" sz="1400">
                  <a:solidFill>
                    <a:srgbClr val="000000"/>
                  </a:solidFill>
                  <a:latin typeface="Courier" charset="0"/>
                </a:rPr>
                <a:t>:Time</a:t>
              </a:r>
              <a:endParaRPr lang="en-US" altLang="en-US" b="0">
                <a:solidFill>
                  <a:schemeClr val="tx1"/>
                </a:solidFill>
              </a:endParaRPr>
            </a:p>
          </p:txBody>
        </p:sp>
        <p:sp>
          <p:nvSpPr>
            <p:cNvPr id="89104" name="Line 16">
              <a:extLst>
                <a:ext uri="{FF2B5EF4-FFF2-40B4-BE49-F238E27FC236}">
                  <a16:creationId xmlns:a16="http://schemas.microsoft.com/office/drawing/2014/main" id="{23A336DC-AF8D-2E0C-8B6F-8796C31E3C4A}"/>
                </a:ext>
              </a:extLst>
            </p:cNvPr>
            <p:cNvSpPr>
              <a:spLocks noChangeShapeType="1"/>
            </p:cNvSpPr>
            <p:nvPr/>
          </p:nvSpPr>
          <p:spPr bwMode="auto">
            <a:xfrm>
              <a:off x="4488" y="1258"/>
              <a:ext cx="323" cy="1"/>
            </a:xfrm>
            <a:prstGeom prst="line">
              <a:avLst/>
            </a:prstGeom>
            <a:noFill/>
            <a:ln w="1746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89247" name="Group 159">
            <a:extLst>
              <a:ext uri="{FF2B5EF4-FFF2-40B4-BE49-F238E27FC236}">
                <a16:creationId xmlns:a16="http://schemas.microsoft.com/office/drawing/2014/main" id="{D17286BA-ED68-FD2E-01A4-E153BA8CA4DE}"/>
              </a:ext>
            </a:extLst>
          </p:cNvPr>
          <p:cNvGrpSpPr>
            <a:grpSpLocks/>
          </p:cNvGrpSpPr>
          <p:nvPr/>
        </p:nvGrpSpPr>
        <p:grpSpPr bwMode="auto">
          <a:xfrm>
            <a:off x="7381875" y="2098675"/>
            <a:ext cx="1588" cy="3979863"/>
            <a:chOff x="4650" y="1322"/>
            <a:chExt cx="1" cy="2507"/>
          </a:xfrm>
        </p:grpSpPr>
        <p:sp>
          <p:nvSpPr>
            <p:cNvPr id="89144" name="Line 56">
              <a:extLst>
                <a:ext uri="{FF2B5EF4-FFF2-40B4-BE49-F238E27FC236}">
                  <a16:creationId xmlns:a16="http://schemas.microsoft.com/office/drawing/2014/main" id="{A3180122-A5D4-EE32-7DE8-05F43FAA037C}"/>
                </a:ext>
              </a:extLst>
            </p:cNvPr>
            <p:cNvSpPr>
              <a:spLocks noChangeShapeType="1"/>
            </p:cNvSpPr>
            <p:nvPr/>
          </p:nvSpPr>
          <p:spPr bwMode="auto">
            <a:xfrm>
              <a:off x="4650" y="1322"/>
              <a:ext cx="1" cy="44"/>
            </a:xfrm>
            <a:prstGeom prst="line">
              <a:avLst/>
            </a:prstGeom>
            <a:noFill/>
            <a:ln w="1746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9145" name="Line 57">
              <a:extLst>
                <a:ext uri="{FF2B5EF4-FFF2-40B4-BE49-F238E27FC236}">
                  <a16:creationId xmlns:a16="http://schemas.microsoft.com/office/drawing/2014/main" id="{D1FE83F8-5B75-36B6-7790-3704C6B2BD5C}"/>
                </a:ext>
              </a:extLst>
            </p:cNvPr>
            <p:cNvSpPr>
              <a:spLocks noChangeShapeType="1"/>
            </p:cNvSpPr>
            <p:nvPr/>
          </p:nvSpPr>
          <p:spPr bwMode="auto">
            <a:xfrm>
              <a:off x="4650" y="1430"/>
              <a:ext cx="1" cy="75"/>
            </a:xfrm>
            <a:prstGeom prst="line">
              <a:avLst/>
            </a:prstGeom>
            <a:noFill/>
            <a:ln w="1746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9146" name="Line 58">
              <a:extLst>
                <a:ext uri="{FF2B5EF4-FFF2-40B4-BE49-F238E27FC236}">
                  <a16:creationId xmlns:a16="http://schemas.microsoft.com/office/drawing/2014/main" id="{9B07DD73-E404-9087-B768-F607528BDF8E}"/>
                </a:ext>
              </a:extLst>
            </p:cNvPr>
            <p:cNvSpPr>
              <a:spLocks noChangeShapeType="1"/>
            </p:cNvSpPr>
            <p:nvPr/>
          </p:nvSpPr>
          <p:spPr bwMode="auto">
            <a:xfrm>
              <a:off x="4650" y="1581"/>
              <a:ext cx="1" cy="75"/>
            </a:xfrm>
            <a:prstGeom prst="line">
              <a:avLst/>
            </a:prstGeom>
            <a:noFill/>
            <a:ln w="1746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9147" name="Line 59">
              <a:extLst>
                <a:ext uri="{FF2B5EF4-FFF2-40B4-BE49-F238E27FC236}">
                  <a16:creationId xmlns:a16="http://schemas.microsoft.com/office/drawing/2014/main" id="{47FCE048-4C6D-444D-DF5C-C6A5597BA5B8}"/>
                </a:ext>
              </a:extLst>
            </p:cNvPr>
            <p:cNvSpPr>
              <a:spLocks noChangeShapeType="1"/>
            </p:cNvSpPr>
            <p:nvPr/>
          </p:nvSpPr>
          <p:spPr bwMode="auto">
            <a:xfrm>
              <a:off x="4650" y="1721"/>
              <a:ext cx="1" cy="86"/>
            </a:xfrm>
            <a:prstGeom prst="line">
              <a:avLst/>
            </a:prstGeom>
            <a:noFill/>
            <a:ln w="1746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9148" name="Line 60">
              <a:extLst>
                <a:ext uri="{FF2B5EF4-FFF2-40B4-BE49-F238E27FC236}">
                  <a16:creationId xmlns:a16="http://schemas.microsoft.com/office/drawing/2014/main" id="{89E15F6D-DD3F-A726-410F-997F3D8FEE6A}"/>
                </a:ext>
              </a:extLst>
            </p:cNvPr>
            <p:cNvSpPr>
              <a:spLocks noChangeShapeType="1"/>
            </p:cNvSpPr>
            <p:nvPr/>
          </p:nvSpPr>
          <p:spPr bwMode="auto">
            <a:xfrm>
              <a:off x="4650" y="1871"/>
              <a:ext cx="1" cy="75"/>
            </a:xfrm>
            <a:prstGeom prst="line">
              <a:avLst/>
            </a:prstGeom>
            <a:noFill/>
            <a:ln w="1746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9149" name="Line 61">
              <a:extLst>
                <a:ext uri="{FF2B5EF4-FFF2-40B4-BE49-F238E27FC236}">
                  <a16:creationId xmlns:a16="http://schemas.microsoft.com/office/drawing/2014/main" id="{F77D8A51-862B-0E3F-1A08-B313BFA29D8D}"/>
                </a:ext>
              </a:extLst>
            </p:cNvPr>
            <p:cNvSpPr>
              <a:spLocks noChangeShapeType="1"/>
            </p:cNvSpPr>
            <p:nvPr/>
          </p:nvSpPr>
          <p:spPr bwMode="auto">
            <a:xfrm>
              <a:off x="4650" y="2022"/>
              <a:ext cx="1" cy="75"/>
            </a:xfrm>
            <a:prstGeom prst="line">
              <a:avLst/>
            </a:prstGeom>
            <a:noFill/>
            <a:ln w="1746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9150" name="Line 62">
              <a:extLst>
                <a:ext uri="{FF2B5EF4-FFF2-40B4-BE49-F238E27FC236}">
                  <a16:creationId xmlns:a16="http://schemas.microsoft.com/office/drawing/2014/main" id="{1843F7BE-A39E-8962-0A37-EE5E799DB032}"/>
                </a:ext>
              </a:extLst>
            </p:cNvPr>
            <p:cNvSpPr>
              <a:spLocks noChangeShapeType="1"/>
            </p:cNvSpPr>
            <p:nvPr/>
          </p:nvSpPr>
          <p:spPr bwMode="auto">
            <a:xfrm>
              <a:off x="4650" y="2172"/>
              <a:ext cx="1" cy="76"/>
            </a:xfrm>
            <a:prstGeom prst="line">
              <a:avLst/>
            </a:prstGeom>
            <a:noFill/>
            <a:ln w="1746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9151" name="Line 63">
              <a:extLst>
                <a:ext uri="{FF2B5EF4-FFF2-40B4-BE49-F238E27FC236}">
                  <a16:creationId xmlns:a16="http://schemas.microsoft.com/office/drawing/2014/main" id="{4C8A9063-1441-12D7-3D9B-8771E7D21E5E}"/>
                </a:ext>
              </a:extLst>
            </p:cNvPr>
            <p:cNvSpPr>
              <a:spLocks noChangeShapeType="1"/>
            </p:cNvSpPr>
            <p:nvPr/>
          </p:nvSpPr>
          <p:spPr bwMode="auto">
            <a:xfrm>
              <a:off x="4650" y="2312"/>
              <a:ext cx="1" cy="86"/>
            </a:xfrm>
            <a:prstGeom prst="line">
              <a:avLst/>
            </a:prstGeom>
            <a:noFill/>
            <a:ln w="1746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9152" name="Line 64">
              <a:extLst>
                <a:ext uri="{FF2B5EF4-FFF2-40B4-BE49-F238E27FC236}">
                  <a16:creationId xmlns:a16="http://schemas.microsoft.com/office/drawing/2014/main" id="{22D62C18-215E-F7CF-36C4-3409D4B21A6D}"/>
                </a:ext>
              </a:extLst>
            </p:cNvPr>
            <p:cNvSpPr>
              <a:spLocks noChangeShapeType="1"/>
            </p:cNvSpPr>
            <p:nvPr/>
          </p:nvSpPr>
          <p:spPr bwMode="auto">
            <a:xfrm>
              <a:off x="4650" y="2463"/>
              <a:ext cx="1" cy="75"/>
            </a:xfrm>
            <a:prstGeom prst="line">
              <a:avLst/>
            </a:prstGeom>
            <a:noFill/>
            <a:ln w="1746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9153" name="Line 65">
              <a:extLst>
                <a:ext uri="{FF2B5EF4-FFF2-40B4-BE49-F238E27FC236}">
                  <a16:creationId xmlns:a16="http://schemas.microsoft.com/office/drawing/2014/main" id="{BCE23F6E-E783-48E8-1895-D7000BAA7BF1}"/>
                </a:ext>
              </a:extLst>
            </p:cNvPr>
            <p:cNvSpPr>
              <a:spLocks noChangeShapeType="1"/>
            </p:cNvSpPr>
            <p:nvPr/>
          </p:nvSpPr>
          <p:spPr bwMode="auto">
            <a:xfrm>
              <a:off x="4650" y="2614"/>
              <a:ext cx="1" cy="75"/>
            </a:xfrm>
            <a:prstGeom prst="line">
              <a:avLst/>
            </a:prstGeom>
            <a:noFill/>
            <a:ln w="1746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9154" name="Line 66">
              <a:extLst>
                <a:ext uri="{FF2B5EF4-FFF2-40B4-BE49-F238E27FC236}">
                  <a16:creationId xmlns:a16="http://schemas.microsoft.com/office/drawing/2014/main" id="{93951352-23CC-2ADA-3854-3015136D3B5A}"/>
                </a:ext>
              </a:extLst>
            </p:cNvPr>
            <p:cNvSpPr>
              <a:spLocks noChangeShapeType="1"/>
            </p:cNvSpPr>
            <p:nvPr/>
          </p:nvSpPr>
          <p:spPr bwMode="auto">
            <a:xfrm>
              <a:off x="4650" y="2785"/>
              <a:ext cx="1" cy="86"/>
            </a:xfrm>
            <a:prstGeom prst="line">
              <a:avLst/>
            </a:prstGeom>
            <a:noFill/>
            <a:ln w="1746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9155" name="Line 67">
              <a:extLst>
                <a:ext uri="{FF2B5EF4-FFF2-40B4-BE49-F238E27FC236}">
                  <a16:creationId xmlns:a16="http://schemas.microsoft.com/office/drawing/2014/main" id="{3E773929-DBD4-9150-3983-00D73D6F3633}"/>
                </a:ext>
              </a:extLst>
            </p:cNvPr>
            <p:cNvSpPr>
              <a:spLocks noChangeShapeType="1"/>
            </p:cNvSpPr>
            <p:nvPr/>
          </p:nvSpPr>
          <p:spPr bwMode="auto">
            <a:xfrm>
              <a:off x="4650" y="2904"/>
              <a:ext cx="1" cy="75"/>
            </a:xfrm>
            <a:prstGeom prst="line">
              <a:avLst/>
            </a:prstGeom>
            <a:noFill/>
            <a:ln w="1746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9156" name="Line 68">
              <a:extLst>
                <a:ext uri="{FF2B5EF4-FFF2-40B4-BE49-F238E27FC236}">
                  <a16:creationId xmlns:a16="http://schemas.microsoft.com/office/drawing/2014/main" id="{E6144DB3-DE0E-D8F0-01F0-DC57630C846F}"/>
                </a:ext>
              </a:extLst>
            </p:cNvPr>
            <p:cNvSpPr>
              <a:spLocks noChangeShapeType="1"/>
            </p:cNvSpPr>
            <p:nvPr/>
          </p:nvSpPr>
          <p:spPr bwMode="auto">
            <a:xfrm>
              <a:off x="4650" y="3055"/>
              <a:ext cx="1" cy="75"/>
            </a:xfrm>
            <a:prstGeom prst="line">
              <a:avLst/>
            </a:prstGeom>
            <a:noFill/>
            <a:ln w="1746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9157" name="Line 69">
              <a:extLst>
                <a:ext uri="{FF2B5EF4-FFF2-40B4-BE49-F238E27FC236}">
                  <a16:creationId xmlns:a16="http://schemas.microsoft.com/office/drawing/2014/main" id="{EC18A775-0D2A-405C-6FD0-37EA8C1CED05}"/>
                </a:ext>
              </a:extLst>
            </p:cNvPr>
            <p:cNvSpPr>
              <a:spLocks noChangeShapeType="1"/>
            </p:cNvSpPr>
            <p:nvPr/>
          </p:nvSpPr>
          <p:spPr bwMode="auto">
            <a:xfrm>
              <a:off x="4650" y="3194"/>
              <a:ext cx="1" cy="87"/>
            </a:xfrm>
            <a:prstGeom prst="line">
              <a:avLst/>
            </a:prstGeom>
            <a:noFill/>
            <a:ln w="1746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9158" name="Line 70">
              <a:extLst>
                <a:ext uri="{FF2B5EF4-FFF2-40B4-BE49-F238E27FC236}">
                  <a16:creationId xmlns:a16="http://schemas.microsoft.com/office/drawing/2014/main" id="{1402C1AC-DE40-F60D-68D9-02D76F31053A}"/>
                </a:ext>
              </a:extLst>
            </p:cNvPr>
            <p:cNvSpPr>
              <a:spLocks noChangeShapeType="1"/>
            </p:cNvSpPr>
            <p:nvPr/>
          </p:nvSpPr>
          <p:spPr bwMode="auto">
            <a:xfrm>
              <a:off x="4650" y="3345"/>
              <a:ext cx="1" cy="75"/>
            </a:xfrm>
            <a:prstGeom prst="line">
              <a:avLst/>
            </a:prstGeom>
            <a:noFill/>
            <a:ln w="1746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9159" name="Line 71">
              <a:extLst>
                <a:ext uri="{FF2B5EF4-FFF2-40B4-BE49-F238E27FC236}">
                  <a16:creationId xmlns:a16="http://schemas.microsoft.com/office/drawing/2014/main" id="{CCE1A9F8-B98F-6C3D-E1E0-5401267FBC79}"/>
                </a:ext>
              </a:extLst>
            </p:cNvPr>
            <p:cNvSpPr>
              <a:spLocks noChangeShapeType="1"/>
            </p:cNvSpPr>
            <p:nvPr/>
          </p:nvSpPr>
          <p:spPr bwMode="auto">
            <a:xfrm>
              <a:off x="4650" y="3496"/>
              <a:ext cx="1" cy="75"/>
            </a:xfrm>
            <a:prstGeom prst="line">
              <a:avLst/>
            </a:prstGeom>
            <a:noFill/>
            <a:ln w="1746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9160" name="Line 72">
              <a:extLst>
                <a:ext uri="{FF2B5EF4-FFF2-40B4-BE49-F238E27FC236}">
                  <a16:creationId xmlns:a16="http://schemas.microsoft.com/office/drawing/2014/main" id="{C0250057-3046-CB6D-02FE-578D50EFDE76}"/>
                </a:ext>
              </a:extLst>
            </p:cNvPr>
            <p:cNvSpPr>
              <a:spLocks noChangeShapeType="1"/>
            </p:cNvSpPr>
            <p:nvPr/>
          </p:nvSpPr>
          <p:spPr bwMode="auto">
            <a:xfrm>
              <a:off x="4650" y="3636"/>
              <a:ext cx="1" cy="86"/>
            </a:xfrm>
            <a:prstGeom prst="line">
              <a:avLst/>
            </a:prstGeom>
            <a:noFill/>
            <a:ln w="1746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9161" name="Line 73">
              <a:extLst>
                <a:ext uri="{FF2B5EF4-FFF2-40B4-BE49-F238E27FC236}">
                  <a16:creationId xmlns:a16="http://schemas.microsoft.com/office/drawing/2014/main" id="{33C7A083-6581-3D28-882E-3D68E9E32FBE}"/>
                </a:ext>
              </a:extLst>
            </p:cNvPr>
            <p:cNvSpPr>
              <a:spLocks noChangeShapeType="1"/>
            </p:cNvSpPr>
            <p:nvPr/>
          </p:nvSpPr>
          <p:spPr bwMode="auto">
            <a:xfrm>
              <a:off x="4650" y="3786"/>
              <a:ext cx="1" cy="43"/>
            </a:xfrm>
            <a:prstGeom prst="line">
              <a:avLst/>
            </a:prstGeom>
            <a:noFill/>
            <a:ln w="1746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89248" name="Group 160">
            <a:extLst>
              <a:ext uri="{FF2B5EF4-FFF2-40B4-BE49-F238E27FC236}">
                <a16:creationId xmlns:a16="http://schemas.microsoft.com/office/drawing/2014/main" id="{AB38A893-70B7-79C0-3F96-1AE25A40279A}"/>
              </a:ext>
            </a:extLst>
          </p:cNvPr>
          <p:cNvGrpSpPr>
            <a:grpSpLocks/>
          </p:cNvGrpSpPr>
          <p:nvPr/>
        </p:nvGrpSpPr>
        <p:grpSpPr bwMode="auto">
          <a:xfrm>
            <a:off x="3538538" y="3302000"/>
            <a:ext cx="3848100" cy="231775"/>
            <a:chOff x="2229" y="2080"/>
            <a:chExt cx="2424" cy="146"/>
          </a:xfrm>
        </p:grpSpPr>
        <p:grpSp>
          <p:nvGrpSpPr>
            <p:cNvPr id="89240" name="Group 152">
              <a:extLst>
                <a:ext uri="{FF2B5EF4-FFF2-40B4-BE49-F238E27FC236}">
                  <a16:creationId xmlns:a16="http://schemas.microsoft.com/office/drawing/2014/main" id="{F99963D7-F08C-327D-BDA1-B91C0EFC2E3F}"/>
                </a:ext>
              </a:extLst>
            </p:cNvPr>
            <p:cNvGrpSpPr>
              <a:grpSpLocks/>
            </p:cNvGrpSpPr>
            <p:nvPr/>
          </p:nvGrpSpPr>
          <p:grpSpPr bwMode="auto">
            <a:xfrm>
              <a:off x="2229" y="2080"/>
              <a:ext cx="2424" cy="134"/>
              <a:chOff x="2229" y="2080"/>
              <a:chExt cx="2424" cy="134"/>
            </a:xfrm>
          </p:grpSpPr>
          <p:sp>
            <p:nvSpPr>
              <p:cNvPr id="89185" name="Line 97">
                <a:extLst>
                  <a:ext uri="{FF2B5EF4-FFF2-40B4-BE49-F238E27FC236}">
                    <a16:creationId xmlns:a16="http://schemas.microsoft.com/office/drawing/2014/main" id="{D8177592-3CC1-D3C3-8908-F8B662CB26A2}"/>
                  </a:ext>
                </a:extLst>
              </p:cNvPr>
              <p:cNvSpPr>
                <a:spLocks noChangeShapeType="1"/>
              </p:cNvSpPr>
              <p:nvPr/>
            </p:nvSpPr>
            <p:spPr bwMode="auto">
              <a:xfrm>
                <a:off x="2229" y="2194"/>
                <a:ext cx="2238" cy="1"/>
              </a:xfrm>
              <a:prstGeom prst="line">
                <a:avLst/>
              </a:prstGeom>
              <a:noFill/>
              <a:ln w="1746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9186" name="Rectangle 98">
                <a:extLst>
                  <a:ext uri="{FF2B5EF4-FFF2-40B4-BE49-F238E27FC236}">
                    <a16:creationId xmlns:a16="http://schemas.microsoft.com/office/drawing/2014/main" id="{3CD51C70-70E7-EB5B-ECBC-4103E59BFCFF}"/>
                  </a:ext>
                </a:extLst>
              </p:cNvPr>
              <p:cNvSpPr>
                <a:spLocks noChangeArrowheads="1"/>
              </p:cNvSpPr>
              <p:nvPr/>
            </p:nvSpPr>
            <p:spPr bwMode="auto">
              <a:xfrm>
                <a:off x="3447" y="2080"/>
                <a:ext cx="1206"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l"/>
                <a:r>
                  <a:rPr lang="en-US" altLang="en-US" sz="1400">
                    <a:solidFill>
                      <a:srgbClr val="000000"/>
                    </a:solidFill>
                    <a:latin typeface="Courier" charset="0"/>
                  </a:rPr>
                  <a:t>incrementMinutes()</a:t>
                </a:r>
                <a:endParaRPr lang="en-US" altLang="en-US" b="0">
                  <a:solidFill>
                    <a:schemeClr val="tx1"/>
                  </a:solidFill>
                </a:endParaRPr>
              </a:p>
            </p:txBody>
          </p:sp>
        </p:grpSp>
        <p:sp>
          <p:nvSpPr>
            <p:cNvPr id="89184" name="Freeform 96">
              <a:extLst>
                <a:ext uri="{FF2B5EF4-FFF2-40B4-BE49-F238E27FC236}">
                  <a16:creationId xmlns:a16="http://schemas.microsoft.com/office/drawing/2014/main" id="{703B87E2-43B5-5454-5956-4FCB26D7BA05}"/>
                </a:ext>
              </a:extLst>
            </p:cNvPr>
            <p:cNvSpPr>
              <a:spLocks/>
            </p:cNvSpPr>
            <p:nvPr/>
          </p:nvSpPr>
          <p:spPr bwMode="auto">
            <a:xfrm>
              <a:off x="4478" y="2162"/>
              <a:ext cx="96" cy="64"/>
            </a:xfrm>
            <a:custGeom>
              <a:avLst/>
              <a:gdLst>
                <a:gd name="T0" fmla="*/ 0 w 96"/>
                <a:gd name="T1" fmla="*/ 32 h 64"/>
                <a:gd name="T2" fmla="*/ 0 w 96"/>
                <a:gd name="T3" fmla="*/ 0 h 64"/>
                <a:gd name="T4" fmla="*/ 96 w 96"/>
                <a:gd name="T5" fmla="*/ 32 h 64"/>
                <a:gd name="T6" fmla="*/ 0 w 96"/>
                <a:gd name="T7" fmla="*/ 64 h 64"/>
                <a:gd name="T8" fmla="*/ 0 w 96"/>
                <a:gd name="T9" fmla="*/ 32 h 64"/>
              </a:gdLst>
              <a:ahLst/>
              <a:cxnLst>
                <a:cxn ang="0">
                  <a:pos x="T0" y="T1"/>
                </a:cxn>
                <a:cxn ang="0">
                  <a:pos x="T2" y="T3"/>
                </a:cxn>
                <a:cxn ang="0">
                  <a:pos x="T4" y="T5"/>
                </a:cxn>
                <a:cxn ang="0">
                  <a:pos x="T6" y="T7"/>
                </a:cxn>
                <a:cxn ang="0">
                  <a:pos x="T8" y="T9"/>
                </a:cxn>
              </a:cxnLst>
              <a:rect l="0" t="0" r="r" b="b"/>
              <a:pathLst>
                <a:path w="96" h="64">
                  <a:moveTo>
                    <a:pt x="0" y="32"/>
                  </a:moveTo>
                  <a:lnTo>
                    <a:pt x="0" y="0"/>
                  </a:lnTo>
                  <a:lnTo>
                    <a:pt x="96" y="32"/>
                  </a:lnTo>
                  <a:lnTo>
                    <a:pt x="0" y="64"/>
                  </a:lnTo>
                  <a:lnTo>
                    <a:pt x="0" y="32"/>
                  </a:lnTo>
                  <a:close/>
                </a:path>
              </a:pathLst>
            </a:custGeom>
            <a:solidFill>
              <a:srgbClr val="000000"/>
            </a:solidFill>
            <a:ln w="17463">
              <a:solidFill>
                <a:srgbClr val="000000"/>
              </a:solidFill>
              <a:prstDash val="solid"/>
              <a:round/>
              <a:headEnd/>
              <a:tailEnd/>
            </a:ln>
          </p:spPr>
          <p:txBody>
            <a:bodyPr/>
            <a:lstStyle/>
            <a:p>
              <a:endParaRPr lang="en-US"/>
            </a:p>
          </p:txBody>
        </p:sp>
      </p:grpSp>
      <p:sp>
        <p:nvSpPr>
          <p:cNvPr id="89204" name="Rectangle 116">
            <a:extLst>
              <a:ext uri="{FF2B5EF4-FFF2-40B4-BE49-F238E27FC236}">
                <a16:creationId xmlns:a16="http://schemas.microsoft.com/office/drawing/2014/main" id="{4C42C5C6-DBFF-FFEE-AEA9-F417607EE758}"/>
              </a:ext>
            </a:extLst>
          </p:cNvPr>
          <p:cNvSpPr>
            <a:spLocks noChangeArrowheads="1"/>
          </p:cNvSpPr>
          <p:nvPr/>
        </p:nvSpPr>
        <p:spPr bwMode="auto">
          <a:xfrm>
            <a:off x="7278688" y="4183063"/>
            <a:ext cx="187325" cy="2222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a:p>
        </p:txBody>
      </p:sp>
      <p:sp>
        <p:nvSpPr>
          <p:cNvPr id="89205" name="Rectangle 117">
            <a:extLst>
              <a:ext uri="{FF2B5EF4-FFF2-40B4-BE49-F238E27FC236}">
                <a16:creationId xmlns:a16="http://schemas.microsoft.com/office/drawing/2014/main" id="{E828DA85-BB6B-4BD3-B9A6-68DCA4C3DA95}"/>
              </a:ext>
            </a:extLst>
          </p:cNvPr>
          <p:cNvSpPr>
            <a:spLocks noChangeArrowheads="1"/>
          </p:cNvSpPr>
          <p:nvPr/>
        </p:nvSpPr>
        <p:spPr bwMode="auto">
          <a:xfrm>
            <a:off x="7278688" y="4183063"/>
            <a:ext cx="204787" cy="239712"/>
          </a:xfrm>
          <a:prstGeom prst="rect">
            <a:avLst/>
          </a:prstGeom>
          <a:noFill/>
          <a:ln w="17463">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nvGrpSpPr>
          <p:cNvPr id="89246" name="Group 158">
            <a:extLst>
              <a:ext uri="{FF2B5EF4-FFF2-40B4-BE49-F238E27FC236}">
                <a16:creationId xmlns:a16="http://schemas.microsoft.com/office/drawing/2014/main" id="{5F773F23-B387-117F-EBB1-E798E5739469}"/>
              </a:ext>
            </a:extLst>
          </p:cNvPr>
          <p:cNvGrpSpPr>
            <a:grpSpLocks/>
          </p:cNvGrpSpPr>
          <p:nvPr/>
        </p:nvGrpSpPr>
        <p:grpSpPr bwMode="auto">
          <a:xfrm>
            <a:off x="3556000" y="4310063"/>
            <a:ext cx="1946275" cy="368300"/>
            <a:chOff x="2240" y="2715"/>
            <a:chExt cx="1226" cy="232"/>
          </a:xfrm>
        </p:grpSpPr>
        <p:sp>
          <p:nvSpPr>
            <p:cNvPr id="89202" name="Rectangle 114">
              <a:extLst>
                <a:ext uri="{FF2B5EF4-FFF2-40B4-BE49-F238E27FC236}">
                  <a16:creationId xmlns:a16="http://schemas.microsoft.com/office/drawing/2014/main" id="{4A1E7130-9E54-65E8-9BBA-69D2E130A49A}"/>
                </a:ext>
              </a:extLst>
            </p:cNvPr>
            <p:cNvSpPr>
              <a:spLocks noChangeArrowheads="1"/>
            </p:cNvSpPr>
            <p:nvPr/>
          </p:nvSpPr>
          <p:spPr bwMode="auto">
            <a:xfrm>
              <a:off x="3337" y="2796"/>
              <a:ext cx="119" cy="14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a:p>
          </p:txBody>
        </p:sp>
        <p:sp>
          <p:nvSpPr>
            <p:cNvPr id="89203" name="Rectangle 115">
              <a:extLst>
                <a:ext uri="{FF2B5EF4-FFF2-40B4-BE49-F238E27FC236}">
                  <a16:creationId xmlns:a16="http://schemas.microsoft.com/office/drawing/2014/main" id="{9FDC66A8-0876-8033-AE47-2D7B69CD7A3C}"/>
                </a:ext>
              </a:extLst>
            </p:cNvPr>
            <p:cNvSpPr>
              <a:spLocks noChangeArrowheads="1"/>
            </p:cNvSpPr>
            <p:nvPr/>
          </p:nvSpPr>
          <p:spPr bwMode="auto">
            <a:xfrm>
              <a:off x="3337" y="2796"/>
              <a:ext cx="129" cy="151"/>
            </a:xfrm>
            <a:prstGeom prst="rect">
              <a:avLst/>
            </a:prstGeom>
            <a:noFill/>
            <a:ln w="17463">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89206" name="Freeform 118">
              <a:extLst>
                <a:ext uri="{FF2B5EF4-FFF2-40B4-BE49-F238E27FC236}">
                  <a16:creationId xmlns:a16="http://schemas.microsoft.com/office/drawing/2014/main" id="{0F206713-28CE-CA93-3531-C55065B42263}"/>
                </a:ext>
              </a:extLst>
            </p:cNvPr>
            <p:cNvSpPr>
              <a:spLocks/>
            </p:cNvSpPr>
            <p:nvPr/>
          </p:nvSpPr>
          <p:spPr bwMode="auto">
            <a:xfrm>
              <a:off x="3240" y="2796"/>
              <a:ext cx="97" cy="65"/>
            </a:xfrm>
            <a:custGeom>
              <a:avLst/>
              <a:gdLst>
                <a:gd name="T0" fmla="*/ 0 w 97"/>
                <a:gd name="T1" fmla="*/ 33 h 65"/>
                <a:gd name="T2" fmla="*/ 0 w 97"/>
                <a:gd name="T3" fmla="*/ 0 h 65"/>
                <a:gd name="T4" fmla="*/ 97 w 97"/>
                <a:gd name="T5" fmla="*/ 33 h 65"/>
                <a:gd name="T6" fmla="*/ 0 w 97"/>
                <a:gd name="T7" fmla="*/ 65 h 65"/>
                <a:gd name="T8" fmla="*/ 0 w 97"/>
                <a:gd name="T9" fmla="*/ 33 h 65"/>
              </a:gdLst>
              <a:ahLst/>
              <a:cxnLst>
                <a:cxn ang="0">
                  <a:pos x="T0" y="T1"/>
                </a:cxn>
                <a:cxn ang="0">
                  <a:pos x="T2" y="T3"/>
                </a:cxn>
                <a:cxn ang="0">
                  <a:pos x="T4" y="T5"/>
                </a:cxn>
                <a:cxn ang="0">
                  <a:pos x="T6" y="T7"/>
                </a:cxn>
                <a:cxn ang="0">
                  <a:pos x="T8" y="T9"/>
                </a:cxn>
              </a:cxnLst>
              <a:rect l="0" t="0" r="r" b="b"/>
              <a:pathLst>
                <a:path w="97" h="65">
                  <a:moveTo>
                    <a:pt x="0" y="33"/>
                  </a:moveTo>
                  <a:lnTo>
                    <a:pt x="0" y="0"/>
                  </a:lnTo>
                  <a:lnTo>
                    <a:pt x="97" y="33"/>
                  </a:lnTo>
                  <a:lnTo>
                    <a:pt x="0" y="65"/>
                  </a:lnTo>
                  <a:lnTo>
                    <a:pt x="0" y="33"/>
                  </a:lnTo>
                  <a:close/>
                </a:path>
              </a:pathLst>
            </a:custGeom>
            <a:solidFill>
              <a:srgbClr val="000000"/>
            </a:solidFill>
            <a:ln w="17463">
              <a:solidFill>
                <a:srgbClr val="000000"/>
              </a:solidFill>
              <a:prstDash val="solid"/>
              <a:round/>
              <a:headEnd/>
              <a:tailEnd/>
            </a:ln>
          </p:spPr>
          <p:txBody>
            <a:bodyPr/>
            <a:lstStyle/>
            <a:p>
              <a:endParaRPr lang="en-US"/>
            </a:p>
          </p:txBody>
        </p:sp>
        <p:sp>
          <p:nvSpPr>
            <p:cNvPr id="89207" name="Line 119">
              <a:extLst>
                <a:ext uri="{FF2B5EF4-FFF2-40B4-BE49-F238E27FC236}">
                  <a16:creationId xmlns:a16="http://schemas.microsoft.com/office/drawing/2014/main" id="{9344E5E2-9262-A206-79EE-44E3C62DBFB0}"/>
                </a:ext>
              </a:extLst>
            </p:cNvPr>
            <p:cNvSpPr>
              <a:spLocks noChangeShapeType="1"/>
            </p:cNvSpPr>
            <p:nvPr/>
          </p:nvSpPr>
          <p:spPr bwMode="auto">
            <a:xfrm>
              <a:off x="2240" y="2829"/>
              <a:ext cx="990" cy="1"/>
            </a:xfrm>
            <a:prstGeom prst="line">
              <a:avLst/>
            </a:prstGeom>
            <a:noFill/>
            <a:ln w="1746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9208" name="Rectangle 120">
              <a:extLst>
                <a:ext uri="{FF2B5EF4-FFF2-40B4-BE49-F238E27FC236}">
                  <a16:creationId xmlns:a16="http://schemas.microsoft.com/office/drawing/2014/main" id="{7621AD39-7FB3-91EF-086D-5FECC9DFD5AB}"/>
                </a:ext>
              </a:extLst>
            </p:cNvPr>
            <p:cNvSpPr>
              <a:spLocks noChangeArrowheads="1"/>
            </p:cNvSpPr>
            <p:nvPr/>
          </p:nvSpPr>
          <p:spPr bwMode="auto">
            <a:xfrm>
              <a:off x="2339" y="2715"/>
              <a:ext cx="938"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l"/>
              <a:r>
                <a:rPr lang="en-US" altLang="en-US" sz="1400">
                  <a:solidFill>
                    <a:srgbClr val="000000"/>
                  </a:solidFill>
                  <a:latin typeface="Courier" charset="0"/>
                </a:rPr>
                <a:t>stopBlinking()</a:t>
              </a:r>
              <a:endParaRPr lang="en-US" altLang="en-US" b="0">
                <a:solidFill>
                  <a:schemeClr val="tx1"/>
                </a:solidFill>
              </a:endParaRPr>
            </a:p>
          </p:txBody>
        </p:sp>
      </p:grpSp>
      <p:sp>
        <p:nvSpPr>
          <p:cNvPr id="89097" name="Rectangle 9">
            <a:extLst>
              <a:ext uri="{FF2B5EF4-FFF2-40B4-BE49-F238E27FC236}">
                <a16:creationId xmlns:a16="http://schemas.microsoft.com/office/drawing/2014/main" id="{66A14C0F-00A9-B7DE-1D80-B2B179D0183A}"/>
              </a:ext>
            </a:extLst>
          </p:cNvPr>
          <p:cNvSpPr>
            <a:spLocks noChangeArrowheads="1"/>
          </p:cNvSpPr>
          <p:nvPr/>
        </p:nvSpPr>
        <p:spPr bwMode="auto">
          <a:xfrm>
            <a:off x="1352550" y="2355850"/>
            <a:ext cx="188913" cy="254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a:p>
        </p:txBody>
      </p:sp>
      <p:sp>
        <p:nvSpPr>
          <p:cNvPr id="89098" name="Rectangle 10">
            <a:extLst>
              <a:ext uri="{FF2B5EF4-FFF2-40B4-BE49-F238E27FC236}">
                <a16:creationId xmlns:a16="http://schemas.microsoft.com/office/drawing/2014/main" id="{03764BF4-52A5-6105-08AB-9052D6A60275}"/>
              </a:ext>
            </a:extLst>
          </p:cNvPr>
          <p:cNvSpPr>
            <a:spLocks noChangeArrowheads="1"/>
          </p:cNvSpPr>
          <p:nvPr/>
        </p:nvSpPr>
        <p:spPr bwMode="auto">
          <a:xfrm>
            <a:off x="1352550" y="2355850"/>
            <a:ext cx="204788" cy="2562225"/>
          </a:xfrm>
          <a:prstGeom prst="rect">
            <a:avLst/>
          </a:prstGeom>
          <a:noFill/>
          <a:ln w="17463">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nvGrpSpPr>
          <p:cNvPr id="89231" name="Group 143">
            <a:extLst>
              <a:ext uri="{FF2B5EF4-FFF2-40B4-BE49-F238E27FC236}">
                <a16:creationId xmlns:a16="http://schemas.microsoft.com/office/drawing/2014/main" id="{67CBEBF4-627D-3689-56DB-8D696C475BF7}"/>
              </a:ext>
            </a:extLst>
          </p:cNvPr>
          <p:cNvGrpSpPr>
            <a:grpSpLocks/>
          </p:cNvGrpSpPr>
          <p:nvPr/>
        </p:nvGrpSpPr>
        <p:grpSpPr bwMode="auto">
          <a:xfrm>
            <a:off x="2616200" y="1706563"/>
            <a:ext cx="1604963" cy="392112"/>
            <a:chOff x="1648" y="1075"/>
            <a:chExt cx="1011" cy="247"/>
          </a:xfrm>
        </p:grpSpPr>
        <p:grpSp>
          <p:nvGrpSpPr>
            <p:cNvPr id="89220" name="Group 132">
              <a:extLst>
                <a:ext uri="{FF2B5EF4-FFF2-40B4-BE49-F238E27FC236}">
                  <a16:creationId xmlns:a16="http://schemas.microsoft.com/office/drawing/2014/main" id="{98254357-64FC-AF8B-8572-2E145F9C09DD}"/>
                </a:ext>
              </a:extLst>
            </p:cNvPr>
            <p:cNvGrpSpPr>
              <a:grpSpLocks/>
            </p:cNvGrpSpPr>
            <p:nvPr/>
          </p:nvGrpSpPr>
          <p:grpSpPr bwMode="auto">
            <a:xfrm>
              <a:off x="1648" y="1075"/>
              <a:ext cx="1011" cy="247"/>
              <a:chOff x="1648" y="1075"/>
              <a:chExt cx="1011" cy="247"/>
            </a:xfrm>
          </p:grpSpPr>
          <p:sp>
            <p:nvSpPr>
              <p:cNvPr id="89099" name="Rectangle 11">
                <a:extLst>
                  <a:ext uri="{FF2B5EF4-FFF2-40B4-BE49-F238E27FC236}">
                    <a16:creationId xmlns:a16="http://schemas.microsoft.com/office/drawing/2014/main" id="{DE864BDD-E15F-35D0-1642-2C94A7370D3B}"/>
                  </a:ext>
                </a:extLst>
              </p:cNvPr>
              <p:cNvSpPr>
                <a:spLocks noChangeArrowheads="1"/>
              </p:cNvSpPr>
              <p:nvPr/>
            </p:nvSpPr>
            <p:spPr bwMode="auto">
              <a:xfrm>
                <a:off x="1648" y="1075"/>
                <a:ext cx="1011" cy="247"/>
              </a:xfrm>
              <a:prstGeom prst="rect">
                <a:avLst/>
              </a:prstGeom>
              <a:noFill/>
              <a:ln w="17463">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89100" name="Rectangle 12">
                <a:extLst>
                  <a:ext uri="{FF2B5EF4-FFF2-40B4-BE49-F238E27FC236}">
                    <a16:creationId xmlns:a16="http://schemas.microsoft.com/office/drawing/2014/main" id="{2AF77704-BFDF-66FB-1624-5DD3FCDB43C8}"/>
                  </a:ext>
                </a:extLst>
              </p:cNvPr>
              <p:cNvSpPr>
                <a:spLocks noChangeArrowheads="1"/>
              </p:cNvSpPr>
              <p:nvPr/>
            </p:nvSpPr>
            <p:spPr bwMode="auto">
              <a:xfrm>
                <a:off x="1745" y="1155"/>
                <a:ext cx="603"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l"/>
                <a:r>
                  <a:rPr lang="en-US" altLang="en-US" sz="1400">
                    <a:solidFill>
                      <a:srgbClr val="000000"/>
                    </a:solidFill>
                    <a:latin typeface="Courier" charset="0"/>
                  </a:rPr>
                  <a:t>   :Watch</a:t>
                </a:r>
                <a:endParaRPr lang="en-US" altLang="en-US" b="0">
                  <a:solidFill>
                    <a:schemeClr val="tx1"/>
                  </a:solidFill>
                </a:endParaRPr>
              </a:p>
            </p:txBody>
          </p:sp>
        </p:grpSp>
        <p:sp>
          <p:nvSpPr>
            <p:cNvPr id="89101" name="Line 13">
              <a:extLst>
                <a:ext uri="{FF2B5EF4-FFF2-40B4-BE49-F238E27FC236}">
                  <a16:creationId xmlns:a16="http://schemas.microsoft.com/office/drawing/2014/main" id="{694D7AD4-0682-2A5F-9536-00DAA3EB7DA2}"/>
                </a:ext>
              </a:extLst>
            </p:cNvPr>
            <p:cNvSpPr>
              <a:spLocks noChangeShapeType="1"/>
            </p:cNvSpPr>
            <p:nvPr/>
          </p:nvSpPr>
          <p:spPr bwMode="auto">
            <a:xfrm>
              <a:off x="1960" y="1258"/>
              <a:ext cx="387" cy="1"/>
            </a:xfrm>
            <a:prstGeom prst="line">
              <a:avLst/>
            </a:prstGeom>
            <a:noFill/>
            <a:ln w="1746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89162" name="Rectangle 74">
            <a:extLst>
              <a:ext uri="{FF2B5EF4-FFF2-40B4-BE49-F238E27FC236}">
                <a16:creationId xmlns:a16="http://schemas.microsoft.com/office/drawing/2014/main" id="{8A3B692B-CEA9-1D28-AB2F-9718A5478339}"/>
              </a:ext>
            </a:extLst>
          </p:cNvPr>
          <p:cNvSpPr>
            <a:spLocks noChangeArrowheads="1"/>
          </p:cNvSpPr>
          <p:nvPr/>
        </p:nvSpPr>
        <p:spPr bwMode="auto">
          <a:xfrm>
            <a:off x="3300413" y="2543175"/>
            <a:ext cx="187325" cy="2222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a:p>
        </p:txBody>
      </p:sp>
      <p:grpSp>
        <p:nvGrpSpPr>
          <p:cNvPr id="89234" name="Group 146">
            <a:extLst>
              <a:ext uri="{FF2B5EF4-FFF2-40B4-BE49-F238E27FC236}">
                <a16:creationId xmlns:a16="http://schemas.microsoft.com/office/drawing/2014/main" id="{E23B3788-6926-4CC8-160F-371781C655BE}"/>
              </a:ext>
            </a:extLst>
          </p:cNvPr>
          <p:cNvGrpSpPr>
            <a:grpSpLocks/>
          </p:cNvGrpSpPr>
          <p:nvPr/>
        </p:nvGrpSpPr>
        <p:grpSpPr bwMode="auto">
          <a:xfrm>
            <a:off x="1541463" y="2363788"/>
            <a:ext cx="1741487" cy="230187"/>
            <a:chOff x="971" y="1489"/>
            <a:chExt cx="1097" cy="145"/>
          </a:xfrm>
        </p:grpSpPr>
        <p:sp>
          <p:nvSpPr>
            <p:cNvPr id="89164" name="Freeform 76">
              <a:extLst>
                <a:ext uri="{FF2B5EF4-FFF2-40B4-BE49-F238E27FC236}">
                  <a16:creationId xmlns:a16="http://schemas.microsoft.com/office/drawing/2014/main" id="{0FF556E5-F26C-1F9B-C24D-8E2F5FF36714}"/>
                </a:ext>
              </a:extLst>
            </p:cNvPr>
            <p:cNvSpPr>
              <a:spLocks/>
            </p:cNvSpPr>
            <p:nvPr/>
          </p:nvSpPr>
          <p:spPr bwMode="auto">
            <a:xfrm>
              <a:off x="1971" y="1570"/>
              <a:ext cx="97" cy="64"/>
            </a:xfrm>
            <a:custGeom>
              <a:avLst/>
              <a:gdLst>
                <a:gd name="T0" fmla="*/ 0 w 97"/>
                <a:gd name="T1" fmla="*/ 32 h 64"/>
                <a:gd name="T2" fmla="*/ 0 w 97"/>
                <a:gd name="T3" fmla="*/ 0 h 64"/>
                <a:gd name="T4" fmla="*/ 97 w 97"/>
                <a:gd name="T5" fmla="*/ 32 h 64"/>
                <a:gd name="T6" fmla="*/ 0 w 97"/>
                <a:gd name="T7" fmla="*/ 64 h 64"/>
                <a:gd name="T8" fmla="*/ 0 w 97"/>
                <a:gd name="T9" fmla="*/ 32 h 64"/>
              </a:gdLst>
              <a:ahLst/>
              <a:cxnLst>
                <a:cxn ang="0">
                  <a:pos x="T0" y="T1"/>
                </a:cxn>
                <a:cxn ang="0">
                  <a:pos x="T2" y="T3"/>
                </a:cxn>
                <a:cxn ang="0">
                  <a:pos x="T4" y="T5"/>
                </a:cxn>
                <a:cxn ang="0">
                  <a:pos x="T6" y="T7"/>
                </a:cxn>
                <a:cxn ang="0">
                  <a:pos x="T8" y="T9"/>
                </a:cxn>
              </a:cxnLst>
              <a:rect l="0" t="0" r="r" b="b"/>
              <a:pathLst>
                <a:path w="97" h="64">
                  <a:moveTo>
                    <a:pt x="0" y="32"/>
                  </a:moveTo>
                  <a:lnTo>
                    <a:pt x="0" y="0"/>
                  </a:lnTo>
                  <a:lnTo>
                    <a:pt x="97" y="32"/>
                  </a:lnTo>
                  <a:lnTo>
                    <a:pt x="0" y="64"/>
                  </a:lnTo>
                  <a:lnTo>
                    <a:pt x="0" y="32"/>
                  </a:lnTo>
                  <a:close/>
                </a:path>
              </a:pathLst>
            </a:custGeom>
            <a:solidFill>
              <a:srgbClr val="000000"/>
            </a:solidFill>
            <a:ln w="17463">
              <a:solidFill>
                <a:srgbClr val="000000"/>
              </a:solidFill>
              <a:prstDash val="solid"/>
              <a:round/>
              <a:headEnd/>
              <a:tailEnd/>
            </a:ln>
          </p:spPr>
          <p:txBody>
            <a:bodyPr/>
            <a:lstStyle/>
            <a:p>
              <a:endParaRPr lang="en-US"/>
            </a:p>
          </p:txBody>
        </p:sp>
        <p:grpSp>
          <p:nvGrpSpPr>
            <p:cNvPr id="89233" name="Group 145">
              <a:extLst>
                <a:ext uri="{FF2B5EF4-FFF2-40B4-BE49-F238E27FC236}">
                  <a16:creationId xmlns:a16="http://schemas.microsoft.com/office/drawing/2014/main" id="{3081C87A-6374-E4AA-86A8-C8ACDAD6FA6C}"/>
                </a:ext>
              </a:extLst>
            </p:cNvPr>
            <p:cNvGrpSpPr>
              <a:grpSpLocks/>
            </p:cNvGrpSpPr>
            <p:nvPr/>
          </p:nvGrpSpPr>
          <p:grpSpPr bwMode="auto">
            <a:xfrm>
              <a:off x="971" y="1489"/>
              <a:ext cx="1092" cy="134"/>
              <a:chOff x="971" y="1489"/>
              <a:chExt cx="1092" cy="134"/>
            </a:xfrm>
          </p:grpSpPr>
          <p:sp>
            <p:nvSpPr>
              <p:cNvPr id="89165" name="Line 77">
                <a:extLst>
                  <a:ext uri="{FF2B5EF4-FFF2-40B4-BE49-F238E27FC236}">
                    <a16:creationId xmlns:a16="http://schemas.microsoft.com/office/drawing/2014/main" id="{10882B41-2C68-2542-045E-4C8B2FAFA25B}"/>
                  </a:ext>
                </a:extLst>
              </p:cNvPr>
              <p:cNvSpPr>
                <a:spLocks noChangeShapeType="1"/>
              </p:cNvSpPr>
              <p:nvPr/>
            </p:nvSpPr>
            <p:spPr bwMode="auto">
              <a:xfrm>
                <a:off x="971" y="1602"/>
                <a:ext cx="989" cy="1"/>
              </a:xfrm>
              <a:prstGeom prst="line">
                <a:avLst/>
              </a:prstGeom>
              <a:noFill/>
              <a:ln w="1746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9166" name="Rectangle 78">
                <a:extLst>
                  <a:ext uri="{FF2B5EF4-FFF2-40B4-BE49-F238E27FC236}">
                    <a16:creationId xmlns:a16="http://schemas.microsoft.com/office/drawing/2014/main" id="{97D06181-8843-A03B-34AC-546B936F84A3}"/>
                  </a:ext>
                </a:extLst>
              </p:cNvPr>
              <p:cNvSpPr>
                <a:spLocks noChangeArrowheads="1"/>
              </p:cNvSpPr>
              <p:nvPr/>
            </p:nvSpPr>
            <p:spPr bwMode="auto">
              <a:xfrm>
                <a:off x="1125" y="1489"/>
                <a:ext cx="938"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l"/>
                <a:r>
                  <a:rPr lang="en-US" altLang="en-US" sz="1400">
                    <a:solidFill>
                      <a:srgbClr val="000000"/>
                    </a:solidFill>
                    <a:latin typeface="Courier" charset="0"/>
                  </a:rPr>
                  <a:t>pressButton1()</a:t>
                </a:r>
                <a:endParaRPr lang="en-US" altLang="en-US" b="0">
                  <a:solidFill>
                    <a:schemeClr val="tx1"/>
                  </a:solidFill>
                </a:endParaRPr>
              </a:p>
            </p:txBody>
          </p:sp>
        </p:grpSp>
      </p:grpSp>
      <p:sp>
        <p:nvSpPr>
          <p:cNvPr id="89173" name="Rectangle 85">
            <a:extLst>
              <a:ext uri="{FF2B5EF4-FFF2-40B4-BE49-F238E27FC236}">
                <a16:creationId xmlns:a16="http://schemas.microsoft.com/office/drawing/2014/main" id="{C3A81478-6514-E4A9-F9F9-AE17C3D28F07}"/>
              </a:ext>
            </a:extLst>
          </p:cNvPr>
          <p:cNvSpPr>
            <a:spLocks noChangeArrowheads="1"/>
          </p:cNvSpPr>
          <p:nvPr/>
        </p:nvSpPr>
        <p:spPr bwMode="auto">
          <a:xfrm>
            <a:off x="3300413" y="2919413"/>
            <a:ext cx="204787" cy="239712"/>
          </a:xfrm>
          <a:prstGeom prst="rect">
            <a:avLst/>
          </a:prstGeom>
          <a:noFill/>
          <a:ln w="17463">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89180" name="Rectangle 92">
            <a:extLst>
              <a:ext uri="{FF2B5EF4-FFF2-40B4-BE49-F238E27FC236}">
                <a16:creationId xmlns:a16="http://schemas.microsoft.com/office/drawing/2014/main" id="{0C2D9273-3630-8045-D97D-99A3FA296654}"/>
              </a:ext>
            </a:extLst>
          </p:cNvPr>
          <p:cNvSpPr>
            <a:spLocks noChangeArrowheads="1"/>
          </p:cNvSpPr>
          <p:nvPr/>
        </p:nvSpPr>
        <p:spPr bwMode="auto">
          <a:xfrm>
            <a:off x="3300413" y="3414713"/>
            <a:ext cx="204787" cy="239712"/>
          </a:xfrm>
          <a:prstGeom prst="rect">
            <a:avLst/>
          </a:prstGeom>
          <a:noFill/>
          <a:ln w="17463">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nvGrpSpPr>
          <p:cNvPr id="89239" name="Group 151">
            <a:extLst>
              <a:ext uri="{FF2B5EF4-FFF2-40B4-BE49-F238E27FC236}">
                <a16:creationId xmlns:a16="http://schemas.microsoft.com/office/drawing/2014/main" id="{010F3853-6662-423E-D2F1-A2EC302E953F}"/>
              </a:ext>
            </a:extLst>
          </p:cNvPr>
          <p:cNvGrpSpPr>
            <a:grpSpLocks/>
          </p:cNvGrpSpPr>
          <p:nvPr/>
        </p:nvGrpSpPr>
        <p:grpSpPr bwMode="auto">
          <a:xfrm>
            <a:off x="1557338" y="3233738"/>
            <a:ext cx="1725612" cy="231775"/>
            <a:chOff x="981" y="2037"/>
            <a:chExt cx="1087" cy="146"/>
          </a:xfrm>
        </p:grpSpPr>
        <p:sp>
          <p:nvSpPr>
            <p:cNvPr id="89181" name="Freeform 93">
              <a:extLst>
                <a:ext uri="{FF2B5EF4-FFF2-40B4-BE49-F238E27FC236}">
                  <a16:creationId xmlns:a16="http://schemas.microsoft.com/office/drawing/2014/main" id="{147481CA-B629-8263-356D-AE9B7A8A1167}"/>
                </a:ext>
              </a:extLst>
            </p:cNvPr>
            <p:cNvSpPr>
              <a:spLocks/>
            </p:cNvSpPr>
            <p:nvPr/>
          </p:nvSpPr>
          <p:spPr bwMode="auto">
            <a:xfrm>
              <a:off x="1971" y="2119"/>
              <a:ext cx="97" cy="64"/>
            </a:xfrm>
            <a:custGeom>
              <a:avLst/>
              <a:gdLst>
                <a:gd name="T0" fmla="*/ 0 w 97"/>
                <a:gd name="T1" fmla="*/ 32 h 64"/>
                <a:gd name="T2" fmla="*/ 0 w 97"/>
                <a:gd name="T3" fmla="*/ 0 h 64"/>
                <a:gd name="T4" fmla="*/ 97 w 97"/>
                <a:gd name="T5" fmla="*/ 32 h 64"/>
                <a:gd name="T6" fmla="*/ 0 w 97"/>
                <a:gd name="T7" fmla="*/ 64 h 64"/>
                <a:gd name="T8" fmla="*/ 0 w 97"/>
                <a:gd name="T9" fmla="*/ 32 h 64"/>
              </a:gdLst>
              <a:ahLst/>
              <a:cxnLst>
                <a:cxn ang="0">
                  <a:pos x="T0" y="T1"/>
                </a:cxn>
                <a:cxn ang="0">
                  <a:pos x="T2" y="T3"/>
                </a:cxn>
                <a:cxn ang="0">
                  <a:pos x="T4" y="T5"/>
                </a:cxn>
                <a:cxn ang="0">
                  <a:pos x="T6" y="T7"/>
                </a:cxn>
                <a:cxn ang="0">
                  <a:pos x="T8" y="T9"/>
                </a:cxn>
              </a:cxnLst>
              <a:rect l="0" t="0" r="r" b="b"/>
              <a:pathLst>
                <a:path w="97" h="64">
                  <a:moveTo>
                    <a:pt x="0" y="32"/>
                  </a:moveTo>
                  <a:lnTo>
                    <a:pt x="0" y="0"/>
                  </a:lnTo>
                  <a:lnTo>
                    <a:pt x="97" y="32"/>
                  </a:lnTo>
                  <a:lnTo>
                    <a:pt x="0" y="64"/>
                  </a:lnTo>
                  <a:lnTo>
                    <a:pt x="0" y="32"/>
                  </a:lnTo>
                  <a:close/>
                </a:path>
              </a:pathLst>
            </a:custGeom>
            <a:solidFill>
              <a:srgbClr val="000000"/>
            </a:solidFill>
            <a:ln w="17463">
              <a:solidFill>
                <a:srgbClr val="000000"/>
              </a:solidFill>
              <a:prstDash val="solid"/>
              <a:round/>
              <a:headEnd/>
              <a:tailEnd/>
            </a:ln>
          </p:spPr>
          <p:txBody>
            <a:bodyPr/>
            <a:lstStyle/>
            <a:p>
              <a:endParaRPr lang="en-US"/>
            </a:p>
          </p:txBody>
        </p:sp>
        <p:sp>
          <p:nvSpPr>
            <p:cNvPr id="89182" name="Line 94">
              <a:extLst>
                <a:ext uri="{FF2B5EF4-FFF2-40B4-BE49-F238E27FC236}">
                  <a16:creationId xmlns:a16="http://schemas.microsoft.com/office/drawing/2014/main" id="{8CFCEAD1-CADD-FBE5-7623-81826A757E3F}"/>
                </a:ext>
              </a:extLst>
            </p:cNvPr>
            <p:cNvSpPr>
              <a:spLocks noChangeShapeType="1"/>
            </p:cNvSpPr>
            <p:nvPr/>
          </p:nvSpPr>
          <p:spPr bwMode="auto">
            <a:xfrm>
              <a:off x="981" y="2151"/>
              <a:ext cx="979" cy="1"/>
            </a:xfrm>
            <a:prstGeom prst="line">
              <a:avLst/>
            </a:prstGeom>
            <a:noFill/>
            <a:ln w="1746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9183" name="Rectangle 95">
              <a:extLst>
                <a:ext uri="{FF2B5EF4-FFF2-40B4-BE49-F238E27FC236}">
                  <a16:creationId xmlns:a16="http://schemas.microsoft.com/office/drawing/2014/main" id="{0C0359F1-39E7-FB06-6A13-07E3CE976AA3}"/>
                </a:ext>
              </a:extLst>
            </p:cNvPr>
            <p:cNvSpPr>
              <a:spLocks noChangeArrowheads="1"/>
            </p:cNvSpPr>
            <p:nvPr/>
          </p:nvSpPr>
          <p:spPr bwMode="auto">
            <a:xfrm>
              <a:off x="1125" y="2037"/>
              <a:ext cx="938"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l"/>
              <a:r>
                <a:rPr lang="en-US" altLang="en-US" sz="1400">
                  <a:solidFill>
                    <a:srgbClr val="000000"/>
                  </a:solidFill>
                  <a:latin typeface="Courier" charset="0"/>
                </a:rPr>
                <a:t>pressButton2()</a:t>
              </a:r>
              <a:endParaRPr lang="en-US" altLang="en-US" b="0">
                <a:solidFill>
                  <a:schemeClr val="tx1"/>
                </a:solidFill>
              </a:endParaRPr>
            </a:p>
          </p:txBody>
        </p:sp>
      </p:grpSp>
      <p:grpSp>
        <p:nvGrpSpPr>
          <p:cNvPr id="89242" name="Group 154">
            <a:extLst>
              <a:ext uri="{FF2B5EF4-FFF2-40B4-BE49-F238E27FC236}">
                <a16:creationId xmlns:a16="http://schemas.microsoft.com/office/drawing/2014/main" id="{BFCE72A4-F25A-67B2-D47A-84E176A5559D}"/>
              </a:ext>
            </a:extLst>
          </p:cNvPr>
          <p:cNvGrpSpPr>
            <a:grpSpLocks/>
          </p:cNvGrpSpPr>
          <p:nvPr/>
        </p:nvGrpSpPr>
        <p:grpSpPr bwMode="auto">
          <a:xfrm>
            <a:off x="3300413" y="2098675"/>
            <a:ext cx="187325" cy="3962400"/>
            <a:chOff x="2079" y="1322"/>
            <a:chExt cx="118" cy="2496"/>
          </a:xfrm>
        </p:grpSpPr>
        <p:sp>
          <p:nvSpPr>
            <p:cNvPr id="89108" name="Line 20">
              <a:extLst>
                <a:ext uri="{FF2B5EF4-FFF2-40B4-BE49-F238E27FC236}">
                  <a16:creationId xmlns:a16="http://schemas.microsoft.com/office/drawing/2014/main" id="{8EADDDAF-568C-25D8-C1EA-A72B7C98F3E2}"/>
                </a:ext>
              </a:extLst>
            </p:cNvPr>
            <p:cNvSpPr>
              <a:spLocks noChangeShapeType="1"/>
            </p:cNvSpPr>
            <p:nvPr/>
          </p:nvSpPr>
          <p:spPr bwMode="auto">
            <a:xfrm>
              <a:off x="2143" y="1322"/>
              <a:ext cx="1" cy="44"/>
            </a:xfrm>
            <a:prstGeom prst="line">
              <a:avLst/>
            </a:prstGeom>
            <a:noFill/>
            <a:ln w="1746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89241" name="Group 153">
              <a:extLst>
                <a:ext uri="{FF2B5EF4-FFF2-40B4-BE49-F238E27FC236}">
                  <a16:creationId xmlns:a16="http://schemas.microsoft.com/office/drawing/2014/main" id="{1476ED39-7F5C-93C6-9E32-F14A9F01EBA1}"/>
                </a:ext>
              </a:extLst>
            </p:cNvPr>
            <p:cNvGrpSpPr>
              <a:grpSpLocks/>
            </p:cNvGrpSpPr>
            <p:nvPr/>
          </p:nvGrpSpPr>
          <p:grpSpPr bwMode="auto">
            <a:xfrm>
              <a:off x="2079" y="1430"/>
              <a:ext cx="118" cy="2388"/>
              <a:chOff x="2079" y="1430"/>
              <a:chExt cx="118" cy="2388"/>
            </a:xfrm>
          </p:grpSpPr>
          <p:sp>
            <p:nvSpPr>
              <p:cNvPr id="89109" name="Line 21">
                <a:extLst>
                  <a:ext uri="{FF2B5EF4-FFF2-40B4-BE49-F238E27FC236}">
                    <a16:creationId xmlns:a16="http://schemas.microsoft.com/office/drawing/2014/main" id="{B6592E84-718A-2BB4-8033-4F958453F299}"/>
                  </a:ext>
                </a:extLst>
              </p:cNvPr>
              <p:cNvSpPr>
                <a:spLocks noChangeShapeType="1"/>
              </p:cNvSpPr>
              <p:nvPr/>
            </p:nvSpPr>
            <p:spPr bwMode="auto">
              <a:xfrm>
                <a:off x="2143" y="1430"/>
                <a:ext cx="1" cy="75"/>
              </a:xfrm>
              <a:prstGeom prst="line">
                <a:avLst/>
              </a:prstGeom>
              <a:noFill/>
              <a:ln w="1746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9110" name="Line 22">
                <a:extLst>
                  <a:ext uri="{FF2B5EF4-FFF2-40B4-BE49-F238E27FC236}">
                    <a16:creationId xmlns:a16="http://schemas.microsoft.com/office/drawing/2014/main" id="{9F0A2A60-266E-13C1-1C02-3C2149348B4E}"/>
                  </a:ext>
                </a:extLst>
              </p:cNvPr>
              <p:cNvSpPr>
                <a:spLocks noChangeShapeType="1"/>
              </p:cNvSpPr>
              <p:nvPr/>
            </p:nvSpPr>
            <p:spPr bwMode="auto">
              <a:xfrm>
                <a:off x="2143" y="1581"/>
                <a:ext cx="1" cy="75"/>
              </a:xfrm>
              <a:prstGeom prst="line">
                <a:avLst/>
              </a:prstGeom>
              <a:noFill/>
              <a:ln w="1746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9111" name="Line 23">
                <a:extLst>
                  <a:ext uri="{FF2B5EF4-FFF2-40B4-BE49-F238E27FC236}">
                    <a16:creationId xmlns:a16="http://schemas.microsoft.com/office/drawing/2014/main" id="{9D2CC245-C442-1586-865F-7D2155B6C1EF}"/>
                  </a:ext>
                </a:extLst>
              </p:cNvPr>
              <p:cNvSpPr>
                <a:spLocks noChangeShapeType="1"/>
              </p:cNvSpPr>
              <p:nvPr/>
            </p:nvSpPr>
            <p:spPr bwMode="auto">
              <a:xfrm>
                <a:off x="2143" y="1721"/>
                <a:ext cx="1" cy="86"/>
              </a:xfrm>
              <a:prstGeom prst="line">
                <a:avLst/>
              </a:prstGeom>
              <a:noFill/>
              <a:ln w="1746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9112" name="Line 24">
                <a:extLst>
                  <a:ext uri="{FF2B5EF4-FFF2-40B4-BE49-F238E27FC236}">
                    <a16:creationId xmlns:a16="http://schemas.microsoft.com/office/drawing/2014/main" id="{54600A2F-1022-81C2-41A1-947902C2C069}"/>
                  </a:ext>
                </a:extLst>
              </p:cNvPr>
              <p:cNvSpPr>
                <a:spLocks noChangeShapeType="1"/>
              </p:cNvSpPr>
              <p:nvPr/>
            </p:nvSpPr>
            <p:spPr bwMode="auto">
              <a:xfrm>
                <a:off x="2143" y="1871"/>
                <a:ext cx="1" cy="75"/>
              </a:xfrm>
              <a:prstGeom prst="line">
                <a:avLst/>
              </a:prstGeom>
              <a:noFill/>
              <a:ln w="1746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9113" name="Line 25">
                <a:extLst>
                  <a:ext uri="{FF2B5EF4-FFF2-40B4-BE49-F238E27FC236}">
                    <a16:creationId xmlns:a16="http://schemas.microsoft.com/office/drawing/2014/main" id="{AC825FEC-4A7E-431B-E4CC-607EFFF1F9BD}"/>
                  </a:ext>
                </a:extLst>
              </p:cNvPr>
              <p:cNvSpPr>
                <a:spLocks noChangeShapeType="1"/>
              </p:cNvSpPr>
              <p:nvPr/>
            </p:nvSpPr>
            <p:spPr bwMode="auto">
              <a:xfrm>
                <a:off x="2143" y="2022"/>
                <a:ext cx="1" cy="75"/>
              </a:xfrm>
              <a:prstGeom prst="line">
                <a:avLst/>
              </a:prstGeom>
              <a:noFill/>
              <a:ln w="1746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9114" name="Line 26">
                <a:extLst>
                  <a:ext uri="{FF2B5EF4-FFF2-40B4-BE49-F238E27FC236}">
                    <a16:creationId xmlns:a16="http://schemas.microsoft.com/office/drawing/2014/main" id="{03764D35-FA83-A89D-EAF1-A698E61A1A83}"/>
                  </a:ext>
                </a:extLst>
              </p:cNvPr>
              <p:cNvSpPr>
                <a:spLocks noChangeShapeType="1"/>
              </p:cNvSpPr>
              <p:nvPr/>
            </p:nvSpPr>
            <p:spPr bwMode="auto">
              <a:xfrm>
                <a:off x="2143" y="2162"/>
                <a:ext cx="1" cy="75"/>
              </a:xfrm>
              <a:prstGeom prst="line">
                <a:avLst/>
              </a:prstGeom>
              <a:noFill/>
              <a:ln w="1746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9115" name="Line 27">
                <a:extLst>
                  <a:ext uri="{FF2B5EF4-FFF2-40B4-BE49-F238E27FC236}">
                    <a16:creationId xmlns:a16="http://schemas.microsoft.com/office/drawing/2014/main" id="{D2F66435-5BF3-31AF-708B-4754E80985F8}"/>
                  </a:ext>
                </a:extLst>
              </p:cNvPr>
              <p:cNvSpPr>
                <a:spLocks noChangeShapeType="1"/>
              </p:cNvSpPr>
              <p:nvPr/>
            </p:nvSpPr>
            <p:spPr bwMode="auto">
              <a:xfrm>
                <a:off x="2143" y="2312"/>
                <a:ext cx="1" cy="76"/>
              </a:xfrm>
              <a:prstGeom prst="line">
                <a:avLst/>
              </a:prstGeom>
              <a:noFill/>
              <a:ln w="1746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9116" name="Line 28">
                <a:extLst>
                  <a:ext uri="{FF2B5EF4-FFF2-40B4-BE49-F238E27FC236}">
                    <a16:creationId xmlns:a16="http://schemas.microsoft.com/office/drawing/2014/main" id="{9225E90B-5EEA-BE65-05BF-4F275AC9DADF}"/>
                  </a:ext>
                </a:extLst>
              </p:cNvPr>
              <p:cNvSpPr>
                <a:spLocks noChangeShapeType="1"/>
              </p:cNvSpPr>
              <p:nvPr/>
            </p:nvSpPr>
            <p:spPr bwMode="auto">
              <a:xfrm>
                <a:off x="2143" y="2452"/>
                <a:ext cx="1" cy="86"/>
              </a:xfrm>
              <a:prstGeom prst="line">
                <a:avLst/>
              </a:prstGeom>
              <a:noFill/>
              <a:ln w="1746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9117" name="Line 29">
                <a:extLst>
                  <a:ext uri="{FF2B5EF4-FFF2-40B4-BE49-F238E27FC236}">
                    <a16:creationId xmlns:a16="http://schemas.microsoft.com/office/drawing/2014/main" id="{E9D211A8-3C9A-9D77-9C47-2C714B2B6B0A}"/>
                  </a:ext>
                </a:extLst>
              </p:cNvPr>
              <p:cNvSpPr>
                <a:spLocks noChangeShapeType="1"/>
              </p:cNvSpPr>
              <p:nvPr/>
            </p:nvSpPr>
            <p:spPr bwMode="auto">
              <a:xfrm>
                <a:off x="2143" y="2603"/>
                <a:ext cx="1" cy="75"/>
              </a:xfrm>
              <a:prstGeom prst="line">
                <a:avLst/>
              </a:prstGeom>
              <a:noFill/>
              <a:ln w="1746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9118" name="Line 30">
                <a:extLst>
                  <a:ext uri="{FF2B5EF4-FFF2-40B4-BE49-F238E27FC236}">
                    <a16:creationId xmlns:a16="http://schemas.microsoft.com/office/drawing/2014/main" id="{405802B2-7470-A161-FAD7-E526D44E885D}"/>
                  </a:ext>
                </a:extLst>
              </p:cNvPr>
              <p:cNvSpPr>
                <a:spLocks noChangeShapeType="1"/>
              </p:cNvSpPr>
              <p:nvPr/>
            </p:nvSpPr>
            <p:spPr bwMode="auto">
              <a:xfrm>
                <a:off x="2143" y="2753"/>
                <a:ext cx="1" cy="76"/>
              </a:xfrm>
              <a:prstGeom prst="line">
                <a:avLst/>
              </a:prstGeom>
              <a:noFill/>
              <a:ln w="1746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9119" name="Line 31">
                <a:extLst>
                  <a:ext uri="{FF2B5EF4-FFF2-40B4-BE49-F238E27FC236}">
                    <a16:creationId xmlns:a16="http://schemas.microsoft.com/office/drawing/2014/main" id="{B1ADEF7D-DE90-849A-79F3-210990515C19}"/>
                  </a:ext>
                </a:extLst>
              </p:cNvPr>
              <p:cNvSpPr>
                <a:spLocks noChangeShapeType="1"/>
              </p:cNvSpPr>
              <p:nvPr/>
            </p:nvSpPr>
            <p:spPr bwMode="auto">
              <a:xfrm>
                <a:off x="2143" y="2893"/>
                <a:ext cx="1" cy="86"/>
              </a:xfrm>
              <a:prstGeom prst="line">
                <a:avLst/>
              </a:prstGeom>
              <a:noFill/>
              <a:ln w="1746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9120" name="Line 32">
                <a:extLst>
                  <a:ext uri="{FF2B5EF4-FFF2-40B4-BE49-F238E27FC236}">
                    <a16:creationId xmlns:a16="http://schemas.microsoft.com/office/drawing/2014/main" id="{EF200FA2-371D-43FD-7EF2-FB0F44EABAC4}"/>
                  </a:ext>
                </a:extLst>
              </p:cNvPr>
              <p:cNvSpPr>
                <a:spLocks noChangeShapeType="1"/>
              </p:cNvSpPr>
              <p:nvPr/>
            </p:nvSpPr>
            <p:spPr bwMode="auto">
              <a:xfrm>
                <a:off x="2143" y="3044"/>
                <a:ext cx="1" cy="75"/>
              </a:xfrm>
              <a:prstGeom prst="line">
                <a:avLst/>
              </a:prstGeom>
              <a:noFill/>
              <a:ln w="1746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9121" name="Line 33">
                <a:extLst>
                  <a:ext uri="{FF2B5EF4-FFF2-40B4-BE49-F238E27FC236}">
                    <a16:creationId xmlns:a16="http://schemas.microsoft.com/office/drawing/2014/main" id="{1860281C-2034-AF5A-37E4-051485D1442D}"/>
                  </a:ext>
                </a:extLst>
              </p:cNvPr>
              <p:cNvSpPr>
                <a:spLocks noChangeShapeType="1"/>
              </p:cNvSpPr>
              <p:nvPr/>
            </p:nvSpPr>
            <p:spPr bwMode="auto">
              <a:xfrm>
                <a:off x="2143" y="3194"/>
                <a:ext cx="1" cy="76"/>
              </a:xfrm>
              <a:prstGeom prst="line">
                <a:avLst/>
              </a:prstGeom>
              <a:noFill/>
              <a:ln w="1746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9122" name="Line 34">
                <a:extLst>
                  <a:ext uri="{FF2B5EF4-FFF2-40B4-BE49-F238E27FC236}">
                    <a16:creationId xmlns:a16="http://schemas.microsoft.com/office/drawing/2014/main" id="{A55ACBB0-B33F-CEC5-3E25-2D1CB1E8F5C0}"/>
                  </a:ext>
                </a:extLst>
              </p:cNvPr>
              <p:cNvSpPr>
                <a:spLocks noChangeShapeType="1"/>
              </p:cNvSpPr>
              <p:nvPr/>
            </p:nvSpPr>
            <p:spPr bwMode="auto">
              <a:xfrm>
                <a:off x="2143" y="3334"/>
                <a:ext cx="1" cy="86"/>
              </a:xfrm>
              <a:prstGeom prst="line">
                <a:avLst/>
              </a:prstGeom>
              <a:noFill/>
              <a:ln w="1746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9123" name="Line 35">
                <a:extLst>
                  <a:ext uri="{FF2B5EF4-FFF2-40B4-BE49-F238E27FC236}">
                    <a16:creationId xmlns:a16="http://schemas.microsoft.com/office/drawing/2014/main" id="{B3E20CFD-56FE-5B88-D7A3-9B3C9685D5FC}"/>
                  </a:ext>
                </a:extLst>
              </p:cNvPr>
              <p:cNvSpPr>
                <a:spLocks noChangeShapeType="1"/>
              </p:cNvSpPr>
              <p:nvPr/>
            </p:nvSpPr>
            <p:spPr bwMode="auto">
              <a:xfrm>
                <a:off x="2143" y="3485"/>
                <a:ext cx="1" cy="75"/>
              </a:xfrm>
              <a:prstGeom prst="line">
                <a:avLst/>
              </a:prstGeom>
              <a:noFill/>
              <a:ln w="1746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9124" name="Line 36">
                <a:extLst>
                  <a:ext uri="{FF2B5EF4-FFF2-40B4-BE49-F238E27FC236}">
                    <a16:creationId xmlns:a16="http://schemas.microsoft.com/office/drawing/2014/main" id="{6B3F85E4-3FC6-3703-7AA2-7403B1C20830}"/>
                  </a:ext>
                </a:extLst>
              </p:cNvPr>
              <p:cNvSpPr>
                <a:spLocks noChangeShapeType="1"/>
              </p:cNvSpPr>
              <p:nvPr/>
            </p:nvSpPr>
            <p:spPr bwMode="auto">
              <a:xfrm>
                <a:off x="2143" y="3636"/>
                <a:ext cx="1" cy="75"/>
              </a:xfrm>
              <a:prstGeom prst="line">
                <a:avLst/>
              </a:prstGeom>
              <a:noFill/>
              <a:ln w="1746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9125" name="Line 37">
                <a:extLst>
                  <a:ext uri="{FF2B5EF4-FFF2-40B4-BE49-F238E27FC236}">
                    <a16:creationId xmlns:a16="http://schemas.microsoft.com/office/drawing/2014/main" id="{73B86CFB-37F1-26B3-26A8-72D7B75AD655}"/>
                  </a:ext>
                </a:extLst>
              </p:cNvPr>
              <p:cNvSpPr>
                <a:spLocks noChangeShapeType="1"/>
              </p:cNvSpPr>
              <p:nvPr/>
            </p:nvSpPr>
            <p:spPr bwMode="auto">
              <a:xfrm>
                <a:off x="2143" y="3775"/>
                <a:ext cx="1" cy="43"/>
              </a:xfrm>
              <a:prstGeom prst="line">
                <a:avLst/>
              </a:prstGeom>
              <a:noFill/>
              <a:ln w="1746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9172" name="Rectangle 84">
                <a:extLst>
                  <a:ext uri="{FF2B5EF4-FFF2-40B4-BE49-F238E27FC236}">
                    <a16:creationId xmlns:a16="http://schemas.microsoft.com/office/drawing/2014/main" id="{0923AC94-80B4-DD40-9786-339E96FD22F8}"/>
                  </a:ext>
                </a:extLst>
              </p:cNvPr>
              <p:cNvSpPr>
                <a:spLocks noChangeArrowheads="1"/>
              </p:cNvSpPr>
              <p:nvPr/>
            </p:nvSpPr>
            <p:spPr bwMode="auto">
              <a:xfrm>
                <a:off x="2079" y="1839"/>
                <a:ext cx="118" cy="14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a:p>
            </p:txBody>
          </p:sp>
          <p:sp>
            <p:nvSpPr>
              <p:cNvPr id="89179" name="Rectangle 91">
                <a:extLst>
                  <a:ext uri="{FF2B5EF4-FFF2-40B4-BE49-F238E27FC236}">
                    <a16:creationId xmlns:a16="http://schemas.microsoft.com/office/drawing/2014/main" id="{4FA4C6B8-BEF6-40E4-2380-A5FEBF35B57C}"/>
                  </a:ext>
                </a:extLst>
              </p:cNvPr>
              <p:cNvSpPr>
                <a:spLocks noChangeArrowheads="1"/>
              </p:cNvSpPr>
              <p:nvPr/>
            </p:nvSpPr>
            <p:spPr bwMode="auto">
              <a:xfrm>
                <a:off x="2079" y="2151"/>
                <a:ext cx="118" cy="14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a:p>
            </p:txBody>
          </p:sp>
          <p:sp>
            <p:nvSpPr>
              <p:cNvPr id="89194" name="Rectangle 106">
                <a:extLst>
                  <a:ext uri="{FF2B5EF4-FFF2-40B4-BE49-F238E27FC236}">
                    <a16:creationId xmlns:a16="http://schemas.microsoft.com/office/drawing/2014/main" id="{40B78D18-7220-9EC7-4B17-FF8AC0BCE9AA}"/>
                  </a:ext>
                </a:extLst>
              </p:cNvPr>
              <p:cNvSpPr>
                <a:spLocks noChangeArrowheads="1"/>
              </p:cNvSpPr>
              <p:nvPr/>
            </p:nvSpPr>
            <p:spPr bwMode="auto">
              <a:xfrm>
                <a:off x="2079" y="2603"/>
                <a:ext cx="118" cy="43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a:p>
            </p:txBody>
          </p:sp>
        </p:grpSp>
      </p:grpSp>
      <p:sp>
        <p:nvSpPr>
          <p:cNvPr id="89195" name="Rectangle 107">
            <a:extLst>
              <a:ext uri="{FF2B5EF4-FFF2-40B4-BE49-F238E27FC236}">
                <a16:creationId xmlns:a16="http://schemas.microsoft.com/office/drawing/2014/main" id="{527F7928-C3CD-6451-60FD-6D52B7A95680}"/>
              </a:ext>
            </a:extLst>
          </p:cNvPr>
          <p:cNvSpPr>
            <a:spLocks noChangeArrowheads="1"/>
          </p:cNvSpPr>
          <p:nvPr/>
        </p:nvSpPr>
        <p:spPr bwMode="auto">
          <a:xfrm>
            <a:off x="3300413" y="4132263"/>
            <a:ext cx="204787" cy="700087"/>
          </a:xfrm>
          <a:prstGeom prst="rect">
            <a:avLst/>
          </a:prstGeom>
          <a:noFill/>
          <a:ln w="17463">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nvGrpSpPr>
          <p:cNvPr id="89244" name="Group 156">
            <a:extLst>
              <a:ext uri="{FF2B5EF4-FFF2-40B4-BE49-F238E27FC236}">
                <a16:creationId xmlns:a16="http://schemas.microsoft.com/office/drawing/2014/main" id="{331FC547-AE37-D2D9-1E43-886ADE7619AA}"/>
              </a:ext>
            </a:extLst>
          </p:cNvPr>
          <p:cNvGrpSpPr>
            <a:grpSpLocks/>
          </p:cNvGrpSpPr>
          <p:nvPr/>
        </p:nvGrpSpPr>
        <p:grpSpPr bwMode="auto">
          <a:xfrm>
            <a:off x="1541463" y="3917950"/>
            <a:ext cx="2111375" cy="265113"/>
            <a:chOff x="971" y="2468"/>
            <a:chExt cx="1330" cy="167"/>
          </a:xfrm>
        </p:grpSpPr>
        <p:sp>
          <p:nvSpPr>
            <p:cNvPr id="89196" name="Freeform 108">
              <a:extLst>
                <a:ext uri="{FF2B5EF4-FFF2-40B4-BE49-F238E27FC236}">
                  <a16:creationId xmlns:a16="http://schemas.microsoft.com/office/drawing/2014/main" id="{5A092062-A4F5-57EF-62BB-176CEB6077A4}"/>
                </a:ext>
              </a:extLst>
            </p:cNvPr>
            <p:cNvSpPr>
              <a:spLocks/>
            </p:cNvSpPr>
            <p:nvPr/>
          </p:nvSpPr>
          <p:spPr bwMode="auto">
            <a:xfrm>
              <a:off x="1971" y="2570"/>
              <a:ext cx="97" cy="65"/>
            </a:xfrm>
            <a:custGeom>
              <a:avLst/>
              <a:gdLst>
                <a:gd name="T0" fmla="*/ 0 w 97"/>
                <a:gd name="T1" fmla="*/ 33 h 65"/>
                <a:gd name="T2" fmla="*/ 0 w 97"/>
                <a:gd name="T3" fmla="*/ 0 h 65"/>
                <a:gd name="T4" fmla="*/ 97 w 97"/>
                <a:gd name="T5" fmla="*/ 33 h 65"/>
                <a:gd name="T6" fmla="*/ 0 w 97"/>
                <a:gd name="T7" fmla="*/ 65 h 65"/>
                <a:gd name="T8" fmla="*/ 0 w 97"/>
                <a:gd name="T9" fmla="*/ 33 h 65"/>
              </a:gdLst>
              <a:ahLst/>
              <a:cxnLst>
                <a:cxn ang="0">
                  <a:pos x="T0" y="T1"/>
                </a:cxn>
                <a:cxn ang="0">
                  <a:pos x="T2" y="T3"/>
                </a:cxn>
                <a:cxn ang="0">
                  <a:pos x="T4" y="T5"/>
                </a:cxn>
                <a:cxn ang="0">
                  <a:pos x="T6" y="T7"/>
                </a:cxn>
                <a:cxn ang="0">
                  <a:pos x="T8" y="T9"/>
                </a:cxn>
              </a:cxnLst>
              <a:rect l="0" t="0" r="r" b="b"/>
              <a:pathLst>
                <a:path w="97" h="65">
                  <a:moveTo>
                    <a:pt x="0" y="33"/>
                  </a:moveTo>
                  <a:lnTo>
                    <a:pt x="0" y="0"/>
                  </a:lnTo>
                  <a:lnTo>
                    <a:pt x="97" y="33"/>
                  </a:lnTo>
                  <a:lnTo>
                    <a:pt x="0" y="65"/>
                  </a:lnTo>
                  <a:lnTo>
                    <a:pt x="0" y="33"/>
                  </a:lnTo>
                  <a:close/>
                </a:path>
              </a:pathLst>
            </a:custGeom>
            <a:solidFill>
              <a:srgbClr val="000000"/>
            </a:solidFill>
            <a:ln w="17463">
              <a:solidFill>
                <a:srgbClr val="000000"/>
              </a:solidFill>
              <a:prstDash val="solid"/>
              <a:round/>
              <a:headEnd/>
              <a:tailEnd/>
            </a:ln>
          </p:spPr>
          <p:txBody>
            <a:bodyPr/>
            <a:lstStyle/>
            <a:p>
              <a:endParaRPr lang="en-US"/>
            </a:p>
          </p:txBody>
        </p:sp>
        <p:sp>
          <p:nvSpPr>
            <p:cNvPr id="89197" name="Line 109">
              <a:extLst>
                <a:ext uri="{FF2B5EF4-FFF2-40B4-BE49-F238E27FC236}">
                  <a16:creationId xmlns:a16="http://schemas.microsoft.com/office/drawing/2014/main" id="{3DF154D7-78F1-A36B-5734-8E5B2972412F}"/>
                </a:ext>
              </a:extLst>
            </p:cNvPr>
            <p:cNvSpPr>
              <a:spLocks noChangeShapeType="1"/>
            </p:cNvSpPr>
            <p:nvPr/>
          </p:nvSpPr>
          <p:spPr bwMode="auto">
            <a:xfrm>
              <a:off x="971" y="2603"/>
              <a:ext cx="989" cy="1"/>
            </a:xfrm>
            <a:prstGeom prst="line">
              <a:avLst/>
            </a:prstGeom>
            <a:noFill/>
            <a:ln w="1746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9198" name="Rectangle 110">
              <a:extLst>
                <a:ext uri="{FF2B5EF4-FFF2-40B4-BE49-F238E27FC236}">
                  <a16:creationId xmlns:a16="http://schemas.microsoft.com/office/drawing/2014/main" id="{F827516A-FD34-46F5-5C4B-E315B59A5159}"/>
                </a:ext>
              </a:extLst>
            </p:cNvPr>
            <p:cNvSpPr>
              <a:spLocks noChangeArrowheads="1"/>
            </p:cNvSpPr>
            <p:nvPr/>
          </p:nvSpPr>
          <p:spPr bwMode="auto">
            <a:xfrm>
              <a:off x="1028" y="2468"/>
              <a:ext cx="1273"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l"/>
              <a:r>
                <a:rPr lang="en-US" altLang="en-US" sz="1400">
                  <a:solidFill>
                    <a:srgbClr val="000000"/>
                  </a:solidFill>
                  <a:latin typeface="Courier" charset="0"/>
                </a:rPr>
                <a:t>pressButtons1And2()</a:t>
              </a:r>
              <a:endParaRPr lang="en-US" altLang="en-US" b="0">
                <a:solidFill>
                  <a:schemeClr val="tx1"/>
                </a:solidFill>
              </a:endParaRPr>
            </a:p>
          </p:txBody>
        </p:sp>
      </p:grpSp>
      <p:grpSp>
        <p:nvGrpSpPr>
          <p:cNvPr id="89236" name="Group 148">
            <a:extLst>
              <a:ext uri="{FF2B5EF4-FFF2-40B4-BE49-F238E27FC236}">
                <a16:creationId xmlns:a16="http://schemas.microsoft.com/office/drawing/2014/main" id="{C3610745-C4DB-7151-41C2-9FEE452D3C45}"/>
              </a:ext>
            </a:extLst>
          </p:cNvPr>
          <p:cNvGrpSpPr>
            <a:grpSpLocks/>
          </p:cNvGrpSpPr>
          <p:nvPr/>
        </p:nvGrpSpPr>
        <p:grpSpPr bwMode="auto">
          <a:xfrm>
            <a:off x="1557338" y="2755900"/>
            <a:ext cx="1743075" cy="231775"/>
            <a:chOff x="981" y="1736"/>
            <a:chExt cx="1098" cy="146"/>
          </a:xfrm>
        </p:grpSpPr>
        <p:sp>
          <p:nvSpPr>
            <p:cNvPr id="89209" name="Freeform 121">
              <a:extLst>
                <a:ext uri="{FF2B5EF4-FFF2-40B4-BE49-F238E27FC236}">
                  <a16:creationId xmlns:a16="http://schemas.microsoft.com/office/drawing/2014/main" id="{9E6EE990-34CA-8332-192E-B57859A95932}"/>
                </a:ext>
              </a:extLst>
            </p:cNvPr>
            <p:cNvSpPr>
              <a:spLocks/>
            </p:cNvSpPr>
            <p:nvPr/>
          </p:nvSpPr>
          <p:spPr bwMode="auto">
            <a:xfrm>
              <a:off x="1982" y="1817"/>
              <a:ext cx="97" cy="65"/>
            </a:xfrm>
            <a:custGeom>
              <a:avLst/>
              <a:gdLst>
                <a:gd name="T0" fmla="*/ 0 w 97"/>
                <a:gd name="T1" fmla="*/ 33 h 65"/>
                <a:gd name="T2" fmla="*/ 0 w 97"/>
                <a:gd name="T3" fmla="*/ 0 h 65"/>
                <a:gd name="T4" fmla="*/ 97 w 97"/>
                <a:gd name="T5" fmla="*/ 33 h 65"/>
                <a:gd name="T6" fmla="*/ 0 w 97"/>
                <a:gd name="T7" fmla="*/ 65 h 65"/>
                <a:gd name="T8" fmla="*/ 0 w 97"/>
                <a:gd name="T9" fmla="*/ 33 h 65"/>
              </a:gdLst>
              <a:ahLst/>
              <a:cxnLst>
                <a:cxn ang="0">
                  <a:pos x="T0" y="T1"/>
                </a:cxn>
                <a:cxn ang="0">
                  <a:pos x="T2" y="T3"/>
                </a:cxn>
                <a:cxn ang="0">
                  <a:pos x="T4" y="T5"/>
                </a:cxn>
                <a:cxn ang="0">
                  <a:pos x="T6" y="T7"/>
                </a:cxn>
                <a:cxn ang="0">
                  <a:pos x="T8" y="T9"/>
                </a:cxn>
              </a:cxnLst>
              <a:rect l="0" t="0" r="r" b="b"/>
              <a:pathLst>
                <a:path w="97" h="65">
                  <a:moveTo>
                    <a:pt x="0" y="33"/>
                  </a:moveTo>
                  <a:lnTo>
                    <a:pt x="0" y="0"/>
                  </a:lnTo>
                  <a:lnTo>
                    <a:pt x="97" y="33"/>
                  </a:lnTo>
                  <a:lnTo>
                    <a:pt x="0" y="65"/>
                  </a:lnTo>
                  <a:lnTo>
                    <a:pt x="0" y="33"/>
                  </a:lnTo>
                  <a:close/>
                </a:path>
              </a:pathLst>
            </a:custGeom>
            <a:solidFill>
              <a:srgbClr val="000000"/>
            </a:solidFill>
            <a:ln w="17463">
              <a:solidFill>
                <a:srgbClr val="000000"/>
              </a:solidFill>
              <a:prstDash val="solid"/>
              <a:round/>
              <a:headEnd/>
              <a:tailEnd/>
            </a:ln>
          </p:spPr>
          <p:txBody>
            <a:bodyPr/>
            <a:lstStyle/>
            <a:p>
              <a:endParaRPr lang="en-US"/>
            </a:p>
          </p:txBody>
        </p:sp>
        <p:sp>
          <p:nvSpPr>
            <p:cNvPr id="89210" name="Line 122">
              <a:extLst>
                <a:ext uri="{FF2B5EF4-FFF2-40B4-BE49-F238E27FC236}">
                  <a16:creationId xmlns:a16="http://schemas.microsoft.com/office/drawing/2014/main" id="{14773C3A-1B85-FBEA-92E1-486924F34406}"/>
                </a:ext>
              </a:extLst>
            </p:cNvPr>
            <p:cNvSpPr>
              <a:spLocks noChangeShapeType="1"/>
            </p:cNvSpPr>
            <p:nvPr/>
          </p:nvSpPr>
          <p:spPr bwMode="auto">
            <a:xfrm>
              <a:off x="981" y="1850"/>
              <a:ext cx="990" cy="1"/>
            </a:xfrm>
            <a:prstGeom prst="line">
              <a:avLst/>
            </a:prstGeom>
            <a:noFill/>
            <a:ln w="1746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9211" name="Rectangle 123">
              <a:extLst>
                <a:ext uri="{FF2B5EF4-FFF2-40B4-BE49-F238E27FC236}">
                  <a16:creationId xmlns:a16="http://schemas.microsoft.com/office/drawing/2014/main" id="{0CA7AD24-41CC-0447-3098-8FE2DF225841}"/>
                </a:ext>
              </a:extLst>
            </p:cNvPr>
            <p:cNvSpPr>
              <a:spLocks noChangeArrowheads="1"/>
            </p:cNvSpPr>
            <p:nvPr/>
          </p:nvSpPr>
          <p:spPr bwMode="auto">
            <a:xfrm>
              <a:off x="1136" y="1736"/>
              <a:ext cx="938"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l"/>
              <a:r>
                <a:rPr lang="en-US" altLang="en-US" sz="1400">
                  <a:solidFill>
                    <a:srgbClr val="000000"/>
                  </a:solidFill>
                  <a:latin typeface="Courier" charset="0"/>
                </a:rPr>
                <a:t>pressButton1()</a:t>
              </a:r>
              <a:endParaRPr lang="en-US" altLang="en-US" b="0">
                <a:solidFill>
                  <a:schemeClr val="tx1"/>
                </a:solidFill>
              </a:endParaRPr>
            </a:p>
          </p:txBody>
        </p:sp>
      </p:grpSp>
      <p:grpSp>
        <p:nvGrpSpPr>
          <p:cNvPr id="89219" name="Group 131">
            <a:extLst>
              <a:ext uri="{FF2B5EF4-FFF2-40B4-BE49-F238E27FC236}">
                <a16:creationId xmlns:a16="http://schemas.microsoft.com/office/drawing/2014/main" id="{D62F2E98-1BE7-E0D3-46D9-4E1A776A645E}"/>
              </a:ext>
            </a:extLst>
          </p:cNvPr>
          <p:cNvGrpSpPr>
            <a:grpSpLocks/>
          </p:cNvGrpSpPr>
          <p:nvPr/>
        </p:nvGrpSpPr>
        <p:grpSpPr bwMode="auto">
          <a:xfrm>
            <a:off x="942975" y="1143000"/>
            <a:ext cx="1073150" cy="1006475"/>
            <a:chOff x="594" y="720"/>
            <a:chExt cx="676" cy="634"/>
          </a:xfrm>
        </p:grpSpPr>
        <p:sp>
          <p:nvSpPr>
            <p:cNvPr id="89212" name="Freeform 124">
              <a:extLst>
                <a:ext uri="{FF2B5EF4-FFF2-40B4-BE49-F238E27FC236}">
                  <a16:creationId xmlns:a16="http://schemas.microsoft.com/office/drawing/2014/main" id="{70F0CEFC-B964-6E99-FD4A-024001FCC345}"/>
                </a:ext>
              </a:extLst>
            </p:cNvPr>
            <p:cNvSpPr>
              <a:spLocks/>
            </p:cNvSpPr>
            <p:nvPr/>
          </p:nvSpPr>
          <p:spPr bwMode="auto">
            <a:xfrm>
              <a:off x="788" y="817"/>
              <a:ext cx="129" cy="376"/>
            </a:xfrm>
            <a:custGeom>
              <a:avLst/>
              <a:gdLst>
                <a:gd name="T0" fmla="*/ 129 w 129"/>
                <a:gd name="T1" fmla="*/ 0 h 376"/>
                <a:gd name="T2" fmla="*/ 129 w 129"/>
                <a:gd name="T3" fmla="*/ 237 h 376"/>
                <a:gd name="T4" fmla="*/ 0 w 129"/>
                <a:gd name="T5" fmla="*/ 376 h 376"/>
              </a:gdLst>
              <a:ahLst/>
              <a:cxnLst>
                <a:cxn ang="0">
                  <a:pos x="T0" y="T1"/>
                </a:cxn>
                <a:cxn ang="0">
                  <a:pos x="T2" y="T3"/>
                </a:cxn>
                <a:cxn ang="0">
                  <a:pos x="T4" y="T5"/>
                </a:cxn>
              </a:cxnLst>
              <a:rect l="0" t="0" r="r" b="b"/>
              <a:pathLst>
                <a:path w="129" h="376">
                  <a:moveTo>
                    <a:pt x="129" y="0"/>
                  </a:moveTo>
                  <a:lnTo>
                    <a:pt x="129" y="237"/>
                  </a:lnTo>
                  <a:lnTo>
                    <a:pt x="0" y="376"/>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89213" name="Line 125">
              <a:extLst>
                <a:ext uri="{FF2B5EF4-FFF2-40B4-BE49-F238E27FC236}">
                  <a16:creationId xmlns:a16="http://schemas.microsoft.com/office/drawing/2014/main" id="{4F64E5D6-B620-8373-E639-919FBD858DCF}"/>
                </a:ext>
              </a:extLst>
            </p:cNvPr>
            <p:cNvSpPr>
              <a:spLocks noChangeShapeType="1"/>
            </p:cNvSpPr>
            <p:nvPr/>
          </p:nvSpPr>
          <p:spPr bwMode="auto">
            <a:xfrm>
              <a:off x="917" y="1054"/>
              <a:ext cx="140" cy="139"/>
            </a:xfrm>
            <a:prstGeom prst="line">
              <a:avLst/>
            </a:prstGeom>
            <a:noFill/>
            <a:ln w="1746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9214" name="Line 126">
              <a:extLst>
                <a:ext uri="{FF2B5EF4-FFF2-40B4-BE49-F238E27FC236}">
                  <a16:creationId xmlns:a16="http://schemas.microsoft.com/office/drawing/2014/main" id="{F46F0617-80BA-B7D3-607A-A59557C161C1}"/>
                </a:ext>
              </a:extLst>
            </p:cNvPr>
            <p:cNvSpPr>
              <a:spLocks noChangeShapeType="1"/>
            </p:cNvSpPr>
            <p:nvPr/>
          </p:nvSpPr>
          <p:spPr bwMode="auto">
            <a:xfrm>
              <a:off x="788" y="924"/>
              <a:ext cx="269" cy="1"/>
            </a:xfrm>
            <a:prstGeom prst="line">
              <a:avLst/>
            </a:prstGeom>
            <a:noFill/>
            <a:ln w="1746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9215" name="Oval 127">
              <a:extLst>
                <a:ext uri="{FF2B5EF4-FFF2-40B4-BE49-F238E27FC236}">
                  <a16:creationId xmlns:a16="http://schemas.microsoft.com/office/drawing/2014/main" id="{BE50748D-EA37-9C6A-642A-8F18763F406C}"/>
                </a:ext>
              </a:extLst>
            </p:cNvPr>
            <p:cNvSpPr>
              <a:spLocks noChangeArrowheads="1"/>
            </p:cNvSpPr>
            <p:nvPr/>
          </p:nvSpPr>
          <p:spPr bwMode="auto">
            <a:xfrm>
              <a:off x="852" y="720"/>
              <a:ext cx="140" cy="140"/>
            </a:xfrm>
            <a:prstGeom prst="ellipse">
              <a:avLst/>
            </a:prstGeom>
            <a:solidFill>
              <a:srgbClr val="FFFFFF"/>
            </a:solidFill>
            <a:ln w="17463">
              <a:solidFill>
                <a:srgbClr val="000000"/>
              </a:solidFill>
              <a:round/>
              <a:headEnd/>
              <a:tailEnd/>
            </a:ln>
          </p:spPr>
          <p:txBody>
            <a:bodyPr/>
            <a:lstStyle/>
            <a:p>
              <a:endParaRPr lang="en-US"/>
            </a:p>
          </p:txBody>
        </p:sp>
        <p:sp>
          <p:nvSpPr>
            <p:cNvPr id="89216" name="Rectangle 128">
              <a:extLst>
                <a:ext uri="{FF2B5EF4-FFF2-40B4-BE49-F238E27FC236}">
                  <a16:creationId xmlns:a16="http://schemas.microsoft.com/office/drawing/2014/main" id="{C28E6194-4A4D-BA53-D279-57061DB2A5CC}"/>
                </a:ext>
              </a:extLst>
            </p:cNvPr>
            <p:cNvSpPr>
              <a:spLocks noChangeArrowheads="1"/>
            </p:cNvSpPr>
            <p:nvPr/>
          </p:nvSpPr>
          <p:spPr bwMode="auto">
            <a:xfrm>
              <a:off x="600" y="1220"/>
              <a:ext cx="670"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l"/>
              <a:r>
                <a:rPr lang="en-US" altLang="en-US" sz="1400">
                  <a:solidFill>
                    <a:srgbClr val="000000"/>
                  </a:solidFill>
                  <a:latin typeface="Courier" charset="0"/>
                </a:rPr>
                <a:t>:WatchUser</a:t>
              </a:r>
              <a:endParaRPr lang="en-US" altLang="en-US" b="0">
                <a:solidFill>
                  <a:schemeClr val="tx1"/>
                </a:solidFill>
              </a:endParaRPr>
            </a:p>
          </p:txBody>
        </p:sp>
        <p:sp>
          <p:nvSpPr>
            <p:cNvPr id="89217" name="Line 129">
              <a:extLst>
                <a:ext uri="{FF2B5EF4-FFF2-40B4-BE49-F238E27FC236}">
                  <a16:creationId xmlns:a16="http://schemas.microsoft.com/office/drawing/2014/main" id="{6408AAF0-940D-6443-CFCB-7AACFA9F64C0}"/>
                </a:ext>
              </a:extLst>
            </p:cNvPr>
            <p:cNvSpPr>
              <a:spLocks noChangeShapeType="1"/>
            </p:cNvSpPr>
            <p:nvPr/>
          </p:nvSpPr>
          <p:spPr bwMode="auto">
            <a:xfrm>
              <a:off x="594" y="1322"/>
              <a:ext cx="645" cy="1"/>
            </a:xfrm>
            <a:prstGeom prst="line">
              <a:avLst/>
            </a:prstGeom>
            <a:noFill/>
            <a:ln w="1746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89093" name="AutoShape 5">
            <a:extLst>
              <a:ext uri="{FF2B5EF4-FFF2-40B4-BE49-F238E27FC236}">
                <a16:creationId xmlns:a16="http://schemas.microsoft.com/office/drawing/2014/main" id="{27DB86D8-FF50-BFF5-50B3-17B547E3206D}"/>
              </a:ext>
            </a:extLst>
          </p:cNvPr>
          <p:cNvSpPr>
            <a:spLocks noChangeArrowheads="1"/>
          </p:cNvSpPr>
          <p:nvPr/>
        </p:nvSpPr>
        <p:spPr bwMode="auto">
          <a:xfrm>
            <a:off x="3811588" y="946150"/>
            <a:ext cx="1050925" cy="609600"/>
          </a:xfrm>
          <a:prstGeom prst="wedgeRoundRectCallout">
            <a:avLst>
              <a:gd name="adj1" fmla="val -44560"/>
              <a:gd name="adj2" fmla="val 73958"/>
              <a:gd name="adj3" fmla="val 16667"/>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en-US" b="0"/>
              <a:t>Object</a:t>
            </a:r>
            <a:endParaRPr lang="en-US" altLang="en-US" b="0">
              <a:solidFill>
                <a:schemeClr val="tx1"/>
              </a:solidFill>
            </a:endParaRPr>
          </a:p>
        </p:txBody>
      </p:sp>
      <p:sp>
        <p:nvSpPr>
          <p:cNvPr id="89094" name="AutoShape 6">
            <a:extLst>
              <a:ext uri="{FF2B5EF4-FFF2-40B4-BE49-F238E27FC236}">
                <a16:creationId xmlns:a16="http://schemas.microsoft.com/office/drawing/2014/main" id="{13D9EFC6-F1BD-33B9-ED89-56180C1B0D97}"/>
              </a:ext>
            </a:extLst>
          </p:cNvPr>
          <p:cNvSpPr>
            <a:spLocks noChangeArrowheads="1"/>
          </p:cNvSpPr>
          <p:nvPr/>
        </p:nvSpPr>
        <p:spPr bwMode="auto">
          <a:xfrm>
            <a:off x="88900" y="2965450"/>
            <a:ext cx="1243013" cy="609600"/>
          </a:xfrm>
          <a:prstGeom prst="wedgeRoundRectCallout">
            <a:avLst>
              <a:gd name="adj1" fmla="val 120116"/>
              <a:gd name="adj2" fmla="val -114583"/>
              <a:gd name="adj3" fmla="val 16667"/>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en-US" b="0"/>
              <a:t>Message</a:t>
            </a:r>
          </a:p>
        </p:txBody>
      </p:sp>
      <p:sp>
        <p:nvSpPr>
          <p:cNvPr id="89095" name="AutoShape 7">
            <a:extLst>
              <a:ext uri="{FF2B5EF4-FFF2-40B4-BE49-F238E27FC236}">
                <a16:creationId xmlns:a16="http://schemas.microsoft.com/office/drawing/2014/main" id="{FB5E66DA-A512-0AE6-F801-D4842CB18489}"/>
              </a:ext>
            </a:extLst>
          </p:cNvPr>
          <p:cNvSpPr>
            <a:spLocks noChangeArrowheads="1"/>
          </p:cNvSpPr>
          <p:nvPr/>
        </p:nvSpPr>
        <p:spPr bwMode="auto">
          <a:xfrm>
            <a:off x="1719263" y="4968875"/>
            <a:ext cx="1376362" cy="609600"/>
          </a:xfrm>
          <a:prstGeom prst="wedgeRoundRectCallout">
            <a:avLst>
              <a:gd name="adj1" fmla="val 76181"/>
              <a:gd name="adj2" fmla="val -409898"/>
              <a:gd name="adj3" fmla="val 16667"/>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en-US" b="0"/>
              <a:t>Activation</a:t>
            </a:r>
          </a:p>
        </p:txBody>
      </p:sp>
      <p:sp>
        <p:nvSpPr>
          <p:cNvPr id="89096" name="Text Box 8">
            <a:extLst>
              <a:ext uri="{FF2B5EF4-FFF2-40B4-BE49-F238E27FC236}">
                <a16:creationId xmlns:a16="http://schemas.microsoft.com/office/drawing/2014/main" id="{98847735-164B-57E1-D412-AA831079095E}"/>
              </a:ext>
            </a:extLst>
          </p:cNvPr>
          <p:cNvSpPr txBox="1">
            <a:spLocks noChangeArrowheads="1"/>
          </p:cNvSpPr>
          <p:nvPr/>
        </p:nvSpPr>
        <p:spPr bwMode="auto">
          <a:xfrm>
            <a:off x="504825" y="6145213"/>
            <a:ext cx="8086725"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en-US" b="0">
                <a:solidFill>
                  <a:schemeClr val="tx1"/>
                </a:solidFill>
              </a:rPr>
              <a:t>Sequence diagrams represent the behavior as interactions</a:t>
            </a:r>
          </a:p>
        </p:txBody>
      </p:sp>
      <p:sp>
        <p:nvSpPr>
          <p:cNvPr id="89221" name="AutoShape 133">
            <a:extLst>
              <a:ext uri="{FF2B5EF4-FFF2-40B4-BE49-F238E27FC236}">
                <a16:creationId xmlns:a16="http://schemas.microsoft.com/office/drawing/2014/main" id="{E8EB7F34-9907-C03A-44A5-14EF4FC85D6D}"/>
              </a:ext>
            </a:extLst>
          </p:cNvPr>
          <p:cNvSpPr>
            <a:spLocks noChangeArrowheads="1"/>
          </p:cNvSpPr>
          <p:nvPr/>
        </p:nvSpPr>
        <p:spPr bwMode="auto">
          <a:xfrm>
            <a:off x="1931988" y="869950"/>
            <a:ext cx="1050925" cy="609600"/>
          </a:xfrm>
          <a:prstGeom prst="wedgeRoundRectCallout">
            <a:avLst>
              <a:gd name="adj1" fmla="val -73565"/>
              <a:gd name="adj2" fmla="val 90625"/>
              <a:gd name="adj3" fmla="val 16667"/>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en-US" b="0"/>
              <a:t>Actor</a:t>
            </a:r>
            <a:endParaRPr lang="en-US" altLang="en-US" b="0">
              <a:solidFill>
                <a:schemeClr val="tx1"/>
              </a:solidFill>
            </a:endParaRPr>
          </a:p>
        </p:txBody>
      </p:sp>
      <p:sp>
        <p:nvSpPr>
          <p:cNvPr id="89163" name="Rectangle 75">
            <a:extLst>
              <a:ext uri="{FF2B5EF4-FFF2-40B4-BE49-F238E27FC236}">
                <a16:creationId xmlns:a16="http://schemas.microsoft.com/office/drawing/2014/main" id="{C921850C-7088-2117-378D-8CDAD22F8ED8}"/>
              </a:ext>
            </a:extLst>
          </p:cNvPr>
          <p:cNvSpPr>
            <a:spLocks noChangeArrowheads="1"/>
          </p:cNvSpPr>
          <p:nvPr/>
        </p:nvSpPr>
        <p:spPr bwMode="auto">
          <a:xfrm>
            <a:off x="3300413" y="2543175"/>
            <a:ext cx="204787" cy="239713"/>
          </a:xfrm>
          <a:prstGeom prst="rect">
            <a:avLst/>
          </a:prstGeom>
          <a:solidFill>
            <a:schemeClr val="bg1"/>
          </a:solidFill>
          <a:ln w="17463">
            <a:solidFill>
              <a:srgbClr val="000000"/>
            </a:solidFill>
            <a:miter lim="800000"/>
            <a:headEnd/>
            <a:tailEnd/>
          </a:ln>
        </p:spPr>
        <p:txBody>
          <a:bodyPr/>
          <a:lstStyle/>
          <a:p>
            <a:endParaRPr lang="en-US"/>
          </a:p>
        </p:txBody>
      </p:sp>
      <p:sp>
        <p:nvSpPr>
          <p:cNvPr id="89190" name="Rectangle 102">
            <a:extLst>
              <a:ext uri="{FF2B5EF4-FFF2-40B4-BE49-F238E27FC236}">
                <a16:creationId xmlns:a16="http://schemas.microsoft.com/office/drawing/2014/main" id="{4A3F5195-12FD-9220-6497-0A6E081DA1A6}"/>
              </a:ext>
            </a:extLst>
          </p:cNvPr>
          <p:cNvSpPr>
            <a:spLocks noChangeArrowheads="1"/>
          </p:cNvSpPr>
          <p:nvPr/>
        </p:nvSpPr>
        <p:spPr bwMode="auto">
          <a:xfrm>
            <a:off x="7278688" y="3465513"/>
            <a:ext cx="204787" cy="649287"/>
          </a:xfrm>
          <a:prstGeom prst="rect">
            <a:avLst/>
          </a:prstGeom>
          <a:solidFill>
            <a:schemeClr val="bg1"/>
          </a:solidFill>
          <a:ln w="17463">
            <a:solidFill>
              <a:srgbClr val="000000"/>
            </a:solidFill>
            <a:miter lim="800000"/>
            <a:headEnd/>
            <a:tailEnd/>
          </a:ln>
        </p:spPr>
        <p:txBody>
          <a:bodyPr/>
          <a:lstStyle/>
          <a:p>
            <a:endParaRPr lang="en-US"/>
          </a:p>
        </p:txBody>
      </p:sp>
      <p:sp>
        <p:nvSpPr>
          <p:cNvPr id="89249" name="AutoShape 161">
            <a:extLst>
              <a:ext uri="{FF2B5EF4-FFF2-40B4-BE49-F238E27FC236}">
                <a16:creationId xmlns:a16="http://schemas.microsoft.com/office/drawing/2014/main" id="{DE9CCDD6-75A0-9B9B-D3D7-B56F623997CE}"/>
              </a:ext>
            </a:extLst>
          </p:cNvPr>
          <p:cNvSpPr>
            <a:spLocks noChangeArrowheads="1"/>
          </p:cNvSpPr>
          <p:nvPr/>
        </p:nvSpPr>
        <p:spPr bwMode="auto">
          <a:xfrm>
            <a:off x="7510463" y="5108575"/>
            <a:ext cx="1376362" cy="609600"/>
          </a:xfrm>
          <a:prstGeom prst="wedgeRoundRectCallout">
            <a:avLst>
              <a:gd name="adj1" fmla="val -61306"/>
              <a:gd name="adj2" fmla="val -93231"/>
              <a:gd name="adj3" fmla="val 16667"/>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en-US" b="0"/>
              <a:t>Lifeline</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499"/>
                                          </p:stCondLst>
                                        </p:cTn>
                                        <p:tgtEl>
                                          <p:spTgt spid="89219"/>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499"/>
                                          </p:stCondLst>
                                        </p:cTn>
                                        <p:tgtEl>
                                          <p:spTgt spid="89231"/>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499"/>
                                          </p:stCondLst>
                                        </p:cTn>
                                        <p:tgtEl>
                                          <p:spTgt spid="89223"/>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499"/>
                                          </p:stCondLst>
                                        </p:cTn>
                                        <p:tgtEl>
                                          <p:spTgt spid="89232"/>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nodeType="clickEffect">
                                  <p:stCondLst>
                                    <p:cond delay="0"/>
                                  </p:stCondLst>
                                  <p:childTnLst>
                                    <p:set>
                                      <p:cBhvr>
                                        <p:cTn id="22" dur="1" fill="hold">
                                          <p:stCondLst>
                                            <p:cond delay="499"/>
                                          </p:stCondLst>
                                        </p:cTn>
                                        <p:tgtEl>
                                          <p:spTgt spid="89221"/>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nodeType="clickEffect">
                                  <p:stCondLst>
                                    <p:cond delay="0"/>
                                  </p:stCondLst>
                                  <p:childTnLst>
                                    <p:set>
                                      <p:cBhvr>
                                        <p:cTn id="26" dur="1" fill="hold">
                                          <p:stCondLst>
                                            <p:cond delay="499"/>
                                          </p:stCondLst>
                                        </p:cTn>
                                        <p:tgtEl>
                                          <p:spTgt spid="89093"/>
                                        </p:tgtEl>
                                        <p:attrNameLst>
                                          <p:attrName>style.visibility</p:attrName>
                                        </p:attrNameLst>
                                      </p:cBhvr>
                                      <p:to>
                                        <p:strVal val="visible"/>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1" presetClass="entr" presetSubtype="0" fill="hold" nodeType="clickEffect">
                                  <p:stCondLst>
                                    <p:cond delay="0"/>
                                  </p:stCondLst>
                                  <p:childTnLst>
                                    <p:set>
                                      <p:cBhvr>
                                        <p:cTn id="30" dur="1" fill="hold">
                                          <p:stCondLst>
                                            <p:cond delay="499"/>
                                          </p:stCondLst>
                                        </p:cTn>
                                        <p:tgtEl>
                                          <p:spTgt spid="89242"/>
                                        </p:tgtEl>
                                        <p:attrNameLst>
                                          <p:attrName>style.visibility</p:attrName>
                                        </p:attrNameLst>
                                      </p:cBhvr>
                                      <p:to>
                                        <p:strVal val="visible"/>
                                      </p:to>
                                    </p:set>
                                  </p:childTnLst>
                                </p:cTn>
                              </p:par>
                            </p:childTnLst>
                          </p:cTn>
                        </p:par>
                      </p:childTnLst>
                    </p:cTn>
                  </p:par>
                  <p:par>
                    <p:cTn id="31" fill="hold" nodeType="clickPar">
                      <p:stCondLst>
                        <p:cond delay="indefinite"/>
                      </p:stCondLst>
                      <p:childTnLst>
                        <p:par>
                          <p:cTn id="32" fill="hold" nodeType="withGroup">
                            <p:stCondLst>
                              <p:cond delay="0"/>
                            </p:stCondLst>
                            <p:childTnLst>
                              <p:par>
                                <p:cTn id="33" presetID="1" presetClass="entr" presetSubtype="0" fill="hold" nodeType="clickEffect">
                                  <p:stCondLst>
                                    <p:cond delay="0"/>
                                  </p:stCondLst>
                                  <p:childTnLst>
                                    <p:set>
                                      <p:cBhvr>
                                        <p:cTn id="34" dur="1" fill="hold">
                                          <p:stCondLst>
                                            <p:cond delay="499"/>
                                          </p:stCondLst>
                                        </p:cTn>
                                        <p:tgtEl>
                                          <p:spTgt spid="89226"/>
                                        </p:tgtEl>
                                        <p:attrNameLst>
                                          <p:attrName>style.visibility</p:attrName>
                                        </p:attrNameLst>
                                      </p:cBhvr>
                                      <p:to>
                                        <p:strVal val="visible"/>
                                      </p:to>
                                    </p:set>
                                  </p:childTnLst>
                                </p:cTn>
                              </p:par>
                            </p:childTnLst>
                          </p:cTn>
                        </p:par>
                      </p:childTnLst>
                    </p:cTn>
                  </p:par>
                  <p:par>
                    <p:cTn id="35" fill="hold" nodeType="clickPar">
                      <p:stCondLst>
                        <p:cond delay="indefinite"/>
                      </p:stCondLst>
                      <p:childTnLst>
                        <p:par>
                          <p:cTn id="36" fill="hold" nodeType="withGroup">
                            <p:stCondLst>
                              <p:cond delay="0"/>
                            </p:stCondLst>
                            <p:childTnLst>
                              <p:par>
                                <p:cTn id="37" presetID="1" presetClass="entr" presetSubtype="0" fill="hold" nodeType="clickEffect">
                                  <p:stCondLst>
                                    <p:cond delay="0"/>
                                  </p:stCondLst>
                                  <p:childTnLst>
                                    <p:set>
                                      <p:cBhvr>
                                        <p:cTn id="38" dur="1" fill="hold">
                                          <p:stCondLst>
                                            <p:cond delay="499"/>
                                          </p:stCondLst>
                                        </p:cTn>
                                        <p:tgtEl>
                                          <p:spTgt spid="89247"/>
                                        </p:tgtEl>
                                        <p:attrNameLst>
                                          <p:attrName>style.visibility</p:attrName>
                                        </p:attrNameLst>
                                      </p:cBhvr>
                                      <p:to>
                                        <p:strVal val="visible"/>
                                      </p:to>
                                    </p:set>
                                  </p:childTnLst>
                                </p:cTn>
                              </p:par>
                            </p:childTnLst>
                          </p:cTn>
                        </p:par>
                      </p:childTnLst>
                    </p:cTn>
                  </p:par>
                  <p:par>
                    <p:cTn id="39" fill="hold" nodeType="clickPar">
                      <p:stCondLst>
                        <p:cond delay="indefinite"/>
                      </p:stCondLst>
                      <p:childTnLst>
                        <p:par>
                          <p:cTn id="40" fill="hold" nodeType="withGroup">
                            <p:stCondLst>
                              <p:cond delay="0"/>
                            </p:stCondLst>
                            <p:childTnLst>
                              <p:par>
                                <p:cTn id="41" presetID="1" presetClass="entr" presetSubtype="0" fill="hold" nodeType="clickEffect">
                                  <p:stCondLst>
                                    <p:cond delay="0"/>
                                  </p:stCondLst>
                                  <p:childTnLst>
                                    <p:set>
                                      <p:cBhvr>
                                        <p:cTn id="42" dur="1" fill="hold">
                                          <p:stCondLst>
                                            <p:cond delay="499"/>
                                          </p:stCondLst>
                                        </p:cTn>
                                        <p:tgtEl>
                                          <p:spTgt spid="89249"/>
                                        </p:tgtEl>
                                        <p:attrNameLst>
                                          <p:attrName>style.visibility</p:attrName>
                                        </p:attrNameLst>
                                      </p:cBhvr>
                                      <p:to>
                                        <p:strVal val="visible"/>
                                      </p:to>
                                    </p:set>
                                  </p:childTnLst>
                                </p:cTn>
                              </p:par>
                            </p:childTnLst>
                          </p:cTn>
                        </p:par>
                      </p:childTnLst>
                    </p:cTn>
                  </p:par>
                  <p:par>
                    <p:cTn id="43" fill="hold" nodeType="clickPar">
                      <p:stCondLst>
                        <p:cond delay="indefinite"/>
                      </p:stCondLst>
                      <p:childTnLst>
                        <p:par>
                          <p:cTn id="44" fill="hold" nodeType="withGroup">
                            <p:stCondLst>
                              <p:cond delay="0"/>
                            </p:stCondLst>
                            <p:childTnLst>
                              <p:par>
                                <p:cTn id="45" presetID="1" presetClass="entr" presetSubtype="0" fill="hold" nodeType="clickEffect">
                                  <p:stCondLst>
                                    <p:cond delay="0"/>
                                  </p:stCondLst>
                                  <p:childTnLst>
                                    <p:set>
                                      <p:cBhvr>
                                        <p:cTn id="46" dur="1" fill="hold">
                                          <p:stCondLst>
                                            <p:cond delay="499"/>
                                          </p:stCondLst>
                                        </p:cTn>
                                        <p:tgtEl>
                                          <p:spTgt spid="89098"/>
                                        </p:tgtEl>
                                        <p:attrNameLst>
                                          <p:attrName>style.visibility</p:attrName>
                                        </p:attrNameLst>
                                      </p:cBhvr>
                                      <p:to>
                                        <p:strVal val="visible"/>
                                      </p:to>
                                    </p:set>
                                  </p:childTnLst>
                                </p:cTn>
                              </p:par>
                            </p:childTnLst>
                          </p:cTn>
                        </p:par>
                      </p:childTnLst>
                    </p:cTn>
                  </p:par>
                  <p:par>
                    <p:cTn id="47" fill="hold" nodeType="clickPar">
                      <p:stCondLst>
                        <p:cond delay="indefinite"/>
                      </p:stCondLst>
                      <p:childTnLst>
                        <p:par>
                          <p:cTn id="48" fill="hold" nodeType="withGroup">
                            <p:stCondLst>
                              <p:cond delay="0"/>
                            </p:stCondLst>
                            <p:childTnLst>
                              <p:par>
                                <p:cTn id="49" presetID="1" presetClass="entr" presetSubtype="0" fill="hold" nodeType="clickEffect">
                                  <p:stCondLst>
                                    <p:cond delay="0"/>
                                  </p:stCondLst>
                                  <p:childTnLst>
                                    <p:set>
                                      <p:cBhvr>
                                        <p:cTn id="50" dur="1" fill="hold">
                                          <p:stCondLst>
                                            <p:cond delay="499"/>
                                          </p:stCondLst>
                                        </p:cTn>
                                        <p:tgtEl>
                                          <p:spTgt spid="89097"/>
                                        </p:tgtEl>
                                        <p:attrNameLst>
                                          <p:attrName>style.visibility</p:attrName>
                                        </p:attrNameLst>
                                      </p:cBhvr>
                                      <p:to>
                                        <p:strVal val="visible"/>
                                      </p:to>
                                    </p:set>
                                  </p:childTnLst>
                                </p:cTn>
                              </p:par>
                            </p:childTnLst>
                          </p:cTn>
                        </p:par>
                      </p:childTnLst>
                    </p:cTn>
                  </p:par>
                  <p:par>
                    <p:cTn id="51" fill="hold" nodeType="clickPar">
                      <p:stCondLst>
                        <p:cond delay="indefinite"/>
                      </p:stCondLst>
                      <p:childTnLst>
                        <p:par>
                          <p:cTn id="52" fill="hold" nodeType="withGroup">
                            <p:stCondLst>
                              <p:cond delay="0"/>
                            </p:stCondLst>
                            <p:childTnLst>
                              <p:par>
                                <p:cTn id="53" presetID="1" presetClass="entr" presetSubtype="0" fill="hold" nodeType="clickEffect">
                                  <p:stCondLst>
                                    <p:cond delay="0"/>
                                  </p:stCondLst>
                                  <p:childTnLst>
                                    <p:set>
                                      <p:cBhvr>
                                        <p:cTn id="54" dur="1" fill="hold">
                                          <p:stCondLst>
                                            <p:cond delay="499"/>
                                          </p:stCondLst>
                                        </p:cTn>
                                        <p:tgtEl>
                                          <p:spTgt spid="89234"/>
                                        </p:tgtEl>
                                        <p:attrNameLst>
                                          <p:attrName>style.visibility</p:attrName>
                                        </p:attrNameLst>
                                      </p:cBhvr>
                                      <p:to>
                                        <p:strVal val="visible"/>
                                      </p:to>
                                    </p:set>
                                  </p:childTnLst>
                                </p:cTn>
                              </p:par>
                            </p:childTnLst>
                          </p:cTn>
                        </p:par>
                      </p:childTnLst>
                    </p:cTn>
                  </p:par>
                  <p:par>
                    <p:cTn id="55" fill="hold" nodeType="clickPar">
                      <p:stCondLst>
                        <p:cond delay="indefinite"/>
                      </p:stCondLst>
                      <p:childTnLst>
                        <p:par>
                          <p:cTn id="56" fill="hold" nodeType="withGroup">
                            <p:stCondLst>
                              <p:cond delay="0"/>
                            </p:stCondLst>
                            <p:childTnLst>
                              <p:par>
                                <p:cTn id="57" presetID="1" presetClass="entr" presetSubtype="0" fill="hold" nodeType="clickEffect">
                                  <p:stCondLst>
                                    <p:cond delay="0"/>
                                  </p:stCondLst>
                                  <p:childTnLst>
                                    <p:set>
                                      <p:cBhvr>
                                        <p:cTn id="58" dur="1" fill="hold">
                                          <p:stCondLst>
                                            <p:cond delay="499"/>
                                          </p:stCondLst>
                                        </p:cTn>
                                        <p:tgtEl>
                                          <p:spTgt spid="89094"/>
                                        </p:tgtEl>
                                        <p:attrNameLst>
                                          <p:attrName>style.visibility</p:attrName>
                                        </p:attrNameLst>
                                      </p:cBhvr>
                                      <p:to>
                                        <p:strVal val="visible"/>
                                      </p:to>
                                    </p:set>
                                  </p:childTnLst>
                                </p:cTn>
                              </p:par>
                            </p:childTnLst>
                          </p:cTn>
                        </p:par>
                      </p:childTnLst>
                    </p:cTn>
                  </p:par>
                  <p:par>
                    <p:cTn id="59" fill="hold" nodeType="clickPar">
                      <p:stCondLst>
                        <p:cond delay="indefinite"/>
                      </p:stCondLst>
                      <p:childTnLst>
                        <p:par>
                          <p:cTn id="60" fill="hold" nodeType="withGroup">
                            <p:stCondLst>
                              <p:cond delay="0"/>
                            </p:stCondLst>
                            <p:childTnLst>
                              <p:par>
                                <p:cTn id="61" presetID="1" presetClass="entr" presetSubtype="0" fill="hold" nodeType="clickEffect">
                                  <p:stCondLst>
                                    <p:cond delay="0"/>
                                  </p:stCondLst>
                                  <p:childTnLst>
                                    <p:set>
                                      <p:cBhvr>
                                        <p:cTn id="62" dur="1" fill="hold">
                                          <p:stCondLst>
                                            <p:cond delay="499"/>
                                          </p:stCondLst>
                                        </p:cTn>
                                        <p:tgtEl>
                                          <p:spTgt spid="89163"/>
                                        </p:tgtEl>
                                        <p:attrNameLst>
                                          <p:attrName>style.visibility</p:attrName>
                                        </p:attrNameLst>
                                      </p:cBhvr>
                                      <p:to>
                                        <p:strVal val="visible"/>
                                      </p:to>
                                    </p:set>
                                  </p:childTnLst>
                                </p:cTn>
                              </p:par>
                            </p:childTnLst>
                          </p:cTn>
                        </p:par>
                      </p:childTnLst>
                    </p:cTn>
                  </p:par>
                  <p:par>
                    <p:cTn id="63" fill="hold" nodeType="clickPar">
                      <p:stCondLst>
                        <p:cond delay="indefinite"/>
                      </p:stCondLst>
                      <p:childTnLst>
                        <p:par>
                          <p:cTn id="64" fill="hold" nodeType="withGroup">
                            <p:stCondLst>
                              <p:cond delay="0"/>
                            </p:stCondLst>
                            <p:childTnLst>
                              <p:par>
                                <p:cTn id="65" presetID="1" presetClass="entr" presetSubtype="0" fill="hold" nodeType="clickEffect">
                                  <p:stCondLst>
                                    <p:cond delay="0"/>
                                  </p:stCondLst>
                                  <p:childTnLst>
                                    <p:set>
                                      <p:cBhvr>
                                        <p:cTn id="66" dur="1" fill="hold">
                                          <p:stCondLst>
                                            <p:cond delay="499"/>
                                          </p:stCondLst>
                                        </p:cTn>
                                        <p:tgtEl>
                                          <p:spTgt spid="89162"/>
                                        </p:tgtEl>
                                        <p:attrNameLst>
                                          <p:attrName>style.visibility</p:attrName>
                                        </p:attrNameLst>
                                      </p:cBhvr>
                                      <p:to>
                                        <p:strVal val="visible"/>
                                      </p:to>
                                    </p:set>
                                  </p:childTnLst>
                                </p:cTn>
                              </p:par>
                            </p:childTnLst>
                          </p:cTn>
                        </p:par>
                      </p:childTnLst>
                    </p:cTn>
                  </p:par>
                  <p:par>
                    <p:cTn id="67" fill="hold" nodeType="clickPar">
                      <p:stCondLst>
                        <p:cond delay="indefinite"/>
                      </p:stCondLst>
                      <p:childTnLst>
                        <p:par>
                          <p:cTn id="68" fill="hold" nodeType="withGroup">
                            <p:stCondLst>
                              <p:cond delay="0"/>
                            </p:stCondLst>
                            <p:childTnLst>
                              <p:par>
                                <p:cTn id="69" presetID="1" presetClass="entr" presetSubtype="0" fill="hold" nodeType="clickEffect">
                                  <p:stCondLst>
                                    <p:cond delay="0"/>
                                  </p:stCondLst>
                                  <p:childTnLst>
                                    <p:set>
                                      <p:cBhvr>
                                        <p:cTn id="70" dur="1" fill="hold">
                                          <p:stCondLst>
                                            <p:cond delay="499"/>
                                          </p:stCondLst>
                                        </p:cTn>
                                        <p:tgtEl>
                                          <p:spTgt spid="89095"/>
                                        </p:tgtEl>
                                        <p:attrNameLst>
                                          <p:attrName>style.visibility</p:attrName>
                                        </p:attrNameLst>
                                      </p:cBhvr>
                                      <p:to>
                                        <p:strVal val="visible"/>
                                      </p:to>
                                    </p:set>
                                  </p:childTnLst>
                                </p:cTn>
                              </p:par>
                            </p:childTnLst>
                          </p:cTn>
                        </p:par>
                      </p:childTnLst>
                    </p:cTn>
                  </p:par>
                  <p:par>
                    <p:cTn id="71" fill="hold" nodeType="clickPar">
                      <p:stCondLst>
                        <p:cond delay="indefinite"/>
                      </p:stCondLst>
                      <p:childTnLst>
                        <p:par>
                          <p:cTn id="72" fill="hold" nodeType="withGroup">
                            <p:stCondLst>
                              <p:cond delay="0"/>
                            </p:stCondLst>
                            <p:childTnLst>
                              <p:par>
                                <p:cTn id="73" presetID="1" presetClass="entr" presetSubtype="0" fill="hold" nodeType="clickEffect">
                                  <p:stCondLst>
                                    <p:cond delay="0"/>
                                  </p:stCondLst>
                                  <p:childTnLst>
                                    <p:set>
                                      <p:cBhvr>
                                        <p:cTn id="74" dur="1" fill="hold">
                                          <p:stCondLst>
                                            <p:cond delay="499"/>
                                          </p:stCondLst>
                                        </p:cTn>
                                        <p:tgtEl>
                                          <p:spTgt spid="89235"/>
                                        </p:tgtEl>
                                        <p:attrNameLst>
                                          <p:attrName>style.visibility</p:attrName>
                                        </p:attrNameLst>
                                      </p:cBhvr>
                                      <p:to>
                                        <p:strVal val="visible"/>
                                      </p:to>
                                    </p:set>
                                  </p:childTnLst>
                                </p:cTn>
                              </p:par>
                            </p:childTnLst>
                          </p:cTn>
                        </p:par>
                      </p:childTnLst>
                    </p:cTn>
                  </p:par>
                  <p:par>
                    <p:cTn id="75" fill="hold" nodeType="clickPar">
                      <p:stCondLst>
                        <p:cond delay="indefinite"/>
                      </p:stCondLst>
                      <p:childTnLst>
                        <p:par>
                          <p:cTn id="76" fill="hold" nodeType="withGroup">
                            <p:stCondLst>
                              <p:cond delay="0"/>
                            </p:stCondLst>
                            <p:childTnLst>
                              <p:par>
                                <p:cTn id="77" presetID="1" presetClass="entr" presetSubtype="0" fill="hold" nodeType="clickEffect">
                                  <p:stCondLst>
                                    <p:cond delay="0"/>
                                  </p:stCondLst>
                                  <p:childTnLst>
                                    <p:set>
                                      <p:cBhvr>
                                        <p:cTn id="78" dur="1" fill="hold">
                                          <p:stCondLst>
                                            <p:cond delay="499"/>
                                          </p:stCondLst>
                                        </p:cTn>
                                        <p:tgtEl>
                                          <p:spTgt spid="89171"/>
                                        </p:tgtEl>
                                        <p:attrNameLst>
                                          <p:attrName>style.visibility</p:attrName>
                                        </p:attrNameLst>
                                      </p:cBhvr>
                                      <p:to>
                                        <p:strVal val="visible"/>
                                      </p:to>
                                    </p:set>
                                  </p:childTnLst>
                                </p:cTn>
                              </p:par>
                            </p:childTnLst>
                          </p:cTn>
                        </p:par>
                      </p:childTnLst>
                    </p:cTn>
                  </p:par>
                  <p:par>
                    <p:cTn id="79" fill="hold" nodeType="clickPar">
                      <p:stCondLst>
                        <p:cond delay="indefinite"/>
                      </p:stCondLst>
                      <p:childTnLst>
                        <p:par>
                          <p:cTn id="80" fill="hold" nodeType="withGroup">
                            <p:stCondLst>
                              <p:cond delay="0"/>
                            </p:stCondLst>
                            <p:childTnLst>
                              <p:par>
                                <p:cTn id="81" presetID="1" presetClass="entr" presetSubtype="0" fill="hold" nodeType="clickEffect">
                                  <p:stCondLst>
                                    <p:cond delay="0"/>
                                  </p:stCondLst>
                                  <p:childTnLst>
                                    <p:set>
                                      <p:cBhvr>
                                        <p:cTn id="82" dur="1" fill="hold">
                                          <p:stCondLst>
                                            <p:cond delay="499"/>
                                          </p:stCondLst>
                                        </p:cTn>
                                        <p:tgtEl>
                                          <p:spTgt spid="89236"/>
                                        </p:tgtEl>
                                        <p:attrNameLst>
                                          <p:attrName>style.visibility</p:attrName>
                                        </p:attrNameLst>
                                      </p:cBhvr>
                                      <p:to>
                                        <p:strVal val="visible"/>
                                      </p:to>
                                    </p:set>
                                  </p:childTnLst>
                                </p:cTn>
                              </p:par>
                            </p:childTnLst>
                          </p:cTn>
                        </p:par>
                      </p:childTnLst>
                    </p:cTn>
                  </p:par>
                  <p:par>
                    <p:cTn id="83" fill="hold" nodeType="clickPar">
                      <p:stCondLst>
                        <p:cond delay="indefinite"/>
                      </p:stCondLst>
                      <p:childTnLst>
                        <p:par>
                          <p:cTn id="84" fill="hold" nodeType="withGroup">
                            <p:stCondLst>
                              <p:cond delay="0"/>
                            </p:stCondLst>
                            <p:childTnLst>
                              <p:par>
                                <p:cTn id="85" presetID="1" presetClass="entr" presetSubtype="0" fill="hold" nodeType="clickEffect">
                                  <p:stCondLst>
                                    <p:cond delay="0"/>
                                  </p:stCondLst>
                                  <p:childTnLst>
                                    <p:set>
                                      <p:cBhvr>
                                        <p:cTn id="86" dur="1" fill="hold">
                                          <p:stCondLst>
                                            <p:cond delay="499"/>
                                          </p:stCondLst>
                                        </p:cTn>
                                        <p:tgtEl>
                                          <p:spTgt spid="89173"/>
                                        </p:tgtEl>
                                        <p:attrNameLst>
                                          <p:attrName>style.visibility</p:attrName>
                                        </p:attrNameLst>
                                      </p:cBhvr>
                                      <p:to>
                                        <p:strVal val="visible"/>
                                      </p:to>
                                    </p:set>
                                  </p:childTnLst>
                                </p:cTn>
                              </p:par>
                            </p:childTnLst>
                          </p:cTn>
                        </p:par>
                      </p:childTnLst>
                    </p:cTn>
                  </p:par>
                  <p:par>
                    <p:cTn id="87" fill="hold" nodeType="clickPar">
                      <p:stCondLst>
                        <p:cond delay="indefinite"/>
                      </p:stCondLst>
                      <p:childTnLst>
                        <p:par>
                          <p:cTn id="88" fill="hold" nodeType="withGroup">
                            <p:stCondLst>
                              <p:cond delay="0"/>
                            </p:stCondLst>
                            <p:childTnLst>
                              <p:par>
                                <p:cTn id="89" presetID="1" presetClass="entr" presetSubtype="0" fill="hold" nodeType="clickEffect">
                                  <p:stCondLst>
                                    <p:cond delay="0"/>
                                  </p:stCondLst>
                                  <p:childTnLst>
                                    <p:set>
                                      <p:cBhvr>
                                        <p:cTn id="90" dur="1" fill="hold">
                                          <p:stCondLst>
                                            <p:cond delay="499"/>
                                          </p:stCondLst>
                                        </p:cTn>
                                        <p:tgtEl>
                                          <p:spTgt spid="89237"/>
                                        </p:tgtEl>
                                        <p:attrNameLst>
                                          <p:attrName>style.visibility</p:attrName>
                                        </p:attrNameLst>
                                      </p:cBhvr>
                                      <p:to>
                                        <p:strVal val="visible"/>
                                      </p:to>
                                    </p:set>
                                  </p:childTnLst>
                                </p:cTn>
                              </p:par>
                            </p:childTnLst>
                          </p:cTn>
                        </p:par>
                      </p:childTnLst>
                    </p:cTn>
                  </p:par>
                  <p:par>
                    <p:cTn id="91" fill="hold" nodeType="clickPar">
                      <p:stCondLst>
                        <p:cond delay="indefinite"/>
                      </p:stCondLst>
                      <p:childTnLst>
                        <p:par>
                          <p:cTn id="92" fill="hold" nodeType="withGroup">
                            <p:stCondLst>
                              <p:cond delay="0"/>
                            </p:stCondLst>
                            <p:childTnLst>
                              <p:par>
                                <p:cTn id="93" presetID="1" presetClass="entr" presetSubtype="0" fill="hold" nodeType="clickEffect">
                                  <p:stCondLst>
                                    <p:cond delay="0"/>
                                  </p:stCondLst>
                                  <p:childTnLst>
                                    <p:set>
                                      <p:cBhvr>
                                        <p:cTn id="94" dur="1" fill="hold">
                                          <p:stCondLst>
                                            <p:cond delay="499"/>
                                          </p:stCondLst>
                                        </p:cTn>
                                        <p:tgtEl>
                                          <p:spTgt spid="89238"/>
                                        </p:tgtEl>
                                        <p:attrNameLst>
                                          <p:attrName>style.visibility</p:attrName>
                                        </p:attrNameLst>
                                      </p:cBhvr>
                                      <p:to>
                                        <p:strVal val="visible"/>
                                      </p:to>
                                    </p:set>
                                  </p:childTnLst>
                                </p:cTn>
                              </p:par>
                            </p:childTnLst>
                          </p:cTn>
                        </p:par>
                      </p:childTnLst>
                    </p:cTn>
                  </p:par>
                  <p:par>
                    <p:cTn id="95" fill="hold" nodeType="clickPar">
                      <p:stCondLst>
                        <p:cond delay="indefinite"/>
                      </p:stCondLst>
                      <p:childTnLst>
                        <p:par>
                          <p:cTn id="96" fill="hold" nodeType="withGroup">
                            <p:stCondLst>
                              <p:cond delay="0"/>
                            </p:stCondLst>
                            <p:childTnLst>
                              <p:par>
                                <p:cTn id="97" presetID="1" presetClass="entr" presetSubtype="0" fill="hold" nodeType="clickEffect">
                                  <p:stCondLst>
                                    <p:cond delay="0"/>
                                  </p:stCondLst>
                                  <p:childTnLst>
                                    <p:set>
                                      <p:cBhvr>
                                        <p:cTn id="98" dur="1" fill="hold">
                                          <p:stCondLst>
                                            <p:cond delay="499"/>
                                          </p:stCondLst>
                                        </p:cTn>
                                        <p:tgtEl>
                                          <p:spTgt spid="89239"/>
                                        </p:tgtEl>
                                        <p:attrNameLst>
                                          <p:attrName>style.visibility</p:attrName>
                                        </p:attrNameLst>
                                      </p:cBhvr>
                                      <p:to>
                                        <p:strVal val="visible"/>
                                      </p:to>
                                    </p:set>
                                  </p:childTnLst>
                                </p:cTn>
                              </p:par>
                            </p:childTnLst>
                          </p:cTn>
                        </p:par>
                      </p:childTnLst>
                    </p:cTn>
                  </p:par>
                  <p:par>
                    <p:cTn id="99" fill="hold" nodeType="clickPar">
                      <p:stCondLst>
                        <p:cond delay="indefinite"/>
                      </p:stCondLst>
                      <p:childTnLst>
                        <p:par>
                          <p:cTn id="100" fill="hold" nodeType="withGroup">
                            <p:stCondLst>
                              <p:cond delay="0"/>
                            </p:stCondLst>
                            <p:childTnLst>
                              <p:par>
                                <p:cTn id="101" presetID="1" presetClass="entr" presetSubtype="0" fill="hold" nodeType="clickEffect">
                                  <p:stCondLst>
                                    <p:cond delay="0"/>
                                  </p:stCondLst>
                                  <p:childTnLst>
                                    <p:set>
                                      <p:cBhvr>
                                        <p:cTn id="102" dur="1" fill="hold">
                                          <p:stCondLst>
                                            <p:cond delay="499"/>
                                          </p:stCondLst>
                                        </p:cTn>
                                        <p:tgtEl>
                                          <p:spTgt spid="89180"/>
                                        </p:tgtEl>
                                        <p:attrNameLst>
                                          <p:attrName>style.visibility</p:attrName>
                                        </p:attrNameLst>
                                      </p:cBhvr>
                                      <p:to>
                                        <p:strVal val="visible"/>
                                      </p:to>
                                    </p:set>
                                  </p:childTnLst>
                                </p:cTn>
                              </p:par>
                            </p:childTnLst>
                          </p:cTn>
                        </p:par>
                      </p:childTnLst>
                    </p:cTn>
                  </p:par>
                  <p:par>
                    <p:cTn id="103" fill="hold" nodeType="clickPar">
                      <p:stCondLst>
                        <p:cond delay="indefinite"/>
                      </p:stCondLst>
                      <p:childTnLst>
                        <p:par>
                          <p:cTn id="104" fill="hold" nodeType="withGroup">
                            <p:stCondLst>
                              <p:cond delay="0"/>
                            </p:stCondLst>
                            <p:childTnLst>
                              <p:par>
                                <p:cTn id="105" presetID="1" presetClass="entr" presetSubtype="0" fill="hold" nodeType="clickEffect">
                                  <p:stCondLst>
                                    <p:cond delay="0"/>
                                  </p:stCondLst>
                                  <p:childTnLst>
                                    <p:set>
                                      <p:cBhvr>
                                        <p:cTn id="106" dur="1" fill="hold">
                                          <p:stCondLst>
                                            <p:cond delay="499"/>
                                          </p:stCondLst>
                                        </p:cTn>
                                        <p:tgtEl>
                                          <p:spTgt spid="89248"/>
                                        </p:tgtEl>
                                        <p:attrNameLst>
                                          <p:attrName>style.visibility</p:attrName>
                                        </p:attrNameLst>
                                      </p:cBhvr>
                                      <p:to>
                                        <p:strVal val="visible"/>
                                      </p:to>
                                    </p:set>
                                  </p:childTnLst>
                                </p:cTn>
                              </p:par>
                            </p:childTnLst>
                          </p:cTn>
                        </p:par>
                      </p:childTnLst>
                    </p:cTn>
                  </p:par>
                  <p:par>
                    <p:cTn id="107" fill="hold" nodeType="clickPar">
                      <p:stCondLst>
                        <p:cond delay="indefinite"/>
                      </p:stCondLst>
                      <p:childTnLst>
                        <p:par>
                          <p:cTn id="108" fill="hold" nodeType="withGroup">
                            <p:stCondLst>
                              <p:cond delay="0"/>
                            </p:stCondLst>
                            <p:childTnLst>
                              <p:par>
                                <p:cTn id="109" presetID="1" presetClass="entr" presetSubtype="0" fill="hold" nodeType="clickEffect">
                                  <p:stCondLst>
                                    <p:cond delay="0"/>
                                  </p:stCondLst>
                                  <p:childTnLst>
                                    <p:set>
                                      <p:cBhvr>
                                        <p:cTn id="110" dur="1" fill="hold">
                                          <p:stCondLst>
                                            <p:cond delay="499"/>
                                          </p:stCondLst>
                                        </p:cTn>
                                        <p:tgtEl>
                                          <p:spTgt spid="89190"/>
                                        </p:tgtEl>
                                        <p:attrNameLst>
                                          <p:attrName>style.visibility</p:attrName>
                                        </p:attrNameLst>
                                      </p:cBhvr>
                                      <p:to>
                                        <p:strVal val="visible"/>
                                      </p:to>
                                    </p:set>
                                  </p:childTnLst>
                                </p:cTn>
                              </p:par>
                            </p:childTnLst>
                          </p:cTn>
                        </p:par>
                      </p:childTnLst>
                    </p:cTn>
                  </p:par>
                  <p:par>
                    <p:cTn id="111" fill="hold" nodeType="clickPar">
                      <p:stCondLst>
                        <p:cond delay="indefinite"/>
                      </p:stCondLst>
                      <p:childTnLst>
                        <p:par>
                          <p:cTn id="112" fill="hold" nodeType="withGroup">
                            <p:stCondLst>
                              <p:cond delay="0"/>
                            </p:stCondLst>
                            <p:childTnLst>
                              <p:par>
                                <p:cTn id="113" presetID="1" presetClass="entr" presetSubtype="0" fill="hold" nodeType="clickEffect">
                                  <p:stCondLst>
                                    <p:cond delay="0"/>
                                  </p:stCondLst>
                                  <p:childTnLst>
                                    <p:set>
                                      <p:cBhvr>
                                        <p:cTn id="114" dur="1" fill="hold">
                                          <p:stCondLst>
                                            <p:cond delay="499"/>
                                          </p:stCondLst>
                                        </p:cTn>
                                        <p:tgtEl>
                                          <p:spTgt spid="89243"/>
                                        </p:tgtEl>
                                        <p:attrNameLst>
                                          <p:attrName>style.visibility</p:attrName>
                                        </p:attrNameLst>
                                      </p:cBhvr>
                                      <p:to>
                                        <p:strVal val="visible"/>
                                      </p:to>
                                    </p:set>
                                  </p:childTnLst>
                                </p:cTn>
                              </p:par>
                            </p:childTnLst>
                          </p:cTn>
                        </p:par>
                      </p:childTnLst>
                    </p:cTn>
                  </p:par>
                  <p:par>
                    <p:cTn id="115" fill="hold" nodeType="clickPar">
                      <p:stCondLst>
                        <p:cond delay="indefinite"/>
                      </p:stCondLst>
                      <p:childTnLst>
                        <p:par>
                          <p:cTn id="116" fill="hold" nodeType="withGroup">
                            <p:stCondLst>
                              <p:cond delay="0"/>
                            </p:stCondLst>
                            <p:childTnLst>
                              <p:par>
                                <p:cTn id="117" presetID="1" presetClass="entr" presetSubtype="0" fill="hold" nodeType="clickEffect">
                                  <p:stCondLst>
                                    <p:cond delay="0"/>
                                  </p:stCondLst>
                                  <p:childTnLst>
                                    <p:set>
                                      <p:cBhvr>
                                        <p:cTn id="118" dur="1" fill="hold">
                                          <p:stCondLst>
                                            <p:cond delay="499"/>
                                          </p:stCondLst>
                                        </p:cTn>
                                        <p:tgtEl>
                                          <p:spTgt spid="89188"/>
                                        </p:tgtEl>
                                        <p:attrNameLst>
                                          <p:attrName>style.visibility</p:attrName>
                                        </p:attrNameLst>
                                      </p:cBhvr>
                                      <p:to>
                                        <p:strVal val="visible"/>
                                      </p:to>
                                    </p:set>
                                  </p:childTnLst>
                                </p:cTn>
                              </p:par>
                            </p:childTnLst>
                          </p:cTn>
                        </p:par>
                      </p:childTnLst>
                    </p:cTn>
                  </p:par>
                  <p:par>
                    <p:cTn id="119" fill="hold" nodeType="clickPar">
                      <p:stCondLst>
                        <p:cond delay="indefinite"/>
                      </p:stCondLst>
                      <p:childTnLst>
                        <p:par>
                          <p:cTn id="120" fill="hold" nodeType="withGroup">
                            <p:stCondLst>
                              <p:cond delay="0"/>
                            </p:stCondLst>
                            <p:childTnLst>
                              <p:par>
                                <p:cTn id="121" presetID="1" presetClass="entr" presetSubtype="0" fill="hold" nodeType="clickEffect">
                                  <p:stCondLst>
                                    <p:cond delay="0"/>
                                  </p:stCondLst>
                                  <p:childTnLst>
                                    <p:set>
                                      <p:cBhvr>
                                        <p:cTn id="122" dur="1" fill="hold">
                                          <p:stCondLst>
                                            <p:cond delay="499"/>
                                          </p:stCondLst>
                                        </p:cTn>
                                        <p:tgtEl>
                                          <p:spTgt spid="89244"/>
                                        </p:tgtEl>
                                        <p:attrNameLst>
                                          <p:attrName>style.visibility</p:attrName>
                                        </p:attrNameLst>
                                      </p:cBhvr>
                                      <p:to>
                                        <p:strVal val="visible"/>
                                      </p:to>
                                    </p:set>
                                  </p:childTnLst>
                                </p:cTn>
                              </p:par>
                            </p:childTnLst>
                          </p:cTn>
                        </p:par>
                      </p:childTnLst>
                    </p:cTn>
                  </p:par>
                  <p:par>
                    <p:cTn id="123" fill="hold" nodeType="clickPar">
                      <p:stCondLst>
                        <p:cond delay="indefinite"/>
                      </p:stCondLst>
                      <p:childTnLst>
                        <p:par>
                          <p:cTn id="124" fill="hold" nodeType="withGroup">
                            <p:stCondLst>
                              <p:cond delay="0"/>
                            </p:stCondLst>
                            <p:childTnLst>
                              <p:par>
                                <p:cTn id="125" presetID="1" presetClass="entr" presetSubtype="0" fill="hold" nodeType="clickEffect">
                                  <p:stCondLst>
                                    <p:cond delay="0"/>
                                  </p:stCondLst>
                                  <p:childTnLst>
                                    <p:set>
                                      <p:cBhvr>
                                        <p:cTn id="126" dur="1" fill="hold">
                                          <p:stCondLst>
                                            <p:cond delay="499"/>
                                          </p:stCondLst>
                                        </p:cTn>
                                        <p:tgtEl>
                                          <p:spTgt spid="89195"/>
                                        </p:tgtEl>
                                        <p:attrNameLst>
                                          <p:attrName>style.visibility</p:attrName>
                                        </p:attrNameLst>
                                      </p:cBhvr>
                                      <p:to>
                                        <p:strVal val="visible"/>
                                      </p:to>
                                    </p:set>
                                  </p:childTnLst>
                                </p:cTn>
                              </p:par>
                            </p:childTnLst>
                          </p:cTn>
                        </p:par>
                      </p:childTnLst>
                    </p:cTn>
                  </p:par>
                  <p:par>
                    <p:cTn id="127" fill="hold" nodeType="clickPar">
                      <p:stCondLst>
                        <p:cond delay="indefinite"/>
                      </p:stCondLst>
                      <p:childTnLst>
                        <p:par>
                          <p:cTn id="128" fill="hold" nodeType="withGroup">
                            <p:stCondLst>
                              <p:cond delay="0"/>
                            </p:stCondLst>
                            <p:childTnLst>
                              <p:par>
                                <p:cTn id="129" presetID="1" presetClass="entr" presetSubtype="0" fill="hold" nodeType="clickEffect">
                                  <p:stCondLst>
                                    <p:cond delay="0"/>
                                  </p:stCondLst>
                                  <p:childTnLst>
                                    <p:set>
                                      <p:cBhvr>
                                        <p:cTn id="130" dur="1" fill="hold">
                                          <p:stCondLst>
                                            <p:cond delay="499"/>
                                          </p:stCondLst>
                                        </p:cTn>
                                        <p:tgtEl>
                                          <p:spTgt spid="89245"/>
                                        </p:tgtEl>
                                        <p:attrNameLst>
                                          <p:attrName>style.visibility</p:attrName>
                                        </p:attrNameLst>
                                      </p:cBhvr>
                                      <p:to>
                                        <p:strVal val="visible"/>
                                      </p:to>
                                    </p:set>
                                  </p:childTnLst>
                                </p:cTn>
                              </p:par>
                            </p:childTnLst>
                          </p:cTn>
                        </p:par>
                      </p:childTnLst>
                    </p:cTn>
                  </p:par>
                  <p:par>
                    <p:cTn id="131" fill="hold" nodeType="clickPar">
                      <p:stCondLst>
                        <p:cond delay="indefinite"/>
                      </p:stCondLst>
                      <p:childTnLst>
                        <p:par>
                          <p:cTn id="132" fill="hold" nodeType="withGroup">
                            <p:stCondLst>
                              <p:cond delay="0"/>
                            </p:stCondLst>
                            <p:childTnLst>
                              <p:par>
                                <p:cTn id="133" presetID="1" presetClass="entr" presetSubtype="0" fill="hold" nodeType="clickEffect">
                                  <p:stCondLst>
                                    <p:cond delay="0"/>
                                  </p:stCondLst>
                                  <p:childTnLst>
                                    <p:set>
                                      <p:cBhvr>
                                        <p:cTn id="134" dur="1" fill="hold">
                                          <p:stCondLst>
                                            <p:cond delay="499"/>
                                          </p:stCondLst>
                                        </p:cTn>
                                        <p:tgtEl>
                                          <p:spTgt spid="89205"/>
                                        </p:tgtEl>
                                        <p:attrNameLst>
                                          <p:attrName>style.visibility</p:attrName>
                                        </p:attrNameLst>
                                      </p:cBhvr>
                                      <p:to>
                                        <p:strVal val="visible"/>
                                      </p:to>
                                    </p:set>
                                  </p:childTnLst>
                                </p:cTn>
                              </p:par>
                            </p:childTnLst>
                          </p:cTn>
                        </p:par>
                      </p:childTnLst>
                    </p:cTn>
                  </p:par>
                  <p:par>
                    <p:cTn id="135" fill="hold" nodeType="clickPar">
                      <p:stCondLst>
                        <p:cond delay="indefinite"/>
                      </p:stCondLst>
                      <p:childTnLst>
                        <p:par>
                          <p:cTn id="136" fill="hold" nodeType="withGroup">
                            <p:stCondLst>
                              <p:cond delay="0"/>
                            </p:stCondLst>
                            <p:childTnLst>
                              <p:par>
                                <p:cTn id="137" presetID="1" presetClass="entr" presetSubtype="0" fill="hold" nodeType="clickEffect">
                                  <p:stCondLst>
                                    <p:cond delay="0"/>
                                  </p:stCondLst>
                                  <p:childTnLst>
                                    <p:set>
                                      <p:cBhvr>
                                        <p:cTn id="138" dur="1" fill="hold">
                                          <p:stCondLst>
                                            <p:cond delay="499"/>
                                          </p:stCondLst>
                                        </p:cTn>
                                        <p:tgtEl>
                                          <p:spTgt spid="892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9093" grpId="0" animBg="1" autoUpdateAnimBg="0"/>
      <p:bldP spid="89094" grpId="0" animBg="1" autoUpdateAnimBg="0"/>
      <p:bldP spid="89095" grpId="0" animBg="1" autoUpdateAnimBg="0"/>
      <p:bldP spid="89221" grpId="0" animBg="1" autoUpdateAnimBg="0"/>
      <p:bldP spid="89249" grpId="0" animBg="1" autoUpdateAnimBg="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Rectangle 2">
            <a:extLst>
              <a:ext uri="{FF2B5EF4-FFF2-40B4-BE49-F238E27FC236}">
                <a16:creationId xmlns:a16="http://schemas.microsoft.com/office/drawing/2014/main" id="{D9768B10-5ED7-DFC6-04CD-1E4A6B70FF0B}"/>
              </a:ext>
            </a:extLst>
          </p:cNvPr>
          <p:cNvSpPr>
            <a:spLocks noGrp="1" noChangeArrowheads="1"/>
          </p:cNvSpPr>
          <p:nvPr>
            <p:ph type="title"/>
          </p:nvPr>
        </p:nvSpPr>
        <p:spPr>
          <a:xfrm>
            <a:off x="685800" y="177800"/>
            <a:ext cx="7772400" cy="762000"/>
          </a:xfrm>
        </p:spPr>
        <p:txBody>
          <a:bodyPr>
            <a:normAutofit fontScale="90000"/>
          </a:bodyPr>
          <a:lstStyle/>
          <a:p>
            <a:r>
              <a:rPr lang="en-US" altLang="en-US"/>
              <a:t>UML first pass: Statechart diagrams for objects with interesting dynamic behavior</a:t>
            </a:r>
          </a:p>
        </p:txBody>
      </p:sp>
      <p:pic>
        <p:nvPicPr>
          <p:cNvPr id="81924" name="Picture 4">
            <a:extLst>
              <a:ext uri="{FF2B5EF4-FFF2-40B4-BE49-F238E27FC236}">
                <a16:creationId xmlns:a16="http://schemas.microsoft.com/office/drawing/2014/main" id="{01DF6ACF-BF6E-8889-203C-ACAD7EFCBC74}"/>
              </a:ext>
            </a:extLst>
          </p:cNvPr>
          <p:cNvPicPr>
            <a:picLocks noGrp="1" noChangeAspect="1" noChangeArrowheads="1"/>
          </p:cNvPicPr>
          <p:nvPr>
            <p:ph type="body" idx="1"/>
          </p:nvPr>
        </p:nvPicPr>
        <p:blipFill>
          <a:blip r:embed="rId2">
            <a:extLst>
              <a:ext uri="{28A0092B-C50C-407E-A947-70E740481C1C}">
                <a14:useLocalDpi xmlns:a14="http://schemas.microsoft.com/office/drawing/2010/main" val="0"/>
              </a:ext>
            </a:extLst>
          </a:blip>
          <a:srcRect/>
          <a:stretch>
            <a:fillRect/>
          </a:stretch>
        </p:blipFill>
        <p:spPr>
          <a:xfrm>
            <a:off x="1077913" y="1295400"/>
            <a:ext cx="6808787" cy="4921250"/>
          </a:xfrm>
          <a:noFill/>
          <a:ln/>
          <a:extLst>
            <a:ext uri="{909E8E84-426E-40DD-AFC4-6F175D3DCCD1}">
              <a14:hiddenFill xmlns:a14="http://schemas.microsoft.com/office/drawing/2010/main">
                <a:solidFill>
                  <a:schemeClr val="accent1"/>
                </a:solidFill>
              </a14:hiddenFill>
            </a:ext>
          </a:extLst>
        </p:spPr>
      </p:pic>
      <p:sp>
        <p:nvSpPr>
          <p:cNvPr id="81925" name="AutoShape 5">
            <a:extLst>
              <a:ext uri="{FF2B5EF4-FFF2-40B4-BE49-F238E27FC236}">
                <a16:creationId xmlns:a16="http://schemas.microsoft.com/office/drawing/2014/main" id="{CBDAB30A-E7AF-6211-D6FC-5DD273179BA6}"/>
              </a:ext>
            </a:extLst>
          </p:cNvPr>
          <p:cNvSpPr>
            <a:spLocks noChangeArrowheads="1"/>
          </p:cNvSpPr>
          <p:nvPr/>
        </p:nvSpPr>
        <p:spPr bwMode="auto">
          <a:xfrm>
            <a:off x="7734300" y="762000"/>
            <a:ext cx="914400" cy="609600"/>
          </a:xfrm>
          <a:prstGeom prst="wedgeRoundRectCallout">
            <a:avLst>
              <a:gd name="adj1" fmla="val -70139"/>
              <a:gd name="adj2" fmla="val 126301"/>
              <a:gd name="adj3" fmla="val 16667"/>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en-US" b="0"/>
              <a:t>State</a:t>
            </a:r>
          </a:p>
        </p:txBody>
      </p:sp>
      <p:sp>
        <p:nvSpPr>
          <p:cNvPr id="81926" name="AutoShape 6">
            <a:extLst>
              <a:ext uri="{FF2B5EF4-FFF2-40B4-BE49-F238E27FC236}">
                <a16:creationId xmlns:a16="http://schemas.microsoft.com/office/drawing/2014/main" id="{AE2C7FA2-8E03-1741-3A5E-CE56AC0AC2FF}"/>
              </a:ext>
            </a:extLst>
          </p:cNvPr>
          <p:cNvSpPr>
            <a:spLocks noChangeArrowheads="1"/>
          </p:cNvSpPr>
          <p:nvPr/>
        </p:nvSpPr>
        <p:spPr bwMode="auto">
          <a:xfrm>
            <a:off x="4483100" y="1079500"/>
            <a:ext cx="1524000" cy="609600"/>
          </a:xfrm>
          <a:prstGeom prst="wedgeRoundRectCallout">
            <a:avLst>
              <a:gd name="adj1" fmla="val -81250"/>
              <a:gd name="adj2" fmla="val 11718"/>
              <a:gd name="adj3" fmla="val 16667"/>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en-US" b="0"/>
              <a:t>Initial state</a:t>
            </a:r>
          </a:p>
        </p:txBody>
      </p:sp>
      <p:sp>
        <p:nvSpPr>
          <p:cNvPr id="81927" name="AutoShape 7">
            <a:extLst>
              <a:ext uri="{FF2B5EF4-FFF2-40B4-BE49-F238E27FC236}">
                <a16:creationId xmlns:a16="http://schemas.microsoft.com/office/drawing/2014/main" id="{B5959EBD-DA9F-D871-A63C-5601BE98E548}"/>
              </a:ext>
            </a:extLst>
          </p:cNvPr>
          <p:cNvSpPr>
            <a:spLocks noChangeArrowheads="1"/>
          </p:cNvSpPr>
          <p:nvPr/>
        </p:nvSpPr>
        <p:spPr bwMode="auto">
          <a:xfrm>
            <a:off x="3492500" y="5511800"/>
            <a:ext cx="1600200" cy="609600"/>
          </a:xfrm>
          <a:prstGeom prst="wedgeRoundRectCallout">
            <a:avLst>
              <a:gd name="adj1" fmla="val -82144"/>
              <a:gd name="adj2" fmla="val 15884"/>
              <a:gd name="adj3" fmla="val 16667"/>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en-US" b="0"/>
              <a:t>Final state</a:t>
            </a:r>
          </a:p>
        </p:txBody>
      </p:sp>
      <p:sp>
        <p:nvSpPr>
          <p:cNvPr id="81928" name="AutoShape 8">
            <a:extLst>
              <a:ext uri="{FF2B5EF4-FFF2-40B4-BE49-F238E27FC236}">
                <a16:creationId xmlns:a16="http://schemas.microsoft.com/office/drawing/2014/main" id="{A4AB2F8C-045D-4CFB-F5B7-B1F9D2DEC4B9}"/>
              </a:ext>
            </a:extLst>
          </p:cNvPr>
          <p:cNvSpPr>
            <a:spLocks noChangeArrowheads="1"/>
          </p:cNvSpPr>
          <p:nvPr/>
        </p:nvSpPr>
        <p:spPr bwMode="auto">
          <a:xfrm>
            <a:off x="2247900" y="2514600"/>
            <a:ext cx="1358900" cy="609600"/>
          </a:xfrm>
          <a:prstGeom prst="wedgeRoundRectCallout">
            <a:avLst>
              <a:gd name="adj1" fmla="val -111213"/>
              <a:gd name="adj2" fmla="val 9634"/>
              <a:gd name="adj3" fmla="val 16667"/>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en-US" b="0"/>
              <a:t>Transition</a:t>
            </a:r>
          </a:p>
        </p:txBody>
      </p:sp>
      <p:sp>
        <p:nvSpPr>
          <p:cNvPr id="81929" name="AutoShape 9">
            <a:extLst>
              <a:ext uri="{FF2B5EF4-FFF2-40B4-BE49-F238E27FC236}">
                <a16:creationId xmlns:a16="http://schemas.microsoft.com/office/drawing/2014/main" id="{FAB10C2F-AA88-18DD-57A7-5992C180FFD8}"/>
              </a:ext>
            </a:extLst>
          </p:cNvPr>
          <p:cNvSpPr>
            <a:spLocks noChangeArrowheads="1"/>
          </p:cNvSpPr>
          <p:nvPr/>
        </p:nvSpPr>
        <p:spPr bwMode="auto">
          <a:xfrm>
            <a:off x="457200" y="901700"/>
            <a:ext cx="914400" cy="609600"/>
          </a:xfrm>
          <a:prstGeom prst="wedgeRoundRectCallout">
            <a:avLst>
              <a:gd name="adj1" fmla="val 100694"/>
              <a:gd name="adj2" fmla="val 113801"/>
              <a:gd name="adj3" fmla="val 16667"/>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en-US" b="0"/>
              <a:t>Event</a:t>
            </a:r>
          </a:p>
        </p:txBody>
      </p:sp>
      <p:sp>
        <p:nvSpPr>
          <p:cNvPr id="81930" name="Text Box 10">
            <a:extLst>
              <a:ext uri="{FF2B5EF4-FFF2-40B4-BE49-F238E27FC236}">
                <a16:creationId xmlns:a16="http://schemas.microsoft.com/office/drawing/2014/main" id="{75CEE78D-D0BD-2E7C-3BC2-C2AC862F9E0A}"/>
              </a:ext>
            </a:extLst>
          </p:cNvPr>
          <p:cNvSpPr txBox="1">
            <a:spLocks noChangeArrowheads="1"/>
          </p:cNvSpPr>
          <p:nvPr/>
        </p:nvSpPr>
        <p:spPr bwMode="auto">
          <a:xfrm>
            <a:off x="2352675" y="6210300"/>
            <a:ext cx="6219825" cy="4572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r>
              <a:rPr lang="en-US" altLang="en-US" b="0">
                <a:solidFill>
                  <a:schemeClr val="tx1"/>
                </a:solidFill>
              </a:rPr>
              <a:t>Represent behavior as states and transitions</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499"/>
                                          </p:stCondLst>
                                        </p:cTn>
                                        <p:tgtEl>
                                          <p:spTgt spid="81926"/>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499"/>
                                          </p:stCondLst>
                                        </p:cTn>
                                        <p:tgtEl>
                                          <p:spTgt spid="81925"/>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499"/>
                                          </p:stCondLst>
                                        </p:cTn>
                                        <p:tgtEl>
                                          <p:spTgt spid="81927"/>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499"/>
                                          </p:stCondLst>
                                        </p:cTn>
                                        <p:tgtEl>
                                          <p:spTgt spid="81928"/>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nodeType="clickEffect">
                                  <p:stCondLst>
                                    <p:cond delay="0"/>
                                  </p:stCondLst>
                                  <p:childTnLst>
                                    <p:set>
                                      <p:cBhvr>
                                        <p:cTn id="22" dur="1" fill="hold">
                                          <p:stCondLst>
                                            <p:cond delay="499"/>
                                          </p:stCondLst>
                                        </p:cTn>
                                        <p:tgtEl>
                                          <p:spTgt spid="819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1925" grpId="0" animBg="1" autoUpdateAnimBg="0"/>
      <p:bldP spid="81926" grpId="0" animBg="1" autoUpdateAnimBg="0"/>
      <p:bldP spid="81927" grpId="0" animBg="1" autoUpdateAnimBg="0"/>
      <p:bldP spid="81928" grpId="0" animBg="1" autoUpdateAnimBg="0"/>
      <p:bldP spid="81929" grpId="0" animBg="1" autoUpdateAnimBg="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0EEDCD-6B35-6857-403D-BD0047EC7374}"/>
              </a:ext>
            </a:extLst>
          </p:cNvPr>
          <p:cNvSpPr>
            <a:spLocks noGrp="1"/>
          </p:cNvSpPr>
          <p:nvPr>
            <p:ph type="title"/>
          </p:nvPr>
        </p:nvSpPr>
        <p:spPr/>
        <p:txBody>
          <a:bodyPr/>
          <a:lstStyle/>
          <a:p>
            <a:r>
              <a:rPr lang="en-US" dirty="0"/>
              <a:t>Some links </a:t>
            </a:r>
          </a:p>
        </p:txBody>
      </p:sp>
      <p:sp>
        <p:nvSpPr>
          <p:cNvPr id="3" name="Content Placeholder 2">
            <a:extLst>
              <a:ext uri="{FF2B5EF4-FFF2-40B4-BE49-F238E27FC236}">
                <a16:creationId xmlns:a16="http://schemas.microsoft.com/office/drawing/2014/main" id="{46E01E67-3C78-CF42-C412-29F70084EED8}"/>
              </a:ext>
            </a:extLst>
          </p:cNvPr>
          <p:cNvSpPr>
            <a:spLocks noGrp="1"/>
          </p:cNvSpPr>
          <p:nvPr>
            <p:ph idx="1"/>
          </p:nvPr>
        </p:nvSpPr>
        <p:spPr/>
        <p:txBody>
          <a:bodyPr/>
          <a:lstStyle/>
          <a:p>
            <a:r>
              <a:rPr lang="en-US" sz="1800" u="sng" dirty="0">
                <a:effectLst/>
                <a:latin typeface="Calibri" panose="020F0502020204030204" pitchFamily="34" charset="0"/>
                <a:ea typeface="Calibri" panose="020F0502020204030204" pitchFamily="34" charset="0"/>
                <a:cs typeface="Times New Roman" panose="02020603050405020304" pitchFamily="18" charset="0"/>
                <a:hlinkClick r:id="rId2">
                  <a:extLst>
                    <a:ext uri="{A12FA001-AC4F-418D-AE19-62706E023703}">
                      <ahyp:hlinkClr xmlns:ahyp="http://schemas.microsoft.com/office/drawing/2018/hyperlinkcolor" val="tx"/>
                    </a:ext>
                  </a:extLst>
                </a:hlinkClick>
              </a:rPr>
              <a:t>https://www.uml-diagrams.org/uml-25-diagrams.html</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r>
              <a:rPr lang="en-US" sz="1800" u="sng" dirty="0">
                <a:effectLst/>
                <a:latin typeface="Calibri" panose="020F0502020204030204" pitchFamily="34" charset="0"/>
                <a:ea typeface="Calibri" panose="020F0502020204030204" pitchFamily="34" charset="0"/>
                <a:cs typeface="Times New Roman" panose="02020603050405020304" pitchFamily="18" charset="0"/>
                <a:hlinkClick r:id="rId3">
                  <a:extLst>
                    <a:ext uri="{A12FA001-AC4F-418D-AE19-62706E023703}">
                      <ahyp:hlinkClr xmlns:ahyp="http://schemas.microsoft.com/office/drawing/2018/hyperlinkcolor" val="tx"/>
                    </a:ext>
                  </a:extLst>
                </a:hlinkClick>
              </a:rPr>
              <a:t>https://www.lucidchart.com/pages/what-is-UML-unified-modeling-language/#section_0</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endParaRPr lang="en-US" dirty="0"/>
          </a:p>
        </p:txBody>
      </p:sp>
    </p:spTree>
    <p:extLst>
      <p:ext uri="{BB962C8B-B14F-4D97-AF65-F5344CB8AC3E}">
        <p14:creationId xmlns:p14="http://schemas.microsoft.com/office/powerpoint/2010/main" val="321059801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1E0AD64-9592-9058-08EB-A5937A510195}"/>
              </a:ext>
            </a:extLst>
          </p:cNvPr>
          <p:cNvSpPr>
            <a:spLocks noGrp="1"/>
          </p:cNvSpPr>
          <p:nvPr>
            <p:ph idx="1"/>
          </p:nvPr>
        </p:nvSpPr>
        <p:spPr>
          <a:xfrm>
            <a:off x="1341164" y="2971800"/>
            <a:ext cx="7773339" cy="3424107"/>
          </a:xfrm>
        </p:spPr>
        <p:txBody>
          <a:bodyPr>
            <a:normAutofit/>
          </a:bodyPr>
          <a:lstStyle/>
          <a:p>
            <a:pPr marL="0" indent="0">
              <a:buNone/>
            </a:pPr>
            <a:r>
              <a:rPr lang="en-US" sz="4400" dirty="0"/>
              <a:t>Any thing to ask ??</a:t>
            </a:r>
          </a:p>
        </p:txBody>
      </p:sp>
    </p:spTree>
    <p:extLst>
      <p:ext uri="{BB962C8B-B14F-4D97-AF65-F5344CB8AC3E}">
        <p14:creationId xmlns:p14="http://schemas.microsoft.com/office/powerpoint/2010/main" val="4079085215"/>
      </p:ext>
    </p:extLst>
  </p:cSld>
  <p:clrMapOvr>
    <a:masterClrMapping/>
  </p:clrMapOvr>
</p:sld>
</file>

<file path=ppt/theme/theme1.xml><?xml version="1.0" encoding="utf-8"?>
<a:theme xmlns:a="http://schemas.openxmlformats.org/drawingml/2006/main" name="Layers">
  <a:themeElements>
    <a:clrScheme name="Layers 6">
      <a:dk1>
        <a:srgbClr val="000000"/>
      </a:dk1>
      <a:lt1>
        <a:srgbClr val="FFFFE1"/>
      </a:lt1>
      <a:dk2>
        <a:srgbClr val="330033"/>
      </a:dk2>
      <a:lt2>
        <a:srgbClr val="330033"/>
      </a:lt2>
      <a:accent1>
        <a:srgbClr val="CCCC99"/>
      </a:accent1>
      <a:accent2>
        <a:srgbClr val="FF0000"/>
      </a:accent2>
      <a:accent3>
        <a:srgbClr val="FFFFEE"/>
      </a:accent3>
      <a:accent4>
        <a:srgbClr val="000000"/>
      </a:accent4>
      <a:accent5>
        <a:srgbClr val="E2E2CA"/>
      </a:accent5>
      <a:accent6>
        <a:srgbClr val="E70000"/>
      </a:accent6>
      <a:hlink>
        <a:srgbClr val="990033"/>
      </a:hlink>
      <a:folHlink>
        <a:srgbClr val="B2B2B2"/>
      </a:folHlink>
    </a:clrScheme>
    <a:fontScheme name="Layers">
      <a:majorFont>
        <a:latin typeface="Times New Roman"/>
        <a:ea typeface=""/>
        <a:cs typeface="Arial"/>
      </a:majorFont>
      <a:minorFont>
        <a:latin typeface="Arial"/>
        <a:ea typeface=""/>
        <a:cs typeface="Arial"/>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none" lIns="90000" tIns="46800" rIns="90000" bIns="4680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th-TH" altLang="en-US" sz="1800" b="0" i="0" u="none" strike="noStrike" cap="none" normalizeH="0" baseline="0" smtClean="0">
            <a:ln>
              <a:noFill/>
            </a:ln>
            <a:solidFill>
              <a:schemeClr val="tx1"/>
            </a:solidFill>
            <a:effectLst/>
            <a:latin typeface="Arial" panose="020B0604020202020204" pitchFamily="34" charset="0"/>
            <a:ea typeface="Angsana New" panose="02020603050405020304" pitchFamily="18" charset="-34"/>
            <a:cs typeface="Arial" panose="020B0604020202020204" pitchFamily="34"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none" lIns="90000" tIns="46800" rIns="90000" bIns="4680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th-TH" altLang="en-US" sz="1800" b="0" i="0" u="none" strike="noStrike" cap="none" normalizeH="0" baseline="0" smtClean="0">
            <a:ln>
              <a:noFill/>
            </a:ln>
            <a:solidFill>
              <a:schemeClr val="tx1"/>
            </a:solidFill>
            <a:effectLst/>
            <a:latin typeface="Arial" panose="020B0604020202020204" pitchFamily="34" charset="0"/>
            <a:ea typeface="Angsana New" panose="02020603050405020304" pitchFamily="18" charset="-34"/>
            <a:cs typeface="Arial" panose="020B0604020202020204" pitchFamily="34" charset="0"/>
          </a:defRPr>
        </a:defPPr>
      </a:lstStyle>
    </a:lnDef>
  </a:objectDefaults>
  <a:extraClrSchemeLst>
    <a:extraClrScheme>
      <a:clrScheme name="Layers 1">
        <a:dk1>
          <a:srgbClr val="993300"/>
        </a:dk1>
        <a:lt1>
          <a:srgbClr val="CCCCCC"/>
        </a:lt1>
        <a:dk2>
          <a:srgbClr val="000000"/>
        </a:dk2>
        <a:lt2>
          <a:srgbClr val="FFFFFF"/>
        </a:lt2>
        <a:accent1>
          <a:srgbClr val="576F2B"/>
        </a:accent1>
        <a:accent2>
          <a:srgbClr val="666699"/>
        </a:accent2>
        <a:accent3>
          <a:srgbClr val="AAAAAA"/>
        </a:accent3>
        <a:accent4>
          <a:srgbClr val="AEAEAE"/>
        </a:accent4>
        <a:accent5>
          <a:srgbClr val="B4BBAC"/>
        </a:accent5>
        <a:accent6>
          <a:srgbClr val="5C5C8A"/>
        </a:accent6>
        <a:hlink>
          <a:srgbClr val="993300"/>
        </a:hlink>
        <a:folHlink>
          <a:srgbClr val="CC9900"/>
        </a:folHlink>
      </a:clrScheme>
      <a:clrMap bg1="dk2" tx1="lt1" bg2="dk1" tx2="lt2" accent1="accent1" accent2="accent2" accent3="accent3" accent4="accent4" accent5="accent5" accent6="accent6" hlink="hlink" folHlink="folHlink"/>
    </a:extraClrScheme>
    <a:extraClrScheme>
      <a:clrScheme name="Layers 2">
        <a:dk1>
          <a:srgbClr val="993300"/>
        </a:dk1>
        <a:lt1>
          <a:srgbClr val="CCCCCC"/>
        </a:lt1>
        <a:dk2>
          <a:srgbClr val="330000"/>
        </a:dk2>
        <a:lt2>
          <a:srgbClr val="FFFFFF"/>
        </a:lt2>
        <a:accent1>
          <a:srgbClr val="996633"/>
        </a:accent1>
        <a:accent2>
          <a:srgbClr val="FF0000"/>
        </a:accent2>
        <a:accent3>
          <a:srgbClr val="ADAAAA"/>
        </a:accent3>
        <a:accent4>
          <a:srgbClr val="AEAEAE"/>
        </a:accent4>
        <a:accent5>
          <a:srgbClr val="CAB8AD"/>
        </a:accent5>
        <a:accent6>
          <a:srgbClr val="E70000"/>
        </a:accent6>
        <a:hlink>
          <a:srgbClr val="FF3300"/>
        </a:hlink>
        <a:folHlink>
          <a:srgbClr val="CC9933"/>
        </a:folHlink>
      </a:clrScheme>
      <a:clrMap bg1="dk2" tx1="lt1" bg2="dk1" tx2="lt2" accent1="accent1" accent2="accent2" accent3="accent3" accent4="accent4" accent5="accent5" accent6="accent6" hlink="hlink" folHlink="folHlink"/>
    </a:extraClrScheme>
    <a:extraClrScheme>
      <a:clrScheme name="Layers 3">
        <a:dk1>
          <a:srgbClr val="79788A"/>
        </a:dk1>
        <a:lt1>
          <a:srgbClr val="FFFFFF"/>
        </a:lt1>
        <a:dk2>
          <a:srgbClr val="21203C"/>
        </a:dk2>
        <a:lt2>
          <a:srgbClr val="FFFFCC"/>
        </a:lt2>
        <a:accent1>
          <a:srgbClr val="476077"/>
        </a:accent1>
        <a:accent2>
          <a:srgbClr val="676C5A"/>
        </a:accent2>
        <a:accent3>
          <a:srgbClr val="ABABAF"/>
        </a:accent3>
        <a:accent4>
          <a:srgbClr val="DADADA"/>
        </a:accent4>
        <a:accent5>
          <a:srgbClr val="B1B6BD"/>
        </a:accent5>
        <a:accent6>
          <a:srgbClr val="5D6151"/>
        </a:accent6>
        <a:hlink>
          <a:srgbClr val="666699"/>
        </a:hlink>
        <a:folHlink>
          <a:srgbClr val="8CB0A2"/>
        </a:folHlink>
      </a:clrScheme>
      <a:clrMap bg1="dk2" tx1="lt1" bg2="dk1" tx2="lt2" accent1="accent1" accent2="accent2" accent3="accent3" accent4="accent4" accent5="accent5" accent6="accent6" hlink="hlink" folHlink="folHlink"/>
    </a:extraClrScheme>
    <a:extraClrScheme>
      <a:clrScheme name="Layers 4">
        <a:dk1>
          <a:srgbClr val="455B41"/>
        </a:dk1>
        <a:lt1>
          <a:srgbClr val="FFFFCC"/>
        </a:lt1>
        <a:dk2>
          <a:srgbClr val="79A994"/>
        </a:dk2>
        <a:lt2>
          <a:srgbClr val="FFFFCC"/>
        </a:lt2>
        <a:accent1>
          <a:srgbClr val="517087"/>
        </a:accent1>
        <a:accent2>
          <a:srgbClr val="666699"/>
        </a:accent2>
        <a:accent3>
          <a:srgbClr val="BED1C8"/>
        </a:accent3>
        <a:accent4>
          <a:srgbClr val="DADAAE"/>
        </a:accent4>
        <a:accent5>
          <a:srgbClr val="B3BBC3"/>
        </a:accent5>
        <a:accent6>
          <a:srgbClr val="5C5C8A"/>
        </a:accent6>
        <a:hlink>
          <a:srgbClr val="993300"/>
        </a:hlink>
        <a:folHlink>
          <a:srgbClr val="A4AF6B"/>
        </a:folHlink>
      </a:clrScheme>
      <a:clrMap bg1="dk2" tx1="lt1" bg2="dk1" tx2="lt2" accent1="accent1" accent2="accent2" accent3="accent3" accent4="accent4" accent5="accent5" accent6="accent6" hlink="hlink" folHlink="folHlink"/>
    </a:extraClrScheme>
    <a:extraClrScheme>
      <a:clrScheme name="Layers 5">
        <a:dk1>
          <a:srgbClr val="330000"/>
        </a:dk1>
        <a:lt1>
          <a:srgbClr val="FF9900"/>
        </a:lt1>
        <a:dk2>
          <a:srgbClr val="FFFFFF"/>
        </a:dk2>
        <a:lt2>
          <a:srgbClr val="8B3111"/>
        </a:lt2>
        <a:accent1>
          <a:srgbClr val="DD6D07"/>
        </a:accent1>
        <a:accent2>
          <a:srgbClr val="CC9900"/>
        </a:accent2>
        <a:accent3>
          <a:srgbClr val="FFCAAA"/>
        </a:accent3>
        <a:accent4>
          <a:srgbClr val="2A0000"/>
        </a:accent4>
        <a:accent5>
          <a:srgbClr val="EBBAAA"/>
        </a:accent5>
        <a:accent6>
          <a:srgbClr val="B98A00"/>
        </a:accent6>
        <a:hlink>
          <a:srgbClr val="CC3300"/>
        </a:hlink>
        <a:folHlink>
          <a:srgbClr val="CCCC66"/>
        </a:folHlink>
      </a:clrScheme>
      <a:clrMap bg1="lt1" tx1="dk1" bg2="lt2" tx2="dk2" accent1="accent1" accent2="accent2" accent3="accent3" accent4="accent4" accent5="accent5" accent6="accent6" hlink="hlink" folHlink="folHlink"/>
    </a:extraClrScheme>
    <a:extraClrScheme>
      <a:clrScheme name="Layers 6">
        <a:dk1>
          <a:srgbClr val="000000"/>
        </a:dk1>
        <a:lt1>
          <a:srgbClr val="FFFFE1"/>
        </a:lt1>
        <a:dk2>
          <a:srgbClr val="330033"/>
        </a:dk2>
        <a:lt2>
          <a:srgbClr val="330033"/>
        </a:lt2>
        <a:accent1>
          <a:srgbClr val="CCCC99"/>
        </a:accent1>
        <a:accent2>
          <a:srgbClr val="FF0000"/>
        </a:accent2>
        <a:accent3>
          <a:srgbClr val="FFFFEE"/>
        </a:accent3>
        <a:accent4>
          <a:srgbClr val="000000"/>
        </a:accent4>
        <a:accent5>
          <a:srgbClr val="E2E2CA"/>
        </a:accent5>
        <a:accent6>
          <a:srgbClr val="E70000"/>
        </a:accent6>
        <a:hlink>
          <a:srgbClr val="990033"/>
        </a:hlink>
        <a:folHlink>
          <a:srgbClr val="B2B2B2"/>
        </a:folHlink>
      </a:clrScheme>
      <a:clrMap bg1="lt1" tx1="dk1" bg2="lt2" tx2="dk2" accent1="accent1" accent2="accent2" accent3="accent3" accent4="accent4" accent5="accent5" accent6="accent6" hlink="hlink" folHlink="folHlink"/>
    </a:extraClrScheme>
    <a:extraClrScheme>
      <a:clrScheme name="Layers 7">
        <a:dk1>
          <a:srgbClr val="000000"/>
        </a:dk1>
        <a:lt1>
          <a:srgbClr val="FFFFFF"/>
        </a:lt1>
        <a:dk2>
          <a:srgbClr val="000000"/>
        </a:dk2>
        <a:lt2>
          <a:srgbClr val="891411"/>
        </a:lt2>
        <a:accent1>
          <a:srgbClr val="4F917E"/>
        </a:accent1>
        <a:accent2>
          <a:srgbClr val="CC9900"/>
        </a:accent2>
        <a:accent3>
          <a:srgbClr val="FFFFFF"/>
        </a:accent3>
        <a:accent4>
          <a:srgbClr val="000000"/>
        </a:accent4>
        <a:accent5>
          <a:srgbClr val="B2C7C0"/>
        </a:accent5>
        <a:accent6>
          <a:srgbClr val="B98A00"/>
        </a:accent6>
        <a:hlink>
          <a:srgbClr val="5A84D8"/>
        </a:hlink>
        <a:folHlink>
          <a:srgbClr val="A0C6BA"/>
        </a:folHlink>
      </a:clrScheme>
      <a:clrMap bg1="lt1" tx1="dk1" bg2="lt2" tx2="dk2" accent1="accent1" accent2="accent2" accent3="accent3" accent4="accent4" accent5="accent5" accent6="accent6" hlink="hlink" folHlink="folHlink"/>
    </a:extraClrScheme>
    <a:extraClrScheme>
      <a:clrScheme name="Layers 8">
        <a:dk1>
          <a:srgbClr val="000000"/>
        </a:dk1>
        <a:lt1>
          <a:srgbClr val="FFFFFF"/>
        </a:lt1>
        <a:dk2>
          <a:srgbClr val="CC0000"/>
        </a:dk2>
        <a:lt2>
          <a:srgbClr val="999966"/>
        </a:lt2>
        <a:accent1>
          <a:srgbClr val="CCCCCC"/>
        </a:accent1>
        <a:accent2>
          <a:srgbClr val="CCCC66"/>
        </a:accent2>
        <a:accent3>
          <a:srgbClr val="FFFFFF"/>
        </a:accent3>
        <a:accent4>
          <a:srgbClr val="000000"/>
        </a:accent4>
        <a:accent5>
          <a:srgbClr val="E2E2E2"/>
        </a:accent5>
        <a:accent6>
          <a:srgbClr val="B9B95C"/>
        </a:accent6>
        <a:hlink>
          <a:srgbClr val="666699"/>
        </a:hlink>
        <a:folHlink>
          <a:srgbClr val="CCCC99"/>
        </a:folHlink>
      </a:clrScheme>
      <a:clrMap bg1="lt1" tx1="dk1" bg2="lt2" tx2="dk2" accent1="accent1" accent2="accent2" accent3="accent3" accent4="accent4" accent5="accent5" accent6="accent6" hlink="hlink" folHlink="folHlink"/>
    </a:extraClrScheme>
    <a:extraClrScheme>
      <a:clrScheme name="Layers 9">
        <a:dk1>
          <a:srgbClr val="000000"/>
        </a:dk1>
        <a:lt1>
          <a:srgbClr val="FFFFFF"/>
        </a:lt1>
        <a:dk2>
          <a:srgbClr val="FF0000"/>
        </a:dk2>
        <a:lt2>
          <a:srgbClr val="009999"/>
        </a:lt2>
        <a:accent1>
          <a:srgbClr val="C7B505"/>
        </a:accent1>
        <a:accent2>
          <a:srgbClr val="FFFF66"/>
        </a:accent2>
        <a:accent3>
          <a:srgbClr val="FFFFFF"/>
        </a:accent3>
        <a:accent4>
          <a:srgbClr val="000000"/>
        </a:accent4>
        <a:accent5>
          <a:srgbClr val="E0D7AA"/>
        </a:accent5>
        <a:accent6>
          <a:srgbClr val="E7E75C"/>
        </a:accent6>
        <a:hlink>
          <a:srgbClr val="5A84D8"/>
        </a:hlink>
        <a:folHlink>
          <a:srgbClr val="A0C6BA"/>
        </a:folHlink>
      </a:clrScheme>
      <a:clrMap bg1="lt1" tx1="dk1" bg2="lt2" tx2="dk2" accent1="accent1" accent2="accent2" accent3="accent3" accent4="accent4" accent5="accent5" accent6="accent6" hlink="hlink" folHlink="folHlink"/>
    </a:extraClrScheme>
    <a:extraClrScheme>
      <a:clrScheme name="Layers 10">
        <a:dk1>
          <a:srgbClr val="000000"/>
        </a:dk1>
        <a:lt1>
          <a:srgbClr val="FFFFFF"/>
        </a:lt1>
        <a:dk2>
          <a:srgbClr val="660033"/>
        </a:dk2>
        <a:lt2>
          <a:srgbClr val="666699"/>
        </a:lt2>
        <a:accent1>
          <a:srgbClr val="95A3D1"/>
        </a:accent1>
        <a:accent2>
          <a:srgbClr val="FFFF66"/>
        </a:accent2>
        <a:accent3>
          <a:srgbClr val="FFFFFF"/>
        </a:accent3>
        <a:accent4>
          <a:srgbClr val="000000"/>
        </a:accent4>
        <a:accent5>
          <a:srgbClr val="C8CEE5"/>
        </a:accent5>
        <a:accent6>
          <a:srgbClr val="E7E75C"/>
        </a:accent6>
        <a:hlink>
          <a:srgbClr val="5A84D8"/>
        </a:hlink>
        <a:folHlink>
          <a:srgbClr val="CCCC99"/>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Advantage">
  <a:themeElements>
    <a:clrScheme name="Advantage">
      <a:dk1>
        <a:sysClr val="windowText" lastClr="000000"/>
      </a:dk1>
      <a:lt1>
        <a:sysClr val="window" lastClr="FFFFFF"/>
      </a:lt1>
      <a:dk2>
        <a:srgbClr val="2B142D"/>
      </a:dk2>
      <a:lt2>
        <a:srgbClr val="C3AFCC"/>
      </a:lt2>
      <a:accent1>
        <a:srgbClr val="663366"/>
      </a:accent1>
      <a:accent2>
        <a:srgbClr val="330F42"/>
      </a:accent2>
      <a:accent3>
        <a:srgbClr val="666699"/>
      </a:accent3>
      <a:accent4>
        <a:srgbClr val="999966"/>
      </a:accent4>
      <a:accent5>
        <a:srgbClr val="F7901E"/>
      </a:accent5>
      <a:accent6>
        <a:srgbClr val="A3A101"/>
      </a:accent6>
      <a:hlink>
        <a:srgbClr val="BC5FBC"/>
      </a:hlink>
      <a:folHlink>
        <a:srgbClr val="9775A7"/>
      </a:folHlink>
    </a:clrScheme>
    <a:fontScheme name="Advantage">
      <a:majorFont>
        <a:latin typeface="Rockwell"/>
        <a:ea typeface=""/>
        <a:cs typeface=""/>
        <a:font script="Jpan" typeface="ＭＳ ゴシック"/>
      </a:majorFont>
      <a:minorFont>
        <a:latin typeface="Rockwell"/>
        <a:ea typeface=""/>
        <a:cs typeface=""/>
        <a:font script="Jpan" typeface="ＭＳ ゴシック"/>
      </a:minorFont>
    </a:fontScheme>
    <a:fmtScheme name="Advantage">
      <a:fillStyleLst>
        <a:solidFill>
          <a:schemeClr val="phClr"/>
        </a:solidFill>
        <a:gradFill rotWithShape="1">
          <a:gsLst>
            <a:gs pos="0">
              <a:schemeClr val="phClr">
                <a:tint val="100000"/>
                <a:shade val="40000"/>
                <a:alpha val="100000"/>
                <a:satMod val="150000"/>
                <a:lumMod val="100000"/>
              </a:schemeClr>
            </a:gs>
            <a:gs pos="100000">
              <a:schemeClr val="phClr">
                <a:tint val="70000"/>
                <a:shade val="100000"/>
                <a:alpha val="100000"/>
                <a:satMod val="200000"/>
                <a:lumMod val="100000"/>
              </a:schemeClr>
            </a:gs>
          </a:gsLst>
          <a:lin ang="6000000" scaled="1"/>
        </a:gradFill>
        <a:gradFill rotWithShape="1">
          <a:gsLst>
            <a:gs pos="0">
              <a:schemeClr val="phClr">
                <a:shade val="40000"/>
                <a:alpha val="100000"/>
                <a:satMod val="150000"/>
                <a:lumMod val="100000"/>
              </a:schemeClr>
            </a:gs>
            <a:gs pos="100000">
              <a:schemeClr val="phClr">
                <a:tint val="70000"/>
                <a:shade val="100000"/>
                <a:alpha val="100000"/>
                <a:satMod val="200000"/>
                <a:lumMod val="100000"/>
              </a:schemeClr>
            </a:gs>
          </a:gsLst>
          <a:lin ang="5400000" scaled="1"/>
        </a:gradFill>
      </a:fillStyleLst>
      <a:lnStyleLst>
        <a:ln w="12700"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innerShdw blurRad="50800" dist="25400" dir="13500000">
              <a:srgbClr val="FFFFFF">
                <a:alpha val="75000"/>
              </a:srgbClr>
            </a:innerShdw>
            <a:outerShdw blurRad="63500" dist="25400" dir="5400000" rotWithShape="0">
              <a:srgbClr val="808080">
                <a:alpha val="75000"/>
              </a:srgbClr>
            </a:outerShdw>
          </a:effectLst>
        </a:effectStyle>
        <a:effectStyle>
          <a:effectLst/>
          <a:scene3d>
            <a:camera prst="orthographicFront">
              <a:rot lat="0" lon="0" rev="0"/>
            </a:camera>
            <a:lightRig rig="twoPt" dir="tl">
              <a:rot lat="0" lon="0" rev="4500000"/>
            </a:lightRig>
          </a:scene3d>
          <a:sp3d>
            <a:bevelT w="63500" h="50800"/>
          </a:sp3d>
        </a:effectStyle>
      </a:effectStyleLst>
      <a:bgFillStyleLst>
        <a:solidFill>
          <a:schemeClr val="phClr"/>
        </a:solidFill>
        <a:gradFill rotWithShape="1">
          <a:gsLst>
            <a:gs pos="0">
              <a:schemeClr val="phClr">
                <a:tint val="40000"/>
                <a:satMod val="1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1_Layers">
  <a:themeElements>
    <a:clrScheme name="Layers 6">
      <a:dk1>
        <a:srgbClr val="000000"/>
      </a:dk1>
      <a:lt1>
        <a:srgbClr val="FFFFE1"/>
      </a:lt1>
      <a:dk2>
        <a:srgbClr val="330033"/>
      </a:dk2>
      <a:lt2>
        <a:srgbClr val="330033"/>
      </a:lt2>
      <a:accent1>
        <a:srgbClr val="CCCC99"/>
      </a:accent1>
      <a:accent2>
        <a:srgbClr val="FF0000"/>
      </a:accent2>
      <a:accent3>
        <a:srgbClr val="FFFFEE"/>
      </a:accent3>
      <a:accent4>
        <a:srgbClr val="000000"/>
      </a:accent4>
      <a:accent5>
        <a:srgbClr val="E2E2CA"/>
      </a:accent5>
      <a:accent6>
        <a:srgbClr val="E70000"/>
      </a:accent6>
      <a:hlink>
        <a:srgbClr val="990033"/>
      </a:hlink>
      <a:folHlink>
        <a:srgbClr val="B2B2B2"/>
      </a:folHlink>
    </a:clrScheme>
    <a:fontScheme name="Layers">
      <a:majorFont>
        <a:latin typeface="Times New Roman"/>
        <a:ea typeface=""/>
        <a:cs typeface="Arial"/>
      </a:majorFont>
      <a:minorFont>
        <a:latin typeface="Arial"/>
        <a:ea typeface=""/>
        <a:cs typeface="Arial"/>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none" lIns="90000" tIns="46800" rIns="90000" bIns="4680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th-TH" altLang="en-US" sz="1800" b="0" i="0" u="none" strike="noStrike" cap="none" normalizeH="0" baseline="0" smtClean="0">
            <a:ln>
              <a:noFill/>
            </a:ln>
            <a:solidFill>
              <a:schemeClr val="tx1"/>
            </a:solidFill>
            <a:effectLst/>
            <a:latin typeface="Arial" panose="020B0604020202020204" pitchFamily="34" charset="0"/>
            <a:ea typeface="Angsana New" panose="020B0502040204020203" pitchFamily="18" charset="-34"/>
            <a:cs typeface="Arial" panose="020B0604020202020204" pitchFamily="34"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none" lIns="90000" tIns="46800" rIns="90000" bIns="4680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th-TH" altLang="en-US" sz="1800" b="0" i="0" u="none" strike="noStrike" cap="none" normalizeH="0" baseline="0" smtClean="0">
            <a:ln>
              <a:noFill/>
            </a:ln>
            <a:solidFill>
              <a:schemeClr val="tx1"/>
            </a:solidFill>
            <a:effectLst/>
            <a:latin typeface="Arial" panose="020B0604020202020204" pitchFamily="34" charset="0"/>
            <a:ea typeface="Angsana New" panose="020B0502040204020203" pitchFamily="18" charset="-34"/>
            <a:cs typeface="Arial" panose="020B0604020202020204" pitchFamily="34" charset="0"/>
          </a:defRPr>
        </a:defPPr>
      </a:lstStyle>
    </a:lnDef>
  </a:objectDefaults>
  <a:extraClrSchemeLst>
    <a:extraClrScheme>
      <a:clrScheme name="Layers 1">
        <a:dk1>
          <a:srgbClr val="993300"/>
        </a:dk1>
        <a:lt1>
          <a:srgbClr val="CCCCCC"/>
        </a:lt1>
        <a:dk2>
          <a:srgbClr val="000000"/>
        </a:dk2>
        <a:lt2>
          <a:srgbClr val="FFFFFF"/>
        </a:lt2>
        <a:accent1>
          <a:srgbClr val="576F2B"/>
        </a:accent1>
        <a:accent2>
          <a:srgbClr val="666699"/>
        </a:accent2>
        <a:accent3>
          <a:srgbClr val="AAAAAA"/>
        </a:accent3>
        <a:accent4>
          <a:srgbClr val="AEAEAE"/>
        </a:accent4>
        <a:accent5>
          <a:srgbClr val="B4BBAC"/>
        </a:accent5>
        <a:accent6>
          <a:srgbClr val="5C5C8A"/>
        </a:accent6>
        <a:hlink>
          <a:srgbClr val="993300"/>
        </a:hlink>
        <a:folHlink>
          <a:srgbClr val="CC9900"/>
        </a:folHlink>
      </a:clrScheme>
      <a:clrMap bg1="dk2" tx1="lt1" bg2="dk1" tx2="lt2" accent1="accent1" accent2="accent2" accent3="accent3" accent4="accent4" accent5="accent5" accent6="accent6" hlink="hlink" folHlink="folHlink"/>
    </a:extraClrScheme>
    <a:extraClrScheme>
      <a:clrScheme name="Layers 2">
        <a:dk1>
          <a:srgbClr val="993300"/>
        </a:dk1>
        <a:lt1>
          <a:srgbClr val="CCCCCC"/>
        </a:lt1>
        <a:dk2>
          <a:srgbClr val="330000"/>
        </a:dk2>
        <a:lt2>
          <a:srgbClr val="FFFFFF"/>
        </a:lt2>
        <a:accent1>
          <a:srgbClr val="996633"/>
        </a:accent1>
        <a:accent2>
          <a:srgbClr val="FF0000"/>
        </a:accent2>
        <a:accent3>
          <a:srgbClr val="ADAAAA"/>
        </a:accent3>
        <a:accent4>
          <a:srgbClr val="AEAEAE"/>
        </a:accent4>
        <a:accent5>
          <a:srgbClr val="CAB8AD"/>
        </a:accent5>
        <a:accent6>
          <a:srgbClr val="E70000"/>
        </a:accent6>
        <a:hlink>
          <a:srgbClr val="FF3300"/>
        </a:hlink>
        <a:folHlink>
          <a:srgbClr val="CC9933"/>
        </a:folHlink>
      </a:clrScheme>
      <a:clrMap bg1="dk2" tx1="lt1" bg2="dk1" tx2="lt2" accent1="accent1" accent2="accent2" accent3="accent3" accent4="accent4" accent5="accent5" accent6="accent6" hlink="hlink" folHlink="folHlink"/>
    </a:extraClrScheme>
    <a:extraClrScheme>
      <a:clrScheme name="Layers 3">
        <a:dk1>
          <a:srgbClr val="79788A"/>
        </a:dk1>
        <a:lt1>
          <a:srgbClr val="FFFFFF"/>
        </a:lt1>
        <a:dk2>
          <a:srgbClr val="21203C"/>
        </a:dk2>
        <a:lt2>
          <a:srgbClr val="FFFFCC"/>
        </a:lt2>
        <a:accent1>
          <a:srgbClr val="476077"/>
        </a:accent1>
        <a:accent2>
          <a:srgbClr val="676C5A"/>
        </a:accent2>
        <a:accent3>
          <a:srgbClr val="ABABAF"/>
        </a:accent3>
        <a:accent4>
          <a:srgbClr val="DADADA"/>
        </a:accent4>
        <a:accent5>
          <a:srgbClr val="B1B6BD"/>
        </a:accent5>
        <a:accent6>
          <a:srgbClr val="5D6151"/>
        </a:accent6>
        <a:hlink>
          <a:srgbClr val="666699"/>
        </a:hlink>
        <a:folHlink>
          <a:srgbClr val="8CB0A2"/>
        </a:folHlink>
      </a:clrScheme>
      <a:clrMap bg1="dk2" tx1="lt1" bg2="dk1" tx2="lt2" accent1="accent1" accent2="accent2" accent3="accent3" accent4="accent4" accent5="accent5" accent6="accent6" hlink="hlink" folHlink="folHlink"/>
    </a:extraClrScheme>
    <a:extraClrScheme>
      <a:clrScheme name="Layers 4">
        <a:dk1>
          <a:srgbClr val="455B41"/>
        </a:dk1>
        <a:lt1>
          <a:srgbClr val="FFFFCC"/>
        </a:lt1>
        <a:dk2>
          <a:srgbClr val="79A994"/>
        </a:dk2>
        <a:lt2>
          <a:srgbClr val="FFFFCC"/>
        </a:lt2>
        <a:accent1>
          <a:srgbClr val="517087"/>
        </a:accent1>
        <a:accent2>
          <a:srgbClr val="666699"/>
        </a:accent2>
        <a:accent3>
          <a:srgbClr val="BED1C8"/>
        </a:accent3>
        <a:accent4>
          <a:srgbClr val="DADAAE"/>
        </a:accent4>
        <a:accent5>
          <a:srgbClr val="B3BBC3"/>
        </a:accent5>
        <a:accent6>
          <a:srgbClr val="5C5C8A"/>
        </a:accent6>
        <a:hlink>
          <a:srgbClr val="993300"/>
        </a:hlink>
        <a:folHlink>
          <a:srgbClr val="A4AF6B"/>
        </a:folHlink>
      </a:clrScheme>
      <a:clrMap bg1="dk2" tx1="lt1" bg2="dk1" tx2="lt2" accent1="accent1" accent2="accent2" accent3="accent3" accent4="accent4" accent5="accent5" accent6="accent6" hlink="hlink" folHlink="folHlink"/>
    </a:extraClrScheme>
    <a:extraClrScheme>
      <a:clrScheme name="Layers 5">
        <a:dk1>
          <a:srgbClr val="330000"/>
        </a:dk1>
        <a:lt1>
          <a:srgbClr val="FF9900"/>
        </a:lt1>
        <a:dk2>
          <a:srgbClr val="FFFFFF"/>
        </a:dk2>
        <a:lt2>
          <a:srgbClr val="8B3111"/>
        </a:lt2>
        <a:accent1>
          <a:srgbClr val="DD6D07"/>
        </a:accent1>
        <a:accent2>
          <a:srgbClr val="CC9900"/>
        </a:accent2>
        <a:accent3>
          <a:srgbClr val="FFCAAA"/>
        </a:accent3>
        <a:accent4>
          <a:srgbClr val="2A0000"/>
        </a:accent4>
        <a:accent5>
          <a:srgbClr val="EBBAAA"/>
        </a:accent5>
        <a:accent6>
          <a:srgbClr val="B98A00"/>
        </a:accent6>
        <a:hlink>
          <a:srgbClr val="CC3300"/>
        </a:hlink>
        <a:folHlink>
          <a:srgbClr val="CCCC66"/>
        </a:folHlink>
      </a:clrScheme>
      <a:clrMap bg1="lt1" tx1="dk1" bg2="lt2" tx2="dk2" accent1="accent1" accent2="accent2" accent3="accent3" accent4="accent4" accent5="accent5" accent6="accent6" hlink="hlink" folHlink="folHlink"/>
    </a:extraClrScheme>
    <a:extraClrScheme>
      <a:clrScheme name="Layers 6">
        <a:dk1>
          <a:srgbClr val="000000"/>
        </a:dk1>
        <a:lt1>
          <a:srgbClr val="FFFFE1"/>
        </a:lt1>
        <a:dk2>
          <a:srgbClr val="330033"/>
        </a:dk2>
        <a:lt2>
          <a:srgbClr val="330033"/>
        </a:lt2>
        <a:accent1>
          <a:srgbClr val="CCCC99"/>
        </a:accent1>
        <a:accent2>
          <a:srgbClr val="FF0000"/>
        </a:accent2>
        <a:accent3>
          <a:srgbClr val="FFFFEE"/>
        </a:accent3>
        <a:accent4>
          <a:srgbClr val="000000"/>
        </a:accent4>
        <a:accent5>
          <a:srgbClr val="E2E2CA"/>
        </a:accent5>
        <a:accent6>
          <a:srgbClr val="E70000"/>
        </a:accent6>
        <a:hlink>
          <a:srgbClr val="990033"/>
        </a:hlink>
        <a:folHlink>
          <a:srgbClr val="B2B2B2"/>
        </a:folHlink>
      </a:clrScheme>
      <a:clrMap bg1="lt1" tx1="dk1" bg2="lt2" tx2="dk2" accent1="accent1" accent2="accent2" accent3="accent3" accent4="accent4" accent5="accent5" accent6="accent6" hlink="hlink" folHlink="folHlink"/>
    </a:extraClrScheme>
    <a:extraClrScheme>
      <a:clrScheme name="Layers 7">
        <a:dk1>
          <a:srgbClr val="000000"/>
        </a:dk1>
        <a:lt1>
          <a:srgbClr val="FFFFFF"/>
        </a:lt1>
        <a:dk2>
          <a:srgbClr val="000000"/>
        </a:dk2>
        <a:lt2>
          <a:srgbClr val="891411"/>
        </a:lt2>
        <a:accent1>
          <a:srgbClr val="4F917E"/>
        </a:accent1>
        <a:accent2>
          <a:srgbClr val="CC9900"/>
        </a:accent2>
        <a:accent3>
          <a:srgbClr val="FFFFFF"/>
        </a:accent3>
        <a:accent4>
          <a:srgbClr val="000000"/>
        </a:accent4>
        <a:accent5>
          <a:srgbClr val="B2C7C0"/>
        </a:accent5>
        <a:accent6>
          <a:srgbClr val="B98A00"/>
        </a:accent6>
        <a:hlink>
          <a:srgbClr val="5A84D8"/>
        </a:hlink>
        <a:folHlink>
          <a:srgbClr val="A0C6BA"/>
        </a:folHlink>
      </a:clrScheme>
      <a:clrMap bg1="lt1" tx1="dk1" bg2="lt2" tx2="dk2" accent1="accent1" accent2="accent2" accent3="accent3" accent4="accent4" accent5="accent5" accent6="accent6" hlink="hlink" folHlink="folHlink"/>
    </a:extraClrScheme>
    <a:extraClrScheme>
      <a:clrScheme name="Layers 8">
        <a:dk1>
          <a:srgbClr val="000000"/>
        </a:dk1>
        <a:lt1>
          <a:srgbClr val="FFFFFF"/>
        </a:lt1>
        <a:dk2>
          <a:srgbClr val="CC0000"/>
        </a:dk2>
        <a:lt2>
          <a:srgbClr val="999966"/>
        </a:lt2>
        <a:accent1>
          <a:srgbClr val="CCCCCC"/>
        </a:accent1>
        <a:accent2>
          <a:srgbClr val="CCCC66"/>
        </a:accent2>
        <a:accent3>
          <a:srgbClr val="FFFFFF"/>
        </a:accent3>
        <a:accent4>
          <a:srgbClr val="000000"/>
        </a:accent4>
        <a:accent5>
          <a:srgbClr val="E2E2E2"/>
        </a:accent5>
        <a:accent6>
          <a:srgbClr val="B9B95C"/>
        </a:accent6>
        <a:hlink>
          <a:srgbClr val="666699"/>
        </a:hlink>
        <a:folHlink>
          <a:srgbClr val="CCCC99"/>
        </a:folHlink>
      </a:clrScheme>
      <a:clrMap bg1="lt1" tx1="dk1" bg2="lt2" tx2="dk2" accent1="accent1" accent2="accent2" accent3="accent3" accent4="accent4" accent5="accent5" accent6="accent6" hlink="hlink" folHlink="folHlink"/>
    </a:extraClrScheme>
    <a:extraClrScheme>
      <a:clrScheme name="Layers 9">
        <a:dk1>
          <a:srgbClr val="000000"/>
        </a:dk1>
        <a:lt1>
          <a:srgbClr val="FFFFFF"/>
        </a:lt1>
        <a:dk2>
          <a:srgbClr val="FF0000"/>
        </a:dk2>
        <a:lt2>
          <a:srgbClr val="009999"/>
        </a:lt2>
        <a:accent1>
          <a:srgbClr val="C7B505"/>
        </a:accent1>
        <a:accent2>
          <a:srgbClr val="FFFF66"/>
        </a:accent2>
        <a:accent3>
          <a:srgbClr val="FFFFFF"/>
        </a:accent3>
        <a:accent4>
          <a:srgbClr val="000000"/>
        </a:accent4>
        <a:accent5>
          <a:srgbClr val="E0D7AA"/>
        </a:accent5>
        <a:accent6>
          <a:srgbClr val="E7E75C"/>
        </a:accent6>
        <a:hlink>
          <a:srgbClr val="5A84D8"/>
        </a:hlink>
        <a:folHlink>
          <a:srgbClr val="A0C6BA"/>
        </a:folHlink>
      </a:clrScheme>
      <a:clrMap bg1="lt1" tx1="dk1" bg2="lt2" tx2="dk2" accent1="accent1" accent2="accent2" accent3="accent3" accent4="accent4" accent5="accent5" accent6="accent6" hlink="hlink" folHlink="folHlink"/>
    </a:extraClrScheme>
    <a:extraClrScheme>
      <a:clrScheme name="Layers 10">
        <a:dk1>
          <a:srgbClr val="000000"/>
        </a:dk1>
        <a:lt1>
          <a:srgbClr val="FFFFFF"/>
        </a:lt1>
        <a:dk2>
          <a:srgbClr val="660033"/>
        </a:dk2>
        <a:lt2>
          <a:srgbClr val="666699"/>
        </a:lt2>
        <a:accent1>
          <a:srgbClr val="95A3D1"/>
        </a:accent1>
        <a:accent2>
          <a:srgbClr val="FFFF66"/>
        </a:accent2>
        <a:accent3>
          <a:srgbClr val="FFFFFF"/>
        </a:accent3>
        <a:accent4>
          <a:srgbClr val="000000"/>
        </a:accent4>
        <a:accent5>
          <a:srgbClr val="C8CEE5"/>
        </a:accent5>
        <a:accent6>
          <a:srgbClr val="E7E75C"/>
        </a:accent6>
        <a:hlink>
          <a:srgbClr val="5A84D8"/>
        </a:hlink>
        <a:folHlink>
          <a:srgbClr val="CCCC99"/>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iab97">
  <a:themeElements>
    <a:clrScheme name="">
      <a:dk1>
        <a:srgbClr val="000000"/>
      </a:dk1>
      <a:lt1>
        <a:srgbClr val="FFFFFF"/>
      </a:lt1>
      <a:dk2>
        <a:srgbClr val="000082"/>
      </a:dk2>
      <a:lt2>
        <a:srgbClr val="C0C0C0"/>
      </a:lt2>
      <a:accent1>
        <a:srgbClr val="D01608"/>
      </a:accent1>
      <a:accent2>
        <a:srgbClr val="000082"/>
      </a:accent2>
      <a:accent3>
        <a:srgbClr val="FFFFFF"/>
      </a:accent3>
      <a:accent4>
        <a:srgbClr val="000000"/>
      </a:accent4>
      <a:accent5>
        <a:srgbClr val="E4ABAA"/>
      </a:accent5>
      <a:accent6>
        <a:srgbClr val="000075"/>
      </a:accent6>
      <a:hlink>
        <a:srgbClr val="00C000"/>
      </a:hlink>
      <a:folHlink>
        <a:srgbClr val="800080"/>
      </a:folHlink>
    </a:clrScheme>
    <a:fontScheme name="iab97">
      <a:majorFont>
        <a:latin typeface="Book Antiqua"/>
        <a:ea typeface="新細明體"/>
        <a:cs typeface=""/>
      </a:majorFont>
      <a:minorFont>
        <a:latin typeface="Book Antiqua"/>
        <a:ea typeface="新細明體"/>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sm" len="sm"/>
          <a:tailEnd type="none" w="sm" len="sm"/>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sz="1400" b="0" i="1" u="sng" strike="noStrike" cap="none" normalizeH="0" baseline="0" smtClean="0">
            <a:ln>
              <a:noFill/>
            </a:ln>
            <a:solidFill>
              <a:srgbClr val="003366"/>
            </a:solidFill>
            <a:effectLst/>
            <a:latin typeface="Times New Roman" pitchFamily="18" charset="0"/>
          </a:defRPr>
        </a:defPPr>
      </a:lstStyle>
    </a:spDef>
    <a:ln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sm" len="sm"/>
          <a:tailEnd type="none" w="sm" len="sm"/>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sz="1400" b="0" i="1" u="sng" strike="noStrike" cap="none" normalizeH="0" baseline="0" smtClean="0">
            <a:ln>
              <a:noFill/>
            </a:ln>
            <a:solidFill>
              <a:srgbClr val="003366"/>
            </a:solidFill>
            <a:effectLst/>
            <a:latin typeface="Times New Roman" pitchFamily="18" charset="0"/>
          </a:defRPr>
        </a:defPPr>
      </a:lstStyle>
    </a:lnDef>
  </a:objectDefaults>
  <a:extraClrSchemeLst>
    <a:extraClrScheme>
      <a:clrScheme name="iab97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iab97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iab97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iab97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iab97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iab97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iab97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5.xml><?xml version="1.0" encoding="utf-8"?>
<a:theme xmlns:a="http://schemas.openxmlformats.org/drawingml/2006/main" name="自訂設計">
  <a:themeElements>
    <a:clrScheme name="自訂設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自訂設計">
      <a:majorFont>
        <a:latin typeface="Arial"/>
        <a:ea typeface="新細明體"/>
        <a:cs typeface=""/>
      </a:majorFont>
      <a:minorFont>
        <a:latin typeface="Arial"/>
        <a:ea typeface="新細明體"/>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sm" len="sm"/>
          <a:tailEnd type="none" w="sm" len="sm"/>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sz="1400" b="0" i="1" u="sng" strike="noStrike" cap="none" normalizeH="0" baseline="0" smtClean="0">
            <a:ln>
              <a:noFill/>
            </a:ln>
            <a:solidFill>
              <a:srgbClr val="003366"/>
            </a:solidFill>
            <a:effectLst/>
            <a:latin typeface="Times New Roman" pitchFamily="18" charset="0"/>
          </a:defRPr>
        </a:defPPr>
      </a:lstStyle>
    </a:spDef>
    <a:ln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sm" len="sm"/>
          <a:tailEnd type="none" w="sm" len="sm"/>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sz="1400" b="0" i="1" u="sng" strike="noStrike" cap="none" normalizeH="0" baseline="0" smtClean="0">
            <a:ln>
              <a:noFill/>
            </a:ln>
            <a:solidFill>
              <a:srgbClr val="003366"/>
            </a:solidFill>
            <a:effectLst/>
            <a:latin typeface="Times New Roman" pitchFamily="18" charset="0"/>
          </a:defRPr>
        </a:defPPr>
      </a:lstStyle>
    </a:lnDef>
  </a:objectDefaults>
  <a:extraClrSchemeLst>
    <a:extraClrScheme>
      <a:clrScheme name="自訂設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自訂設計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自訂設計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自訂設計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自訂設計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自訂設計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自訂設計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自訂設計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自訂設計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自訂設計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自訂設計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自訂設計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6.xml><?xml version="1.0" encoding="utf-8"?>
<a:theme xmlns:a="http://schemas.openxmlformats.org/drawingml/2006/main" name="Droplet">
  <a:themeElements>
    <a:clrScheme name="Droplet">
      <a:dk1>
        <a:sysClr val="windowText" lastClr="000000"/>
      </a:dk1>
      <a:lt1>
        <a:sysClr val="window" lastClr="FFFFFF"/>
      </a:lt1>
      <a:dk2>
        <a:srgbClr val="355071"/>
      </a:dk2>
      <a:lt2>
        <a:srgbClr val="AABED7"/>
      </a:lt2>
      <a:accent1>
        <a:srgbClr val="2FA3EE"/>
      </a:accent1>
      <a:accent2>
        <a:srgbClr val="4BCAAD"/>
      </a:accent2>
      <a:accent3>
        <a:srgbClr val="86C157"/>
      </a:accent3>
      <a:accent4>
        <a:srgbClr val="D99C3F"/>
      </a:accent4>
      <a:accent5>
        <a:srgbClr val="CE6633"/>
      </a:accent5>
      <a:accent6>
        <a:srgbClr val="A35DD1"/>
      </a:accent6>
      <a:hlink>
        <a:srgbClr val="56BCFE"/>
      </a:hlink>
      <a:folHlink>
        <a:srgbClr val="97C5E3"/>
      </a:folHlink>
    </a:clrScheme>
    <a:fontScheme name="Drople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roplet">
      <a:fillStyleLst>
        <a:solidFill>
          <a:schemeClr val="phClr"/>
        </a:solidFill>
        <a:solidFill>
          <a:schemeClr val="phClr">
            <a:tint val="69000"/>
            <a:satMod val="105000"/>
            <a:lumMod val="110000"/>
          </a:schemeClr>
        </a:solidFill>
        <a:gradFill rotWithShape="1">
          <a:gsLst>
            <a:gs pos="0">
              <a:schemeClr val="phClr">
                <a:tint val="94000"/>
                <a:satMod val="100000"/>
                <a:lumMod val="108000"/>
              </a:schemeClr>
            </a:gs>
            <a:gs pos="50000">
              <a:schemeClr val="phClr">
                <a:tint val="98000"/>
                <a:shade val="100000"/>
                <a:satMod val="100000"/>
                <a:lumMod val="100000"/>
              </a:schemeClr>
            </a:gs>
            <a:gs pos="100000">
              <a:schemeClr val="phClr">
                <a:shade val="72000"/>
                <a:satMod val="120000"/>
                <a:lumMod val="100000"/>
              </a:schemeClr>
            </a:gs>
          </a:gsLst>
          <a:lin ang="5400000" scaled="0"/>
        </a:gradFill>
      </a:fillStyleLst>
      <a:lnStyleLst>
        <a:ln w="9525" cap="flat" cmpd="sng" algn="ctr">
          <a:solidFill>
            <a:schemeClr val="phClr">
              <a:shade val="60000"/>
            </a:scheme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outerShdw blurRad="50800" dist="25400" dir="5400000" rotWithShape="0">
              <a:srgbClr val="000000">
                <a:alpha val="28000"/>
              </a:srgbClr>
            </a:outerShdw>
          </a:effectLst>
        </a:effectStyle>
        <a:effectStyle>
          <a:effectLst>
            <a:outerShdw blurRad="63500" dist="25400" dir="5400000" algn="ctr" rotWithShape="0">
              <a:srgbClr val="000000">
                <a:alpha val="69000"/>
              </a:srgbClr>
            </a:outerShdw>
          </a:effectLst>
          <a:scene3d>
            <a:camera prst="orthographicFront">
              <a:rot lat="0" lon="0" rev="0"/>
            </a:camera>
            <a:lightRig rig="balanced" dir="t">
              <a:rot lat="0" lon="0" rev="1200000"/>
            </a:lightRig>
          </a:scene3d>
          <a:sp3d prstMaterial="plastic">
            <a:bevelT w="25400" h="25400"/>
          </a:sp3d>
        </a:effectStyle>
      </a:effectStyleLst>
      <a:bgFillStyleLst>
        <a:solidFill>
          <a:schemeClr val="phClr"/>
        </a:solidFill>
        <a:gradFill rotWithShape="1">
          <a:gsLst>
            <a:gs pos="0">
              <a:schemeClr val="phClr">
                <a:tint val="90000"/>
                <a:lumMod val="110000"/>
              </a:schemeClr>
            </a:gs>
            <a:gs pos="100000">
              <a:schemeClr val="phClr">
                <a:shade val="64000"/>
                <a:lumMod val="88000"/>
              </a:schemeClr>
            </a:gs>
          </a:gsLst>
          <a:lin ang="5400000" scaled="0"/>
        </a:gradFill>
        <a:gradFill rotWithShape="1">
          <a:gsLst>
            <a:gs pos="0">
              <a:schemeClr val="phClr">
                <a:tint val="84000"/>
                <a:shade val="100000"/>
                <a:hueMod val="130000"/>
                <a:satMod val="150000"/>
                <a:lumMod val="112000"/>
              </a:schemeClr>
            </a:gs>
            <a:gs pos="100000">
              <a:schemeClr val="phClr">
                <a:shade val="92000"/>
                <a:satMod val="140000"/>
                <a:lumMod val="110000"/>
              </a:schemeClr>
            </a:gs>
          </a:gsLst>
          <a:lin ang="5400000" scaled="0"/>
        </a:gradFill>
      </a:bgFillStyleLst>
    </a:fmtScheme>
  </a:themeElements>
  <a:objectDefaults/>
  <a:extraClrSchemeLst/>
  <a:extLst>
    <a:ext uri="{05A4C25C-085E-4340-85A3-A5531E510DB2}">
      <thm15:themeFamily xmlns:thm15="http://schemas.microsoft.com/office/thememl/2012/main" name="Droplet" id="{8984A317-299A-4E50-B45D-BFC9EDE2337A}" vid="{A633B6A3-9E7F-4C10-9C98-2517A3134361}"/>
    </a:ext>
  </a:extLst>
</a:theme>
</file>

<file path=ppt/theme/theme7.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3763</TotalTime>
  <Words>1981</Words>
  <Application>Microsoft Office PowerPoint</Application>
  <PresentationFormat>On-screen Show (4:3)</PresentationFormat>
  <Paragraphs>242</Paragraphs>
  <Slides>32</Slides>
  <Notes>1</Notes>
  <HiddenSlides>0</HiddenSlides>
  <MMClips>0</MMClips>
  <ScaleCrop>false</ScaleCrop>
  <HeadingPairs>
    <vt:vector size="6" baseType="variant">
      <vt:variant>
        <vt:lpstr>Fonts Used</vt:lpstr>
      </vt:variant>
      <vt:variant>
        <vt:i4>15</vt:i4>
      </vt:variant>
      <vt:variant>
        <vt:lpstr>Theme</vt:lpstr>
      </vt:variant>
      <vt:variant>
        <vt:i4>6</vt:i4>
      </vt:variant>
      <vt:variant>
        <vt:lpstr>Slide Titles</vt:lpstr>
      </vt:variant>
      <vt:variant>
        <vt:i4>32</vt:i4>
      </vt:variant>
    </vt:vector>
  </HeadingPairs>
  <TitlesOfParts>
    <vt:vector size="53" baseType="lpstr">
      <vt:lpstr>Arial</vt:lpstr>
      <vt:lpstr>Book Antiqua</vt:lpstr>
      <vt:lpstr>Calibri</vt:lpstr>
      <vt:lpstr>Courier</vt:lpstr>
      <vt:lpstr>erdana</vt:lpstr>
      <vt:lpstr>Georgia</vt:lpstr>
      <vt:lpstr>inter-bold</vt:lpstr>
      <vt:lpstr>inter-regular</vt:lpstr>
      <vt:lpstr>Rockwell</vt:lpstr>
      <vt:lpstr>Söhne</vt:lpstr>
      <vt:lpstr>Symbol</vt:lpstr>
      <vt:lpstr>Times New Roman</vt:lpstr>
      <vt:lpstr>Tw Cen MT</vt:lpstr>
      <vt:lpstr>Wingdings</vt:lpstr>
      <vt:lpstr>Wingdings 2</vt:lpstr>
      <vt:lpstr>Layers</vt:lpstr>
      <vt:lpstr>Advantage</vt:lpstr>
      <vt:lpstr>1_Layers</vt:lpstr>
      <vt:lpstr>iab97</vt:lpstr>
      <vt:lpstr>自訂設計</vt:lpstr>
      <vt:lpstr>Droplet</vt:lpstr>
      <vt:lpstr>Software Design and Arcitecture(SDA) Lecture 2</vt:lpstr>
      <vt:lpstr>Design principles; Object-Oriented Design with UML</vt:lpstr>
      <vt:lpstr>TEXT BOOK</vt:lpstr>
      <vt:lpstr>REFERENCE BOOK</vt:lpstr>
      <vt:lpstr> SOFTWARE DESIGN PRINCIPLE </vt:lpstr>
      <vt:lpstr>PowerPoint Presentation</vt:lpstr>
      <vt:lpstr>PowerPoint Presentation</vt:lpstr>
      <vt:lpstr>PowerPoint Presentation</vt:lpstr>
      <vt:lpstr>PowerPoint Presentation</vt:lpstr>
      <vt:lpstr>PowerPoint Presentation</vt:lpstr>
      <vt:lpstr>What is modeling?</vt:lpstr>
      <vt:lpstr>Example: street map</vt:lpstr>
      <vt:lpstr>Why model software?</vt:lpstr>
      <vt:lpstr>Systems, Models and Views</vt:lpstr>
      <vt:lpstr>Systems, Models and Views</vt:lpstr>
      <vt:lpstr>Models, Views and Systems (UML)</vt:lpstr>
      <vt:lpstr>What is UML?</vt:lpstr>
      <vt:lpstr>Goals of uml </vt:lpstr>
      <vt:lpstr>Why we use Uml </vt:lpstr>
      <vt:lpstr>Why we use Uml </vt:lpstr>
      <vt:lpstr>Types of classification</vt:lpstr>
      <vt:lpstr>PowerPoint Presentation</vt:lpstr>
      <vt:lpstr>Structure UML</vt:lpstr>
      <vt:lpstr>Structure UML</vt:lpstr>
      <vt:lpstr>Behavioral UML</vt:lpstr>
      <vt:lpstr>Behavioral UML</vt:lpstr>
      <vt:lpstr>UML first pass: Use case diagrams</vt:lpstr>
      <vt:lpstr>UML first pass: Class diagrams</vt:lpstr>
      <vt:lpstr>UML first pass: Sequence diagram</vt:lpstr>
      <vt:lpstr>UML first pass: Statechart diagrams for objects with interesting dynamic behavior</vt:lpstr>
      <vt:lpstr>Some links </vt:lpstr>
      <vt:lpstr>PowerPoint Presentation</vt:lpstr>
    </vt:vector>
  </TitlesOfParts>
  <Manager/>
  <Company>Kasetsart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Computer Organization and Architecture</dc:title>
  <dc:subject/>
  <dc:creator>Pradondet Nilagupta</dc:creator>
  <cp:keywords/>
  <dc:description/>
  <cp:lastModifiedBy>Ramsha Mashood BUKC</cp:lastModifiedBy>
  <cp:revision>113</cp:revision>
  <cp:lastPrinted>1601-01-01T00:00:00Z</cp:lastPrinted>
  <dcterms:created xsi:type="dcterms:W3CDTF">2007-10-31T16:45:31Z</dcterms:created>
  <dcterms:modified xsi:type="dcterms:W3CDTF">2024-02-29T08:52:13Z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TemplateID">
    <vt:lpwstr>TC102037551033</vt:lpwstr>
  </property>
</Properties>
</file>