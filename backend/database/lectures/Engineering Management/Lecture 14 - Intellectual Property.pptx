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Intellectual-Property-Right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Intellectual-Property-Right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Intellectual-Property-Right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Intellectual-Property-Right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Intellectual-Property-Right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Intellectual-Property-Right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Intellectual-Property-Right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Intellectual-Property-Right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Intellectual-Property-Right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Intellectual-Property-Right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Intellectual-Property-Right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Intellectual-Property-Right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Intellectual-Property-Right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Intellectual-Property-Right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Intellectual-Property-Right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Intellectual-Property-Right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Intellectual-Property-Right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Intellectual-Property-Right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Intellectual-Property-Right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Intellectual-Property-Right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Intellectual-Property-Right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Intellectual-Property-Right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Intellectual-Property-Right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Intellectual-Property-Right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Intellectual-Property-Right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Intellectual-Property-Right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Intellectual-Property-Right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Intellectual-Property-Right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Intellectual-Property-Right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Intellectual-Property-Right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Intellectual-Property-Right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Intellectual-Property-Right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Intellectual-Property-Right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Intellectual-Property-Rights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Intellectual-Property-Rights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Intellectual-Property-Rights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Intellectual-Property-Rights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Intellectual-Property-Rights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Intellectual-Property-Rights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Intellectual-Property-Rights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Intellectual-Property-Rights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Intellectual-Property-Rights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Intellectual-Property-Rights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Intellectual-Property-Rights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Intellectual-Property-Rights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Intellectual-Property-Rights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Intellectual-Property-Rights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Intellectual-Property-Rights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-Intellectual-Property-Rights-4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Intellectual-Property-Rights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On-screen Show (4:3)</PresentationFormat>
  <Paragraphs>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SHEIKH</dc:creator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2024-05-26T20:16:57Z</dcterms:modified>
  <cp:category/>
</cp:coreProperties>
</file>