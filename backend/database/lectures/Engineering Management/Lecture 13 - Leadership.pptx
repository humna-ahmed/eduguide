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71" r:id="rId6"/>
    <p:sldId id="272" r:id="rId7"/>
    <p:sldId id="261" r:id="rId8"/>
    <p:sldId id="262" r:id="rId9"/>
    <p:sldId id="263" r:id="rId10"/>
    <p:sldId id="264" r:id="rId11"/>
    <p:sldId id="265" r:id="rId12"/>
    <p:sldId id="266" r:id="rId13"/>
    <p:sldId id="267" r:id="rId14"/>
    <p:sldId id="268" r:id="rId15"/>
    <p:sldId id="269" r:id="rId16"/>
    <p:sldId id="276" r:id="rId17"/>
    <p:sldId id="284" r:id="rId18"/>
    <p:sldId id="285" r:id="rId19"/>
    <p:sldId id="286" r:id="rId20"/>
    <p:sldId id="287" r:id="rId21"/>
    <p:sldId id="273" r:id="rId22"/>
    <p:sldId id="274" r:id="rId23"/>
    <p:sldId id="277" r:id="rId24"/>
    <p:sldId id="278" r:id="rId25"/>
    <p:sldId id="275" r:id="rId26"/>
    <p:sldId id="279" r:id="rId27"/>
    <p:sldId id="280" r:id="rId28"/>
    <p:sldId id="281" r:id="rId29"/>
    <p:sldId id="282" r:id="rId30"/>
    <p:sldId id="288" r:id="rId31"/>
    <p:sldId id="289" r:id="rId32"/>
    <p:sldId id="290" r:id="rId33"/>
    <p:sldId id="294" r:id="rId34"/>
    <p:sldId id="295" r:id="rId35"/>
    <p:sldId id="291" r:id="rId36"/>
    <p:sldId id="292" r:id="rId37"/>
    <p:sldId id="296" r:id="rId38"/>
    <p:sldId id="293" r:id="rId39"/>
    <p:sldId id="297" r:id="rId40"/>
    <p:sldId id="298" r:id="rId41"/>
    <p:sldId id="29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69" autoAdjust="0"/>
    <p:restoredTop sz="94660"/>
  </p:normalViewPr>
  <p:slideViewPr>
    <p:cSldViewPr snapToGrid="0">
      <p:cViewPr varScale="1">
        <p:scale>
          <a:sx n="64" d="100"/>
          <a:sy n="64" d="100"/>
        </p:scale>
        <p:origin x="91"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4.png"/></Relationships>
</file>

<file path=ppt/drawings/_rels/vmlDrawing5.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6.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7.vml.rels><?xml version="1.0" encoding="UTF-8" standalone="yes"?>
<Relationships xmlns="http://schemas.openxmlformats.org/package/2006/relationships"><Relationship Id="rId1" Type="http://schemas.openxmlformats.org/officeDocument/2006/relationships/image" Target="../media/image7.png"/></Relationships>
</file>

<file path=ppt/drawings/_rels/vmlDrawing8.vml.rels><?xml version="1.0" encoding="UTF-8" standalone="yes"?>
<Relationships xmlns="http://schemas.openxmlformats.org/package/2006/relationships"><Relationship Id="rId1" Type="http://schemas.openxmlformats.org/officeDocument/2006/relationships/image" Target="../media/image8.png"/></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35BB02A-2067-3A6C-C01F-0A95B507681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xmlns="" id="{F79D83C1-2FED-B3FA-32E5-A88EE8504E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xmlns="" id="{EE24885E-7E69-599F-5DD8-E53C2A2A683A}"/>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8F11DC75-CE6E-5E97-48E5-571E38F2D61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xmlns="" id="{8B3F49BB-E40D-BABF-DFDB-0E7225708012}"/>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3111381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9053F0-44B3-6A26-C283-2A9BFF7FBE4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xmlns="" id="{D08B5A58-DABD-FCFE-4BAC-B46CFAA73E1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xmlns="" id="{FA617BD2-CB3F-A30E-B900-9A0C82BBE496}"/>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6578500F-C791-0739-215E-D999876EB9B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xmlns="" id="{E8C176ED-670D-89D6-E2E4-764BA6CE7911}"/>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2131022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496295A-EEEF-DAD5-23EE-CC52156170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xmlns="" id="{A2EE2E4C-155E-AD44-3694-E129C45A6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E140D265-F3C2-3D97-E6E5-4B1CD134B440}"/>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3A29D23A-6467-259D-188A-FDE71704E3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xmlns="" id="{25B57EDB-C9DA-D565-6B56-472B310E7E5F}"/>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7946531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9BEA667-9F0A-DC43-578A-4611DD94F16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xmlns="" id="{82F11A4B-A8B7-120A-588A-8B03D4DA23F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xmlns="" id="{AA9DFE83-865E-6D64-B5A5-EBF1AC8189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xmlns="" id="{0A684BC5-A60C-426A-59B6-C64F4461A995}"/>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6" name="Footer Placeholder 5">
            <a:extLst>
              <a:ext uri="{FF2B5EF4-FFF2-40B4-BE49-F238E27FC236}">
                <a16:creationId xmlns:a16="http://schemas.microsoft.com/office/drawing/2014/main" xmlns="" id="{43CC7DC3-BB2F-3DC8-F36E-3E7F2A6B4E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xmlns="" id="{A9DE9E2E-CBBC-CD0C-7611-BE9B0D648971}"/>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3564826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65717A0-4FA8-5E05-39BB-47C7ACDF7F28}"/>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xmlns="" id="{EE90CD5C-4FB0-2819-CA55-FF979D13DC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2E5B1471-7480-49DD-F7F9-85D7F59AFD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xmlns="" id="{B57258FA-098C-7027-E711-916AD159F8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8C8AD6CF-5300-4F31-E842-25434696C8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xmlns="" id="{2E58931D-5993-5D2A-5B05-68C708E53E48}"/>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8" name="Footer Placeholder 7">
            <a:extLst>
              <a:ext uri="{FF2B5EF4-FFF2-40B4-BE49-F238E27FC236}">
                <a16:creationId xmlns:a16="http://schemas.microsoft.com/office/drawing/2014/main" xmlns="" id="{BEF50B8E-C7BC-E8B6-E7F4-12B63B3B6555}"/>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xmlns="" id="{3701DBE9-0798-01DD-A5B7-8B5BFBBEA14F}"/>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289728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F60D793-78D7-ED27-2CE0-3FF0E27BCCC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xmlns="" id="{022C9CB1-3EF3-0878-0D3B-A71A150AE4D7}"/>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4" name="Footer Placeholder 3">
            <a:extLst>
              <a:ext uri="{FF2B5EF4-FFF2-40B4-BE49-F238E27FC236}">
                <a16:creationId xmlns:a16="http://schemas.microsoft.com/office/drawing/2014/main" xmlns="" id="{D33D5869-E49D-807D-6DFD-6B559AEEF26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xmlns="" id="{790414B7-712F-7E3F-81E8-0EFA8B08AA95}"/>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3391402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250B8F84-1CBF-6E20-2FF7-405E63E29AC3}"/>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3" name="Footer Placeholder 2">
            <a:extLst>
              <a:ext uri="{FF2B5EF4-FFF2-40B4-BE49-F238E27FC236}">
                <a16:creationId xmlns:a16="http://schemas.microsoft.com/office/drawing/2014/main" xmlns="" id="{1724D060-68E7-BAC6-3847-081A31D511D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xmlns="" id="{30A15638-88A1-C420-F12B-0ADDF7AEA426}"/>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30124006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5F04607-BBF3-8405-D93B-EBF0609499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xmlns="" id="{275E3F0E-0CF2-3D10-1039-E241B5188C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xmlns="" id="{4919B010-5C40-6302-7CA9-FBBC717EEA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3465137-6F04-B7BD-9691-CE636DE0A1DB}"/>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6" name="Footer Placeholder 5">
            <a:extLst>
              <a:ext uri="{FF2B5EF4-FFF2-40B4-BE49-F238E27FC236}">
                <a16:creationId xmlns:a16="http://schemas.microsoft.com/office/drawing/2014/main" xmlns="" id="{534D0960-135E-4A67-5012-804ACCE027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xmlns="" id="{A4CED51C-EEFA-9C09-4560-180A0481E4D3}"/>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11290071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EB15AC1-2B53-EDC0-E606-E0A14EBEAA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xmlns="" id="{0A4425B4-CA3E-2E8E-F0A4-B6370675A4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xmlns="" id="{3AC6D279-8298-AF79-27FE-3C8BAAF9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EA690773-DCD2-57F4-6D6B-1E8E651EA933}"/>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6" name="Footer Placeholder 5">
            <a:extLst>
              <a:ext uri="{FF2B5EF4-FFF2-40B4-BE49-F238E27FC236}">
                <a16:creationId xmlns:a16="http://schemas.microsoft.com/office/drawing/2014/main" xmlns="" id="{32888A4D-BE2F-7516-B4F9-849049B8E9B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xmlns="" id="{15278B7C-50AB-A241-20D3-0344B74BD362}"/>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135376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F4FB7DF-B54C-C291-ED72-65C8BC8D2B4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xmlns="" id="{88935E5C-8ED0-CBF9-B52B-D4C9AF9E29C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xmlns="" id="{3571CA00-D7AB-F5D4-27B0-66221F6A4DC3}"/>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DE144B9C-49A4-83CE-9C4F-DE5CBC4D33A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xmlns="" id="{4A1AEE4C-4FFA-A364-5B20-0B2635510FDA}"/>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968891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6C5E2AB3-8714-0B2E-D4E7-4A7EA4AB046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xmlns="" id="{BC045E4A-C178-C4E5-C0B5-84C293CB418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xmlns="" id="{EBC25605-A773-41E9-AFB9-CCCCD404DCB8}"/>
              </a:ext>
            </a:extLst>
          </p:cNvPr>
          <p:cNvSpPr>
            <a:spLocks noGrp="1"/>
          </p:cNvSpPr>
          <p:nvPr>
            <p:ph type="dt" sz="half" idx="10"/>
          </p:nvPr>
        </p:nvSpPr>
        <p:spPr/>
        <p:txBody>
          <a:body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79AB4189-A34A-3C21-B7BE-F6CDDADBC57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xmlns="" id="{B917D5AD-1775-6FFF-A87C-C6C233462AA3}"/>
              </a:ext>
            </a:extLst>
          </p:cNvPr>
          <p:cNvSpPr>
            <a:spLocks noGrp="1"/>
          </p:cNvSpPr>
          <p:nvPr>
            <p:ph type="sldNum" sz="quarter" idx="12"/>
          </p:nvPr>
        </p:nvSpPr>
        <p:spPr/>
        <p:txBody>
          <a:bodyPr/>
          <a:lstStyle/>
          <a:p>
            <a:fld id="{69706053-B8FC-4877-B673-8B2A9ADF4620}" type="slidenum">
              <a:rPr lang="en-GB" smtClean="0"/>
              <a:t>‹#›</a:t>
            </a:fld>
            <a:endParaRPr lang="en-GB"/>
          </a:p>
        </p:txBody>
      </p:sp>
    </p:spTree>
    <p:extLst>
      <p:ext uri="{BB962C8B-B14F-4D97-AF65-F5344CB8AC3E}">
        <p14:creationId xmlns:p14="http://schemas.microsoft.com/office/powerpoint/2010/main" val="2534739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a:extLst>
              <a:ext uri="{FF2B5EF4-FFF2-40B4-BE49-F238E27FC236}">
                <a16:creationId xmlns:a16="http://schemas.microsoft.com/office/drawing/2014/main" xmlns="" id="{1A598B76-CCF5-ED90-9AFB-38AE97A7EAC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xmlns="" id="{8C4E6361-4B56-A4FE-7D1B-3E752A47381D}"/>
              </a:ext>
            </a:extLst>
          </p:cNvPr>
          <p:cNvSpPr>
            <a:spLocks noGrp="1" noChangeArrowheads="1"/>
          </p:cNvSpPr>
          <p:nvPr>
            <p:ph type="ftr" sz="quarter" idx="11"/>
          </p:nvPr>
        </p:nvSpPr>
        <p:spPr>
          <a:ln/>
        </p:spPr>
        <p:txBody>
          <a:bodyPr/>
          <a:lstStyle>
            <a:lvl1pPr>
              <a:defRPr/>
            </a:lvl1pPr>
          </a:lstStyle>
          <a:p>
            <a:pPr>
              <a:defRPr/>
            </a:pPr>
            <a:r>
              <a:rPr lang="en-US"/>
              <a:t>R.L. Probert</a:t>
            </a:r>
          </a:p>
        </p:txBody>
      </p:sp>
      <p:sp>
        <p:nvSpPr>
          <p:cNvPr id="6" name="Rectangle 6">
            <a:extLst>
              <a:ext uri="{FF2B5EF4-FFF2-40B4-BE49-F238E27FC236}">
                <a16:creationId xmlns:a16="http://schemas.microsoft.com/office/drawing/2014/main" xmlns="" id="{1247B577-37A8-158E-9F8A-75DA4818C3EF}"/>
              </a:ext>
            </a:extLst>
          </p:cNvPr>
          <p:cNvSpPr>
            <a:spLocks noGrp="1" noChangeArrowheads="1"/>
          </p:cNvSpPr>
          <p:nvPr>
            <p:ph type="sldNum" sz="quarter" idx="12"/>
          </p:nvPr>
        </p:nvSpPr>
        <p:spPr>
          <a:ln/>
        </p:spPr>
        <p:txBody>
          <a:bodyPr/>
          <a:lstStyle>
            <a:lvl1pPr>
              <a:defRPr/>
            </a:lvl1pPr>
          </a:lstStyle>
          <a:p>
            <a:fld id="{59D234F6-A107-4553-8933-C70EB04EB91C}" type="slidenum">
              <a:rPr lang="en-US" altLang="en-US"/>
              <a:pPr/>
              <a:t>‹#›</a:t>
            </a:fld>
            <a:endParaRPr lang="en-US" altLang="en-US"/>
          </a:p>
        </p:txBody>
      </p:sp>
    </p:spTree>
    <p:extLst>
      <p:ext uri="{BB962C8B-B14F-4D97-AF65-F5344CB8AC3E}">
        <p14:creationId xmlns:p14="http://schemas.microsoft.com/office/powerpoint/2010/main" val="2466216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972A9F91-75A7-BB75-4079-68E9DA87800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xmlns="" id="{084F050F-E5C6-7647-BD12-560A286765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xmlns="" id="{6B35339B-1FA4-4588-E755-A85AC14060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CE1DF6C-34F2-4772-85EB-0BF6F498247E}" type="datetimeFigureOut">
              <a:rPr lang="en-GB" smtClean="0"/>
              <a:t>16/05/2024</a:t>
            </a:fld>
            <a:endParaRPr lang="en-GB"/>
          </a:p>
        </p:txBody>
      </p:sp>
      <p:sp>
        <p:nvSpPr>
          <p:cNvPr id="5" name="Footer Placeholder 4">
            <a:extLst>
              <a:ext uri="{FF2B5EF4-FFF2-40B4-BE49-F238E27FC236}">
                <a16:creationId xmlns:a16="http://schemas.microsoft.com/office/drawing/2014/main" xmlns="" id="{42492A05-CC45-2CB0-AC41-44771B8E40A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xmlns="" id="{C6AB2141-A64D-60E8-D619-90F62239DE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706053-B8FC-4877-B673-8B2A9ADF4620}" type="slidenum">
              <a:rPr lang="en-GB" smtClean="0"/>
              <a:t>‹#›</a:t>
            </a:fld>
            <a:endParaRPr lang="en-GB"/>
          </a:p>
        </p:txBody>
      </p:sp>
    </p:spTree>
    <p:extLst>
      <p:ext uri="{BB962C8B-B14F-4D97-AF65-F5344CB8AC3E}">
        <p14:creationId xmlns:p14="http://schemas.microsoft.com/office/powerpoint/2010/main" val="9321123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12.xml"/><Relationship Id="rId1" Type="http://schemas.openxmlformats.org/officeDocument/2006/relationships/vmlDrawing" Target="../drawings/vmlDrawing2.vml"/><Relationship Id="rId4" Type="http://schemas.openxmlformats.org/officeDocument/2006/relationships/image" Target="../media/image2.wmf"/></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12.xml"/><Relationship Id="rId1" Type="http://schemas.openxmlformats.org/officeDocument/2006/relationships/vmlDrawing" Target="../drawings/vmlDrawing3.vml"/><Relationship Id="rId4" Type="http://schemas.openxmlformats.org/officeDocument/2006/relationships/image" Target="../media/image3.w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6.v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7.vml"/><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vmlDrawing" Target="../drawings/vmlDrawing8.vml"/><Relationship Id="rId5" Type="http://schemas.openxmlformats.org/officeDocument/2006/relationships/image" Target="../media/image8.png"/><Relationship Id="rId4" Type="http://schemas.openxmlformats.org/officeDocument/2006/relationships/oleObject" Target="../embeddings/oleObject8.bin"/></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3DEC30-44E3-584E-893F-3BBCAA5070F7}"/>
              </a:ext>
            </a:extLst>
          </p:cNvPr>
          <p:cNvSpPr>
            <a:spLocks noGrp="1"/>
          </p:cNvSpPr>
          <p:nvPr>
            <p:ph type="ctrTitle"/>
          </p:nvPr>
        </p:nvSpPr>
        <p:spPr/>
        <p:txBody>
          <a:bodyPr/>
          <a:lstStyle/>
          <a:p>
            <a:r>
              <a:rPr lang="en-GB" dirty="0"/>
              <a:t>Project Costings</a:t>
            </a:r>
          </a:p>
        </p:txBody>
      </p:sp>
      <p:sp>
        <p:nvSpPr>
          <p:cNvPr id="3" name="Subtitle 2">
            <a:extLst>
              <a:ext uri="{FF2B5EF4-FFF2-40B4-BE49-F238E27FC236}">
                <a16:creationId xmlns:a16="http://schemas.microsoft.com/office/drawing/2014/main" xmlns="" id="{6E7A761F-3845-4F8C-864F-962FF30DB41A}"/>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8516413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xmlns="" id="{3B01FE40-A152-32A2-56AA-C6989983F4E7}"/>
              </a:ext>
            </a:extLst>
          </p:cNvPr>
          <p:cNvSpPr>
            <a:spLocks noGrp="1" noChangeArrowheads="1"/>
          </p:cNvSpPr>
          <p:nvPr>
            <p:ph type="title"/>
          </p:nvPr>
        </p:nvSpPr>
        <p:spPr/>
        <p:txBody>
          <a:bodyPr/>
          <a:lstStyle/>
          <a:p>
            <a:pPr>
              <a:defRPr/>
            </a:pPr>
            <a:r>
              <a:rPr lang="en-US"/>
              <a:t>Motivation</a:t>
            </a:r>
          </a:p>
        </p:txBody>
      </p:sp>
      <p:sp>
        <p:nvSpPr>
          <p:cNvPr id="4099" name="Rectangle 3">
            <a:extLst>
              <a:ext uri="{FF2B5EF4-FFF2-40B4-BE49-F238E27FC236}">
                <a16:creationId xmlns:a16="http://schemas.microsoft.com/office/drawing/2014/main" xmlns="" id="{E80209C3-2E61-792D-8718-33B014879BF2}"/>
              </a:ext>
            </a:extLst>
          </p:cNvPr>
          <p:cNvSpPr>
            <a:spLocks noGrp="1" noChangeArrowheads="1"/>
          </p:cNvSpPr>
          <p:nvPr>
            <p:ph type="body" idx="1"/>
          </p:nvPr>
        </p:nvSpPr>
        <p:spPr/>
        <p:txBody>
          <a:bodyPr/>
          <a:lstStyle/>
          <a:p>
            <a:pPr>
              <a:spcBef>
                <a:spcPts val="500"/>
              </a:spcBef>
              <a:spcAft>
                <a:spcPts val="500"/>
              </a:spcAft>
              <a:buNone/>
            </a:pPr>
            <a:r>
              <a:rPr lang="en-US" altLang="en-US"/>
              <a:t>The software cost estimation provides:</a:t>
            </a:r>
          </a:p>
          <a:p>
            <a:pPr>
              <a:spcBef>
                <a:spcPts val="500"/>
              </a:spcBef>
              <a:spcAft>
                <a:spcPts val="500"/>
              </a:spcAft>
            </a:pPr>
            <a:r>
              <a:rPr lang="en-US" altLang="en-US"/>
              <a:t> the vital link between the general concepts and techniques of </a:t>
            </a:r>
            <a:r>
              <a:rPr lang="en-US" altLang="en-US" b="1"/>
              <a:t>economic analysis</a:t>
            </a:r>
            <a:r>
              <a:rPr lang="en-US" altLang="en-US"/>
              <a:t> and the particular world of </a:t>
            </a:r>
            <a:r>
              <a:rPr lang="en-US" altLang="en-US" b="1"/>
              <a:t>software engineering. </a:t>
            </a:r>
          </a:p>
          <a:p>
            <a:pPr>
              <a:spcBef>
                <a:spcPts val="500"/>
              </a:spcBef>
              <a:spcAft>
                <a:spcPts val="500"/>
              </a:spcAft>
            </a:pPr>
            <a:r>
              <a:rPr lang="en-US" altLang="en-US"/>
              <a:t>Software cost estimation techniques also provides an essential part of the foundation for </a:t>
            </a:r>
            <a:r>
              <a:rPr lang="en-US" altLang="en-US" b="1"/>
              <a:t>good software management</a:t>
            </a:r>
            <a:r>
              <a:rPr lang="en-US" altLang="en-US"/>
              <a:t>. </a:t>
            </a:r>
          </a:p>
          <a:p>
            <a:endParaRPr lang="en-US"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xmlns="" id="{0E124AB6-1805-3EDF-F68C-BB41DAF2F44E}"/>
              </a:ext>
            </a:extLst>
          </p:cNvPr>
          <p:cNvSpPr>
            <a:spLocks noGrp="1" noChangeArrowheads="1"/>
          </p:cNvSpPr>
          <p:nvPr>
            <p:ph type="title"/>
          </p:nvPr>
        </p:nvSpPr>
        <p:spPr/>
        <p:txBody>
          <a:bodyPr/>
          <a:lstStyle/>
          <a:p>
            <a:pPr>
              <a:defRPr/>
            </a:pPr>
            <a:r>
              <a:rPr lang="en-US"/>
              <a:t>Cost of a project</a:t>
            </a:r>
          </a:p>
        </p:txBody>
      </p:sp>
      <p:sp>
        <p:nvSpPr>
          <p:cNvPr id="5123" name="Rectangle 3">
            <a:extLst>
              <a:ext uri="{FF2B5EF4-FFF2-40B4-BE49-F238E27FC236}">
                <a16:creationId xmlns:a16="http://schemas.microsoft.com/office/drawing/2014/main" xmlns="" id="{6D150ECA-3975-EDB8-01FE-2FE073F8F38C}"/>
              </a:ext>
            </a:extLst>
          </p:cNvPr>
          <p:cNvSpPr>
            <a:spLocks noGrp="1" noChangeArrowheads="1"/>
          </p:cNvSpPr>
          <p:nvPr>
            <p:ph type="body" idx="1"/>
          </p:nvPr>
        </p:nvSpPr>
        <p:spPr/>
        <p:txBody>
          <a:bodyPr/>
          <a:lstStyle/>
          <a:p>
            <a:r>
              <a:rPr lang="en-US" altLang="en-US"/>
              <a:t>The cost in a project is due to:</a:t>
            </a:r>
          </a:p>
          <a:p>
            <a:pPr lvl="1"/>
            <a:r>
              <a:rPr lang="en-US" altLang="en-US"/>
              <a:t>due the requirements for software, hardware and human resources</a:t>
            </a:r>
          </a:p>
          <a:p>
            <a:pPr lvl="1"/>
            <a:r>
              <a:rPr lang="en-US" altLang="en-US"/>
              <a:t>the cost of software development is due to the human resources needed</a:t>
            </a:r>
          </a:p>
          <a:p>
            <a:pPr lvl="1"/>
            <a:r>
              <a:rPr lang="en-US" altLang="en-US"/>
              <a:t>most cost estimates are measured in </a:t>
            </a:r>
            <a:r>
              <a:rPr lang="en-US" altLang="en-US" b="1" i="1"/>
              <a:t>person-months  (PM)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xmlns="" id="{83E07645-B560-669E-4752-C82DC849DB80}"/>
              </a:ext>
            </a:extLst>
          </p:cNvPr>
          <p:cNvSpPr>
            <a:spLocks noGrp="1" noChangeArrowheads="1"/>
          </p:cNvSpPr>
          <p:nvPr>
            <p:ph type="title"/>
          </p:nvPr>
        </p:nvSpPr>
        <p:spPr/>
        <p:txBody>
          <a:bodyPr/>
          <a:lstStyle/>
          <a:p>
            <a:pPr>
              <a:defRPr/>
            </a:pPr>
            <a:r>
              <a:rPr lang="en-US"/>
              <a:t>Cost of a project (.)</a:t>
            </a:r>
          </a:p>
        </p:txBody>
      </p:sp>
      <p:sp>
        <p:nvSpPr>
          <p:cNvPr id="6147" name="Rectangle 3">
            <a:extLst>
              <a:ext uri="{FF2B5EF4-FFF2-40B4-BE49-F238E27FC236}">
                <a16:creationId xmlns:a16="http://schemas.microsoft.com/office/drawing/2014/main" xmlns="" id="{23B0AB6E-4BC4-6A8F-9AFA-35E4D49A338A}"/>
              </a:ext>
            </a:extLst>
          </p:cNvPr>
          <p:cNvSpPr>
            <a:spLocks noGrp="1" noChangeArrowheads="1"/>
          </p:cNvSpPr>
          <p:nvPr>
            <p:ph type="body" idx="1"/>
          </p:nvPr>
        </p:nvSpPr>
        <p:spPr/>
        <p:txBody>
          <a:bodyPr/>
          <a:lstStyle/>
          <a:p>
            <a:pPr>
              <a:spcBef>
                <a:spcPts val="500"/>
              </a:spcBef>
              <a:spcAft>
                <a:spcPts val="500"/>
              </a:spcAft>
            </a:pPr>
            <a:r>
              <a:rPr lang="en-US" altLang="en-US"/>
              <a:t>the cost of the project depends on the nature and characteristics of the project, at any point, the accuracy of the estimate will depend on the amount of reliable information we have about the final product.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xmlns="" id="{303DF350-E3E3-5DE5-CB42-D14E4D2C9F74}"/>
              </a:ext>
            </a:extLst>
          </p:cNvPr>
          <p:cNvSpPr>
            <a:spLocks noGrp="1" noChangeArrowheads="1"/>
          </p:cNvSpPr>
          <p:nvPr>
            <p:ph type="title"/>
          </p:nvPr>
        </p:nvSpPr>
        <p:spPr/>
        <p:txBody>
          <a:bodyPr/>
          <a:lstStyle/>
          <a:p>
            <a:pPr>
              <a:defRPr/>
            </a:pPr>
            <a:r>
              <a:rPr lang="en-US"/>
              <a:t>Software Cost Estimation</a:t>
            </a:r>
          </a:p>
        </p:txBody>
      </p:sp>
      <p:graphicFrame>
        <p:nvGraphicFramePr>
          <p:cNvPr id="7171" name="Object 3">
            <a:extLst>
              <a:ext uri="{FF2B5EF4-FFF2-40B4-BE49-F238E27FC236}">
                <a16:creationId xmlns:a16="http://schemas.microsoft.com/office/drawing/2014/main" xmlns="" id="{9C08E9E0-2C4B-5F5D-31A7-CF21E8CF8B4F}"/>
              </a:ext>
            </a:extLst>
          </p:cNvPr>
          <p:cNvGraphicFramePr>
            <a:graphicFrameLocks noGrp="1" noChangeAspect="1"/>
          </p:cNvGraphicFramePr>
          <p:nvPr>
            <p:ph type="body" idx="1"/>
          </p:nvPr>
        </p:nvGraphicFramePr>
        <p:xfrm>
          <a:off x="2209800" y="2673351"/>
          <a:ext cx="7772400" cy="2728913"/>
        </p:xfrm>
        <a:graphic>
          <a:graphicData uri="http://schemas.openxmlformats.org/presentationml/2006/ole">
            <mc:AlternateContent xmlns:mc="http://schemas.openxmlformats.org/markup-compatibility/2006">
              <mc:Choice xmlns:v="urn:schemas-microsoft-com:vml" Requires="v">
                <p:oleObj spid="_x0000_s1026" name="Bitmap Image" r:id="rId3" imgW="5504762" imgH="1933333" progId="Paint.Picture">
                  <p:embed/>
                </p:oleObj>
              </mc:Choice>
              <mc:Fallback>
                <p:oleObj name="Bitmap Image" r:id="rId3" imgW="5504762" imgH="1933333" progId="Paint.Picture">
                  <p:embed/>
                  <p:pic>
                    <p:nvPicPr>
                      <p:cNvPr id="7171" name="Object 3">
                        <a:extLst>
                          <a:ext uri="{FF2B5EF4-FFF2-40B4-BE49-F238E27FC236}">
                            <a16:creationId xmlns:a16="http://schemas.microsoft.com/office/drawing/2014/main" xmlns="" id="{9C08E9E0-2C4B-5F5D-31A7-CF21E8CF8B4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2673351"/>
                        <a:ext cx="7772400" cy="27289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xmlns="" id="{4891E86E-24A1-BB2B-656C-ECAE98CC3887}"/>
              </a:ext>
            </a:extLst>
          </p:cNvPr>
          <p:cNvSpPr>
            <a:spLocks noGrp="1" noChangeArrowheads="1"/>
          </p:cNvSpPr>
          <p:nvPr>
            <p:ph type="title"/>
          </p:nvPr>
        </p:nvSpPr>
        <p:spPr/>
        <p:txBody>
          <a:bodyPr/>
          <a:lstStyle/>
          <a:p>
            <a:pPr>
              <a:defRPr/>
            </a:pPr>
            <a:r>
              <a:rPr lang="en-US"/>
              <a:t>Introduction to COCOMO models</a:t>
            </a:r>
          </a:p>
        </p:txBody>
      </p:sp>
      <p:sp>
        <p:nvSpPr>
          <p:cNvPr id="8195" name="Rectangle 3">
            <a:extLst>
              <a:ext uri="{FF2B5EF4-FFF2-40B4-BE49-F238E27FC236}">
                <a16:creationId xmlns:a16="http://schemas.microsoft.com/office/drawing/2014/main" xmlns="" id="{9249424A-86E1-0F87-F675-973082A7F494}"/>
              </a:ext>
            </a:extLst>
          </p:cNvPr>
          <p:cNvSpPr>
            <a:spLocks noGrp="1" noChangeArrowheads="1"/>
          </p:cNvSpPr>
          <p:nvPr>
            <p:ph type="body" idx="1"/>
          </p:nvPr>
        </p:nvSpPr>
        <p:spPr/>
        <p:txBody>
          <a:bodyPr/>
          <a:lstStyle/>
          <a:p>
            <a:pPr>
              <a:spcBef>
                <a:spcPts val="500"/>
              </a:spcBef>
              <a:spcAft>
                <a:spcPts val="500"/>
              </a:spcAft>
            </a:pPr>
            <a:r>
              <a:rPr lang="en-US" altLang="en-US"/>
              <a:t>The </a:t>
            </a:r>
            <a:r>
              <a:rPr lang="en-US" altLang="en-US" b="1">
                <a:solidFill>
                  <a:srgbClr val="FF0000"/>
                </a:solidFill>
              </a:rPr>
              <a:t>COstructive COst Model</a:t>
            </a:r>
            <a:r>
              <a:rPr lang="en-US" altLang="en-US"/>
              <a:t> (COCOMO) is the most widely used software estimation model in the world. It </a:t>
            </a:r>
          </a:p>
          <a:p>
            <a:pPr>
              <a:spcBef>
                <a:spcPts val="500"/>
              </a:spcBef>
              <a:spcAft>
                <a:spcPts val="500"/>
              </a:spcAft>
            </a:pPr>
            <a:r>
              <a:rPr lang="en-US" altLang="en-US"/>
              <a:t>The COCOMO model predicts the</a:t>
            </a:r>
            <a:r>
              <a:rPr lang="en-US" altLang="en-US" b="1"/>
              <a:t> </a:t>
            </a:r>
            <a:r>
              <a:rPr lang="en-US" altLang="en-US" b="1">
                <a:solidFill>
                  <a:srgbClr val="FF0000"/>
                </a:solidFill>
              </a:rPr>
              <a:t>effort</a:t>
            </a:r>
            <a:r>
              <a:rPr lang="en-US" altLang="en-US">
                <a:solidFill>
                  <a:srgbClr val="FF0000"/>
                </a:solidFill>
              </a:rPr>
              <a:t> </a:t>
            </a:r>
            <a:r>
              <a:rPr lang="en-US" altLang="en-US"/>
              <a:t>and </a:t>
            </a:r>
            <a:r>
              <a:rPr lang="en-US" altLang="en-US" b="1">
                <a:solidFill>
                  <a:srgbClr val="FF0000"/>
                </a:solidFill>
              </a:rPr>
              <a:t>duration</a:t>
            </a:r>
            <a:r>
              <a:rPr lang="en-US" altLang="en-US"/>
              <a:t> of a project based on inputs relating to the size of the resulting systems and a number of "</a:t>
            </a:r>
            <a:r>
              <a:rPr lang="en-US" altLang="en-US" b="1"/>
              <a:t>cost drives</a:t>
            </a:r>
            <a:r>
              <a:rPr lang="en-US" altLang="en-US"/>
              <a:t>" that affect productivity.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xmlns="" id="{FB04DBC6-7E30-BCB2-CC5B-D0ECFBDB76CB}"/>
              </a:ext>
            </a:extLst>
          </p:cNvPr>
          <p:cNvSpPr>
            <a:spLocks noGrp="1" noChangeArrowheads="1"/>
          </p:cNvSpPr>
          <p:nvPr>
            <p:ph type="title"/>
          </p:nvPr>
        </p:nvSpPr>
        <p:spPr/>
        <p:txBody>
          <a:bodyPr/>
          <a:lstStyle/>
          <a:p>
            <a:pPr>
              <a:defRPr/>
            </a:pPr>
            <a:r>
              <a:rPr lang="en-US"/>
              <a:t>Effort</a:t>
            </a:r>
          </a:p>
        </p:txBody>
      </p:sp>
      <p:sp>
        <p:nvSpPr>
          <p:cNvPr id="9219" name="Rectangle 3">
            <a:extLst>
              <a:ext uri="{FF2B5EF4-FFF2-40B4-BE49-F238E27FC236}">
                <a16:creationId xmlns:a16="http://schemas.microsoft.com/office/drawing/2014/main" xmlns="" id="{F78958B1-B779-8706-2708-4AB2E21D80F6}"/>
              </a:ext>
            </a:extLst>
          </p:cNvPr>
          <p:cNvSpPr>
            <a:spLocks noGrp="1" noChangeArrowheads="1"/>
          </p:cNvSpPr>
          <p:nvPr>
            <p:ph type="body" idx="1"/>
          </p:nvPr>
        </p:nvSpPr>
        <p:spPr/>
        <p:txBody>
          <a:bodyPr/>
          <a:lstStyle/>
          <a:p>
            <a:pPr>
              <a:spcBef>
                <a:spcPts val="500"/>
              </a:spcBef>
              <a:spcAft>
                <a:spcPts val="500"/>
              </a:spcAft>
            </a:pPr>
            <a:r>
              <a:rPr lang="en-US" altLang="en-US"/>
              <a:t>Effort Equation </a:t>
            </a:r>
          </a:p>
          <a:p>
            <a:pPr lvl="1">
              <a:spcAft>
                <a:spcPts val="500"/>
              </a:spcAft>
            </a:pPr>
            <a:r>
              <a:rPr lang="en-US" altLang="en-US" b="1"/>
              <a:t>PM = C * (KDSI)</a:t>
            </a:r>
            <a:r>
              <a:rPr lang="en-US" altLang="en-US" b="1" baseline="30000"/>
              <a:t>n</a:t>
            </a:r>
            <a:r>
              <a:rPr lang="en-US" altLang="en-US" b="1"/>
              <a:t> (</a:t>
            </a:r>
            <a:r>
              <a:rPr lang="en-US" altLang="en-US"/>
              <a:t>person-months)</a:t>
            </a:r>
          </a:p>
          <a:p>
            <a:pPr lvl="2">
              <a:spcAft>
                <a:spcPts val="500"/>
              </a:spcAft>
            </a:pPr>
            <a:r>
              <a:rPr lang="en-US" altLang="en-US"/>
              <a:t>where </a:t>
            </a:r>
            <a:r>
              <a:rPr lang="en-US" altLang="en-US" b="1"/>
              <a:t>PM</a:t>
            </a:r>
            <a:r>
              <a:rPr lang="en-US" altLang="en-US"/>
              <a:t> = number of person-month (=152 working hours), </a:t>
            </a:r>
          </a:p>
          <a:p>
            <a:pPr lvl="2">
              <a:spcAft>
                <a:spcPts val="500"/>
              </a:spcAft>
            </a:pPr>
            <a:r>
              <a:rPr lang="en-US" altLang="en-US" b="1"/>
              <a:t>C</a:t>
            </a:r>
            <a:r>
              <a:rPr lang="en-US" altLang="en-US"/>
              <a:t> = a constant, </a:t>
            </a:r>
          </a:p>
          <a:p>
            <a:pPr lvl="2">
              <a:spcAft>
                <a:spcPts val="500"/>
              </a:spcAft>
            </a:pPr>
            <a:r>
              <a:rPr lang="en-US" altLang="en-US" b="1"/>
              <a:t>KDSI</a:t>
            </a:r>
            <a:r>
              <a:rPr lang="en-US" altLang="en-US"/>
              <a:t> = thousands of "delivered source instructions" (DSI) and</a:t>
            </a:r>
          </a:p>
          <a:p>
            <a:pPr lvl="2">
              <a:spcAft>
                <a:spcPts val="500"/>
              </a:spcAft>
            </a:pPr>
            <a:r>
              <a:rPr lang="en-US" altLang="en-US"/>
              <a:t> </a:t>
            </a:r>
            <a:r>
              <a:rPr lang="en-US" altLang="en-US" b="1"/>
              <a:t>n</a:t>
            </a:r>
            <a:r>
              <a:rPr lang="en-US" altLang="en-US"/>
              <a:t> = a constant.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xmlns="" id="{2961B968-FA7B-FB3B-0410-FBCA4F81E917}"/>
              </a:ext>
            </a:extLst>
          </p:cNvPr>
          <p:cNvSpPr>
            <a:spLocks noGrp="1" noChangeArrowheads="1"/>
          </p:cNvSpPr>
          <p:nvPr>
            <p:ph type="title"/>
          </p:nvPr>
        </p:nvSpPr>
        <p:spPr/>
        <p:txBody>
          <a:bodyPr/>
          <a:lstStyle/>
          <a:p>
            <a:pPr>
              <a:defRPr/>
            </a:pPr>
            <a:r>
              <a:rPr lang="en-US"/>
              <a:t>Productivity</a:t>
            </a:r>
          </a:p>
        </p:txBody>
      </p:sp>
      <p:sp>
        <p:nvSpPr>
          <p:cNvPr id="10243" name="Rectangle 3">
            <a:extLst>
              <a:ext uri="{FF2B5EF4-FFF2-40B4-BE49-F238E27FC236}">
                <a16:creationId xmlns:a16="http://schemas.microsoft.com/office/drawing/2014/main" xmlns="" id="{A27B445F-28AA-4A79-B28B-53289C4A1C2E}"/>
              </a:ext>
            </a:extLst>
          </p:cNvPr>
          <p:cNvSpPr>
            <a:spLocks noGrp="1" noChangeArrowheads="1"/>
          </p:cNvSpPr>
          <p:nvPr>
            <p:ph type="body" idx="1"/>
          </p:nvPr>
        </p:nvSpPr>
        <p:spPr/>
        <p:txBody>
          <a:bodyPr/>
          <a:lstStyle/>
          <a:p>
            <a:pPr>
              <a:spcBef>
                <a:spcPts val="500"/>
              </a:spcBef>
              <a:spcAft>
                <a:spcPts val="500"/>
              </a:spcAft>
            </a:pPr>
            <a:r>
              <a:rPr lang="en-US" altLang="en-US"/>
              <a:t>Productivity equation </a:t>
            </a:r>
          </a:p>
          <a:p>
            <a:pPr lvl="1">
              <a:spcAft>
                <a:spcPts val="500"/>
              </a:spcAft>
            </a:pPr>
            <a:r>
              <a:rPr lang="en-US" altLang="en-US" b="1"/>
              <a:t>(DSI) / (PM) </a:t>
            </a:r>
          </a:p>
          <a:p>
            <a:pPr lvl="2">
              <a:spcAft>
                <a:spcPts val="500"/>
              </a:spcAft>
            </a:pPr>
            <a:r>
              <a:rPr lang="en-US" altLang="en-US"/>
              <a:t>where </a:t>
            </a:r>
            <a:r>
              <a:rPr lang="en-US" altLang="en-US" b="1"/>
              <a:t>PM</a:t>
            </a:r>
            <a:r>
              <a:rPr lang="en-US" altLang="en-US"/>
              <a:t> = number of person-month (=152 working hours), </a:t>
            </a:r>
          </a:p>
          <a:p>
            <a:pPr lvl="2">
              <a:spcAft>
                <a:spcPts val="500"/>
              </a:spcAft>
            </a:pPr>
            <a:endParaRPr lang="en-US" altLang="en-US"/>
          </a:p>
          <a:p>
            <a:pPr lvl="2">
              <a:spcAft>
                <a:spcPts val="500"/>
              </a:spcAft>
            </a:pPr>
            <a:r>
              <a:rPr lang="en-US" altLang="en-US" b="1"/>
              <a:t>DSI</a:t>
            </a:r>
            <a:r>
              <a:rPr lang="en-US" altLang="en-US"/>
              <a:t> = "delivered source instructions"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xmlns="" id="{A6B18C37-533D-FAFB-0724-EB2DD4E66269}"/>
              </a:ext>
            </a:extLst>
          </p:cNvPr>
          <p:cNvSpPr>
            <a:spLocks noGrp="1" noChangeArrowheads="1"/>
          </p:cNvSpPr>
          <p:nvPr>
            <p:ph type="title"/>
          </p:nvPr>
        </p:nvSpPr>
        <p:spPr/>
        <p:txBody>
          <a:bodyPr/>
          <a:lstStyle/>
          <a:p>
            <a:pPr>
              <a:defRPr/>
            </a:pPr>
            <a:r>
              <a:rPr lang="en-US"/>
              <a:t>Schedule</a:t>
            </a:r>
          </a:p>
        </p:txBody>
      </p:sp>
      <p:sp>
        <p:nvSpPr>
          <p:cNvPr id="11267" name="Rectangle 3">
            <a:extLst>
              <a:ext uri="{FF2B5EF4-FFF2-40B4-BE49-F238E27FC236}">
                <a16:creationId xmlns:a16="http://schemas.microsoft.com/office/drawing/2014/main" xmlns="" id="{12A58D84-52AF-5C60-7C6B-DE71D4EE8B6C}"/>
              </a:ext>
            </a:extLst>
          </p:cNvPr>
          <p:cNvSpPr>
            <a:spLocks noGrp="1" noChangeArrowheads="1"/>
          </p:cNvSpPr>
          <p:nvPr>
            <p:ph type="body" idx="1"/>
          </p:nvPr>
        </p:nvSpPr>
        <p:spPr/>
        <p:txBody>
          <a:bodyPr/>
          <a:lstStyle/>
          <a:p>
            <a:pPr>
              <a:spcBef>
                <a:spcPts val="500"/>
              </a:spcBef>
              <a:spcAft>
                <a:spcPts val="500"/>
              </a:spcAft>
            </a:pPr>
            <a:r>
              <a:rPr lang="en-US" altLang="en-US"/>
              <a:t>Schedule equation </a:t>
            </a:r>
          </a:p>
          <a:p>
            <a:pPr lvl="1">
              <a:spcAft>
                <a:spcPts val="500"/>
              </a:spcAft>
            </a:pPr>
            <a:r>
              <a:rPr lang="en-US" altLang="en-US" b="1"/>
              <a:t>TDEV = C * (PM)</a:t>
            </a:r>
            <a:r>
              <a:rPr lang="en-US" altLang="en-US" b="1" baseline="30000"/>
              <a:t>n</a:t>
            </a:r>
            <a:r>
              <a:rPr lang="en-US" altLang="en-US" b="1"/>
              <a:t> (</a:t>
            </a:r>
            <a:r>
              <a:rPr lang="en-US" altLang="en-US"/>
              <a:t>months)</a:t>
            </a:r>
            <a:r>
              <a:rPr lang="en-US" altLang="en-US" b="1"/>
              <a:t> </a:t>
            </a:r>
            <a:endParaRPr lang="en-US" altLang="en-US"/>
          </a:p>
          <a:p>
            <a:pPr lvl="2">
              <a:spcAft>
                <a:spcPts val="500"/>
              </a:spcAft>
            </a:pPr>
            <a:r>
              <a:rPr lang="en-US" altLang="en-US"/>
              <a:t>where TDEV = number of months estimated for software development.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xmlns="" id="{7E052205-602A-CB56-E3A6-9DA164C623B2}"/>
              </a:ext>
            </a:extLst>
          </p:cNvPr>
          <p:cNvSpPr>
            <a:spLocks noGrp="1" noChangeArrowheads="1"/>
          </p:cNvSpPr>
          <p:nvPr>
            <p:ph type="title"/>
          </p:nvPr>
        </p:nvSpPr>
        <p:spPr/>
        <p:txBody>
          <a:bodyPr/>
          <a:lstStyle/>
          <a:p>
            <a:pPr>
              <a:defRPr/>
            </a:pPr>
            <a:r>
              <a:rPr lang="en-US"/>
              <a:t>Average Staffing</a:t>
            </a:r>
          </a:p>
        </p:txBody>
      </p:sp>
      <p:sp>
        <p:nvSpPr>
          <p:cNvPr id="12291" name="Rectangle 3">
            <a:extLst>
              <a:ext uri="{FF2B5EF4-FFF2-40B4-BE49-F238E27FC236}">
                <a16:creationId xmlns:a16="http://schemas.microsoft.com/office/drawing/2014/main" xmlns="" id="{7511EB09-787C-0985-9B60-237B9C7DC715}"/>
              </a:ext>
            </a:extLst>
          </p:cNvPr>
          <p:cNvSpPr>
            <a:spLocks noGrp="1" noChangeArrowheads="1"/>
          </p:cNvSpPr>
          <p:nvPr>
            <p:ph type="body" idx="1"/>
          </p:nvPr>
        </p:nvSpPr>
        <p:spPr/>
        <p:txBody>
          <a:bodyPr/>
          <a:lstStyle/>
          <a:p>
            <a:r>
              <a:rPr lang="en-US" altLang="en-US"/>
              <a:t>Average Staffing Equation</a:t>
            </a:r>
          </a:p>
          <a:p>
            <a:pPr lvl="1">
              <a:spcAft>
                <a:spcPts val="500"/>
              </a:spcAft>
            </a:pPr>
            <a:r>
              <a:rPr lang="en-US" altLang="en-US" b="1"/>
              <a:t>(PM) / (TDEV)		 (</a:t>
            </a:r>
            <a:r>
              <a:rPr lang="en-US" altLang="en-US"/>
              <a:t>FSP)</a:t>
            </a:r>
            <a:r>
              <a:rPr lang="en-US" altLang="en-US" b="1"/>
              <a:t> </a:t>
            </a:r>
          </a:p>
          <a:p>
            <a:pPr lvl="2">
              <a:spcAft>
                <a:spcPts val="500"/>
              </a:spcAft>
            </a:pPr>
            <a:r>
              <a:rPr lang="en-US" altLang="en-US"/>
              <a:t>where FSP means Full-time-equivalent Software Personnel.</a:t>
            </a:r>
          </a:p>
          <a:p>
            <a:pPr lvl="1">
              <a:spcAft>
                <a:spcPts val="500"/>
              </a:spcAft>
            </a:pPr>
            <a:endParaRPr lang="en-US" altLang="en-US"/>
          </a:p>
          <a:p>
            <a:pPr lvl="1"/>
            <a:endParaRPr lang="en-US"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xmlns="" id="{101BE8CF-530D-E336-C262-0994DF7AAD47}"/>
              </a:ext>
            </a:extLst>
          </p:cNvPr>
          <p:cNvSpPr>
            <a:spLocks noGrp="1" noChangeArrowheads="1"/>
          </p:cNvSpPr>
          <p:nvPr>
            <p:ph type="title"/>
          </p:nvPr>
        </p:nvSpPr>
        <p:spPr/>
        <p:txBody>
          <a:bodyPr/>
          <a:lstStyle/>
          <a:p>
            <a:pPr>
              <a:defRPr/>
            </a:pPr>
            <a:r>
              <a:rPr lang="en-US"/>
              <a:t>COCOMO Models</a:t>
            </a:r>
          </a:p>
        </p:txBody>
      </p:sp>
      <p:sp>
        <p:nvSpPr>
          <p:cNvPr id="13315" name="Rectangle 3">
            <a:extLst>
              <a:ext uri="{FF2B5EF4-FFF2-40B4-BE49-F238E27FC236}">
                <a16:creationId xmlns:a16="http://schemas.microsoft.com/office/drawing/2014/main" xmlns="" id="{95E382DA-335C-B473-434D-FE667F058A38}"/>
              </a:ext>
            </a:extLst>
          </p:cNvPr>
          <p:cNvSpPr>
            <a:spLocks noGrp="1" noChangeArrowheads="1"/>
          </p:cNvSpPr>
          <p:nvPr>
            <p:ph type="body" idx="1"/>
          </p:nvPr>
        </p:nvSpPr>
        <p:spPr/>
        <p:txBody>
          <a:bodyPr/>
          <a:lstStyle/>
          <a:p>
            <a:pPr>
              <a:spcBef>
                <a:spcPts val="500"/>
              </a:spcBef>
              <a:spcAft>
                <a:spcPts val="500"/>
              </a:spcAft>
            </a:pPr>
            <a:r>
              <a:rPr lang="en-US" altLang="en-US"/>
              <a:t>COCOMO is defined in terms of three different models: </a:t>
            </a:r>
          </a:p>
          <a:p>
            <a:pPr lvl="1">
              <a:spcAft>
                <a:spcPts val="500"/>
              </a:spcAft>
            </a:pPr>
            <a:r>
              <a:rPr lang="en-US" altLang="en-US"/>
              <a:t>the </a:t>
            </a:r>
            <a:r>
              <a:rPr lang="en-US" altLang="en-US" b="1">
                <a:solidFill>
                  <a:srgbClr val="FF0000"/>
                </a:solidFill>
              </a:rPr>
              <a:t>Basic model</a:t>
            </a:r>
            <a:r>
              <a:rPr lang="en-US" altLang="en-US"/>
              <a:t>, </a:t>
            </a:r>
          </a:p>
          <a:p>
            <a:pPr lvl="1">
              <a:spcAft>
                <a:spcPts val="500"/>
              </a:spcAft>
            </a:pPr>
            <a:r>
              <a:rPr lang="en-US" altLang="en-US"/>
              <a:t>the </a:t>
            </a:r>
            <a:r>
              <a:rPr lang="en-US" altLang="en-US" b="1">
                <a:solidFill>
                  <a:srgbClr val="FF0000"/>
                </a:solidFill>
              </a:rPr>
              <a:t>Intermediate model</a:t>
            </a:r>
            <a:r>
              <a:rPr lang="en-US" altLang="en-US"/>
              <a:t>, and </a:t>
            </a:r>
          </a:p>
          <a:p>
            <a:pPr lvl="1">
              <a:spcAft>
                <a:spcPts val="500"/>
              </a:spcAft>
            </a:pPr>
            <a:r>
              <a:rPr lang="en-US" altLang="en-US"/>
              <a:t>the </a:t>
            </a:r>
            <a:r>
              <a:rPr lang="en-US" altLang="en-US" b="1">
                <a:solidFill>
                  <a:srgbClr val="FF0000"/>
                </a:solidFill>
              </a:rPr>
              <a:t>Detailed model</a:t>
            </a:r>
            <a:r>
              <a:rPr lang="en-US" altLang="en-US"/>
              <a:t>. </a:t>
            </a:r>
          </a:p>
          <a:p>
            <a:pPr>
              <a:spcBef>
                <a:spcPts val="500"/>
              </a:spcBef>
              <a:spcAft>
                <a:spcPts val="500"/>
              </a:spcAft>
            </a:pPr>
            <a:r>
              <a:rPr lang="en-US" altLang="en-US"/>
              <a:t>The more complex models account for more factors that influence software projects, and make more accurate estimates.</a:t>
            </a:r>
          </a:p>
          <a:p>
            <a:endParaRPr lang="en-US"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xmlns="" id="{A63E278D-7EDB-337F-AED2-151C29B1A9B7}"/>
              </a:ext>
            </a:extLst>
          </p:cNvPr>
          <p:cNvSpPr>
            <a:spLocks noGrp="1" noChangeArrowheads="1"/>
          </p:cNvSpPr>
          <p:nvPr>
            <p:ph type="title"/>
          </p:nvPr>
        </p:nvSpPr>
        <p:spPr/>
        <p:txBody>
          <a:bodyPr/>
          <a:lstStyle/>
          <a:p>
            <a:pPr>
              <a:defRPr/>
            </a:pPr>
            <a:r>
              <a:rPr lang="en-US"/>
              <a:t>The Development mode</a:t>
            </a:r>
          </a:p>
        </p:txBody>
      </p:sp>
      <p:sp>
        <p:nvSpPr>
          <p:cNvPr id="14339" name="Rectangle 3">
            <a:extLst>
              <a:ext uri="{FF2B5EF4-FFF2-40B4-BE49-F238E27FC236}">
                <a16:creationId xmlns:a16="http://schemas.microsoft.com/office/drawing/2014/main" xmlns="" id="{729E106B-6BAE-7B4E-315F-78A79B5DEF52}"/>
              </a:ext>
            </a:extLst>
          </p:cNvPr>
          <p:cNvSpPr>
            <a:spLocks noGrp="1" noChangeArrowheads="1"/>
          </p:cNvSpPr>
          <p:nvPr>
            <p:ph type="body" idx="1"/>
          </p:nvPr>
        </p:nvSpPr>
        <p:spPr/>
        <p:txBody>
          <a:bodyPr/>
          <a:lstStyle/>
          <a:p>
            <a:pPr>
              <a:spcBef>
                <a:spcPts val="500"/>
              </a:spcBef>
              <a:spcAft>
                <a:spcPts val="500"/>
              </a:spcAft>
            </a:pPr>
            <a:r>
              <a:rPr lang="en-US" altLang="en-US"/>
              <a:t>the most important factors contributing to a project's duration and cost is the Development Mode</a:t>
            </a:r>
          </a:p>
          <a:p>
            <a:pPr lvl="2">
              <a:spcAft>
                <a:spcPts val="500"/>
              </a:spcAft>
            </a:pPr>
            <a:r>
              <a:rPr lang="en-US" altLang="en-US" b="1">
                <a:solidFill>
                  <a:srgbClr val="FF0000"/>
                </a:solidFill>
              </a:rPr>
              <a:t>Organic Mode</a:t>
            </a:r>
            <a:r>
              <a:rPr lang="en-US" altLang="en-US" b="1"/>
              <a:t>:</a:t>
            </a:r>
            <a:r>
              <a:rPr lang="en-US" altLang="en-US"/>
              <a:t> The project is developed in a familiar, stable environment, and the product is similar to previously developed products. The product is relatively small, and requires little innovation. </a:t>
            </a:r>
          </a:p>
          <a:p>
            <a:pPr lvl="2">
              <a:spcAft>
                <a:spcPts val="500"/>
              </a:spcAft>
            </a:pPr>
            <a:r>
              <a:rPr lang="en-US" altLang="en-US" b="1">
                <a:solidFill>
                  <a:srgbClr val="FF0000"/>
                </a:solidFill>
              </a:rPr>
              <a:t>Semidetached Mode</a:t>
            </a:r>
            <a:r>
              <a:rPr lang="en-US" altLang="en-US" b="1"/>
              <a:t>:</a:t>
            </a:r>
            <a:r>
              <a:rPr lang="en-US" altLang="en-US"/>
              <a:t> The project's characteristics are intermediate between Organic and Embedded.</a:t>
            </a:r>
          </a:p>
          <a:p>
            <a:endParaRPr lang="en-US"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xmlns="" id="{9ACE2A99-9737-4722-589F-7FD6E91086C3}"/>
              </a:ext>
            </a:extLst>
          </p:cNvPr>
          <p:cNvSpPr>
            <a:spLocks noGrp="1" noChangeArrowheads="1"/>
          </p:cNvSpPr>
          <p:nvPr>
            <p:ph type="title"/>
          </p:nvPr>
        </p:nvSpPr>
        <p:spPr/>
        <p:txBody>
          <a:bodyPr/>
          <a:lstStyle/>
          <a:p>
            <a:pPr>
              <a:defRPr/>
            </a:pPr>
            <a:r>
              <a:rPr lang="en-US"/>
              <a:t>The Development mode</a:t>
            </a:r>
          </a:p>
        </p:txBody>
      </p:sp>
      <p:sp>
        <p:nvSpPr>
          <p:cNvPr id="15363" name="Rectangle 3">
            <a:extLst>
              <a:ext uri="{FF2B5EF4-FFF2-40B4-BE49-F238E27FC236}">
                <a16:creationId xmlns:a16="http://schemas.microsoft.com/office/drawing/2014/main" xmlns="" id="{1C538FED-F292-5920-CB57-BAE556BC071A}"/>
              </a:ext>
            </a:extLst>
          </p:cNvPr>
          <p:cNvSpPr>
            <a:spLocks noGrp="1" noChangeArrowheads="1"/>
          </p:cNvSpPr>
          <p:nvPr>
            <p:ph type="body" idx="1"/>
          </p:nvPr>
        </p:nvSpPr>
        <p:spPr/>
        <p:txBody>
          <a:bodyPr/>
          <a:lstStyle/>
          <a:p>
            <a:pPr>
              <a:spcBef>
                <a:spcPts val="500"/>
              </a:spcBef>
              <a:spcAft>
                <a:spcPts val="500"/>
              </a:spcAft>
            </a:pPr>
            <a:r>
              <a:rPr lang="en-US" altLang="en-US"/>
              <a:t>the most important factors contributing to a project's duration and cost is the Development Mode:</a:t>
            </a:r>
          </a:p>
          <a:p>
            <a:pPr lvl="2">
              <a:spcAft>
                <a:spcPts val="500"/>
              </a:spcAft>
            </a:pPr>
            <a:r>
              <a:rPr lang="en-US" altLang="en-US"/>
              <a:t> </a:t>
            </a:r>
            <a:r>
              <a:rPr lang="en-US" altLang="en-US" b="1">
                <a:solidFill>
                  <a:srgbClr val="FF0000"/>
                </a:solidFill>
              </a:rPr>
              <a:t>Embedded Mode</a:t>
            </a:r>
            <a:r>
              <a:rPr lang="en-US" altLang="en-US" b="1"/>
              <a:t>:</a:t>
            </a:r>
            <a:r>
              <a:rPr lang="en-US" altLang="en-US"/>
              <a:t> The project is characterized by tight, inflexible constraints and interface requirements. An embedded mode project will require a great deal of innovation. </a:t>
            </a:r>
          </a:p>
          <a:p>
            <a:pPr>
              <a:spcBef>
                <a:spcPts val="500"/>
              </a:spcBef>
              <a:spcAft>
                <a:spcPts val="500"/>
              </a:spcAft>
            </a:pPr>
            <a:endParaRPr lang="en-US" altLang="en-US"/>
          </a:p>
          <a:p>
            <a:endParaRPr lang="en-US"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xmlns="" id="{E0A5A5D0-EC16-E942-9DDE-E3E8BE98A96C}"/>
              </a:ext>
            </a:extLst>
          </p:cNvPr>
          <p:cNvSpPr>
            <a:spLocks noGrp="1" noChangeArrowheads="1"/>
          </p:cNvSpPr>
          <p:nvPr>
            <p:ph type="title"/>
          </p:nvPr>
        </p:nvSpPr>
        <p:spPr/>
        <p:txBody>
          <a:bodyPr/>
          <a:lstStyle/>
          <a:p>
            <a:pPr>
              <a:defRPr/>
            </a:pPr>
            <a:r>
              <a:rPr lang="en-US"/>
              <a:t>Modes </a:t>
            </a:r>
          </a:p>
        </p:txBody>
      </p:sp>
      <p:graphicFrame>
        <p:nvGraphicFramePr>
          <p:cNvPr id="16387" name="Object 3">
            <a:extLst>
              <a:ext uri="{FF2B5EF4-FFF2-40B4-BE49-F238E27FC236}">
                <a16:creationId xmlns:a16="http://schemas.microsoft.com/office/drawing/2014/main" xmlns="" id="{2349C2BF-A122-19CD-1B98-8B2751DFCC01}"/>
              </a:ext>
            </a:extLst>
          </p:cNvPr>
          <p:cNvGraphicFramePr>
            <a:graphicFrameLocks noGrp="1" noChangeAspect="1"/>
          </p:cNvGraphicFramePr>
          <p:nvPr>
            <p:ph type="tbl" idx="1"/>
          </p:nvPr>
        </p:nvGraphicFramePr>
        <p:xfrm>
          <a:off x="2286000" y="1603375"/>
          <a:ext cx="7486650" cy="6046788"/>
        </p:xfrm>
        <a:graphic>
          <a:graphicData uri="http://schemas.openxmlformats.org/presentationml/2006/ole">
            <mc:AlternateContent xmlns:mc="http://schemas.openxmlformats.org/markup-compatibility/2006">
              <mc:Choice xmlns:v="urn:schemas-microsoft-com:vml" Requires="v">
                <p:oleObj spid="_x0000_s2050" name="Document" r:id="rId3" imgW="7665720" imgH="6192520" progId="Word.Document.8">
                  <p:embed/>
                </p:oleObj>
              </mc:Choice>
              <mc:Fallback>
                <p:oleObj name="Document" r:id="rId3" imgW="7665720" imgH="6192520" progId="Word.Document.8">
                  <p:embed/>
                  <p:pic>
                    <p:nvPicPr>
                      <p:cNvPr id="16387" name="Object 3">
                        <a:extLst>
                          <a:ext uri="{FF2B5EF4-FFF2-40B4-BE49-F238E27FC236}">
                            <a16:creationId xmlns:a16="http://schemas.microsoft.com/office/drawing/2014/main" xmlns="" id="{2349C2BF-A122-19CD-1B98-8B2751DFCC0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1603375"/>
                        <a:ext cx="7486650" cy="60467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xmlns="" id="{5466A65A-1EE2-B7D0-C8EC-BABF5300EB61}"/>
              </a:ext>
            </a:extLst>
          </p:cNvPr>
          <p:cNvSpPr>
            <a:spLocks noGrp="1" noChangeArrowheads="1"/>
          </p:cNvSpPr>
          <p:nvPr>
            <p:ph type="title"/>
          </p:nvPr>
        </p:nvSpPr>
        <p:spPr/>
        <p:txBody>
          <a:bodyPr/>
          <a:lstStyle/>
          <a:p>
            <a:pPr>
              <a:defRPr/>
            </a:pPr>
            <a:r>
              <a:rPr lang="en-US"/>
              <a:t>Modes (.) </a:t>
            </a:r>
          </a:p>
        </p:txBody>
      </p:sp>
      <p:graphicFrame>
        <p:nvGraphicFramePr>
          <p:cNvPr id="17411" name="Object 3">
            <a:extLst>
              <a:ext uri="{FF2B5EF4-FFF2-40B4-BE49-F238E27FC236}">
                <a16:creationId xmlns:a16="http://schemas.microsoft.com/office/drawing/2014/main" xmlns="" id="{7F7EB30F-5CCE-7A5A-AAEB-C42E2C743318}"/>
              </a:ext>
            </a:extLst>
          </p:cNvPr>
          <p:cNvGraphicFramePr>
            <a:graphicFrameLocks noGrp="1" noChangeAspect="1"/>
          </p:cNvGraphicFramePr>
          <p:nvPr>
            <p:ph type="tbl" idx="1"/>
          </p:nvPr>
        </p:nvGraphicFramePr>
        <p:xfrm>
          <a:off x="2438400" y="1606551"/>
          <a:ext cx="7219950" cy="6043613"/>
        </p:xfrm>
        <a:graphic>
          <a:graphicData uri="http://schemas.openxmlformats.org/presentationml/2006/ole">
            <mc:AlternateContent xmlns:mc="http://schemas.openxmlformats.org/markup-compatibility/2006">
              <mc:Choice xmlns:v="urn:schemas-microsoft-com:vml" Requires="v">
                <p:oleObj spid="_x0000_s3074" name="Document" r:id="rId3" imgW="7239000" imgH="6060440" progId="Word.Document.8">
                  <p:embed/>
                </p:oleObj>
              </mc:Choice>
              <mc:Fallback>
                <p:oleObj name="Document" r:id="rId3" imgW="7239000" imgH="6060440" progId="Word.Document.8">
                  <p:embed/>
                  <p:pic>
                    <p:nvPicPr>
                      <p:cNvPr id="17411" name="Object 3">
                        <a:extLst>
                          <a:ext uri="{FF2B5EF4-FFF2-40B4-BE49-F238E27FC236}">
                            <a16:creationId xmlns:a16="http://schemas.microsoft.com/office/drawing/2014/main" xmlns="" id="{7F7EB30F-5CCE-7A5A-AAEB-C42E2C7433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606551"/>
                        <a:ext cx="7219950" cy="6043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a:extLst>
              <a:ext uri="{FF2B5EF4-FFF2-40B4-BE49-F238E27FC236}">
                <a16:creationId xmlns:a16="http://schemas.microsoft.com/office/drawing/2014/main" xmlns="" id="{7F5DC140-3CC8-CD73-EBB1-BAB4F135FADD}"/>
              </a:ext>
            </a:extLst>
          </p:cNvPr>
          <p:cNvSpPr>
            <a:spLocks noGrp="1" noChangeArrowheads="1"/>
          </p:cNvSpPr>
          <p:nvPr>
            <p:ph type="ctrTitle"/>
          </p:nvPr>
        </p:nvSpPr>
        <p:spPr>
          <a:xfrm>
            <a:off x="2209800" y="2286000"/>
            <a:ext cx="7772400" cy="1143000"/>
          </a:xfrm>
        </p:spPr>
        <p:txBody>
          <a:bodyPr/>
          <a:lstStyle/>
          <a:p>
            <a:pPr>
              <a:defRPr/>
            </a:pPr>
            <a:r>
              <a:rPr lang="en-US"/>
              <a:t>Cost Estimation Process</a:t>
            </a:r>
          </a:p>
        </p:txBody>
      </p:sp>
      <p:sp>
        <p:nvSpPr>
          <p:cNvPr id="18435" name="Text Box 4">
            <a:extLst>
              <a:ext uri="{FF2B5EF4-FFF2-40B4-BE49-F238E27FC236}">
                <a16:creationId xmlns:a16="http://schemas.microsoft.com/office/drawing/2014/main" xmlns="" id="{D9D17E85-F3D1-5B70-CBE4-F0D332F6B8F7}"/>
              </a:ext>
            </a:extLst>
          </p:cNvPr>
          <p:cNvSpPr txBox="1">
            <a:spLocks noChangeArrowheads="1"/>
          </p:cNvSpPr>
          <p:nvPr/>
        </p:nvSpPr>
        <p:spPr bwMode="auto">
          <a:xfrm>
            <a:off x="3489325" y="4232275"/>
            <a:ext cx="5272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b="1"/>
              <a:t>Cost=SizeOfTheProject x Productivity</a:t>
            </a:r>
            <a:r>
              <a:rPr lang="en-US" altLang="en-US"/>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xmlns="" id="{8ADDCBA2-4198-4103-1621-136326F58AA2}"/>
              </a:ext>
            </a:extLst>
          </p:cNvPr>
          <p:cNvSpPr>
            <a:spLocks noGrp="1" noChangeArrowheads="1"/>
          </p:cNvSpPr>
          <p:nvPr>
            <p:ph type="title"/>
          </p:nvPr>
        </p:nvSpPr>
        <p:spPr/>
        <p:txBody>
          <a:bodyPr/>
          <a:lstStyle/>
          <a:p>
            <a:pPr>
              <a:defRPr/>
            </a:pPr>
            <a:r>
              <a:rPr lang="en-US"/>
              <a:t>Cost Estimation Process</a:t>
            </a:r>
          </a:p>
        </p:txBody>
      </p:sp>
      <p:sp>
        <p:nvSpPr>
          <p:cNvPr id="19459" name="Rectangle 12">
            <a:extLst>
              <a:ext uri="{FF2B5EF4-FFF2-40B4-BE49-F238E27FC236}">
                <a16:creationId xmlns:a16="http://schemas.microsoft.com/office/drawing/2014/main" xmlns="" id="{D05DFAC0-6862-4AE7-FD6D-826CD8BC6E5A}"/>
              </a:ext>
            </a:extLst>
          </p:cNvPr>
          <p:cNvSpPr>
            <a:spLocks noChangeArrowheads="1"/>
          </p:cNvSpPr>
          <p:nvPr/>
        </p:nvSpPr>
        <p:spPr bwMode="auto">
          <a:xfrm>
            <a:off x="1524000" y="750889"/>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tabLst>
                <a:tab pos="457200" algn="r"/>
                <a:tab pos="2743200" algn="ctr"/>
                <a:tab pos="5486400" algn="r"/>
              </a:tabLst>
              <a:defRPr sz="2400">
                <a:solidFill>
                  <a:schemeClr val="tx1"/>
                </a:solidFill>
                <a:latin typeface="Times New Roman" panose="02020603050405020304" pitchFamily="18" charset="0"/>
              </a:defRPr>
            </a:lvl1pPr>
            <a:lvl2pPr marL="742950" indent="-285750">
              <a:tabLst>
                <a:tab pos="457200" algn="r"/>
                <a:tab pos="2743200" algn="ctr"/>
                <a:tab pos="5486400" algn="r"/>
              </a:tabLst>
              <a:defRPr sz="2400">
                <a:solidFill>
                  <a:schemeClr val="tx1"/>
                </a:solidFill>
                <a:latin typeface="Times New Roman" panose="02020603050405020304" pitchFamily="18" charset="0"/>
              </a:defRPr>
            </a:lvl2pPr>
            <a:lvl3pPr marL="1143000" indent="-228600">
              <a:tabLst>
                <a:tab pos="457200" algn="r"/>
                <a:tab pos="2743200" algn="ctr"/>
                <a:tab pos="5486400" algn="r"/>
              </a:tabLst>
              <a:defRPr sz="2400">
                <a:solidFill>
                  <a:schemeClr val="tx1"/>
                </a:solidFill>
                <a:latin typeface="Times New Roman" panose="02020603050405020304" pitchFamily="18" charset="0"/>
              </a:defRPr>
            </a:lvl3pPr>
            <a:lvl4pPr marL="1600200" indent="-228600">
              <a:tabLst>
                <a:tab pos="457200" algn="r"/>
                <a:tab pos="2743200" algn="ctr"/>
                <a:tab pos="5486400" algn="r"/>
              </a:tabLst>
              <a:defRPr sz="2400">
                <a:solidFill>
                  <a:schemeClr val="tx1"/>
                </a:solidFill>
                <a:latin typeface="Times New Roman" panose="02020603050405020304" pitchFamily="18" charset="0"/>
              </a:defRPr>
            </a:lvl4pPr>
            <a:lvl5pPr marL="2057400" indent="-228600">
              <a:tabLst>
                <a:tab pos="457200" algn="r"/>
                <a:tab pos="2743200" algn="ctr"/>
                <a:tab pos="5486400" algn="r"/>
              </a:tabLst>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9pPr>
          </a:lstStyle>
          <a:p>
            <a:r>
              <a:rPr lang="en-CA" altLang="en-US" sz="1200" b="1">
                <a:solidFill>
                  <a:srgbClr val="000000"/>
                </a:solidFill>
                <a:latin typeface="Helvetica" panose="020B0604020202020204" pitchFamily="34" charset="0"/>
                <a:cs typeface="Times New Roman" panose="02020603050405020304" pitchFamily="18" charset="0"/>
              </a:rPr>
              <a:t> </a:t>
            </a:r>
            <a:endParaRPr lang="en-CA" altLang="en-US" sz="1200">
              <a:solidFill>
                <a:srgbClr val="000000"/>
              </a:solidFill>
              <a:latin typeface="Helvetica" panose="020B0604020202020204" pitchFamily="34" charset="0"/>
              <a:cs typeface="Times New Roman" panose="02020603050405020304" pitchFamily="18" charset="0"/>
            </a:endParaRPr>
          </a:p>
          <a:p>
            <a:endParaRPr lang="en-CA" altLang="en-US"/>
          </a:p>
        </p:txBody>
      </p:sp>
      <p:sp>
        <p:nvSpPr>
          <p:cNvPr id="19460" name="Rectangle 14">
            <a:extLst>
              <a:ext uri="{FF2B5EF4-FFF2-40B4-BE49-F238E27FC236}">
                <a16:creationId xmlns:a16="http://schemas.microsoft.com/office/drawing/2014/main" xmlns="" id="{C3EE04E0-4366-DA28-5254-3565B07577C5}"/>
              </a:ext>
            </a:extLst>
          </p:cNvPr>
          <p:cNvSpPr>
            <a:spLocks noChangeArrowheads="1"/>
          </p:cNvSpPr>
          <p:nvPr/>
        </p:nvSpPr>
        <p:spPr bwMode="auto">
          <a:xfrm>
            <a:off x="1524000" y="750889"/>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tabLst>
                <a:tab pos="457200" algn="r"/>
                <a:tab pos="2743200" algn="ctr"/>
                <a:tab pos="5486400" algn="r"/>
              </a:tabLst>
              <a:defRPr sz="2400">
                <a:solidFill>
                  <a:schemeClr val="tx1"/>
                </a:solidFill>
                <a:latin typeface="Times New Roman" panose="02020603050405020304" pitchFamily="18" charset="0"/>
              </a:defRPr>
            </a:lvl1pPr>
            <a:lvl2pPr marL="742950" indent="-285750">
              <a:tabLst>
                <a:tab pos="457200" algn="r"/>
                <a:tab pos="2743200" algn="ctr"/>
                <a:tab pos="5486400" algn="r"/>
              </a:tabLst>
              <a:defRPr sz="2400">
                <a:solidFill>
                  <a:schemeClr val="tx1"/>
                </a:solidFill>
                <a:latin typeface="Times New Roman" panose="02020603050405020304" pitchFamily="18" charset="0"/>
              </a:defRPr>
            </a:lvl2pPr>
            <a:lvl3pPr marL="1143000" indent="-228600">
              <a:tabLst>
                <a:tab pos="457200" algn="r"/>
                <a:tab pos="2743200" algn="ctr"/>
                <a:tab pos="5486400" algn="r"/>
              </a:tabLst>
              <a:defRPr sz="2400">
                <a:solidFill>
                  <a:schemeClr val="tx1"/>
                </a:solidFill>
                <a:latin typeface="Times New Roman" panose="02020603050405020304" pitchFamily="18" charset="0"/>
              </a:defRPr>
            </a:lvl3pPr>
            <a:lvl4pPr marL="1600200" indent="-228600">
              <a:tabLst>
                <a:tab pos="457200" algn="r"/>
                <a:tab pos="2743200" algn="ctr"/>
                <a:tab pos="5486400" algn="r"/>
              </a:tabLst>
              <a:defRPr sz="2400">
                <a:solidFill>
                  <a:schemeClr val="tx1"/>
                </a:solidFill>
                <a:latin typeface="Times New Roman" panose="02020603050405020304" pitchFamily="18" charset="0"/>
              </a:defRPr>
            </a:lvl4pPr>
            <a:lvl5pPr marL="2057400" indent="-228600">
              <a:tabLst>
                <a:tab pos="457200" algn="r"/>
                <a:tab pos="2743200" algn="ctr"/>
                <a:tab pos="5486400" algn="r"/>
              </a:tabLst>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tabLst>
                <a:tab pos="457200" algn="r"/>
                <a:tab pos="2743200" algn="ctr"/>
                <a:tab pos="5486400" algn="r"/>
              </a:tabLst>
              <a:defRPr sz="2400">
                <a:solidFill>
                  <a:schemeClr val="tx1"/>
                </a:solidFill>
                <a:latin typeface="Times New Roman" panose="02020603050405020304" pitchFamily="18" charset="0"/>
              </a:defRPr>
            </a:lvl9pPr>
          </a:lstStyle>
          <a:p>
            <a:r>
              <a:rPr lang="en-CA" altLang="en-US" sz="1200" b="1">
                <a:solidFill>
                  <a:srgbClr val="000000"/>
                </a:solidFill>
                <a:latin typeface="Helvetica" panose="020B0604020202020204" pitchFamily="34" charset="0"/>
                <a:cs typeface="Times New Roman" panose="02020603050405020304" pitchFamily="18" charset="0"/>
              </a:rPr>
              <a:t> </a:t>
            </a:r>
            <a:endParaRPr lang="en-CA" altLang="en-US" sz="1200">
              <a:solidFill>
                <a:srgbClr val="000000"/>
              </a:solidFill>
              <a:latin typeface="Helvetica" panose="020B0604020202020204" pitchFamily="34" charset="0"/>
              <a:cs typeface="Times New Roman" panose="02020603050405020304" pitchFamily="18" charset="0"/>
            </a:endParaRPr>
          </a:p>
          <a:p>
            <a:endParaRPr lang="en-CA" altLang="en-US"/>
          </a:p>
        </p:txBody>
      </p:sp>
      <p:sp>
        <p:nvSpPr>
          <p:cNvPr id="19461" name="Text Box 16">
            <a:extLst>
              <a:ext uri="{FF2B5EF4-FFF2-40B4-BE49-F238E27FC236}">
                <a16:creationId xmlns:a16="http://schemas.microsoft.com/office/drawing/2014/main" xmlns="" id="{7DC73C30-3CB4-2BEA-4DF2-0DB3AD9895C9}"/>
              </a:ext>
            </a:extLst>
          </p:cNvPr>
          <p:cNvSpPr txBox="1">
            <a:spLocks noChangeArrowheads="1"/>
          </p:cNvSpPr>
          <p:nvPr/>
        </p:nvSpPr>
        <p:spPr bwMode="auto">
          <a:xfrm>
            <a:off x="7739063" y="4548188"/>
            <a:ext cx="10287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en-US" altLang="zh-CN" sz="1600" b="1">
                <a:solidFill>
                  <a:srgbClr val="000000"/>
                </a:solidFill>
                <a:latin typeface="Verdana" panose="020B0604030504040204" pitchFamily="34" charset="0"/>
                <a:ea typeface="BatangChe" panose="020B0503020000020004" pitchFamily="49" charset="-127"/>
              </a:rPr>
              <a:t>Errors</a:t>
            </a:r>
            <a:endParaRPr lang="en-US" altLang="zh-CN" sz="1600" b="1">
              <a:latin typeface="Verdana" panose="020B0604030504040204" pitchFamily="34" charset="0"/>
              <a:ea typeface="BatangChe" panose="020B0503020000020004" pitchFamily="49" charset="-127"/>
            </a:endParaRPr>
          </a:p>
        </p:txBody>
      </p:sp>
      <p:sp>
        <p:nvSpPr>
          <p:cNvPr id="19462" name="Text Box 17">
            <a:extLst>
              <a:ext uri="{FF2B5EF4-FFF2-40B4-BE49-F238E27FC236}">
                <a16:creationId xmlns:a16="http://schemas.microsoft.com/office/drawing/2014/main" xmlns="" id="{9BC65B86-36FE-BD5D-8A55-7C70E0CEF517}"/>
              </a:ext>
            </a:extLst>
          </p:cNvPr>
          <p:cNvSpPr txBox="1">
            <a:spLocks noChangeArrowheads="1"/>
          </p:cNvSpPr>
          <p:nvPr/>
        </p:nvSpPr>
        <p:spPr bwMode="auto">
          <a:xfrm>
            <a:off x="7762875" y="2871788"/>
            <a:ext cx="10287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en-US" altLang="zh-CN" sz="1600" b="1">
                <a:latin typeface="Verdana" panose="020B0604030504040204" pitchFamily="34" charset="0"/>
                <a:ea typeface="BatangChe" panose="020B0503020000020004" pitchFamily="49" charset="-127"/>
              </a:rPr>
              <a:t>Effort</a:t>
            </a:r>
          </a:p>
        </p:txBody>
      </p:sp>
      <p:sp>
        <p:nvSpPr>
          <p:cNvPr id="19463" name="Text Box 18">
            <a:extLst>
              <a:ext uri="{FF2B5EF4-FFF2-40B4-BE49-F238E27FC236}">
                <a16:creationId xmlns:a16="http://schemas.microsoft.com/office/drawing/2014/main" xmlns="" id="{8E7AC524-2045-B8E0-438B-B7F72C5186FA}"/>
              </a:ext>
            </a:extLst>
          </p:cNvPr>
          <p:cNvSpPr txBox="1">
            <a:spLocks noChangeArrowheads="1"/>
          </p:cNvSpPr>
          <p:nvPr/>
        </p:nvSpPr>
        <p:spPr bwMode="auto">
          <a:xfrm>
            <a:off x="7762875" y="3405188"/>
            <a:ext cx="27432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en-US" altLang="zh-CN" sz="1600" b="1">
                <a:solidFill>
                  <a:srgbClr val="000000"/>
                </a:solidFill>
                <a:latin typeface="Verdana" panose="020B0604030504040204" pitchFamily="34" charset="0"/>
                <a:ea typeface="BatangChe" panose="020B0503020000020004" pitchFamily="49" charset="-127"/>
              </a:rPr>
              <a:t>Development Time</a:t>
            </a:r>
            <a:r>
              <a:rPr lang="en-US" altLang="zh-CN" sz="1600" b="1">
                <a:latin typeface="Verdana" panose="020B0604030504040204" pitchFamily="34" charset="0"/>
                <a:ea typeface="BatangChe" panose="020B0503020000020004" pitchFamily="49" charset="-127"/>
              </a:rPr>
              <a:t> </a:t>
            </a:r>
          </a:p>
        </p:txBody>
      </p:sp>
      <p:sp>
        <p:nvSpPr>
          <p:cNvPr id="19464" name="Text Box 19">
            <a:extLst>
              <a:ext uri="{FF2B5EF4-FFF2-40B4-BE49-F238E27FC236}">
                <a16:creationId xmlns:a16="http://schemas.microsoft.com/office/drawing/2014/main" xmlns="" id="{7CBF24BF-797E-8348-6126-9B14785219A5}"/>
              </a:ext>
            </a:extLst>
          </p:cNvPr>
          <p:cNvSpPr txBox="1">
            <a:spLocks noChangeArrowheads="1"/>
          </p:cNvSpPr>
          <p:nvPr/>
        </p:nvSpPr>
        <p:spPr bwMode="auto">
          <a:xfrm>
            <a:off x="1952625" y="3024188"/>
            <a:ext cx="2514600"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r"/>
            <a:r>
              <a:rPr lang="en-US" altLang="zh-CN" sz="1600" b="1">
                <a:solidFill>
                  <a:srgbClr val="000000"/>
                </a:solidFill>
                <a:latin typeface="Verdana" panose="020B0604030504040204" pitchFamily="34" charset="0"/>
                <a:ea typeface="BatangChe" panose="020B0503020000020004" pitchFamily="49" charset="-127"/>
              </a:rPr>
              <a:t>Size Table</a:t>
            </a:r>
          </a:p>
          <a:p>
            <a:pPr algn="r"/>
            <a:endParaRPr lang="en-US" altLang="zh-CN" sz="1600" b="1">
              <a:solidFill>
                <a:srgbClr val="000000"/>
              </a:solidFill>
              <a:latin typeface="Verdana" panose="020B0604030504040204" pitchFamily="34" charset="0"/>
              <a:ea typeface="BatangChe" panose="020B0503020000020004" pitchFamily="49" charset="-127"/>
            </a:endParaRPr>
          </a:p>
          <a:p>
            <a:pPr algn="r"/>
            <a:r>
              <a:rPr lang="en-US" altLang="zh-CN" sz="1600" b="1">
                <a:solidFill>
                  <a:srgbClr val="000000"/>
                </a:solidFill>
                <a:latin typeface="Verdana" panose="020B0604030504040204" pitchFamily="34" charset="0"/>
                <a:ea typeface="BatangChe" panose="020B0503020000020004" pitchFamily="49" charset="-127"/>
              </a:rPr>
              <a:t>Lines of Code</a:t>
            </a:r>
          </a:p>
          <a:p>
            <a:pPr algn="r"/>
            <a:endParaRPr lang="en-US" altLang="zh-CN" sz="1600" b="1">
              <a:solidFill>
                <a:srgbClr val="000000"/>
              </a:solidFill>
              <a:latin typeface="Verdana" panose="020B0604030504040204" pitchFamily="34" charset="0"/>
              <a:ea typeface="BatangChe" panose="020B0503020000020004" pitchFamily="49" charset="-127"/>
            </a:endParaRPr>
          </a:p>
          <a:p>
            <a:pPr algn="r"/>
            <a:r>
              <a:rPr lang="en-US" altLang="zh-CN" sz="1600" b="1">
                <a:solidFill>
                  <a:srgbClr val="000000"/>
                </a:solidFill>
                <a:latin typeface="Verdana" panose="020B0604030504040204" pitchFamily="34" charset="0"/>
                <a:ea typeface="BatangChe" panose="020B0503020000020004" pitchFamily="49" charset="-127"/>
              </a:rPr>
              <a:t>Number of Use Case</a:t>
            </a:r>
          </a:p>
          <a:p>
            <a:pPr algn="r"/>
            <a:endParaRPr lang="en-US" altLang="zh-CN" sz="1600" b="1">
              <a:solidFill>
                <a:srgbClr val="000000"/>
              </a:solidFill>
              <a:latin typeface="Verdana" panose="020B0604030504040204" pitchFamily="34" charset="0"/>
              <a:ea typeface="BatangChe" panose="020B0503020000020004" pitchFamily="49" charset="-127"/>
            </a:endParaRPr>
          </a:p>
          <a:p>
            <a:pPr algn="r"/>
            <a:r>
              <a:rPr lang="en-US" altLang="zh-CN" sz="1600" b="1">
                <a:solidFill>
                  <a:srgbClr val="000000"/>
                </a:solidFill>
                <a:latin typeface="Verdana" panose="020B0604030504040204" pitchFamily="34" charset="0"/>
                <a:ea typeface="BatangChe" panose="020B0503020000020004" pitchFamily="49" charset="-127"/>
              </a:rPr>
              <a:t>Function Point</a:t>
            </a:r>
            <a:endParaRPr lang="en-US" altLang="zh-CN" sz="1600" b="1">
              <a:latin typeface="Verdana" panose="020B0604030504040204" pitchFamily="34" charset="0"/>
              <a:ea typeface="BatangChe" panose="020B0503020000020004" pitchFamily="49" charset="-127"/>
            </a:endParaRPr>
          </a:p>
        </p:txBody>
      </p:sp>
      <p:sp>
        <p:nvSpPr>
          <p:cNvPr id="19465" name="Line 20">
            <a:extLst>
              <a:ext uri="{FF2B5EF4-FFF2-40B4-BE49-F238E27FC236}">
                <a16:creationId xmlns:a16="http://schemas.microsoft.com/office/drawing/2014/main" xmlns="" id="{0114625C-313A-6A12-3C02-ADDAEB2FDE48}"/>
              </a:ext>
            </a:extLst>
          </p:cNvPr>
          <p:cNvSpPr>
            <a:spLocks noChangeShapeType="1"/>
          </p:cNvSpPr>
          <p:nvPr/>
        </p:nvSpPr>
        <p:spPr bwMode="auto">
          <a:xfrm>
            <a:off x="4410075" y="3862388"/>
            <a:ext cx="381000"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19466" name="Oval 21">
            <a:extLst>
              <a:ext uri="{FF2B5EF4-FFF2-40B4-BE49-F238E27FC236}">
                <a16:creationId xmlns:a16="http://schemas.microsoft.com/office/drawing/2014/main" xmlns="" id="{05C8F629-C493-B7C9-AC63-06A507B048EE}"/>
              </a:ext>
            </a:extLst>
          </p:cNvPr>
          <p:cNvSpPr>
            <a:spLocks noChangeArrowheads="1"/>
          </p:cNvSpPr>
          <p:nvPr/>
        </p:nvSpPr>
        <p:spPr bwMode="auto">
          <a:xfrm>
            <a:off x="4791075" y="3176588"/>
            <a:ext cx="2514600" cy="1371600"/>
          </a:xfrm>
          <a:prstGeom prst="ellipse">
            <a:avLst/>
          </a:prstGeom>
          <a:solidFill>
            <a:srgbClr val="CCFFCC"/>
          </a:solidFill>
          <a:ln w="9525">
            <a:solidFill>
              <a:schemeClr val="tx1"/>
            </a:solidFill>
            <a:round/>
            <a:headEnd/>
            <a:tailEnd/>
          </a:ln>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sp>
        <p:nvSpPr>
          <p:cNvPr id="19467" name="Text Box 22">
            <a:extLst>
              <a:ext uri="{FF2B5EF4-FFF2-40B4-BE49-F238E27FC236}">
                <a16:creationId xmlns:a16="http://schemas.microsoft.com/office/drawing/2014/main" xmlns="" id="{018A8BC7-5972-3BC3-5EA3-240708AC068B}"/>
              </a:ext>
            </a:extLst>
          </p:cNvPr>
          <p:cNvSpPr txBox="1">
            <a:spLocks noChangeArrowheads="1"/>
          </p:cNvSpPr>
          <p:nvPr/>
        </p:nvSpPr>
        <p:spPr bwMode="auto">
          <a:xfrm>
            <a:off x="4867275" y="3709988"/>
            <a:ext cx="25146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en-US" altLang="zh-CN" sz="1600" b="1">
                <a:latin typeface="Verdana" panose="020B0604030504040204" pitchFamily="34" charset="0"/>
                <a:ea typeface="BatangChe" panose="020B0503020000020004" pitchFamily="49" charset="-127"/>
              </a:rPr>
              <a:t>Estimation Process</a:t>
            </a:r>
          </a:p>
        </p:txBody>
      </p:sp>
      <p:sp>
        <p:nvSpPr>
          <p:cNvPr id="19468" name="Line 23">
            <a:extLst>
              <a:ext uri="{FF2B5EF4-FFF2-40B4-BE49-F238E27FC236}">
                <a16:creationId xmlns:a16="http://schemas.microsoft.com/office/drawing/2014/main" xmlns="" id="{0A66FDD8-1D18-186E-8BDD-0DE7EF83E0F4}"/>
              </a:ext>
            </a:extLst>
          </p:cNvPr>
          <p:cNvSpPr>
            <a:spLocks noChangeShapeType="1"/>
          </p:cNvSpPr>
          <p:nvPr/>
        </p:nvSpPr>
        <p:spPr bwMode="auto">
          <a:xfrm flipV="1">
            <a:off x="7153275" y="3024189"/>
            <a:ext cx="609600" cy="49847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19469" name="Line 24">
            <a:extLst>
              <a:ext uri="{FF2B5EF4-FFF2-40B4-BE49-F238E27FC236}">
                <a16:creationId xmlns:a16="http://schemas.microsoft.com/office/drawing/2014/main" xmlns="" id="{F8F3CBC8-A726-C4BB-BD8D-3DE38E12B101}"/>
              </a:ext>
            </a:extLst>
          </p:cNvPr>
          <p:cNvSpPr>
            <a:spLocks noChangeShapeType="1"/>
          </p:cNvSpPr>
          <p:nvPr/>
        </p:nvSpPr>
        <p:spPr bwMode="auto">
          <a:xfrm>
            <a:off x="7153275" y="4243388"/>
            <a:ext cx="609600" cy="4572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19470" name="Line 25">
            <a:extLst>
              <a:ext uri="{FF2B5EF4-FFF2-40B4-BE49-F238E27FC236}">
                <a16:creationId xmlns:a16="http://schemas.microsoft.com/office/drawing/2014/main" xmlns="" id="{DD56DD8C-196C-D0CB-BA02-C8EF36708504}"/>
              </a:ext>
            </a:extLst>
          </p:cNvPr>
          <p:cNvSpPr>
            <a:spLocks noChangeShapeType="1"/>
          </p:cNvSpPr>
          <p:nvPr/>
        </p:nvSpPr>
        <p:spPr bwMode="auto">
          <a:xfrm flipV="1">
            <a:off x="7305675" y="3557588"/>
            <a:ext cx="533400" cy="2286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GB"/>
          </a:p>
        </p:txBody>
      </p:sp>
      <p:sp>
        <p:nvSpPr>
          <p:cNvPr id="19471" name="Text Box 26">
            <a:extLst>
              <a:ext uri="{FF2B5EF4-FFF2-40B4-BE49-F238E27FC236}">
                <a16:creationId xmlns:a16="http://schemas.microsoft.com/office/drawing/2014/main" xmlns="" id="{0B0DEBDF-80AA-082A-072B-544D1FC59C41}"/>
              </a:ext>
            </a:extLst>
          </p:cNvPr>
          <p:cNvSpPr txBox="1">
            <a:spLocks noChangeArrowheads="1"/>
          </p:cNvSpPr>
          <p:nvPr/>
        </p:nvSpPr>
        <p:spPr bwMode="auto">
          <a:xfrm>
            <a:off x="7762875" y="3983038"/>
            <a:ext cx="266700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eaLnBrk="1" hangingPunct="1">
              <a:spcBef>
                <a:spcPct val="50000"/>
              </a:spcBef>
            </a:pPr>
            <a:r>
              <a:rPr kumimoji="1" lang="en-US" altLang="zh-CN" sz="1600" b="1">
                <a:latin typeface="Verdana" panose="020B0604030504040204" pitchFamily="34" charset="0"/>
                <a:ea typeface="BatangChe" panose="020B0503020000020004" pitchFamily="49" charset="-127"/>
              </a:rPr>
              <a:t>Number of Personnel</a:t>
            </a:r>
          </a:p>
        </p:txBody>
      </p:sp>
      <p:sp>
        <p:nvSpPr>
          <p:cNvPr id="19472" name="Line 27">
            <a:extLst>
              <a:ext uri="{FF2B5EF4-FFF2-40B4-BE49-F238E27FC236}">
                <a16:creationId xmlns:a16="http://schemas.microsoft.com/office/drawing/2014/main" xmlns="" id="{40DA533D-310A-89B0-80F8-D10C47DB9BB2}"/>
              </a:ext>
            </a:extLst>
          </p:cNvPr>
          <p:cNvSpPr>
            <a:spLocks noChangeShapeType="1"/>
          </p:cNvSpPr>
          <p:nvPr/>
        </p:nvSpPr>
        <p:spPr bwMode="auto">
          <a:xfrm>
            <a:off x="7305675" y="3938588"/>
            <a:ext cx="533400" cy="2286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GB"/>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xmlns="" id="{E1DBD91C-E3C3-AA8D-CEB8-64EFBD64E62C}"/>
              </a:ext>
            </a:extLst>
          </p:cNvPr>
          <p:cNvSpPr>
            <a:spLocks noGrp="1" noChangeArrowheads="1"/>
          </p:cNvSpPr>
          <p:nvPr>
            <p:ph type="title"/>
          </p:nvPr>
        </p:nvSpPr>
        <p:spPr/>
        <p:txBody>
          <a:bodyPr/>
          <a:lstStyle/>
          <a:p>
            <a:pPr>
              <a:defRPr/>
            </a:pPr>
            <a:r>
              <a:rPr lang="en-US"/>
              <a:t>Project Size - Metrics</a:t>
            </a:r>
          </a:p>
        </p:txBody>
      </p:sp>
      <p:sp>
        <p:nvSpPr>
          <p:cNvPr id="20483" name="Rectangle 3">
            <a:extLst>
              <a:ext uri="{FF2B5EF4-FFF2-40B4-BE49-F238E27FC236}">
                <a16:creationId xmlns:a16="http://schemas.microsoft.com/office/drawing/2014/main" xmlns="" id="{66C57293-BF9B-60E3-69C2-371B8931A277}"/>
              </a:ext>
            </a:extLst>
          </p:cNvPr>
          <p:cNvSpPr>
            <a:spLocks noGrp="1" noChangeArrowheads="1"/>
          </p:cNvSpPr>
          <p:nvPr>
            <p:ph type="body" idx="1"/>
          </p:nvPr>
        </p:nvSpPr>
        <p:spPr/>
        <p:txBody>
          <a:bodyPr>
            <a:normAutofit lnSpcReduction="10000"/>
          </a:bodyPr>
          <a:lstStyle/>
          <a:p>
            <a:pPr marL="533400" indent="-533400">
              <a:buFontTx/>
              <a:buAutoNum type="arabicPeriod"/>
            </a:pPr>
            <a:r>
              <a:rPr lang="en-CA" altLang="en-US" sz="1600" b="1"/>
              <a:t>Number of functional requirements</a:t>
            </a:r>
            <a:endParaRPr lang="en-US" altLang="en-US" sz="1600"/>
          </a:p>
          <a:p>
            <a:pPr marL="533400" indent="-533400">
              <a:buFontTx/>
              <a:buAutoNum type="arabicPeriod"/>
            </a:pPr>
            <a:r>
              <a:rPr lang="en-CA" altLang="en-US" sz="1600" b="1"/>
              <a:t>Cumulative number of functional and non-functional requirements</a:t>
            </a:r>
            <a:endParaRPr lang="en-US" altLang="en-US" sz="1600"/>
          </a:p>
          <a:p>
            <a:pPr marL="533400" indent="-533400">
              <a:buFontTx/>
              <a:buAutoNum type="arabicPeriod"/>
            </a:pPr>
            <a:r>
              <a:rPr lang="en-CA" altLang="en-US" sz="1600" b="1"/>
              <a:t>Number of Customer Test Cases</a:t>
            </a:r>
            <a:endParaRPr lang="en-US" altLang="en-US" sz="1600"/>
          </a:p>
          <a:p>
            <a:pPr marL="533400" indent="-533400">
              <a:buFontTx/>
              <a:buAutoNum type="arabicPeriod"/>
            </a:pPr>
            <a:r>
              <a:rPr lang="en-CA" altLang="en-US" sz="1600" b="1"/>
              <a:t>Number of ‘typical sized’ use cases</a:t>
            </a:r>
            <a:endParaRPr lang="en-US" altLang="en-US" sz="1600"/>
          </a:p>
          <a:p>
            <a:pPr marL="533400" indent="-533400">
              <a:buFontTx/>
              <a:buAutoNum type="arabicPeriod"/>
            </a:pPr>
            <a:r>
              <a:rPr lang="en-CA" altLang="en-US" sz="1600" b="1"/>
              <a:t>Number of inquiries</a:t>
            </a:r>
            <a:endParaRPr lang="en-US" altLang="en-US" sz="1600"/>
          </a:p>
          <a:p>
            <a:pPr marL="533400" indent="-533400">
              <a:buFontTx/>
              <a:buAutoNum type="arabicPeriod"/>
            </a:pPr>
            <a:r>
              <a:rPr lang="en-CA" altLang="en-US" sz="1600" b="1"/>
              <a:t>Number of files accessed (external, internal, master)</a:t>
            </a:r>
            <a:endParaRPr lang="en-US" altLang="en-US" sz="1600"/>
          </a:p>
          <a:p>
            <a:pPr marL="533400" indent="-533400">
              <a:buFontTx/>
              <a:buAutoNum type="arabicPeriod"/>
            </a:pPr>
            <a:r>
              <a:rPr lang="en-CA" altLang="en-US" sz="1600" b="1"/>
              <a:t>Total number of components (subsystems, modules, procedures, routines, classes, methods)</a:t>
            </a:r>
            <a:endParaRPr lang="en-US" altLang="en-US" sz="1600"/>
          </a:p>
          <a:p>
            <a:pPr marL="533400" indent="-533400">
              <a:buFontTx/>
              <a:buAutoNum type="arabicPeriod"/>
            </a:pPr>
            <a:r>
              <a:rPr lang="en-CA" altLang="en-US" sz="1600" b="1"/>
              <a:t>Total number of interfaces</a:t>
            </a:r>
            <a:endParaRPr lang="en-US" altLang="en-US" sz="1600"/>
          </a:p>
          <a:p>
            <a:pPr marL="533400" indent="-533400">
              <a:buFontTx/>
              <a:buAutoNum type="arabicPeriod"/>
            </a:pPr>
            <a:r>
              <a:rPr lang="en-CA" altLang="en-US" sz="1600" b="1"/>
              <a:t>Number of System Integration Test Cases</a:t>
            </a:r>
            <a:endParaRPr lang="en-US" altLang="en-US" sz="1600"/>
          </a:p>
          <a:p>
            <a:pPr marL="533400" indent="-533400">
              <a:buFontTx/>
              <a:buAutoNum type="arabicPeriod"/>
            </a:pPr>
            <a:r>
              <a:rPr lang="en-CA" altLang="en-US" sz="1600" b="1"/>
              <a:t>Number of input and output parameters (summed over each interface)</a:t>
            </a:r>
            <a:endParaRPr lang="en-US" altLang="en-US" sz="1600"/>
          </a:p>
          <a:p>
            <a:pPr marL="533400" indent="-533400">
              <a:buFontTx/>
              <a:buAutoNum type="arabicPeriod"/>
            </a:pPr>
            <a:r>
              <a:rPr lang="en-CA" altLang="en-US" sz="1600" b="1"/>
              <a:t>Number of Designer Unit Test Cases</a:t>
            </a:r>
            <a:endParaRPr lang="en-US" altLang="en-US" sz="1600"/>
          </a:p>
          <a:p>
            <a:pPr marL="533400" indent="-533400">
              <a:buFontTx/>
              <a:buAutoNum type="arabicPeriod"/>
            </a:pPr>
            <a:r>
              <a:rPr lang="en-CA" altLang="en-US" sz="1600" b="1"/>
              <a:t>Number of decisions (if, case statements) summed over each routine or method</a:t>
            </a:r>
          </a:p>
          <a:p>
            <a:pPr marL="533400" indent="-533400">
              <a:buFontTx/>
              <a:buAutoNum type="arabicPeriod"/>
            </a:pPr>
            <a:r>
              <a:rPr lang="en-CA" altLang="en-US" sz="1600" b="1">
                <a:solidFill>
                  <a:srgbClr val="000000"/>
                </a:solidFill>
                <a:latin typeface="Helvetica" panose="020B0604020202020204" pitchFamily="34" charset="0"/>
                <a:cs typeface="Times New Roman" panose="02020603050405020304" pitchFamily="18" charset="0"/>
              </a:rPr>
              <a:t>Lines of Code, summed over each routine or method</a:t>
            </a:r>
            <a:r>
              <a:rPr lang="en-US" altLang="en-US" sz="16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xmlns="" id="{BAB1464D-8F0E-4834-7662-D4635D8552E4}"/>
              </a:ext>
            </a:extLst>
          </p:cNvPr>
          <p:cNvSpPr>
            <a:spLocks noGrp="1" noChangeArrowheads="1"/>
          </p:cNvSpPr>
          <p:nvPr>
            <p:ph type="title"/>
          </p:nvPr>
        </p:nvSpPr>
        <p:spPr/>
        <p:txBody>
          <a:bodyPr/>
          <a:lstStyle/>
          <a:p>
            <a:pPr>
              <a:defRPr/>
            </a:pPr>
            <a:r>
              <a:rPr lang="en-US"/>
              <a:t>Project Size – Metrics(.)</a:t>
            </a:r>
          </a:p>
        </p:txBody>
      </p:sp>
      <p:sp>
        <p:nvSpPr>
          <p:cNvPr id="21507" name="Rectangle 3">
            <a:extLst>
              <a:ext uri="{FF2B5EF4-FFF2-40B4-BE49-F238E27FC236}">
                <a16:creationId xmlns:a16="http://schemas.microsoft.com/office/drawing/2014/main" xmlns="" id="{1060D650-FF61-00A9-E5EF-57E84092E8BD}"/>
              </a:ext>
            </a:extLst>
          </p:cNvPr>
          <p:cNvSpPr>
            <a:spLocks noGrp="1" noChangeArrowheads="1"/>
          </p:cNvSpPr>
          <p:nvPr>
            <p:ph type="body" idx="1"/>
          </p:nvPr>
        </p:nvSpPr>
        <p:spPr/>
        <p:txBody>
          <a:bodyPr/>
          <a:lstStyle/>
          <a:p>
            <a:pPr>
              <a:spcBef>
                <a:spcPct val="0"/>
              </a:spcBef>
              <a:buFontTx/>
              <a:buNone/>
            </a:pPr>
            <a:r>
              <a:rPr lang="en-CA" altLang="en-US" sz="2000" b="1" u="sng">
                <a:solidFill>
                  <a:srgbClr val="000000"/>
                </a:solidFill>
                <a:latin typeface="Helvetica" panose="020B0604020202020204" pitchFamily="34" charset="0"/>
                <a:cs typeface="Times New Roman" panose="02020603050405020304" pitchFamily="18" charset="0"/>
              </a:rPr>
              <a:t>Availability of Size Estimation Metrics:</a:t>
            </a:r>
            <a:endParaRPr lang="en-CA" altLang="en-US" sz="2000">
              <a:solidFill>
                <a:srgbClr val="000000"/>
              </a:solidFill>
              <a:latin typeface="Helvetica" panose="020B0604020202020204" pitchFamily="34" charset="0"/>
              <a:cs typeface="Times New Roman" panose="02020603050405020304" pitchFamily="18" charset="0"/>
            </a:endParaRPr>
          </a:p>
          <a:p>
            <a:endParaRPr lang="en-US" altLang="en-US" sz="2000"/>
          </a:p>
        </p:txBody>
      </p:sp>
      <p:grpSp>
        <p:nvGrpSpPr>
          <p:cNvPr id="21508" name="Group 61">
            <a:extLst>
              <a:ext uri="{FF2B5EF4-FFF2-40B4-BE49-F238E27FC236}">
                <a16:creationId xmlns:a16="http://schemas.microsoft.com/office/drawing/2014/main" xmlns="" id="{17417DDD-9C7E-4113-A91C-C798A4717F77}"/>
              </a:ext>
            </a:extLst>
          </p:cNvPr>
          <p:cNvGrpSpPr>
            <a:grpSpLocks/>
          </p:cNvGrpSpPr>
          <p:nvPr/>
        </p:nvGrpSpPr>
        <p:grpSpPr bwMode="auto">
          <a:xfrm>
            <a:off x="2743200" y="2743200"/>
            <a:ext cx="5943600" cy="3124200"/>
            <a:chOff x="-2" y="516"/>
            <a:chExt cx="2099" cy="2537"/>
          </a:xfrm>
        </p:grpSpPr>
        <p:grpSp>
          <p:nvGrpSpPr>
            <p:cNvPr id="21510" name="Group 59">
              <a:extLst>
                <a:ext uri="{FF2B5EF4-FFF2-40B4-BE49-F238E27FC236}">
                  <a16:creationId xmlns:a16="http://schemas.microsoft.com/office/drawing/2014/main" xmlns="" id="{657CCD85-DCAF-C7B8-8AC8-6A80B714BB7B}"/>
                </a:ext>
              </a:extLst>
            </p:cNvPr>
            <p:cNvGrpSpPr>
              <a:grpSpLocks/>
            </p:cNvGrpSpPr>
            <p:nvPr/>
          </p:nvGrpSpPr>
          <p:grpSpPr bwMode="auto">
            <a:xfrm>
              <a:off x="0" y="518"/>
              <a:ext cx="2095" cy="2533"/>
              <a:chOff x="0" y="518"/>
              <a:chExt cx="2095" cy="2533"/>
            </a:xfrm>
          </p:grpSpPr>
          <p:grpSp>
            <p:nvGrpSpPr>
              <p:cNvPr id="21512" name="Group 24">
                <a:extLst>
                  <a:ext uri="{FF2B5EF4-FFF2-40B4-BE49-F238E27FC236}">
                    <a16:creationId xmlns:a16="http://schemas.microsoft.com/office/drawing/2014/main" xmlns="" id="{75E9DFEF-AEC7-D2E1-CD87-5027F3624202}"/>
                  </a:ext>
                </a:extLst>
              </p:cNvPr>
              <p:cNvGrpSpPr>
                <a:grpSpLocks/>
              </p:cNvGrpSpPr>
              <p:nvPr/>
            </p:nvGrpSpPr>
            <p:grpSpPr bwMode="auto">
              <a:xfrm>
                <a:off x="0" y="518"/>
                <a:ext cx="255" cy="518"/>
                <a:chOff x="0" y="518"/>
                <a:chExt cx="255" cy="518"/>
              </a:xfrm>
            </p:grpSpPr>
            <p:sp>
              <p:nvSpPr>
                <p:cNvPr id="21564" name="Rectangle 5">
                  <a:extLst>
                    <a:ext uri="{FF2B5EF4-FFF2-40B4-BE49-F238E27FC236}">
                      <a16:creationId xmlns:a16="http://schemas.microsoft.com/office/drawing/2014/main" xmlns="" id="{166602A6-A52E-86EC-AA78-9CCDE690490C}"/>
                    </a:ext>
                  </a:extLst>
                </p:cNvPr>
                <p:cNvSpPr>
                  <a:spLocks noChangeArrowheads="1"/>
                </p:cNvSpPr>
                <p:nvPr/>
              </p:nvSpPr>
              <p:spPr bwMode="auto">
                <a:xfrm>
                  <a:off x="43" y="518"/>
                  <a:ext cx="169"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a:solidFill>
                        <a:srgbClr val="000000"/>
                      </a:solidFill>
                      <a:latin typeface="Helvetica" panose="020B0604020202020204" pitchFamily="34" charset="0"/>
                      <a:cs typeface="Times New Roman" panose="02020603050405020304" pitchFamily="18" charset="0"/>
                    </a:rPr>
                    <a:t> </a:t>
                  </a:r>
                </a:p>
                <a:p>
                  <a:endParaRPr lang="en-CA" altLang="en-US" sz="2000"/>
                </a:p>
              </p:txBody>
            </p:sp>
            <p:sp>
              <p:nvSpPr>
                <p:cNvPr id="21565" name="Rectangle 23">
                  <a:extLst>
                    <a:ext uri="{FF2B5EF4-FFF2-40B4-BE49-F238E27FC236}">
                      <a16:creationId xmlns:a16="http://schemas.microsoft.com/office/drawing/2014/main" xmlns="" id="{59030E4E-B5CB-541E-B2F9-408E17E141F7}"/>
                    </a:ext>
                  </a:extLst>
                </p:cNvPr>
                <p:cNvSpPr>
                  <a:spLocks noChangeArrowheads="1"/>
                </p:cNvSpPr>
                <p:nvPr/>
              </p:nvSpPr>
              <p:spPr bwMode="auto">
                <a:xfrm>
                  <a:off x="0" y="518"/>
                  <a:ext cx="255"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3" name="Group 26">
                <a:extLst>
                  <a:ext uri="{FF2B5EF4-FFF2-40B4-BE49-F238E27FC236}">
                    <a16:creationId xmlns:a16="http://schemas.microsoft.com/office/drawing/2014/main" xmlns="" id="{41973DEE-EF18-EBEA-A892-088757959710}"/>
                  </a:ext>
                </a:extLst>
              </p:cNvPr>
              <p:cNvGrpSpPr>
                <a:grpSpLocks/>
              </p:cNvGrpSpPr>
              <p:nvPr/>
            </p:nvGrpSpPr>
            <p:grpSpPr bwMode="auto">
              <a:xfrm>
                <a:off x="255" y="518"/>
                <a:ext cx="1224" cy="518"/>
                <a:chOff x="255" y="518"/>
                <a:chExt cx="1224" cy="518"/>
              </a:xfrm>
            </p:grpSpPr>
            <p:sp>
              <p:nvSpPr>
                <p:cNvPr id="21562" name="Rectangle 6">
                  <a:extLst>
                    <a:ext uri="{FF2B5EF4-FFF2-40B4-BE49-F238E27FC236}">
                      <a16:creationId xmlns:a16="http://schemas.microsoft.com/office/drawing/2014/main" xmlns="" id="{7D986431-C70D-4224-A8FD-A7D01FF4233E}"/>
                    </a:ext>
                  </a:extLst>
                </p:cNvPr>
                <p:cNvSpPr>
                  <a:spLocks noChangeArrowheads="1"/>
                </p:cNvSpPr>
                <p:nvPr/>
              </p:nvSpPr>
              <p:spPr bwMode="auto">
                <a:xfrm>
                  <a:off x="298" y="518"/>
                  <a:ext cx="1138"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Development Phase</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63" name="Rectangle 25">
                  <a:extLst>
                    <a:ext uri="{FF2B5EF4-FFF2-40B4-BE49-F238E27FC236}">
                      <a16:creationId xmlns:a16="http://schemas.microsoft.com/office/drawing/2014/main" xmlns="" id="{E6A5B01A-9177-CDA0-0D92-96CC2B5C14F7}"/>
                    </a:ext>
                  </a:extLst>
                </p:cNvPr>
                <p:cNvSpPr>
                  <a:spLocks noChangeArrowheads="1"/>
                </p:cNvSpPr>
                <p:nvPr/>
              </p:nvSpPr>
              <p:spPr bwMode="auto">
                <a:xfrm>
                  <a:off x="255" y="518"/>
                  <a:ext cx="1224"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4" name="Group 28">
                <a:extLst>
                  <a:ext uri="{FF2B5EF4-FFF2-40B4-BE49-F238E27FC236}">
                    <a16:creationId xmlns:a16="http://schemas.microsoft.com/office/drawing/2014/main" xmlns="" id="{9B387594-F98C-AF1D-2B7C-98D4FA525F25}"/>
                  </a:ext>
                </a:extLst>
              </p:cNvPr>
              <p:cNvGrpSpPr>
                <a:grpSpLocks/>
              </p:cNvGrpSpPr>
              <p:nvPr/>
            </p:nvGrpSpPr>
            <p:grpSpPr bwMode="auto">
              <a:xfrm>
                <a:off x="1479" y="518"/>
                <a:ext cx="616" cy="518"/>
                <a:chOff x="1479" y="518"/>
                <a:chExt cx="616" cy="518"/>
              </a:xfrm>
            </p:grpSpPr>
            <p:sp>
              <p:nvSpPr>
                <p:cNvPr id="21560" name="Rectangle 7">
                  <a:extLst>
                    <a:ext uri="{FF2B5EF4-FFF2-40B4-BE49-F238E27FC236}">
                      <a16:creationId xmlns:a16="http://schemas.microsoft.com/office/drawing/2014/main" xmlns="" id="{6139CBFB-85A8-C691-0E04-8901A272BB00}"/>
                    </a:ext>
                  </a:extLst>
                </p:cNvPr>
                <p:cNvSpPr>
                  <a:spLocks noChangeArrowheads="1"/>
                </p:cNvSpPr>
                <p:nvPr/>
              </p:nvSpPr>
              <p:spPr bwMode="auto">
                <a:xfrm>
                  <a:off x="1522" y="518"/>
                  <a:ext cx="530"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Available </a:t>
                  </a:r>
                  <a:endParaRPr lang="en-CA" altLang="en-US" sz="2000">
                    <a:solidFill>
                      <a:srgbClr val="000000"/>
                    </a:solidFill>
                    <a:latin typeface="Helvetica" panose="020B0604020202020204" pitchFamily="34" charset="0"/>
                    <a:cs typeface="Times New Roman" panose="02020603050405020304" pitchFamily="18" charset="0"/>
                  </a:endParaRPr>
                </a:p>
                <a:p>
                  <a:r>
                    <a:rPr lang="en-CA" altLang="en-US" sz="2000" b="1">
                      <a:solidFill>
                        <a:srgbClr val="000000"/>
                      </a:solidFill>
                      <a:latin typeface="Helvetica" panose="020B0604020202020204" pitchFamily="34" charset="0"/>
                      <a:cs typeface="Times New Roman" panose="02020603050405020304" pitchFamily="18" charset="0"/>
                    </a:rPr>
                    <a:t>Metrics</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61" name="Rectangle 27">
                  <a:extLst>
                    <a:ext uri="{FF2B5EF4-FFF2-40B4-BE49-F238E27FC236}">
                      <a16:creationId xmlns:a16="http://schemas.microsoft.com/office/drawing/2014/main" xmlns="" id="{05CD1B98-FE4A-10A2-140A-3AA7265CC263}"/>
                    </a:ext>
                  </a:extLst>
                </p:cNvPr>
                <p:cNvSpPr>
                  <a:spLocks noChangeArrowheads="1"/>
                </p:cNvSpPr>
                <p:nvPr/>
              </p:nvSpPr>
              <p:spPr bwMode="auto">
                <a:xfrm>
                  <a:off x="1479" y="518"/>
                  <a:ext cx="616"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5" name="Group 30">
                <a:extLst>
                  <a:ext uri="{FF2B5EF4-FFF2-40B4-BE49-F238E27FC236}">
                    <a16:creationId xmlns:a16="http://schemas.microsoft.com/office/drawing/2014/main" xmlns="" id="{67905963-2D48-648E-D646-A000CA12ACE2}"/>
                  </a:ext>
                </a:extLst>
              </p:cNvPr>
              <p:cNvGrpSpPr>
                <a:grpSpLocks/>
              </p:cNvGrpSpPr>
              <p:nvPr/>
            </p:nvGrpSpPr>
            <p:grpSpPr bwMode="auto">
              <a:xfrm>
                <a:off x="0" y="1036"/>
                <a:ext cx="255" cy="403"/>
                <a:chOff x="0" y="1036"/>
                <a:chExt cx="255" cy="403"/>
              </a:xfrm>
            </p:grpSpPr>
            <p:sp>
              <p:nvSpPr>
                <p:cNvPr id="21558" name="Rectangle 8">
                  <a:extLst>
                    <a:ext uri="{FF2B5EF4-FFF2-40B4-BE49-F238E27FC236}">
                      <a16:creationId xmlns:a16="http://schemas.microsoft.com/office/drawing/2014/main" xmlns="" id="{367B1206-EEC0-FA3C-11D5-64E4E3C42D0F}"/>
                    </a:ext>
                  </a:extLst>
                </p:cNvPr>
                <p:cNvSpPr>
                  <a:spLocks noChangeArrowheads="1"/>
                </p:cNvSpPr>
                <p:nvPr/>
              </p:nvSpPr>
              <p:spPr bwMode="auto">
                <a:xfrm>
                  <a:off x="43" y="1036"/>
                  <a:ext cx="1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a</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59" name="Rectangle 29">
                  <a:extLst>
                    <a:ext uri="{FF2B5EF4-FFF2-40B4-BE49-F238E27FC236}">
                      <a16:creationId xmlns:a16="http://schemas.microsoft.com/office/drawing/2014/main" xmlns="" id="{CD7F3E86-53C8-7EE4-80F1-0F7A05602B6E}"/>
                    </a:ext>
                  </a:extLst>
                </p:cNvPr>
                <p:cNvSpPr>
                  <a:spLocks noChangeArrowheads="1"/>
                </p:cNvSpPr>
                <p:nvPr/>
              </p:nvSpPr>
              <p:spPr bwMode="auto">
                <a:xfrm>
                  <a:off x="0" y="1036"/>
                  <a:ext cx="2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6" name="Group 32">
                <a:extLst>
                  <a:ext uri="{FF2B5EF4-FFF2-40B4-BE49-F238E27FC236}">
                    <a16:creationId xmlns:a16="http://schemas.microsoft.com/office/drawing/2014/main" xmlns="" id="{C9E36355-99E7-A130-67FC-61BB4DCE912E}"/>
                  </a:ext>
                </a:extLst>
              </p:cNvPr>
              <p:cNvGrpSpPr>
                <a:grpSpLocks/>
              </p:cNvGrpSpPr>
              <p:nvPr/>
            </p:nvGrpSpPr>
            <p:grpSpPr bwMode="auto">
              <a:xfrm>
                <a:off x="255" y="1036"/>
                <a:ext cx="1224" cy="403"/>
                <a:chOff x="255" y="1036"/>
                <a:chExt cx="1224" cy="403"/>
              </a:xfrm>
            </p:grpSpPr>
            <p:sp>
              <p:nvSpPr>
                <p:cNvPr id="21556" name="Rectangle 9">
                  <a:extLst>
                    <a:ext uri="{FF2B5EF4-FFF2-40B4-BE49-F238E27FC236}">
                      <a16:creationId xmlns:a16="http://schemas.microsoft.com/office/drawing/2014/main" xmlns="" id="{25AF9CD5-4151-B0DE-1775-D11D44FF1845}"/>
                    </a:ext>
                  </a:extLst>
                </p:cNvPr>
                <p:cNvSpPr>
                  <a:spLocks noChangeArrowheads="1"/>
                </p:cNvSpPr>
                <p:nvPr/>
              </p:nvSpPr>
              <p:spPr bwMode="auto">
                <a:xfrm>
                  <a:off x="298" y="1036"/>
                  <a:ext cx="113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Requirements Gathering</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57" name="Rectangle 31">
                  <a:extLst>
                    <a:ext uri="{FF2B5EF4-FFF2-40B4-BE49-F238E27FC236}">
                      <a16:creationId xmlns:a16="http://schemas.microsoft.com/office/drawing/2014/main" xmlns="" id="{CAC59164-0206-4613-E7DF-5723B1AC6D49}"/>
                    </a:ext>
                  </a:extLst>
                </p:cNvPr>
                <p:cNvSpPr>
                  <a:spLocks noChangeArrowheads="1"/>
                </p:cNvSpPr>
                <p:nvPr/>
              </p:nvSpPr>
              <p:spPr bwMode="auto">
                <a:xfrm>
                  <a:off x="255" y="1036"/>
                  <a:ext cx="122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7" name="Group 34">
                <a:extLst>
                  <a:ext uri="{FF2B5EF4-FFF2-40B4-BE49-F238E27FC236}">
                    <a16:creationId xmlns:a16="http://schemas.microsoft.com/office/drawing/2014/main" xmlns="" id="{1DFF6C7D-39BF-53A5-88BD-CEEA112DDC35}"/>
                  </a:ext>
                </a:extLst>
              </p:cNvPr>
              <p:cNvGrpSpPr>
                <a:grpSpLocks/>
              </p:cNvGrpSpPr>
              <p:nvPr/>
            </p:nvGrpSpPr>
            <p:grpSpPr bwMode="auto">
              <a:xfrm>
                <a:off x="1479" y="1036"/>
                <a:ext cx="616" cy="403"/>
                <a:chOff x="1479" y="1036"/>
                <a:chExt cx="616" cy="403"/>
              </a:xfrm>
            </p:grpSpPr>
            <p:sp>
              <p:nvSpPr>
                <p:cNvPr id="21554" name="Rectangle 10">
                  <a:extLst>
                    <a:ext uri="{FF2B5EF4-FFF2-40B4-BE49-F238E27FC236}">
                      <a16:creationId xmlns:a16="http://schemas.microsoft.com/office/drawing/2014/main" xmlns="" id="{39887254-11AE-25DA-B89E-D7723BBEB84E}"/>
                    </a:ext>
                  </a:extLst>
                </p:cNvPr>
                <p:cNvSpPr>
                  <a:spLocks noChangeArrowheads="1"/>
                </p:cNvSpPr>
                <p:nvPr/>
              </p:nvSpPr>
              <p:spPr bwMode="auto">
                <a:xfrm>
                  <a:off x="1522" y="1036"/>
                  <a:ext cx="5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1, 2, 3</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55" name="Rectangle 33">
                  <a:extLst>
                    <a:ext uri="{FF2B5EF4-FFF2-40B4-BE49-F238E27FC236}">
                      <a16:creationId xmlns:a16="http://schemas.microsoft.com/office/drawing/2014/main" xmlns="" id="{115E5372-0C08-A915-213C-9EC1FB3C1696}"/>
                    </a:ext>
                  </a:extLst>
                </p:cNvPr>
                <p:cNvSpPr>
                  <a:spLocks noChangeArrowheads="1"/>
                </p:cNvSpPr>
                <p:nvPr/>
              </p:nvSpPr>
              <p:spPr bwMode="auto">
                <a:xfrm>
                  <a:off x="1479" y="1036"/>
                  <a:ext cx="6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8" name="Group 36">
                <a:extLst>
                  <a:ext uri="{FF2B5EF4-FFF2-40B4-BE49-F238E27FC236}">
                    <a16:creationId xmlns:a16="http://schemas.microsoft.com/office/drawing/2014/main" xmlns="" id="{A107B8A8-5A1E-8FD7-AEEF-B6BDEA7E4743}"/>
                  </a:ext>
                </a:extLst>
              </p:cNvPr>
              <p:cNvGrpSpPr>
                <a:grpSpLocks/>
              </p:cNvGrpSpPr>
              <p:nvPr/>
            </p:nvGrpSpPr>
            <p:grpSpPr bwMode="auto">
              <a:xfrm>
                <a:off x="0" y="1439"/>
                <a:ext cx="255" cy="403"/>
                <a:chOff x="0" y="1439"/>
                <a:chExt cx="255" cy="403"/>
              </a:xfrm>
            </p:grpSpPr>
            <p:sp>
              <p:nvSpPr>
                <p:cNvPr id="21552" name="Rectangle 11">
                  <a:extLst>
                    <a:ext uri="{FF2B5EF4-FFF2-40B4-BE49-F238E27FC236}">
                      <a16:creationId xmlns:a16="http://schemas.microsoft.com/office/drawing/2014/main" xmlns="" id="{06A09CB0-39EF-90D1-E3B6-DFABA60895C1}"/>
                    </a:ext>
                  </a:extLst>
                </p:cNvPr>
                <p:cNvSpPr>
                  <a:spLocks noChangeArrowheads="1"/>
                </p:cNvSpPr>
                <p:nvPr/>
              </p:nvSpPr>
              <p:spPr bwMode="auto">
                <a:xfrm>
                  <a:off x="43" y="1439"/>
                  <a:ext cx="1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b</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53" name="Rectangle 35">
                  <a:extLst>
                    <a:ext uri="{FF2B5EF4-FFF2-40B4-BE49-F238E27FC236}">
                      <a16:creationId xmlns:a16="http://schemas.microsoft.com/office/drawing/2014/main" xmlns="" id="{FDA51A9C-BF98-70FB-346D-AC6D04A429CA}"/>
                    </a:ext>
                  </a:extLst>
                </p:cNvPr>
                <p:cNvSpPr>
                  <a:spLocks noChangeArrowheads="1"/>
                </p:cNvSpPr>
                <p:nvPr/>
              </p:nvSpPr>
              <p:spPr bwMode="auto">
                <a:xfrm>
                  <a:off x="0" y="1439"/>
                  <a:ext cx="2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19" name="Group 38">
                <a:extLst>
                  <a:ext uri="{FF2B5EF4-FFF2-40B4-BE49-F238E27FC236}">
                    <a16:creationId xmlns:a16="http://schemas.microsoft.com/office/drawing/2014/main" xmlns="" id="{B4A27F1C-0A90-B7A8-CC90-46B8CF021C2C}"/>
                  </a:ext>
                </a:extLst>
              </p:cNvPr>
              <p:cNvGrpSpPr>
                <a:grpSpLocks/>
              </p:cNvGrpSpPr>
              <p:nvPr/>
            </p:nvGrpSpPr>
            <p:grpSpPr bwMode="auto">
              <a:xfrm>
                <a:off x="255" y="1439"/>
                <a:ext cx="1224" cy="403"/>
                <a:chOff x="255" y="1439"/>
                <a:chExt cx="1224" cy="403"/>
              </a:xfrm>
            </p:grpSpPr>
            <p:sp>
              <p:nvSpPr>
                <p:cNvPr id="21550" name="Rectangle 12">
                  <a:extLst>
                    <a:ext uri="{FF2B5EF4-FFF2-40B4-BE49-F238E27FC236}">
                      <a16:creationId xmlns:a16="http://schemas.microsoft.com/office/drawing/2014/main" xmlns="" id="{DD91692D-37AF-8AF7-6F3B-0DFD973FCA33}"/>
                    </a:ext>
                  </a:extLst>
                </p:cNvPr>
                <p:cNvSpPr>
                  <a:spLocks noChangeArrowheads="1"/>
                </p:cNvSpPr>
                <p:nvPr/>
              </p:nvSpPr>
              <p:spPr bwMode="auto">
                <a:xfrm>
                  <a:off x="298" y="1439"/>
                  <a:ext cx="113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Requirements Analysis</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51" name="Rectangle 37">
                  <a:extLst>
                    <a:ext uri="{FF2B5EF4-FFF2-40B4-BE49-F238E27FC236}">
                      <a16:creationId xmlns:a16="http://schemas.microsoft.com/office/drawing/2014/main" xmlns="" id="{00ABA00B-28CF-D31B-2947-AAACC14C5DCC}"/>
                    </a:ext>
                  </a:extLst>
                </p:cNvPr>
                <p:cNvSpPr>
                  <a:spLocks noChangeArrowheads="1"/>
                </p:cNvSpPr>
                <p:nvPr/>
              </p:nvSpPr>
              <p:spPr bwMode="auto">
                <a:xfrm>
                  <a:off x="255" y="1439"/>
                  <a:ext cx="122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0" name="Group 40">
                <a:extLst>
                  <a:ext uri="{FF2B5EF4-FFF2-40B4-BE49-F238E27FC236}">
                    <a16:creationId xmlns:a16="http://schemas.microsoft.com/office/drawing/2014/main" xmlns="" id="{657D2A0F-2C21-0AAF-DD21-10D19BA9B850}"/>
                  </a:ext>
                </a:extLst>
              </p:cNvPr>
              <p:cNvGrpSpPr>
                <a:grpSpLocks/>
              </p:cNvGrpSpPr>
              <p:nvPr/>
            </p:nvGrpSpPr>
            <p:grpSpPr bwMode="auto">
              <a:xfrm>
                <a:off x="1479" y="1439"/>
                <a:ext cx="616" cy="403"/>
                <a:chOff x="1479" y="1439"/>
                <a:chExt cx="616" cy="403"/>
              </a:xfrm>
            </p:grpSpPr>
            <p:sp>
              <p:nvSpPr>
                <p:cNvPr id="21548" name="Rectangle 13">
                  <a:extLst>
                    <a:ext uri="{FF2B5EF4-FFF2-40B4-BE49-F238E27FC236}">
                      <a16:creationId xmlns:a16="http://schemas.microsoft.com/office/drawing/2014/main" xmlns="" id="{FCB9999F-14B1-68CD-27CA-24A07B47318D}"/>
                    </a:ext>
                  </a:extLst>
                </p:cNvPr>
                <p:cNvSpPr>
                  <a:spLocks noChangeArrowheads="1"/>
                </p:cNvSpPr>
                <p:nvPr/>
              </p:nvSpPr>
              <p:spPr bwMode="auto">
                <a:xfrm>
                  <a:off x="1522" y="1439"/>
                  <a:ext cx="5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4, 5</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49" name="Rectangle 39">
                  <a:extLst>
                    <a:ext uri="{FF2B5EF4-FFF2-40B4-BE49-F238E27FC236}">
                      <a16:creationId xmlns:a16="http://schemas.microsoft.com/office/drawing/2014/main" xmlns="" id="{39D00358-5D7D-EED6-57A2-2364BE829FD8}"/>
                    </a:ext>
                  </a:extLst>
                </p:cNvPr>
                <p:cNvSpPr>
                  <a:spLocks noChangeArrowheads="1"/>
                </p:cNvSpPr>
                <p:nvPr/>
              </p:nvSpPr>
              <p:spPr bwMode="auto">
                <a:xfrm>
                  <a:off x="1479" y="1439"/>
                  <a:ext cx="6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1" name="Group 42">
                <a:extLst>
                  <a:ext uri="{FF2B5EF4-FFF2-40B4-BE49-F238E27FC236}">
                    <a16:creationId xmlns:a16="http://schemas.microsoft.com/office/drawing/2014/main" xmlns="" id="{D97FED40-E56E-0A67-D7B2-B85504A5D1FB}"/>
                  </a:ext>
                </a:extLst>
              </p:cNvPr>
              <p:cNvGrpSpPr>
                <a:grpSpLocks/>
              </p:cNvGrpSpPr>
              <p:nvPr/>
            </p:nvGrpSpPr>
            <p:grpSpPr bwMode="auto">
              <a:xfrm>
                <a:off x="0" y="1842"/>
                <a:ext cx="255" cy="403"/>
                <a:chOff x="0" y="1842"/>
                <a:chExt cx="255" cy="403"/>
              </a:xfrm>
            </p:grpSpPr>
            <p:sp>
              <p:nvSpPr>
                <p:cNvPr id="21546" name="Rectangle 14">
                  <a:extLst>
                    <a:ext uri="{FF2B5EF4-FFF2-40B4-BE49-F238E27FC236}">
                      <a16:creationId xmlns:a16="http://schemas.microsoft.com/office/drawing/2014/main" xmlns="" id="{D41D7846-AF46-F932-9DC5-F1263318EC7B}"/>
                    </a:ext>
                  </a:extLst>
                </p:cNvPr>
                <p:cNvSpPr>
                  <a:spLocks noChangeArrowheads="1"/>
                </p:cNvSpPr>
                <p:nvPr/>
              </p:nvSpPr>
              <p:spPr bwMode="auto">
                <a:xfrm>
                  <a:off x="43" y="1842"/>
                  <a:ext cx="1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d</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47" name="Rectangle 41">
                  <a:extLst>
                    <a:ext uri="{FF2B5EF4-FFF2-40B4-BE49-F238E27FC236}">
                      <a16:creationId xmlns:a16="http://schemas.microsoft.com/office/drawing/2014/main" xmlns="" id="{A84A80A3-5101-D500-AAA7-055BE48DA560}"/>
                    </a:ext>
                  </a:extLst>
                </p:cNvPr>
                <p:cNvSpPr>
                  <a:spLocks noChangeArrowheads="1"/>
                </p:cNvSpPr>
                <p:nvPr/>
              </p:nvSpPr>
              <p:spPr bwMode="auto">
                <a:xfrm>
                  <a:off x="0" y="1842"/>
                  <a:ext cx="2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2" name="Group 44">
                <a:extLst>
                  <a:ext uri="{FF2B5EF4-FFF2-40B4-BE49-F238E27FC236}">
                    <a16:creationId xmlns:a16="http://schemas.microsoft.com/office/drawing/2014/main" xmlns="" id="{77072EB3-48FD-29E9-A9A5-E370E4824769}"/>
                  </a:ext>
                </a:extLst>
              </p:cNvPr>
              <p:cNvGrpSpPr>
                <a:grpSpLocks/>
              </p:cNvGrpSpPr>
              <p:nvPr/>
            </p:nvGrpSpPr>
            <p:grpSpPr bwMode="auto">
              <a:xfrm>
                <a:off x="255" y="1842"/>
                <a:ext cx="1224" cy="403"/>
                <a:chOff x="255" y="1842"/>
                <a:chExt cx="1224" cy="403"/>
              </a:xfrm>
            </p:grpSpPr>
            <p:sp>
              <p:nvSpPr>
                <p:cNvPr id="21544" name="Rectangle 15">
                  <a:extLst>
                    <a:ext uri="{FF2B5EF4-FFF2-40B4-BE49-F238E27FC236}">
                      <a16:creationId xmlns:a16="http://schemas.microsoft.com/office/drawing/2014/main" xmlns="" id="{8AFDDA8B-7CCC-E719-0387-381DA54D2CCB}"/>
                    </a:ext>
                  </a:extLst>
                </p:cNvPr>
                <p:cNvSpPr>
                  <a:spLocks noChangeArrowheads="1"/>
                </p:cNvSpPr>
                <p:nvPr/>
              </p:nvSpPr>
              <p:spPr bwMode="auto">
                <a:xfrm>
                  <a:off x="298" y="1842"/>
                  <a:ext cx="113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High Level Design</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45" name="Rectangle 43">
                  <a:extLst>
                    <a:ext uri="{FF2B5EF4-FFF2-40B4-BE49-F238E27FC236}">
                      <a16:creationId xmlns:a16="http://schemas.microsoft.com/office/drawing/2014/main" xmlns="" id="{0848B347-2124-C63E-55F9-68C6AB22FCD6}"/>
                    </a:ext>
                  </a:extLst>
                </p:cNvPr>
                <p:cNvSpPr>
                  <a:spLocks noChangeArrowheads="1"/>
                </p:cNvSpPr>
                <p:nvPr/>
              </p:nvSpPr>
              <p:spPr bwMode="auto">
                <a:xfrm>
                  <a:off x="255" y="1842"/>
                  <a:ext cx="122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3" name="Group 46">
                <a:extLst>
                  <a:ext uri="{FF2B5EF4-FFF2-40B4-BE49-F238E27FC236}">
                    <a16:creationId xmlns:a16="http://schemas.microsoft.com/office/drawing/2014/main" xmlns="" id="{A78E87C5-3E78-4386-2E91-57390681D1EB}"/>
                  </a:ext>
                </a:extLst>
              </p:cNvPr>
              <p:cNvGrpSpPr>
                <a:grpSpLocks/>
              </p:cNvGrpSpPr>
              <p:nvPr/>
            </p:nvGrpSpPr>
            <p:grpSpPr bwMode="auto">
              <a:xfrm>
                <a:off x="1479" y="1842"/>
                <a:ext cx="616" cy="403"/>
                <a:chOff x="1479" y="1842"/>
                <a:chExt cx="616" cy="403"/>
              </a:xfrm>
            </p:grpSpPr>
            <p:sp>
              <p:nvSpPr>
                <p:cNvPr id="21542" name="Rectangle 16">
                  <a:extLst>
                    <a:ext uri="{FF2B5EF4-FFF2-40B4-BE49-F238E27FC236}">
                      <a16:creationId xmlns:a16="http://schemas.microsoft.com/office/drawing/2014/main" xmlns="" id="{D5085A26-2422-DECB-3B6D-50230701289B}"/>
                    </a:ext>
                  </a:extLst>
                </p:cNvPr>
                <p:cNvSpPr>
                  <a:spLocks noChangeArrowheads="1"/>
                </p:cNvSpPr>
                <p:nvPr/>
              </p:nvSpPr>
              <p:spPr bwMode="auto">
                <a:xfrm>
                  <a:off x="1522" y="1842"/>
                  <a:ext cx="5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6, 7, 8, 9</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43" name="Rectangle 45">
                  <a:extLst>
                    <a:ext uri="{FF2B5EF4-FFF2-40B4-BE49-F238E27FC236}">
                      <a16:creationId xmlns:a16="http://schemas.microsoft.com/office/drawing/2014/main" xmlns="" id="{C1A0DA63-8862-9737-F7C2-CB784E01C808}"/>
                    </a:ext>
                  </a:extLst>
                </p:cNvPr>
                <p:cNvSpPr>
                  <a:spLocks noChangeArrowheads="1"/>
                </p:cNvSpPr>
                <p:nvPr/>
              </p:nvSpPr>
              <p:spPr bwMode="auto">
                <a:xfrm>
                  <a:off x="1479" y="1842"/>
                  <a:ext cx="6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4" name="Group 48">
                <a:extLst>
                  <a:ext uri="{FF2B5EF4-FFF2-40B4-BE49-F238E27FC236}">
                    <a16:creationId xmlns:a16="http://schemas.microsoft.com/office/drawing/2014/main" xmlns="" id="{D9A0C62D-E8F8-C472-51CB-2A9402E8B302}"/>
                  </a:ext>
                </a:extLst>
              </p:cNvPr>
              <p:cNvGrpSpPr>
                <a:grpSpLocks/>
              </p:cNvGrpSpPr>
              <p:nvPr/>
            </p:nvGrpSpPr>
            <p:grpSpPr bwMode="auto">
              <a:xfrm>
                <a:off x="0" y="2245"/>
                <a:ext cx="255" cy="403"/>
                <a:chOff x="0" y="2245"/>
                <a:chExt cx="255" cy="403"/>
              </a:xfrm>
            </p:grpSpPr>
            <p:sp>
              <p:nvSpPr>
                <p:cNvPr id="21540" name="Rectangle 17">
                  <a:extLst>
                    <a:ext uri="{FF2B5EF4-FFF2-40B4-BE49-F238E27FC236}">
                      <a16:creationId xmlns:a16="http://schemas.microsoft.com/office/drawing/2014/main" xmlns="" id="{207CAD61-1ACA-7E9C-5D1E-11EBF87AD693}"/>
                    </a:ext>
                  </a:extLst>
                </p:cNvPr>
                <p:cNvSpPr>
                  <a:spLocks noChangeArrowheads="1"/>
                </p:cNvSpPr>
                <p:nvPr/>
              </p:nvSpPr>
              <p:spPr bwMode="auto">
                <a:xfrm>
                  <a:off x="43" y="2245"/>
                  <a:ext cx="1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e</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41" name="Rectangle 47">
                  <a:extLst>
                    <a:ext uri="{FF2B5EF4-FFF2-40B4-BE49-F238E27FC236}">
                      <a16:creationId xmlns:a16="http://schemas.microsoft.com/office/drawing/2014/main" xmlns="" id="{205EBBAA-B8E2-FD1B-CD42-B6CB6B8B989A}"/>
                    </a:ext>
                  </a:extLst>
                </p:cNvPr>
                <p:cNvSpPr>
                  <a:spLocks noChangeArrowheads="1"/>
                </p:cNvSpPr>
                <p:nvPr/>
              </p:nvSpPr>
              <p:spPr bwMode="auto">
                <a:xfrm>
                  <a:off x="0" y="2245"/>
                  <a:ext cx="2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5" name="Group 50">
                <a:extLst>
                  <a:ext uri="{FF2B5EF4-FFF2-40B4-BE49-F238E27FC236}">
                    <a16:creationId xmlns:a16="http://schemas.microsoft.com/office/drawing/2014/main" xmlns="" id="{D6B0F8E6-F2FC-E691-CCC8-760C7A1C2200}"/>
                  </a:ext>
                </a:extLst>
              </p:cNvPr>
              <p:cNvGrpSpPr>
                <a:grpSpLocks/>
              </p:cNvGrpSpPr>
              <p:nvPr/>
            </p:nvGrpSpPr>
            <p:grpSpPr bwMode="auto">
              <a:xfrm>
                <a:off x="255" y="2245"/>
                <a:ext cx="1224" cy="403"/>
                <a:chOff x="255" y="2245"/>
                <a:chExt cx="1224" cy="403"/>
              </a:xfrm>
            </p:grpSpPr>
            <p:sp>
              <p:nvSpPr>
                <p:cNvPr id="21538" name="Rectangle 18">
                  <a:extLst>
                    <a:ext uri="{FF2B5EF4-FFF2-40B4-BE49-F238E27FC236}">
                      <a16:creationId xmlns:a16="http://schemas.microsoft.com/office/drawing/2014/main" xmlns="" id="{FC1A766F-6E9B-907B-95E2-FFE779B673EE}"/>
                    </a:ext>
                  </a:extLst>
                </p:cNvPr>
                <p:cNvSpPr>
                  <a:spLocks noChangeArrowheads="1"/>
                </p:cNvSpPr>
                <p:nvPr/>
              </p:nvSpPr>
              <p:spPr bwMode="auto">
                <a:xfrm>
                  <a:off x="298" y="2245"/>
                  <a:ext cx="113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Detailed Design</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39" name="Rectangle 49">
                  <a:extLst>
                    <a:ext uri="{FF2B5EF4-FFF2-40B4-BE49-F238E27FC236}">
                      <a16:creationId xmlns:a16="http://schemas.microsoft.com/office/drawing/2014/main" xmlns="" id="{CA3FDD31-843A-2E97-59D5-7D6C7CC6D49F}"/>
                    </a:ext>
                  </a:extLst>
                </p:cNvPr>
                <p:cNvSpPr>
                  <a:spLocks noChangeArrowheads="1"/>
                </p:cNvSpPr>
                <p:nvPr/>
              </p:nvSpPr>
              <p:spPr bwMode="auto">
                <a:xfrm>
                  <a:off x="255" y="2245"/>
                  <a:ext cx="122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6" name="Group 52">
                <a:extLst>
                  <a:ext uri="{FF2B5EF4-FFF2-40B4-BE49-F238E27FC236}">
                    <a16:creationId xmlns:a16="http://schemas.microsoft.com/office/drawing/2014/main" xmlns="" id="{87D9D885-A782-9B78-8CCC-402C6D137FF3}"/>
                  </a:ext>
                </a:extLst>
              </p:cNvPr>
              <p:cNvGrpSpPr>
                <a:grpSpLocks/>
              </p:cNvGrpSpPr>
              <p:nvPr/>
            </p:nvGrpSpPr>
            <p:grpSpPr bwMode="auto">
              <a:xfrm>
                <a:off x="1479" y="2245"/>
                <a:ext cx="616" cy="403"/>
                <a:chOff x="1479" y="2245"/>
                <a:chExt cx="616" cy="403"/>
              </a:xfrm>
            </p:grpSpPr>
            <p:sp>
              <p:nvSpPr>
                <p:cNvPr id="21536" name="Rectangle 19">
                  <a:extLst>
                    <a:ext uri="{FF2B5EF4-FFF2-40B4-BE49-F238E27FC236}">
                      <a16:creationId xmlns:a16="http://schemas.microsoft.com/office/drawing/2014/main" xmlns="" id="{8A4DF099-11B6-0EEC-2D7B-F01A741A4668}"/>
                    </a:ext>
                  </a:extLst>
                </p:cNvPr>
                <p:cNvSpPr>
                  <a:spLocks noChangeArrowheads="1"/>
                </p:cNvSpPr>
                <p:nvPr/>
              </p:nvSpPr>
              <p:spPr bwMode="auto">
                <a:xfrm>
                  <a:off x="1522" y="2245"/>
                  <a:ext cx="5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10, 11, 12</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37" name="Rectangle 51">
                  <a:extLst>
                    <a:ext uri="{FF2B5EF4-FFF2-40B4-BE49-F238E27FC236}">
                      <a16:creationId xmlns:a16="http://schemas.microsoft.com/office/drawing/2014/main" xmlns="" id="{A3DFC0FC-864F-086A-B25E-14AC30B5029A}"/>
                    </a:ext>
                  </a:extLst>
                </p:cNvPr>
                <p:cNvSpPr>
                  <a:spLocks noChangeArrowheads="1"/>
                </p:cNvSpPr>
                <p:nvPr/>
              </p:nvSpPr>
              <p:spPr bwMode="auto">
                <a:xfrm>
                  <a:off x="1479" y="2245"/>
                  <a:ext cx="6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7" name="Group 54">
                <a:extLst>
                  <a:ext uri="{FF2B5EF4-FFF2-40B4-BE49-F238E27FC236}">
                    <a16:creationId xmlns:a16="http://schemas.microsoft.com/office/drawing/2014/main" xmlns="" id="{9EEFCA9B-A66E-4738-8FA8-07711E2069BE}"/>
                  </a:ext>
                </a:extLst>
              </p:cNvPr>
              <p:cNvGrpSpPr>
                <a:grpSpLocks/>
              </p:cNvGrpSpPr>
              <p:nvPr/>
            </p:nvGrpSpPr>
            <p:grpSpPr bwMode="auto">
              <a:xfrm>
                <a:off x="0" y="2648"/>
                <a:ext cx="255" cy="403"/>
                <a:chOff x="0" y="2648"/>
                <a:chExt cx="255" cy="403"/>
              </a:xfrm>
            </p:grpSpPr>
            <p:sp>
              <p:nvSpPr>
                <p:cNvPr id="21534" name="Rectangle 20">
                  <a:extLst>
                    <a:ext uri="{FF2B5EF4-FFF2-40B4-BE49-F238E27FC236}">
                      <a16:creationId xmlns:a16="http://schemas.microsoft.com/office/drawing/2014/main" xmlns="" id="{1AF15C34-A8DA-B397-8886-207B200A7557}"/>
                    </a:ext>
                  </a:extLst>
                </p:cNvPr>
                <p:cNvSpPr>
                  <a:spLocks noChangeArrowheads="1"/>
                </p:cNvSpPr>
                <p:nvPr/>
              </p:nvSpPr>
              <p:spPr bwMode="auto">
                <a:xfrm>
                  <a:off x="43" y="2648"/>
                  <a:ext cx="1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f</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35" name="Rectangle 53">
                  <a:extLst>
                    <a:ext uri="{FF2B5EF4-FFF2-40B4-BE49-F238E27FC236}">
                      <a16:creationId xmlns:a16="http://schemas.microsoft.com/office/drawing/2014/main" xmlns="" id="{07D79078-E77C-4883-0B03-64674E6A7BF8}"/>
                    </a:ext>
                  </a:extLst>
                </p:cNvPr>
                <p:cNvSpPr>
                  <a:spLocks noChangeArrowheads="1"/>
                </p:cNvSpPr>
                <p:nvPr/>
              </p:nvSpPr>
              <p:spPr bwMode="auto">
                <a:xfrm>
                  <a:off x="0" y="2648"/>
                  <a:ext cx="2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8" name="Group 56">
                <a:extLst>
                  <a:ext uri="{FF2B5EF4-FFF2-40B4-BE49-F238E27FC236}">
                    <a16:creationId xmlns:a16="http://schemas.microsoft.com/office/drawing/2014/main" xmlns="" id="{0E36F7BB-6B38-C386-9E97-EDD30BCB1ABC}"/>
                  </a:ext>
                </a:extLst>
              </p:cNvPr>
              <p:cNvGrpSpPr>
                <a:grpSpLocks/>
              </p:cNvGrpSpPr>
              <p:nvPr/>
            </p:nvGrpSpPr>
            <p:grpSpPr bwMode="auto">
              <a:xfrm>
                <a:off x="255" y="2648"/>
                <a:ext cx="1224" cy="403"/>
                <a:chOff x="255" y="2648"/>
                <a:chExt cx="1224" cy="403"/>
              </a:xfrm>
            </p:grpSpPr>
            <p:sp>
              <p:nvSpPr>
                <p:cNvPr id="21532" name="Rectangle 21">
                  <a:extLst>
                    <a:ext uri="{FF2B5EF4-FFF2-40B4-BE49-F238E27FC236}">
                      <a16:creationId xmlns:a16="http://schemas.microsoft.com/office/drawing/2014/main" xmlns="" id="{066F1BFB-0A49-048D-C1C7-47DA63333BBC}"/>
                    </a:ext>
                  </a:extLst>
                </p:cNvPr>
                <p:cNvSpPr>
                  <a:spLocks noChangeArrowheads="1"/>
                </p:cNvSpPr>
                <p:nvPr/>
              </p:nvSpPr>
              <p:spPr bwMode="auto">
                <a:xfrm>
                  <a:off x="298" y="2648"/>
                  <a:ext cx="113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Implementation</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33" name="Rectangle 55">
                  <a:extLst>
                    <a:ext uri="{FF2B5EF4-FFF2-40B4-BE49-F238E27FC236}">
                      <a16:creationId xmlns:a16="http://schemas.microsoft.com/office/drawing/2014/main" xmlns="" id="{CAF5FDAD-3A8C-77C7-9AF6-FF933ABA323D}"/>
                    </a:ext>
                  </a:extLst>
                </p:cNvPr>
                <p:cNvSpPr>
                  <a:spLocks noChangeArrowheads="1"/>
                </p:cNvSpPr>
                <p:nvPr/>
              </p:nvSpPr>
              <p:spPr bwMode="auto">
                <a:xfrm>
                  <a:off x="255" y="2648"/>
                  <a:ext cx="122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21529" name="Group 58">
                <a:extLst>
                  <a:ext uri="{FF2B5EF4-FFF2-40B4-BE49-F238E27FC236}">
                    <a16:creationId xmlns:a16="http://schemas.microsoft.com/office/drawing/2014/main" xmlns="" id="{035510DB-3FA2-989A-4B74-27ABDAAB3A29}"/>
                  </a:ext>
                </a:extLst>
              </p:cNvPr>
              <p:cNvGrpSpPr>
                <a:grpSpLocks/>
              </p:cNvGrpSpPr>
              <p:nvPr/>
            </p:nvGrpSpPr>
            <p:grpSpPr bwMode="auto">
              <a:xfrm>
                <a:off x="1479" y="2648"/>
                <a:ext cx="616" cy="403"/>
                <a:chOff x="1479" y="2648"/>
                <a:chExt cx="616" cy="403"/>
              </a:xfrm>
            </p:grpSpPr>
            <p:sp>
              <p:nvSpPr>
                <p:cNvPr id="21530" name="Rectangle 22">
                  <a:extLst>
                    <a:ext uri="{FF2B5EF4-FFF2-40B4-BE49-F238E27FC236}">
                      <a16:creationId xmlns:a16="http://schemas.microsoft.com/office/drawing/2014/main" xmlns="" id="{0F3BB646-F798-2BA1-DB7D-83EC10DB730B}"/>
                    </a:ext>
                  </a:extLst>
                </p:cNvPr>
                <p:cNvSpPr>
                  <a:spLocks noChangeArrowheads="1"/>
                </p:cNvSpPr>
                <p:nvPr/>
              </p:nvSpPr>
              <p:spPr bwMode="auto">
                <a:xfrm>
                  <a:off x="1522" y="2648"/>
                  <a:ext cx="5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2000" b="1">
                      <a:solidFill>
                        <a:srgbClr val="000000"/>
                      </a:solidFill>
                      <a:latin typeface="Helvetica" panose="020B0604020202020204" pitchFamily="34" charset="0"/>
                      <a:cs typeface="Times New Roman" panose="02020603050405020304" pitchFamily="18" charset="0"/>
                    </a:rPr>
                    <a:t>12, 13</a:t>
                  </a:r>
                  <a:endParaRPr lang="en-CA" altLang="en-US" sz="2000">
                    <a:solidFill>
                      <a:srgbClr val="000000"/>
                    </a:solidFill>
                    <a:latin typeface="Helvetica" panose="020B0604020202020204" pitchFamily="34" charset="0"/>
                    <a:cs typeface="Times New Roman" panose="02020603050405020304" pitchFamily="18" charset="0"/>
                  </a:endParaRPr>
                </a:p>
                <a:p>
                  <a:endParaRPr lang="en-CA" altLang="en-US" sz="2000"/>
                </a:p>
              </p:txBody>
            </p:sp>
            <p:sp>
              <p:nvSpPr>
                <p:cNvPr id="21531" name="Rectangle 57">
                  <a:extLst>
                    <a:ext uri="{FF2B5EF4-FFF2-40B4-BE49-F238E27FC236}">
                      <a16:creationId xmlns:a16="http://schemas.microsoft.com/office/drawing/2014/main" xmlns="" id="{EDBE2502-DDFA-C05B-24EE-DBB45BF81732}"/>
                    </a:ext>
                  </a:extLst>
                </p:cNvPr>
                <p:cNvSpPr>
                  <a:spLocks noChangeArrowheads="1"/>
                </p:cNvSpPr>
                <p:nvPr/>
              </p:nvSpPr>
              <p:spPr bwMode="auto">
                <a:xfrm>
                  <a:off x="1479" y="2648"/>
                  <a:ext cx="6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sp>
          <p:nvSpPr>
            <p:cNvPr id="21511" name="Rectangle 60">
              <a:extLst>
                <a:ext uri="{FF2B5EF4-FFF2-40B4-BE49-F238E27FC236}">
                  <a16:creationId xmlns:a16="http://schemas.microsoft.com/office/drawing/2014/main" xmlns="" id="{BAF608E1-BA62-EAE1-DB9D-80F749B7B20B}"/>
                </a:ext>
              </a:extLst>
            </p:cNvPr>
            <p:cNvSpPr>
              <a:spLocks noChangeArrowheads="1"/>
            </p:cNvSpPr>
            <p:nvPr/>
          </p:nvSpPr>
          <p:spPr bwMode="auto">
            <a:xfrm>
              <a:off x="-2" y="516"/>
              <a:ext cx="2099" cy="2537"/>
            </a:xfrm>
            <a:prstGeom prst="rect">
              <a:avLst/>
            </a:prstGeom>
            <a:noFill/>
            <a:ln w="793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sp>
        <p:nvSpPr>
          <p:cNvPr id="21509" name="Rectangle 62">
            <a:extLst>
              <a:ext uri="{FF2B5EF4-FFF2-40B4-BE49-F238E27FC236}">
                <a16:creationId xmlns:a16="http://schemas.microsoft.com/office/drawing/2014/main" xmlns="" id="{B24891F8-331A-6FD1-941E-0AC35E663367}"/>
              </a:ext>
            </a:extLst>
          </p:cNvPr>
          <p:cNvSpPr>
            <a:spLocks noChangeArrowheads="1"/>
          </p:cNvSpPr>
          <p:nvPr/>
        </p:nvSpPr>
        <p:spPr bwMode="auto">
          <a:xfrm>
            <a:off x="1525588" y="5532439"/>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solidFill>
                  <a:srgbClr val="000000"/>
                </a:solidFill>
                <a:latin typeface="Helvetica" panose="020B0604020202020204" pitchFamily="34" charset="0"/>
                <a:cs typeface="Times New Roman" panose="02020603050405020304" pitchFamily="18" charset="0"/>
              </a:rPr>
              <a:t> </a:t>
            </a:r>
            <a:endParaRPr lang="en-CA" altLang="en-US" sz="1200">
              <a:solidFill>
                <a:srgbClr val="000000"/>
              </a:solidFill>
              <a:latin typeface="Helvetica" panose="020B0604020202020204" pitchFamily="34" charset="0"/>
              <a:cs typeface="Times New Roman" panose="02020603050405020304" pitchFamily="18" charset="0"/>
            </a:endParaRPr>
          </a:p>
          <a:p>
            <a:endParaRPr lang="en-CA"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xmlns="" id="{A7CE2CC3-47A5-38C3-12DC-3C2FE45E389C}"/>
              </a:ext>
            </a:extLst>
          </p:cNvPr>
          <p:cNvSpPr>
            <a:spLocks noGrp="1" noChangeArrowheads="1"/>
          </p:cNvSpPr>
          <p:nvPr>
            <p:ph type="title"/>
          </p:nvPr>
        </p:nvSpPr>
        <p:spPr/>
        <p:txBody>
          <a:bodyPr/>
          <a:lstStyle/>
          <a:p>
            <a:pPr>
              <a:defRPr/>
            </a:pPr>
            <a:r>
              <a:rPr lang="en-US" b="1"/>
              <a:t>Function Points</a:t>
            </a:r>
          </a:p>
        </p:txBody>
      </p:sp>
      <p:sp>
        <p:nvSpPr>
          <p:cNvPr id="22531" name="Rectangle 3">
            <a:extLst>
              <a:ext uri="{FF2B5EF4-FFF2-40B4-BE49-F238E27FC236}">
                <a16:creationId xmlns:a16="http://schemas.microsoft.com/office/drawing/2014/main" xmlns="" id="{8D34A6DE-9571-E400-39B5-4476E9E55491}"/>
              </a:ext>
            </a:extLst>
          </p:cNvPr>
          <p:cNvSpPr>
            <a:spLocks noGrp="1" noChangeArrowheads="1"/>
          </p:cNvSpPr>
          <p:nvPr>
            <p:ph type="body" idx="1"/>
          </p:nvPr>
        </p:nvSpPr>
        <p:spPr/>
        <p:txBody>
          <a:bodyPr/>
          <a:lstStyle/>
          <a:p>
            <a:r>
              <a:rPr lang="en-US" altLang="en-US" sz="2400" b="1" u="sng"/>
              <a:t>STEP 1</a:t>
            </a:r>
            <a:r>
              <a:rPr lang="en-US" altLang="en-US" sz="2400" b="1"/>
              <a:t>: </a:t>
            </a:r>
            <a:r>
              <a:rPr lang="en-US" altLang="en-US" sz="2400"/>
              <a:t>measure size in terms of the amount of functionality in a system. Function points are computed by first calculating an </a:t>
            </a:r>
            <a:r>
              <a:rPr lang="en-US" altLang="en-US" sz="2400" b="1" i="1"/>
              <a:t>unadjusted function point count </a:t>
            </a:r>
            <a:r>
              <a:rPr lang="en-US" altLang="en-US" sz="2400" b="1"/>
              <a:t>(UFC).</a:t>
            </a:r>
            <a:r>
              <a:rPr lang="en-US" altLang="en-US" sz="2400"/>
              <a:t> Counts are made for the following categories</a:t>
            </a:r>
          </a:p>
          <a:p>
            <a:pPr lvl="1"/>
            <a:r>
              <a:rPr lang="en-US" altLang="en-US">
                <a:latin typeface="Symbol" panose="05050102010706020507" pitchFamily="18" charset="2"/>
                <a:cs typeface="Times New Roman" panose="02020603050405020304" pitchFamily="18" charset="0"/>
              </a:rPr>
              <a:t>·</a:t>
            </a:r>
            <a:r>
              <a:rPr lang="en-US" altLang="en-US" i="1"/>
              <a:t>External inputs</a:t>
            </a:r>
            <a:r>
              <a:rPr lang="en-US" altLang="en-US"/>
              <a:t> – those items provided by the user that describe distinct application-oriented data (such as file names and menu selections) </a:t>
            </a:r>
          </a:p>
          <a:p>
            <a:pPr lvl="1"/>
            <a:r>
              <a:rPr lang="en-US" altLang="en-US">
                <a:latin typeface="Symbol" panose="05050102010706020507" pitchFamily="18" charset="2"/>
                <a:cs typeface="Times New Roman" panose="02020603050405020304" pitchFamily="18" charset="0"/>
              </a:rPr>
              <a:t>·</a:t>
            </a:r>
            <a:r>
              <a:rPr lang="en-US" altLang="en-US" i="1"/>
              <a:t>External outputs</a:t>
            </a:r>
            <a:r>
              <a:rPr lang="en-US" altLang="en-US"/>
              <a:t> – those items provided to the user that generate distinct application-oriented data (such as reports and messages, rather than the individual components of these)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xmlns="" id="{7AB96968-7DD6-0647-EB98-7B3DBC6598AA}"/>
              </a:ext>
            </a:extLst>
          </p:cNvPr>
          <p:cNvSpPr>
            <a:spLocks noGrp="1" noChangeArrowheads="1"/>
          </p:cNvSpPr>
          <p:nvPr>
            <p:ph type="title"/>
          </p:nvPr>
        </p:nvSpPr>
        <p:spPr/>
        <p:txBody>
          <a:bodyPr/>
          <a:lstStyle/>
          <a:p>
            <a:pPr>
              <a:defRPr/>
            </a:pPr>
            <a:r>
              <a:rPr lang="en-US" b="1"/>
              <a:t>Function Points(.)</a:t>
            </a:r>
          </a:p>
        </p:txBody>
      </p:sp>
      <p:sp>
        <p:nvSpPr>
          <p:cNvPr id="23555" name="Rectangle 3">
            <a:extLst>
              <a:ext uri="{FF2B5EF4-FFF2-40B4-BE49-F238E27FC236}">
                <a16:creationId xmlns:a16="http://schemas.microsoft.com/office/drawing/2014/main" xmlns="" id="{118A94C2-D47F-7856-3A3C-945CCFE5A566}"/>
              </a:ext>
            </a:extLst>
          </p:cNvPr>
          <p:cNvSpPr>
            <a:spLocks noGrp="1" noChangeArrowheads="1"/>
          </p:cNvSpPr>
          <p:nvPr>
            <p:ph type="body" idx="1"/>
          </p:nvPr>
        </p:nvSpPr>
        <p:spPr/>
        <p:txBody>
          <a:bodyPr/>
          <a:lstStyle/>
          <a:p>
            <a:pPr lvl="1"/>
            <a:r>
              <a:rPr lang="en-US" altLang="en-US">
                <a:latin typeface="Symbol" panose="05050102010706020507" pitchFamily="18" charset="2"/>
                <a:cs typeface="Times New Roman" panose="02020603050405020304" pitchFamily="18" charset="0"/>
              </a:rPr>
              <a:t>·	</a:t>
            </a:r>
            <a:r>
              <a:rPr lang="en-US" altLang="en-US" i="1"/>
              <a:t>External inquiries</a:t>
            </a:r>
            <a:r>
              <a:rPr lang="en-US" altLang="en-US"/>
              <a:t> – interactive inputs requiring a response </a:t>
            </a:r>
          </a:p>
          <a:p>
            <a:pPr lvl="1"/>
            <a:r>
              <a:rPr lang="en-US" altLang="en-US">
                <a:latin typeface="Symbol" panose="05050102010706020507" pitchFamily="18" charset="2"/>
                <a:cs typeface="Times New Roman" panose="02020603050405020304" pitchFamily="18" charset="0"/>
              </a:rPr>
              <a:t>·	</a:t>
            </a:r>
            <a:r>
              <a:rPr lang="en-US" altLang="en-US" i="1"/>
              <a:t>External files</a:t>
            </a:r>
            <a:r>
              <a:rPr lang="en-US" altLang="en-US"/>
              <a:t> – machine-readable interfaces to other systems </a:t>
            </a:r>
          </a:p>
          <a:p>
            <a:pPr lvl="1"/>
            <a:r>
              <a:rPr lang="en-US" altLang="en-US">
                <a:latin typeface="Symbol" panose="05050102010706020507" pitchFamily="18" charset="2"/>
                <a:cs typeface="Times New Roman" panose="02020603050405020304" pitchFamily="18" charset="0"/>
              </a:rPr>
              <a:t>·	</a:t>
            </a:r>
            <a:r>
              <a:rPr lang="en-US" altLang="en-US" i="1"/>
              <a:t>Internal files</a:t>
            </a:r>
            <a:r>
              <a:rPr lang="en-US" altLang="en-US"/>
              <a:t> – logical master files in the system </a:t>
            </a:r>
          </a:p>
          <a:p>
            <a:endParaRPr lang="en-US"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a:extLst>
              <a:ext uri="{FF2B5EF4-FFF2-40B4-BE49-F238E27FC236}">
                <a16:creationId xmlns:a16="http://schemas.microsoft.com/office/drawing/2014/main" xmlns="" id="{6F1A9297-58B7-E219-71E7-6CFA8799E4F1}"/>
              </a:ext>
            </a:extLst>
          </p:cNvPr>
          <p:cNvSpPr>
            <a:spLocks noGrp="1" noChangeArrowheads="1"/>
          </p:cNvSpPr>
          <p:nvPr>
            <p:ph type="title"/>
          </p:nvPr>
        </p:nvSpPr>
        <p:spPr/>
        <p:txBody>
          <a:bodyPr/>
          <a:lstStyle/>
          <a:p>
            <a:pPr>
              <a:defRPr/>
            </a:pPr>
            <a:r>
              <a:rPr lang="en-US"/>
              <a:t>Function Points(..)</a:t>
            </a:r>
          </a:p>
        </p:txBody>
      </p:sp>
      <p:sp>
        <p:nvSpPr>
          <p:cNvPr id="24579" name="Rectangle 3">
            <a:extLst>
              <a:ext uri="{FF2B5EF4-FFF2-40B4-BE49-F238E27FC236}">
                <a16:creationId xmlns:a16="http://schemas.microsoft.com/office/drawing/2014/main" xmlns="" id="{E43F39EC-1223-B1AB-A853-8E1948EB2DF6}"/>
              </a:ext>
            </a:extLst>
          </p:cNvPr>
          <p:cNvSpPr>
            <a:spLocks noGrp="1" noChangeArrowheads="1"/>
          </p:cNvSpPr>
          <p:nvPr>
            <p:ph type="body" idx="1"/>
          </p:nvPr>
        </p:nvSpPr>
        <p:spPr/>
        <p:txBody>
          <a:bodyPr/>
          <a:lstStyle/>
          <a:p>
            <a:r>
              <a:rPr lang="en-US" altLang="en-US" sz="2400" b="1" u="sng"/>
              <a:t>STEP 2</a:t>
            </a:r>
            <a:r>
              <a:rPr lang="en-US" altLang="en-US" sz="2400" b="1"/>
              <a:t>: </a:t>
            </a:r>
            <a:r>
              <a:rPr lang="en-US" altLang="en-US" sz="2400"/>
              <a:t>Multiply each number by a weight factor, according to complexity (</a:t>
            </a:r>
            <a:r>
              <a:rPr lang="en-US" altLang="en-US" sz="2400" b="1"/>
              <a:t>simple</a:t>
            </a:r>
            <a:r>
              <a:rPr lang="en-US" altLang="en-US" sz="2400"/>
              <a:t>, </a:t>
            </a:r>
            <a:r>
              <a:rPr lang="en-US" altLang="en-US" sz="2400" b="1"/>
              <a:t>average</a:t>
            </a:r>
            <a:r>
              <a:rPr lang="en-US" altLang="en-US" sz="2400"/>
              <a:t> or </a:t>
            </a:r>
            <a:r>
              <a:rPr lang="en-US" altLang="en-US" sz="2400" b="1"/>
              <a:t>complex</a:t>
            </a:r>
            <a:r>
              <a:rPr lang="en-US" altLang="en-US" sz="2400"/>
              <a:t>) of the parameter, associated with that number. The value is given by a table:</a:t>
            </a:r>
          </a:p>
        </p:txBody>
      </p:sp>
      <p:graphicFrame>
        <p:nvGraphicFramePr>
          <p:cNvPr id="24580" name="Object 4">
            <a:extLst>
              <a:ext uri="{FF2B5EF4-FFF2-40B4-BE49-F238E27FC236}">
                <a16:creationId xmlns:a16="http://schemas.microsoft.com/office/drawing/2014/main" xmlns="" id="{9066F214-3875-9F02-49F1-0309949E06E4}"/>
              </a:ext>
            </a:extLst>
          </p:cNvPr>
          <p:cNvGraphicFramePr>
            <a:graphicFrameLocks noChangeAspect="1"/>
          </p:cNvGraphicFramePr>
          <p:nvPr/>
        </p:nvGraphicFramePr>
        <p:xfrm>
          <a:off x="2971800" y="3567114"/>
          <a:ext cx="6019800" cy="2643187"/>
        </p:xfrm>
        <a:graphic>
          <a:graphicData uri="http://schemas.openxmlformats.org/presentationml/2006/ole">
            <mc:AlternateContent xmlns:mc="http://schemas.openxmlformats.org/markup-compatibility/2006">
              <mc:Choice xmlns:v="urn:schemas-microsoft-com:vml" Requires="v">
                <p:oleObj spid="_x0000_s4098" name="Bitmap Image" r:id="rId3" imgW="4315427" imgH="1895238" progId="Paint.Picture">
                  <p:embed/>
                </p:oleObj>
              </mc:Choice>
              <mc:Fallback>
                <p:oleObj name="Bitmap Image" r:id="rId3" imgW="4315427" imgH="1895238" progId="Paint.Picture">
                  <p:embed/>
                  <p:pic>
                    <p:nvPicPr>
                      <p:cNvPr id="24580" name="Object 4">
                        <a:extLst>
                          <a:ext uri="{FF2B5EF4-FFF2-40B4-BE49-F238E27FC236}">
                            <a16:creationId xmlns:a16="http://schemas.microsoft.com/office/drawing/2014/main" xmlns="" id="{9066F214-3875-9F02-49F1-0309949E06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71800" y="3567114"/>
                        <a:ext cx="6019800" cy="264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xmlns="" id="{6D9716E4-AAB5-1C62-1AAE-F9DE3135E0A4}"/>
              </a:ext>
            </a:extLst>
          </p:cNvPr>
          <p:cNvSpPr>
            <a:spLocks noGrp="1" noChangeArrowheads="1"/>
          </p:cNvSpPr>
          <p:nvPr>
            <p:ph type="title"/>
          </p:nvPr>
        </p:nvSpPr>
        <p:spPr/>
        <p:txBody>
          <a:bodyPr/>
          <a:lstStyle/>
          <a:p>
            <a:pPr>
              <a:defRPr/>
            </a:pPr>
            <a:r>
              <a:rPr lang="en-US"/>
              <a:t>Function Points(...)</a:t>
            </a:r>
          </a:p>
        </p:txBody>
      </p:sp>
      <p:sp>
        <p:nvSpPr>
          <p:cNvPr id="25603" name="Rectangle 3">
            <a:extLst>
              <a:ext uri="{FF2B5EF4-FFF2-40B4-BE49-F238E27FC236}">
                <a16:creationId xmlns:a16="http://schemas.microsoft.com/office/drawing/2014/main" xmlns="" id="{72AA5B67-CA80-173A-FE9B-6509E9BA2E94}"/>
              </a:ext>
            </a:extLst>
          </p:cNvPr>
          <p:cNvSpPr>
            <a:spLocks noGrp="1" noChangeArrowheads="1"/>
          </p:cNvSpPr>
          <p:nvPr>
            <p:ph type="body" idx="1"/>
          </p:nvPr>
        </p:nvSpPr>
        <p:spPr/>
        <p:txBody>
          <a:bodyPr/>
          <a:lstStyle/>
          <a:p>
            <a:r>
              <a:rPr lang="en-US" altLang="en-US" sz="2400" b="1" u="sng"/>
              <a:t>STEP 3</a:t>
            </a:r>
            <a:r>
              <a:rPr lang="en-US" altLang="en-US" sz="2400" b="1"/>
              <a:t>: </a:t>
            </a:r>
            <a:r>
              <a:rPr lang="en-US" altLang="en-US" sz="2400"/>
              <a:t>Calculate the total </a:t>
            </a:r>
            <a:r>
              <a:rPr lang="en-US" altLang="en-US" sz="2400" b="1"/>
              <a:t>UFP</a:t>
            </a:r>
            <a:r>
              <a:rPr lang="en-US" altLang="en-US" sz="2400"/>
              <a:t> (Unadjusted Function Points)</a:t>
            </a:r>
          </a:p>
          <a:p>
            <a:r>
              <a:rPr lang="en-US" altLang="en-US" sz="2400" b="1" u="sng"/>
              <a:t>STEP 4</a:t>
            </a:r>
            <a:r>
              <a:rPr lang="en-US" altLang="en-US" sz="2400" b="1"/>
              <a:t>: </a:t>
            </a:r>
            <a:r>
              <a:rPr lang="en-US" altLang="en-US" sz="2400"/>
              <a:t>Calculate the total </a:t>
            </a:r>
            <a:r>
              <a:rPr lang="en-US" altLang="en-US" sz="2400" b="1"/>
              <a:t>TCF</a:t>
            </a:r>
            <a:r>
              <a:rPr lang="en-US" altLang="en-US" sz="2400"/>
              <a:t> (Technical Complexity Factor) by giving a value between 0 and 5 according to the importance of the following points: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7F6FF6AC-F315-15F1-E574-40D1F7619692}"/>
              </a:ext>
            </a:extLst>
          </p:cNvPr>
          <p:cNvSpPr>
            <a:spLocks noGrp="1" noChangeArrowheads="1"/>
          </p:cNvSpPr>
          <p:nvPr>
            <p:ph type="title"/>
          </p:nvPr>
        </p:nvSpPr>
        <p:spPr/>
        <p:txBody>
          <a:bodyPr/>
          <a:lstStyle/>
          <a:p>
            <a:pPr>
              <a:defRPr/>
            </a:pPr>
            <a:r>
              <a:rPr lang="en-US"/>
              <a:t>Function Points(....)</a:t>
            </a:r>
          </a:p>
        </p:txBody>
      </p:sp>
      <p:sp>
        <p:nvSpPr>
          <p:cNvPr id="26627" name="Rectangle 3">
            <a:extLst>
              <a:ext uri="{FF2B5EF4-FFF2-40B4-BE49-F238E27FC236}">
                <a16:creationId xmlns:a16="http://schemas.microsoft.com/office/drawing/2014/main" xmlns="" id="{91B8741D-971B-988E-AB5E-FAA1CFD23122}"/>
              </a:ext>
            </a:extLst>
          </p:cNvPr>
          <p:cNvSpPr>
            <a:spLocks noGrp="1" noChangeArrowheads="1"/>
          </p:cNvSpPr>
          <p:nvPr>
            <p:ph type="body" idx="1"/>
          </p:nvPr>
        </p:nvSpPr>
        <p:spPr/>
        <p:txBody>
          <a:bodyPr/>
          <a:lstStyle/>
          <a:p>
            <a:pPr lvl="2"/>
            <a:r>
              <a:rPr lang="en-US" altLang="en-US" b="1" u="sng">
                <a:latin typeface="Arial" panose="020B0604020202020204" pitchFamily="34" charset="0"/>
              </a:rPr>
              <a:t>Technical Complexity Factors:</a:t>
            </a:r>
          </a:p>
          <a:p>
            <a:pPr lvl="3"/>
            <a:r>
              <a:rPr lang="en-US" altLang="en-US" sz="1400" b="1">
                <a:latin typeface="Arial" panose="020B0604020202020204" pitchFamily="34" charset="0"/>
                <a:cs typeface="Times New Roman" panose="02020603050405020304" pitchFamily="18" charset="0"/>
              </a:rPr>
              <a:t>1.		</a:t>
            </a:r>
            <a:r>
              <a:rPr lang="en-US" altLang="en-US" sz="1400" b="1">
                <a:latin typeface="Arial" panose="020B0604020202020204" pitchFamily="34" charset="0"/>
              </a:rPr>
              <a:t>Data Communication</a:t>
            </a:r>
          </a:p>
          <a:p>
            <a:pPr lvl="3"/>
            <a:r>
              <a:rPr lang="en-US" altLang="en-US" sz="1400" b="1">
                <a:latin typeface="Arial" panose="020B0604020202020204" pitchFamily="34" charset="0"/>
                <a:cs typeface="Times New Roman" panose="02020603050405020304" pitchFamily="18" charset="0"/>
              </a:rPr>
              <a:t>2.		</a:t>
            </a:r>
            <a:r>
              <a:rPr lang="en-US" altLang="en-US" sz="1400" b="1">
                <a:latin typeface="Arial" panose="020B0604020202020204" pitchFamily="34" charset="0"/>
              </a:rPr>
              <a:t>Distributed Data Processing</a:t>
            </a:r>
          </a:p>
          <a:p>
            <a:pPr lvl="3"/>
            <a:r>
              <a:rPr lang="en-US" altLang="en-US" sz="1400" b="1">
                <a:latin typeface="Arial" panose="020B0604020202020204" pitchFamily="34" charset="0"/>
                <a:cs typeface="Times New Roman" panose="02020603050405020304" pitchFamily="18" charset="0"/>
              </a:rPr>
              <a:t>3.		</a:t>
            </a:r>
            <a:r>
              <a:rPr lang="en-US" altLang="en-US" sz="1400" b="1">
                <a:latin typeface="Arial" panose="020B0604020202020204" pitchFamily="34" charset="0"/>
              </a:rPr>
              <a:t>Performance Criteria</a:t>
            </a:r>
          </a:p>
          <a:p>
            <a:pPr lvl="3"/>
            <a:r>
              <a:rPr lang="en-US" altLang="en-US" sz="1400" b="1">
                <a:latin typeface="Arial" panose="020B0604020202020204" pitchFamily="34" charset="0"/>
                <a:cs typeface="Times New Roman" panose="02020603050405020304" pitchFamily="18" charset="0"/>
              </a:rPr>
              <a:t>4.		</a:t>
            </a:r>
            <a:r>
              <a:rPr lang="en-US" altLang="en-US" sz="1400" b="1">
                <a:latin typeface="Arial" panose="020B0604020202020204" pitchFamily="34" charset="0"/>
              </a:rPr>
              <a:t>Heavily Utilized Hardware</a:t>
            </a:r>
          </a:p>
          <a:p>
            <a:pPr lvl="3"/>
            <a:r>
              <a:rPr lang="en-US" altLang="en-US" sz="1400" b="1">
                <a:latin typeface="Arial" panose="020B0604020202020204" pitchFamily="34" charset="0"/>
                <a:cs typeface="Times New Roman" panose="02020603050405020304" pitchFamily="18" charset="0"/>
              </a:rPr>
              <a:t>5.		</a:t>
            </a:r>
            <a:r>
              <a:rPr lang="en-US" altLang="en-US" sz="1400" b="1">
                <a:latin typeface="Arial" panose="020B0604020202020204" pitchFamily="34" charset="0"/>
              </a:rPr>
              <a:t>High Transaction Rates</a:t>
            </a:r>
          </a:p>
          <a:p>
            <a:pPr lvl="3"/>
            <a:r>
              <a:rPr lang="en-US" altLang="en-US" sz="1400" b="1">
                <a:latin typeface="Arial" panose="020B0604020202020204" pitchFamily="34" charset="0"/>
                <a:cs typeface="Times New Roman" panose="02020603050405020304" pitchFamily="18" charset="0"/>
              </a:rPr>
              <a:t>6.		</a:t>
            </a:r>
            <a:r>
              <a:rPr lang="en-US" altLang="en-US" sz="1400" b="1">
                <a:latin typeface="Arial" panose="020B0604020202020204" pitchFamily="34" charset="0"/>
              </a:rPr>
              <a:t>Online Data Entry</a:t>
            </a:r>
          </a:p>
          <a:p>
            <a:pPr lvl="3"/>
            <a:r>
              <a:rPr lang="en-US" altLang="en-US" sz="1400" b="1">
                <a:latin typeface="Arial" panose="020B0604020202020204" pitchFamily="34" charset="0"/>
                <a:cs typeface="Times New Roman" panose="02020603050405020304" pitchFamily="18" charset="0"/>
              </a:rPr>
              <a:t>7.		</a:t>
            </a:r>
            <a:r>
              <a:rPr lang="en-US" altLang="en-US" sz="1400" b="1">
                <a:latin typeface="Arial" panose="020B0604020202020204" pitchFamily="34" charset="0"/>
              </a:rPr>
              <a:t>Online Updating</a:t>
            </a:r>
          </a:p>
          <a:p>
            <a:pPr lvl="3"/>
            <a:r>
              <a:rPr lang="en-US" altLang="en-US" sz="1400" b="1">
                <a:latin typeface="Arial" panose="020B0604020202020204" pitchFamily="34" charset="0"/>
                <a:cs typeface="Times New Roman" panose="02020603050405020304" pitchFamily="18" charset="0"/>
              </a:rPr>
              <a:t>8.		</a:t>
            </a:r>
            <a:r>
              <a:rPr lang="en-US" altLang="en-US" sz="1400" b="1">
                <a:latin typeface="Arial" panose="020B0604020202020204" pitchFamily="34" charset="0"/>
              </a:rPr>
              <a:t>End-user Efficiency</a:t>
            </a:r>
          </a:p>
          <a:p>
            <a:pPr lvl="3"/>
            <a:r>
              <a:rPr lang="en-US" altLang="en-US" sz="1400" b="1">
                <a:latin typeface="Arial" panose="020B0604020202020204" pitchFamily="34" charset="0"/>
                <a:cs typeface="Times New Roman" panose="02020603050405020304" pitchFamily="18" charset="0"/>
              </a:rPr>
              <a:t>9.		</a:t>
            </a:r>
            <a:r>
              <a:rPr lang="en-US" altLang="en-US" sz="1400" b="1">
                <a:latin typeface="Arial" panose="020B0604020202020204" pitchFamily="34" charset="0"/>
              </a:rPr>
              <a:t>Complex Computations</a:t>
            </a:r>
          </a:p>
          <a:p>
            <a:pPr lvl="3"/>
            <a:r>
              <a:rPr lang="en-US" altLang="en-US" sz="1400" b="1">
                <a:latin typeface="Arial" panose="020B0604020202020204" pitchFamily="34" charset="0"/>
                <a:cs typeface="Times New Roman" panose="02020603050405020304" pitchFamily="18" charset="0"/>
              </a:rPr>
              <a:t>10.	</a:t>
            </a:r>
            <a:r>
              <a:rPr lang="en-US" altLang="en-US" sz="1400" b="1">
                <a:latin typeface="Arial" panose="020B0604020202020204" pitchFamily="34" charset="0"/>
              </a:rPr>
              <a:t>Reusability</a:t>
            </a:r>
          </a:p>
          <a:p>
            <a:pPr lvl="3"/>
            <a:r>
              <a:rPr lang="en-US" altLang="en-US" sz="1400" b="1">
                <a:latin typeface="Arial" panose="020B0604020202020204" pitchFamily="34" charset="0"/>
                <a:cs typeface="Times New Roman" panose="02020603050405020304" pitchFamily="18" charset="0"/>
              </a:rPr>
              <a:t>11.	</a:t>
            </a:r>
            <a:r>
              <a:rPr lang="en-US" altLang="en-US" sz="1400" b="1">
                <a:latin typeface="Arial" panose="020B0604020202020204" pitchFamily="34" charset="0"/>
              </a:rPr>
              <a:t>Ease of Installation</a:t>
            </a:r>
          </a:p>
          <a:p>
            <a:pPr lvl="3"/>
            <a:r>
              <a:rPr lang="en-US" altLang="en-US" sz="1400" b="1">
                <a:latin typeface="Arial" panose="020B0604020202020204" pitchFamily="34" charset="0"/>
                <a:cs typeface="Times New Roman" panose="02020603050405020304" pitchFamily="18" charset="0"/>
              </a:rPr>
              <a:t>12.	</a:t>
            </a:r>
            <a:r>
              <a:rPr lang="en-US" altLang="en-US" sz="1400" b="1">
                <a:latin typeface="Arial" panose="020B0604020202020204" pitchFamily="34" charset="0"/>
              </a:rPr>
              <a:t>Ease of Operation</a:t>
            </a:r>
          </a:p>
          <a:p>
            <a:pPr lvl="3"/>
            <a:r>
              <a:rPr lang="en-US" altLang="en-US" sz="1400" b="1">
                <a:latin typeface="Arial" panose="020B0604020202020204" pitchFamily="34" charset="0"/>
                <a:cs typeface="Times New Roman" panose="02020603050405020304" pitchFamily="18" charset="0"/>
              </a:rPr>
              <a:t>13.	</a:t>
            </a:r>
            <a:r>
              <a:rPr lang="en-US" altLang="en-US" sz="1400" b="1">
                <a:latin typeface="Arial" panose="020B0604020202020204" pitchFamily="34" charset="0"/>
              </a:rPr>
              <a:t>Portability</a:t>
            </a:r>
          </a:p>
          <a:p>
            <a:pPr lvl="3"/>
            <a:r>
              <a:rPr lang="en-US" altLang="en-US" sz="1400" b="1">
                <a:latin typeface="Arial" panose="020B0604020202020204" pitchFamily="34" charset="0"/>
                <a:cs typeface="Times New Roman" panose="02020603050405020304" pitchFamily="18" charset="0"/>
              </a:rPr>
              <a:t>14.	</a:t>
            </a:r>
            <a:r>
              <a:rPr lang="en-US" altLang="en-US" sz="1400" b="1">
                <a:latin typeface="Arial" panose="020B0604020202020204" pitchFamily="34" charset="0"/>
              </a:rPr>
              <a:t>Maintainability</a:t>
            </a:r>
          </a:p>
          <a:p>
            <a:endParaRPr lang="en-US" altLang="en-US" sz="24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xmlns="" id="{2D7BE8AA-5C5C-7B1A-3708-3CC87E858ABA}"/>
              </a:ext>
            </a:extLst>
          </p:cNvPr>
          <p:cNvSpPr>
            <a:spLocks noGrp="1" noChangeArrowheads="1"/>
          </p:cNvSpPr>
          <p:nvPr>
            <p:ph type="title"/>
          </p:nvPr>
        </p:nvSpPr>
        <p:spPr/>
        <p:txBody>
          <a:bodyPr/>
          <a:lstStyle/>
          <a:p>
            <a:pPr>
              <a:defRPr/>
            </a:pPr>
            <a:r>
              <a:rPr lang="en-US"/>
              <a:t>Function Points(.....)</a:t>
            </a:r>
          </a:p>
        </p:txBody>
      </p:sp>
      <p:sp>
        <p:nvSpPr>
          <p:cNvPr id="27651" name="Rectangle 3">
            <a:extLst>
              <a:ext uri="{FF2B5EF4-FFF2-40B4-BE49-F238E27FC236}">
                <a16:creationId xmlns:a16="http://schemas.microsoft.com/office/drawing/2014/main" xmlns="" id="{9ACF93D0-8D76-7645-E4F3-2D46FB46D01A}"/>
              </a:ext>
            </a:extLst>
          </p:cNvPr>
          <p:cNvSpPr>
            <a:spLocks noGrp="1" noChangeArrowheads="1"/>
          </p:cNvSpPr>
          <p:nvPr>
            <p:ph type="body" idx="1"/>
          </p:nvPr>
        </p:nvSpPr>
        <p:spPr/>
        <p:txBody>
          <a:bodyPr/>
          <a:lstStyle/>
          <a:p>
            <a:r>
              <a:rPr lang="en-US" altLang="en-US" sz="2400" b="1" u="sng"/>
              <a:t>STEP 5</a:t>
            </a:r>
            <a:r>
              <a:rPr lang="en-US" altLang="en-US" sz="2400" b="1"/>
              <a:t>: </a:t>
            </a:r>
            <a:r>
              <a:rPr lang="en-US" altLang="en-US" sz="2400"/>
              <a:t>Sum the resulting numbers too obtain </a:t>
            </a:r>
            <a:r>
              <a:rPr lang="en-US" altLang="en-US" sz="2400" b="1"/>
              <a:t>DI</a:t>
            </a:r>
            <a:r>
              <a:rPr lang="en-US" altLang="en-US" sz="2400"/>
              <a:t> (degree of influence)</a:t>
            </a:r>
          </a:p>
          <a:p>
            <a:r>
              <a:rPr lang="en-US" altLang="en-US" sz="2400" b="1" u="sng"/>
              <a:t>STEP 6</a:t>
            </a:r>
            <a:r>
              <a:rPr lang="en-US" altLang="en-US" sz="2400" b="1"/>
              <a:t>: TCF</a:t>
            </a:r>
            <a:r>
              <a:rPr lang="en-US" altLang="en-US" sz="2400"/>
              <a:t> (Technical Complexity Factor) by given by  the formula</a:t>
            </a:r>
          </a:p>
          <a:p>
            <a:pPr lvl="1"/>
            <a:r>
              <a:rPr lang="en-US" altLang="en-US" b="1" i="1"/>
              <a:t>TCF=0.65+0.01*DI</a:t>
            </a:r>
          </a:p>
          <a:p>
            <a:r>
              <a:rPr lang="en-US" altLang="en-US" sz="2400" b="1" u="sng"/>
              <a:t>STEP 6</a:t>
            </a:r>
            <a:r>
              <a:rPr lang="en-US" altLang="en-US" sz="2400" b="1"/>
              <a:t>: </a:t>
            </a:r>
            <a:r>
              <a:rPr lang="en-US" altLang="en-US" sz="2400"/>
              <a:t>Function Points are by given by  the formula</a:t>
            </a:r>
          </a:p>
          <a:p>
            <a:pPr lvl="1"/>
            <a:r>
              <a:rPr lang="en-US" altLang="en-US" b="1" i="1"/>
              <a:t>FP=UFP*TCF</a:t>
            </a:r>
            <a:endParaRPr lang="en-US"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xmlns="" id="{88ACB4FC-B045-00BC-EE61-A267703F5590}"/>
              </a:ext>
            </a:extLst>
          </p:cNvPr>
          <p:cNvSpPr>
            <a:spLocks noGrp="1" noChangeArrowheads="1"/>
          </p:cNvSpPr>
          <p:nvPr>
            <p:ph type="title"/>
          </p:nvPr>
        </p:nvSpPr>
        <p:spPr/>
        <p:txBody>
          <a:bodyPr/>
          <a:lstStyle/>
          <a:p>
            <a:pPr>
              <a:defRPr/>
            </a:pPr>
            <a:r>
              <a:rPr lang="en-US"/>
              <a:t>Example</a:t>
            </a:r>
          </a:p>
        </p:txBody>
      </p:sp>
      <p:sp>
        <p:nvSpPr>
          <p:cNvPr id="28675" name="Rectangle 3">
            <a:extLst>
              <a:ext uri="{FF2B5EF4-FFF2-40B4-BE49-F238E27FC236}">
                <a16:creationId xmlns:a16="http://schemas.microsoft.com/office/drawing/2014/main" xmlns="" id="{FA950806-1369-E0F0-D8B9-A60C6402A7D3}"/>
              </a:ext>
            </a:extLst>
          </p:cNvPr>
          <p:cNvSpPr>
            <a:spLocks noGrp="1" noChangeArrowheads="1"/>
          </p:cNvSpPr>
          <p:nvPr>
            <p:ph type="body" idx="1"/>
          </p:nvPr>
        </p:nvSpPr>
        <p:spPr/>
        <p:txBody>
          <a:bodyPr/>
          <a:lstStyle/>
          <a:p>
            <a:endParaRPr lang="en-US" altLang="en-US"/>
          </a:p>
        </p:txBody>
      </p:sp>
      <p:graphicFrame>
        <p:nvGraphicFramePr>
          <p:cNvPr id="28676" name="Object 4">
            <a:extLst>
              <a:ext uri="{FF2B5EF4-FFF2-40B4-BE49-F238E27FC236}">
                <a16:creationId xmlns:a16="http://schemas.microsoft.com/office/drawing/2014/main" xmlns="" id="{FDD147F3-3E4F-B252-CE3C-844525FBC57D}"/>
              </a:ext>
            </a:extLst>
          </p:cNvPr>
          <p:cNvGraphicFramePr>
            <a:graphicFrameLocks noChangeAspect="1"/>
          </p:cNvGraphicFramePr>
          <p:nvPr/>
        </p:nvGraphicFramePr>
        <p:xfrm>
          <a:off x="2209800" y="1524001"/>
          <a:ext cx="7086600" cy="4733925"/>
        </p:xfrm>
        <a:graphic>
          <a:graphicData uri="http://schemas.openxmlformats.org/presentationml/2006/ole">
            <mc:AlternateContent xmlns:mc="http://schemas.openxmlformats.org/markup-compatibility/2006">
              <mc:Choice xmlns:v="urn:schemas-microsoft-com:vml" Requires="v">
                <p:oleObj spid="_x0000_s5122" name="Bitmap Image" r:id="rId3" imgW="5401429" imgH="3610479" progId="Paint.Picture">
                  <p:embed/>
                </p:oleObj>
              </mc:Choice>
              <mc:Fallback>
                <p:oleObj name="Bitmap Image" r:id="rId3" imgW="5401429" imgH="3610479" progId="Paint.Picture">
                  <p:embed/>
                  <p:pic>
                    <p:nvPicPr>
                      <p:cNvPr id="28676" name="Object 4">
                        <a:extLst>
                          <a:ext uri="{FF2B5EF4-FFF2-40B4-BE49-F238E27FC236}">
                            <a16:creationId xmlns:a16="http://schemas.microsoft.com/office/drawing/2014/main" xmlns="" id="{FDD147F3-3E4F-B252-CE3C-844525FBC5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1524001"/>
                        <a:ext cx="7086600" cy="4733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xmlns="" id="{D608D96C-AE59-D76C-F8E9-215611156E97}"/>
              </a:ext>
            </a:extLst>
          </p:cNvPr>
          <p:cNvSpPr>
            <a:spLocks noGrp="1" noChangeArrowheads="1"/>
          </p:cNvSpPr>
          <p:nvPr>
            <p:ph type="title"/>
          </p:nvPr>
        </p:nvSpPr>
        <p:spPr/>
        <p:txBody>
          <a:bodyPr/>
          <a:lstStyle/>
          <a:p>
            <a:pPr>
              <a:defRPr/>
            </a:pPr>
            <a:r>
              <a:rPr lang="en-US"/>
              <a:t>Example (.)</a:t>
            </a:r>
          </a:p>
        </p:txBody>
      </p:sp>
      <p:sp>
        <p:nvSpPr>
          <p:cNvPr id="29699" name="Rectangle 3">
            <a:extLst>
              <a:ext uri="{FF2B5EF4-FFF2-40B4-BE49-F238E27FC236}">
                <a16:creationId xmlns:a16="http://schemas.microsoft.com/office/drawing/2014/main" xmlns="" id="{69A1FD60-40CB-46DC-FBA7-2FC60579ABA5}"/>
              </a:ext>
            </a:extLst>
          </p:cNvPr>
          <p:cNvSpPr>
            <a:spLocks noGrp="1" noChangeArrowheads="1"/>
          </p:cNvSpPr>
          <p:nvPr>
            <p:ph type="body" idx="1"/>
          </p:nvPr>
        </p:nvSpPr>
        <p:spPr/>
        <p:txBody>
          <a:bodyPr/>
          <a:lstStyle/>
          <a:p>
            <a:endParaRPr lang="en-US" altLang="en-US"/>
          </a:p>
        </p:txBody>
      </p:sp>
      <p:graphicFrame>
        <p:nvGraphicFramePr>
          <p:cNvPr id="29700" name="Object 4">
            <a:extLst>
              <a:ext uri="{FF2B5EF4-FFF2-40B4-BE49-F238E27FC236}">
                <a16:creationId xmlns:a16="http://schemas.microsoft.com/office/drawing/2014/main" xmlns="" id="{CC17567A-2EF9-358B-BF3A-A82AAF6D0436}"/>
              </a:ext>
            </a:extLst>
          </p:cNvPr>
          <p:cNvGraphicFramePr>
            <a:graphicFrameLocks noChangeAspect="1"/>
          </p:cNvGraphicFramePr>
          <p:nvPr/>
        </p:nvGraphicFramePr>
        <p:xfrm>
          <a:off x="2133600" y="1905001"/>
          <a:ext cx="7924800" cy="4340225"/>
        </p:xfrm>
        <a:graphic>
          <a:graphicData uri="http://schemas.openxmlformats.org/presentationml/2006/ole">
            <mc:AlternateContent xmlns:mc="http://schemas.openxmlformats.org/markup-compatibility/2006">
              <mc:Choice xmlns:v="urn:schemas-microsoft-com:vml" Requires="v">
                <p:oleObj spid="_x0000_s6146" name="Bitmap Image" r:id="rId3" imgW="5095238" imgH="2790476" progId="Paint.Picture">
                  <p:embed/>
                </p:oleObj>
              </mc:Choice>
              <mc:Fallback>
                <p:oleObj name="Bitmap Image" r:id="rId3" imgW="5095238" imgH="2790476" progId="Paint.Picture">
                  <p:embed/>
                  <p:pic>
                    <p:nvPicPr>
                      <p:cNvPr id="29700" name="Object 4">
                        <a:extLst>
                          <a:ext uri="{FF2B5EF4-FFF2-40B4-BE49-F238E27FC236}">
                            <a16:creationId xmlns:a16="http://schemas.microsoft.com/office/drawing/2014/main" xmlns="" id="{CC17567A-2EF9-358B-BF3A-A82AAF6D04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33600" y="1905001"/>
                        <a:ext cx="7924800" cy="434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xmlns="" id="{DD761FDC-6F78-7DB3-C093-5D7D68E0F144}"/>
              </a:ext>
            </a:extLst>
          </p:cNvPr>
          <p:cNvSpPr>
            <a:spLocks noGrp="1" noChangeArrowheads="1"/>
          </p:cNvSpPr>
          <p:nvPr>
            <p:ph type="title"/>
          </p:nvPr>
        </p:nvSpPr>
        <p:spPr/>
        <p:txBody>
          <a:bodyPr/>
          <a:lstStyle/>
          <a:p>
            <a:pPr>
              <a:defRPr/>
            </a:pPr>
            <a:r>
              <a:rPr lang="en-US"/>
              <a:t>Example  (..)</a:t>
            </a:r>
          </a:p>
        </p:txBody>
      </p:sp>
      <p:sp>
        <p:nvSpPr>
          <p:cNvPr id="30723" name="Rectangle 5">
            <a:extLst>
              <a:ext uri="{FF2B5EF4-FFF2-40B4-BE49-F238E27FC236}">
                <a16:creationId xmlns:a16="http://schemas.microsoft.com/office/drawing/2014/main" xmlns="" id="{E2062DED-86D6-58F1-EFFD-0047CEC38FED}"/>
              </a:ext>
            </a:extLst>
          </p:cNvPr>
          <p:cNvSpPr>
            <a:spLocks noGrp="1" noChangeArrowheads="1"/>
          </p:cNvSpPr>
          <p:nvPr>
            <p:ph type="body" idx="1"/>
          </p:nvPr>
        </p:nvSpPr>
        <p:spPr>
          <a:xfrm>
            <a:off x="2209800" y="1981200"/>
            <a:ext cx="7772400" cy="4114800"/>
          </a:xfrm>
          <a:noFill/>
        </p:spPr>
        <p:txBody>
          <a:bodyPr>
            <a:normAutofit lnSpcReduction="10000"/>
          </a:bodyPr>
          <a:lstStyle/>
          <a:p>
            <a:pPr lvl="2"/>
            <a:r>
              <a:rPr lang="en-US" altLang="en-US" b="1" u="sng">
                <a:latin typeface="Arial" panose="020B0604020202020204" pitchFamily="34" charset="0"/>
              </a:rPr>
              <a:t>Technical Complexity Factors:</a:t>
            </a:r>
            <a:endParaRPr lang="en-US" altLang="en-US" sz="2400" b="1" u="sng">
              <a:latin typeface="Arial" panose="020B0604020202020204" pitchFamily="34" charset="0"/>
            </a:endParaRPr>
          </a:p>
          <a:p>
            <a:pPr lvl="3"/>
            <a:r>
              <a:rPr lang="en-US" altLang="en-US" sz="1400" b="1">
                <a:latin typeface="Arial" panose="020B0604020202020204" pitchFamily="34" charset="0"/>
                <a:cs typeface="Times New Roman" panose="02020603050405020304" pitchFamily="18" charset="0"/>
              </a:rPr>
              <a:t>1.		</a:t>
            </a:r>
            <a:r>
              <a:rPr lang="en-US" altLang="en-US" sz="1400" b="1">
                <a:latin typeface="Arial" panose="020B0604020202020204" pitchFamily="34" charset="0"/>
              </a:rPr>
              <a:t>Data Communication		3</a:t>
            </a:r>
          </a:p>
          <a:p>
            <a:pPr lvl="3"/>
            <a:r>
              <a:rPr lang="en-US" altLang="en-US" sz="1400" b="1">
                <a:latin typeface="Arial" panose="020B0604020202020204" pitchFamily="34" charset="0"/>
                <a:cs typeface="Times New Roman" panose="02020603050405020304" pitchFamily="18" charset="0"/>
              </a:rPr>
              <a:t>2.		</a:t>
            </a:r>
            <a:r>
              <a:rPr lang="en-US" altLang="en-US" sz="1400" b="1">
                <a:latin typeface="Arial" panose="020B0604020202020204" pitchFamily="34" charset="0"/>
              </a:rPr>
              <a:t>Distributed Data Processing	0</a:t>
            </a:r>
          </a:p>
          <a:p>
            <a:pPr lvl="3"/>
            <a:r>
              <a:rPr lang="en-US" altLang="en-US" sz="1400" b="1">
                <a:latin typeface="Arial" panose="020B0604020202020204" pitchFamily="34" charset="0"/>
                <a:cs typeface="Times New Roman" panose="02020603050405020304" pitchFamily="18" charset="0"/>
              </a:rPr>
              <a:t>3.		</a:t>
            </a:r>
            <a:r>
              <a:rPr lang="en-US" altLang="en-US" sz="1400" b="1">
                <a:latin typeface="Arial" panose="020B0604020202020204" pitchFamily="34" charset="0"/>
              </a:rPr>
              <a:t>Performance Criteria		4</a:t>
            </a:r>
          </a:p>
          <a:p>
            <a:pPr lvl="3"/>
            <a:r>
              <a:rPr lang="en-US" altLang="en-US" sz="1400" b="1">
                <a:latin typeface="Arial" panose="020B0604020202020204" pitchFamily="34" charset="0"/>
                <a:cs typeface="Times New Roman" panose="02020603050405020304" pitchFamily="18" charset="0"/>
              </a:rPr>
              <a:t>4.		</a:t>
            </a:r>
            <a:r>
              <a:rPr lang="en-US" altLang="en-US" sz="1400" b="1">
                <a:latin typeface="Arial" panose="020B0604020202020204" pitchFamily="34" charset="0"/>
              </a:rPr>
              <a:t>Heavily Utilized Hardware	0</a:t>
            </a:r>
          </a:p>
          <a:p>
            <a:pPr lvl="3"/>
            <a:r>
              <a:rPr lang="en-US" altLang="en-US" sz="1400" b="1">
                <a:latin typeface="Arial" panose="020B0604020202020204" pitchFamily="34" charset="0"/>
                <a:cs typeface="Times New Roman" panose="02020603050405020304" pitchFamily="18" charset="0"/>
              </a:rPr>
              <a:t>5.		</a:t>
            </a:r>
            <a:r>
              <a:rPr lang="en-US" altLang="en-US" sz="1400" b="1">
                <a:latin typeface="Arial" panose="020B0604020202020204" pitchFamily="34" charset="0"/>
              </a:rPr>
              <a:t>High Transaction Rates	3</a:t>
            </a:r>
          </a:p>
          <a:p>
            <a:pPr lvl="3"/>
            <a:r>
              <a:rPr lang="en-US" altLang="en-US" sz="1400" b="1">
                <a:latin typeface="Arial" panose="020B0604020202020204" pitchFamily="34" charset="0"/>
                <a:cs typeface="Times New Roman" panose="02020603050405020304" pitchFamily="18" charset="0"/>
              </a:rPr>
              <a:t>6.		</a:t>
            </a:r>
            <a:r>
              <a:rPr lang="en-US" altLang="en-US" sz="1400" b="1">
                <a:latin typeface="Arial" panose="020B0604020202020204" pitchFamily="34" charset="0"/>
              </a:rPr>
              <a:t>Online Data Entry		3</a:t>
            </a:r>
          </a:p>
          <a:p>
            <a:pPr lvl="3"/>
            <a:r>
              <a:rPr lang="en-US" altLang="en-US" sz="1400" b="1">
                <a:latin typeface="Arial" panose="020B0604020202020204" pitchFamily="34" charset="0"/>
                <a:cs typeface="Times New Roman" panose="02020603050405020304" pitchFamily="18" charset="0"/>
              </a:rPr>
              <a:t>7.		</a:t>
            </a:r>
            <a:r>
              <a:rPr lang="en-US" altLang="en-US" sz="1400" b="1">
                <a:latin typeface="Arial" panose="020B0604020202020204" pitchFamily="34" charset="0"/>
              </a:rPr>
              <a:t>Online Updating		3</a:t>
            </a:r>
          </a:p>
          <a:p>
            <a:pPr lvl="3"/>
            <a:r>
              <a:rPr lang="en-US" altLang="en-US" sz="1400" b="1">
                <a:latin typeface="Arial" panose="020B0604020202020204" pitchFamily="34" charset="0"/>
                <a:cs typeface="Times New Roman" panose="02020603050405020304" pitchFamily="18" charset="0"/>
              </a:rPr>
              <a:t>8.		</a:t>
            </a:r>
            <a:r>
              <a:rPr lang="en-US" altLang="en-US" sz="1400" b="1">
                <a:latin typeface="Arial" panose="020B0604020202020204" pitchFamily="34" charset="0"/>
              </a:rPr>
              <a:t>End-user Efficiency		3</a:t>
            </a:r>
          </a:p>
          <a:p>
            <a:pPr lvl="3"/>
            <a:r>
              <a:rPr lang="en-US" altLang="en-US" sz="1400" b="1">
                <a:latin typeface="Arial" panose="020B0604020202020204" pitchFamily="34" charset="0"/>
                <a:cs typeface="Times New Roman" panose="02020603050405020304" pitchFamily="18" charset="0"/>
              </a:rPr>
              <a:t>9.		</a:t>
            </a:r>
            <a:r>
              <a:rPr lang="en-US" altLang="en-US" sz="1400" b="1">
                <a:latin typeface="Arial" panose="020B0604020202020204" pitchFamily="34" charset="0"/>
              </a:rPr>
              <a:t>Complex Computations	0</a:t>
            </a:r>
          </a:p>
          <a:p>
            <a:pPr lvl="3"/>
            <a:r>
              <a:rPr lang="en-US" altLang="en-US" sz="1400" b="1">
                <a:latin typeface="Arial" panose="020B0604020202020204" pitchFamily="34" charset="0"/>
                <a:cs typeface="Times New Roman" panose="02020603050405020304" pitchFamily="18" charset="0"/>
              </a:rPr>
              <a:t>10.	</a:t>
            </a:r>
            <a:r>
              <a:rPr lang="en-US" altLang="en-US" sz="1400" b="1">
                <a:latin typeface="Arial" panose="020B0604020202020204" pitchFamily="34" charset="0"/>
              </a:rPr>
              <a:t>Reusability		3</a:t>
            </a:r>
          </a:p>
          <a:p>
            <a:pPr lvl="3"/>
            <a:r>
              <a:rPr lang="en-US" altLang="en-US" sz="1400" b="1">
                <a:latin typeface="Arial" panose="020B0604020202020204" pitchFamily="34" charset="0"/>
                <a:cs typeface="Times New Roman" panose="02020603050405020304" pitchFamily="18" charset="0"/>
              </a:rPr>
              <a:t>11.	</a:t>
            </a:r>
            <a:r>
              <a:rPr lang="en-US" altLang="en-US" sz="1400" b="1">
                <a:latin typeface="Arial" panose="020B0604020202020204" pitchFamily="34" charset="0"/>
              </a:rPr>
              <a:t>Ease of Installation		3</a:t>
            </a:r>
          </a:p>
          <a:p>
            <a:pPr lvl="3"/>
            <a:r>
              <a:rPr lang="en-US" altLang="en-US" sz="1400" b="1">
                <a:latin typeface="Arial" panose="020B0604020202020204" pitchFamily="34" charset="0"/>
                <a:cs typeface="Times New Roman" panose="02020603050405020304" pitchFamily="18" charset="0"/>
              </a:rPr>
              <a:t>12.	</a:t>
            </a:r>
            <a:r>
              <a:rPr lang="en-US" altLang="en-US" sz="1400" b="1">
                <a:latin typeface="Arial" panose="020B0604020202020204" pitchFamily="34" charset="0"/>
              </a:rPr>
              <a:t>Ease of Operation		5</a:t>
            </a:r>
          </a:p>
          <a:p>
            <a:pPr lvl="3"/>
            <a:r>
              <a:rPr lang="en-US" altLang="en-US" sz="1400" b="1">
                <a:latin typeface="Arial" panose="020B0604020202020204" pitchFamily="34" charset="0"/>
                <a:cs typeface="Times New Roman" panose="02020603050405020304" pitchFamily="18" charset="0"/>
              </a:rPr>
              <a:t>13.	</a:t>
            </a:r>
            <a:r>
              <a:rPr lang="en-US" altLang="en-US" sz="1400" b="1">
                <a:latin typeface="Arial" panose="020B0604020202020204" pitchFamily="34" charset="0"/>
              </a:rPr>
              <a:t>Portability			3</a:t>
            </a:r>
          </a:p>
          <a:p>
            <a:pPr lvl="3"/>
            <a:r>
              <a:rPr lang="en-US" altLang="en-US" sz="1400" b="1">
                <a:latin typeface="Arial" panose="020B0604020202020204" pitchFamily="34" charset="0"/>
                <a:cs typeface="Times New Roman" panose="02020603050405020304" pitchFamily="18" charset="0"/>
              </a:rPr>
              <a:t>14.	</a:t>
            </a:r>
            <a:r>
              <a:rPr lang="en-US" altLang="en-US" sz="1400" b="1">
                <a:latin typeface="Arial" panose="020B0604020202020204" pitchFamily="34" charset="0"/>
              </a:rPr>
              <a:t>Maintainability		3</a:t>
            </a:r>
          </a:p>
          <a:p>
            <a:pPr lvl="4"/>
            <a:r>
              <a:rPr lang="en-US" altLang="en-US" b="1"/>
              <a:t>DI =30	(Degree of Influence)</a:t>
            </a:r>
            <a:endParaRPr lang="en-US"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xmlns="" id="{145B523B-2D07-294E-B5F0-4909D6EAC24E}"/>
              </a:ext>
            </a:extLst>
          </p:cNvPr>
          <p:cNvSpPr>
            <a:spLocks noGrp="1" noChangeArrowheads="1"/>
          </p:cNvSpPr>
          <p:nvPr>
            <p:ph type="title"/>
          </p:nvPr>
        </p:nvSpPr>
        <p:spPr/>
        <p:txBody>
          <a:bodyPr/>
          <a:lstStyle/>
          <a:p>
            <a:pPr>
              <a:defRPr/>
            </a:pPr>
            <a:r>
              <a:rPr lang="en-US"/>
              <a:t>Example (…)</a:t>
            </a:r>
          </a:p>
        </p:txBody>
      </p:sp>
      <p:sp>
        <p:nvSpPr>
          <p:cNvPr id="31747" name="Rectangle 3">
            <a:extLst>
              <a:ext uri="{FF2B5EF4-FFF2-40B4-BE49-F238E27FC236}">
                <a16:creationId xmlns:a16="http://schemas.microsoft.com/office/drawing/2014/main" xmlns="" id="{0582B939-4C68-7A30-A742-3C386FC7BFB3}"/>
              </a:ext>
            </a:extLst>
          </p:cNvPr>
          <p:cNvSpPr>
            <a:spLocks noGrp="1" noChangeArrowheads="1"/>
          </p:cNvSpPr>
          <p:nvPr>
            <p:ph type="body" idx="1"/>
          </p:nvPr>
        </p:nvSpPr>
        <p:spPr/>
        <p:txBody>
          <a:bodyPr/>
          <a:lstStyle/>
          <a:p>
            <a:r>
              <a:rPr lang="en-US" altLang="en-US"/>
              <a:t>Function Points</a:t>
            </a:r>
          </a:p>
          <a:p>
            <a:pPr lvl="1"/>
            <a:r>
              <a:rPr lang="en-US" altLang="en-US"/>
              <a:t>FP=UFP*(0.65+0.01*DI)= 55*(0.65+0.01*30)=52.25</a:t>
            </a:r>
          </a:p>
          <a:p>
            <a:pPr lvl="1"/>
            <a:endParaRPr lang="en-US" altLang="en-US"/>
          </a:p>
          <a:p>
            <a:pPr lvl="1"/>
            <a:r>
              <a:rPr lang="en-US" altLang="en-US"/>
              <a:t>That means the is </a:t>
            </a:r>
            <a:r>
              <a:rPr lang="en-US" altLang="en-US" b="1"/>
              <a:t>FP=52.25</a:t>
            </a:r>
            <a:endParaRPr lang="en-US"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xmlns="" id="{26A264C4-B018-8F5C-93DE-48128CE18934}"/>
              </a:ext>
            </a:extLst>
          </p:cNvPr>
          <p:cNvSpPr>
            <a:spLocks noGrp="1" noChangeArrowheads="1"/>
          </p:cNvSpPr>
          <p:nvPr>
            <p:ph type="title"/>
          </p:nvPr>
        </p:nvSpPr>
        <p:spPr/>
        <p:txBody>
          <a:bodyPr/>
          <a:lstStyle/>
          <a:p>
            <a:pPr>
              <a:defRPr/>
            </a:pPr>
            <a:r>
              <a:rPr lang="en-US"/>
              <a:t>Relation between LOC and FP</a:t>
            </a:r>
          </a:p>
        </p:txBody>
      </p:sp>
      <p:sp>
        <p:nvSpPr>
          <p:cNvPr id="32771" name="Rectangle 3">
            <a:extLst>
              <a:ext uri="{FF2B5EF4-FFF2-40B4-BE49-F238E27FC236}">
                <a16:creationId xmlns:a16="http://schemas.microsoft.com/office/drawing/2014/main" xmlns="" id="{D6A84291-533D-BFB8-5BF9-93E5C0971C5D}"/>
              </a:ext>
            </a:extLst>
          </p:cNvPr>
          <p:cNvSpPr>
            <a:spLocks noGrp="1" noChangeArrowheads="1"/>
          </p:cNvSpPr>
          <p:nvPr>
            <p:ph type="body" idx="1"/>
          </p:nvPr>
        </p:nvSpPr>
        <p:spPr>
          <a:xfrm>
            <a:off x="1524000" y="1905000"/>
            <a:ext cx="4800600" cy="4114800"/>
          </a:xfrm>
        </p:spPr>
        <p:txBody>
          <a:bodyPr/>
          <a:lstStyle/>
          <a:p>
            <a:r>
              <a:rPr lang="en-US" altLang="en-US"/>
              <a:t>Relationship:</a:t>
            </a:r>
          </a:p>
          <a:p>
            <a:pPr>
              <a:buFontTx/>
              <a:buNone/>
            </a:pPr>
            <a:endParaRPr lang="en-US" altLang="en-US"/>
          </a:p>
          <a:p>
            <a:pPr lvl="1"/>
            <a:r>
              <a:rPr lang="en-CA" altLang="en-US" b="1" i="1">
                <a:solidFill>
                  <a:srgbClr val="000000"/>
                </a:solidFill>
                <a:latin typeface="Helvetica" panose="020B0604020202020204" pitchFamily="34" charset="0"/>
                <a:cs typeface="Times New Roman" panose="02020603050405020304" pitchFamily="18" charset="0"/>
              </a:rPr>
              <a:t>LOC = Language Factor * FP </a:t>
            </a:r>
          </a:p>
          <a:p>
            <a:pPr lvl="1"/>
            <a:endParaRPr lang="en-CA" altLang="en-US">
              <a:solidFill>
                <a:srgbClr val="000000"/>
              </a:solidFill>
              <a:latin typeface="Helvetica" panose="020B0604020202020204" pitchFamily="34" charset="0"/>
              <a:cs typeface="Times New Roman" panose="02020603050405020304" pitchFamily="18" charset="0"/>
            </a:endParaRPr>
          </a:p>
          <a:p>
            <a:pPr lvl="1"/>
            <a:r>
              <a:rPr lang="en-CA" altLang="en-US">
                <a:solidFill>
                  <a:srgbClr val="000000"/>
                </a:solidFill>
                <a:latin typeface="Helvetica" panose="020B0604020202020204" pitchFamily="34" charset="0"/>
                <a:cs typeface="Times New Roman" panose="02020603050405020304" pitchFamily="18" charset="0"/>
              </a:rPr>
              <a:t>where</a:t>
            </a:r>
            <a:endParaRPr lang="en-US" altLang="en-US"/>
          </a:p>
          <a:p>
            <a:pPr lvl="2"/>
            <a:r>
              <a:rPr lang="en-US" altLang="en-US" b="1"/>
              <a:t>LOC</a:t>
            </a:r>
            <a:r>
              <a:rPr lang="en-US" altLang="en-US"/>
              <a:t> (Lines of Code)</a:t>
            </a:r>
          </a:p>
          <a:p>
            <a:pPr lvl="2"/>
            <a:r>
              <a:rPr lang="en-US" altLang="en-US" b="1"/>
              <a:t>FP</a:t>
            </a:r>
            <a:r>
              <a:rPr lang="en-US" altLang="en-US"/>
              <a:t> (Function Points)</a:t>
            </a:r>
          </a:p>
        </p:txBody>
      </p:sp>
      <p:graphicFrame>
        <p:nvGraphicFramePr>
          <p:cNvPr id="32772" name="Object 4">
            <a:extLst>
              <a:ext uri="{FF2B5EF4-FFF2-40B4-BE49-F238E27FC236}">
                <a16:creationId xmlns:a16="http://schemas.microsoft.com/office/drawing/2014/main" xmlns="" id="{29118E98-5AEF-2501-AF33-43ED7648A14C}"/>
              </a:ext>
            </a:extLst>
          </p:cNvPr>
          <p:cNvGraphicFramePr>
            <a:graphicFrameLocks noChangeAspect="1"/>
          </p:cNvGraphicFramePr>
          <p:nvPr/>
        </p:nvGraphicFramePr>
        <p:xfrm>
          <a:off x="6262688" y="1981200"/>
          <a:ext cx="4405312" cy="3494088"/>
        </p:xfrm>
        <a:graphic>
          <a:graphicData uri="http://schemas.openxmlformats.org/presentationml/2006/ole">
            <mc:AlternateContent xmlns:mc="http://schemas.openxmlformats.org/markup-compatibility/2006">
              <mc:Choice xmlns:v="urn:schemas-microsoft-com:vml" Requires="v">
                <p:oleObj spid="_x0000_s7170" name="Bitmap Image" r:id="rId3" imgW="5152381" imgH="4086795" progId="Paint.Picture">
                  <p:embed/>
                </p:oleObj>
              </mc:Choice>
              <mc:Fallback>
                <p:oleObj name="Bitmap Image" r:id="rId3" imgW="5152381" imgH="4086795" progId="Paint.Picture">
                  <p:embed/>
                  <p:pic>
                    <p:nvPicPr>
                      <p:cNvPr id="32772" name="Object 4">
                        <a:extLst>
                          <a:ext uri="{FF2B5EF4-FFF2-40B4-BE49-F238E27FC236}">
                            <a16:creationId xmlns:a16="http://schemas.microsoft.com/office/drawing/2014/main" xmlns="" id="{29118E98-5AEF-2501-AF33-43ED7648A1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62688" y="1981200"/>
                        <a:ext cx="4405312" cy="3494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xmlns="" id="{A26DC383-B199-B0D8-5F7D-99D5972F712D}"/>
              </a:ext>
            </a:extLst>
          </p:cNvPr>
          <p:cNvSpPr>
            <a:spLocks noGrp="1" noChangeArrowheads="1"/>
          </p:cNvSpPr>
          <p:nvPr>
            <p:ph type="title"/>
          </p:nvPr>
        </p:nvSpPr>
        <p:spPr/>
        <p:txBody>
          <a:bodyPr/>
          <a:lstStyle/>
          <a:p>
            <a:pPr>
              <a:defRPr/>
            </a:pPr>
            <a:r>
              <a:rPr lang="en-US"/>
              <a:t>Relation between LOC and FP(.)</a:t>
            </a:r>
          </a:p>
        </p:txBody>
      </p:sp>
      <p:sp>
        <p:nvSpPr>
          <p:cNvPr id="33795" name="Rectangle 3">
            <a:extLst>
              <a:ext uri="{FF2B5EF4-FFF2-40B4-BE49-F238E27FC236}">
                <a16:creationId xmlns:a16="http://schemas.microsoft.com/office/drawing/2014/main" xmlns="" id="{F118ED35-3596-3A2B-C491-9546140C01F9}"/>
              </a:ext>
            </a:extLst>
          </p:cNvPr>
          <p:cNvSpPr>
            <a:spLocks noGrp="1" noChangeArrowheads="1"/>
          </p:cNvSpPr>
          <p:nvPr>
            <p:ph type="body" idx="1"/>
          </p:nvPr>
        </p:nvSpPr>
        <p:spPr>
          <a:xfrm>
            <a:off x="2057400" y="1905000"/>
            <a:ext cx="7620000" cy="4114800"/>
          </a:xfrm>
        </p:spPr>
        <p:txBody>
          <a:bodyPr/>
          <a:lstStyle/>
          <a:p>
            <a:pPr marL="533400" indent="-533400">
              <a:buNone/>
            </a:pPr>
            <a:r>
              <a:rPr lang="en-US" altLang="en-US" sz="2400">
                <a:cs typeface="Arial" panose="020B0604020202020204" pitchFamily="34" charset="0"/>
              </a:rPr>
              <a:t>Assuming LOC’s per FP for: </a:t>
            </a:r>
          </a:p>
          <a:p>
            <a:pPr marL="533400" indent="-533400">
              <a:buNone/>
            </a:pPr>
            <a:r>
              <a:rPr lang="en-US" altLang="en-US" sz="2400" b="1" i="1">
                <a:latin typeface="Arial" panose="020B0604020202020204" pitchFamily="34" charset="0"/>
                <a:cs typeface="Arial" panose="020B0604020202020204" pitchFamily="34" charset="0"/>
              </a:rPr>
              <a:t>	Java = 53</a:t>
            </a:r>
            <a:r>
              <a:rPr lang="en-US" altLang="en-US" sz="2400" i="1">
                <a:latin typeface="Arial" panose="020B0604020202020204" pitchFamily="34" charset="0"/>
                <a:cs typeface="Arial" panose="020B0604020202020204" pitchFamily="34" charset="0"/>
              </a:rPr>
              <a:t>, </a:t>
            </a:r>
          </a:p>
          <a:p>
            <a:pPr marL="533400" indent="-533400">
              <a:buNone/>
            </a:pPr>
            <a:r>
              <a:rPr lang="en-US" altLang="en-US" sz="2400" b="1" i="1">
                <a:latin typeface="Arial" panose="020B0604020202020204" pitchFamily="34" charset="0"/>
                <a:cs typeface="Arial" panose="020B0604020202020204" pitchFamily="34" charset="0"/>
              </a:rPr>
              <a:t>	C++ = 64</a:t>
            </a:r>
            <a:endParaRPr lang="en-US" altLang="en-US" sz="2400"/>
          </a:p>
          <a:p>
            <a:pPr marL="533400" indent="-533400">
              <a:buNone/>
            </a:pPr>
            <a:r>
              <a:rPr lang="en-CA" altLang="en-US" sz="2400" b="1">
                <a:latin typeface="Arial" panose="020B0604020202020204" pitchFamily="34" charset="0"/>
                <a:cs typeface="Arial" panose="020B0604020202020204" pitchFamily="34" charset="0"/>
              </a:rPr>
              <a:t> </a:t>
            </a:r>
            <a:endParaRPr lang="en-CA" altLang="en-US" sz="2400">
              <a:latin typeface="Arial Unicode MS"/>
              <a:cs typeface="Times New Roman" panose="02020603050405020304" pitchFamily="18" charset="0"/>
            </a:endParaRPr>
          </a:p>
          <a:p>
            <a:pPr marL="533400" indent="-533400">
              <a:buNone/>
            </a:pPr>
            <a:r>
              <a:rPr lang="en-CA" altLang="en-US" sz="2400" b="1" i="1">
                <a:latin typeface="Arial" panose="020B0604020202020204" pitchFamily="34" charset="0"/>
                <a:cs typeface="Arial" panose="020B0604020202020204" pitchFamily="34" charset="0"/>
              </a:rPr>
              <a:t>	aKLOC = FP * LOC_per_FP  / 1000</a:t>
            </a:r>
          </a:p>
          <a:p>
            <a:pPr marL="533400" indent="-533400">
              <a:buNone/>
            </a:pPr>
            <a:endParaRPr lang="en-CA" altLang="en-US" sz="2400" b="1" i="1">
              <a:latin typeface="Arial" panose="020B0604020202020204" pitchFamily="34" charset="0"/>
              <a:cs typeface="Arial" panose="020B0604020202020204" pitchFamily="34" charset="0"/>
            </a:endParaRPr>
          </a:p>
          <a:p>
            <a:pPr marL="533400" indent="-533400">
              <a:buNone/>
            </a:pPr>
            <a:r>
              <a:rPr lang="en-CA" altLang="en-US" sz="2400">
                <a:cs typeface="Arial" panose="020B0604020202020204" pitchFamily="34" charset="0"/>
              </a:rPr>
              <a:t>It means for the SpellChekcer Example: (Java)</a:t>
            </a:r>
          </a:p>
          <a:p>
            <a:pPr marL="533400" indent="-533400">
              <a:buNone/>
            </a:pPr>
            <a:endParaRPr lang="en-CA" altLang="en-US" sz="2400">
              <a:cs typeface="Arial" panose="020B0604020202020204" pitchFamily="34" charset="0"/>
            </a:endParaRPr>
          </a:p>
          <a:p>
            <a:pPr marL="533400" indent="-533400">
              <a:buNone/>
            </a:pPr>
            <a:r>
              <a:rPr lang="en-CA" altLang="en-US" sz="2400" b="1">
                <a:latin typeface="Arial" panose="020B0604020202020204" pitchFamily="34" charset="0"/>
                <a:cs typeface="Arial" panose="020B0604020202020204" pitchFamily="34" charset="0"/>
              </a:rPr>
              <a:t>	LOC=52.25*53=2769.25 LOC  or 2.76 KLOC</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xmlns="" id="{84B81BC7-FC5B-DEDC-37F6-3A476D8D2222}"/>
              </a:ext>
            </a:extLst>
          </p:cNvPr>
          <p:cNvSpPr>
            <a:spLocks noGrp="1" noChangeArrowheads="1"/>
          </p:cNvSpPr>
          <p:nvPr>
            <p:ph type="title"/>
          </p:nvPr>
        </p:nvSpPr>
        <p:spPr/>
        <p:txBody>
          <a:bodyPr/>
          <a:lstStyle/>
          <a:p>
            <a:pPr>
              <a:defRPr/>
            </a:pPr>
            <a:r>
              <a:rPr lang="en-US"/>
              <a:t>Effort Computation</a:t>
            </a:r>
          </a:p>
        </p:txBody>
      </p:sp>
      <p:sp>
        <p:nvSpPr>
          <p:cNvPr id="34819" name="Rectangle 3">
            <a:extLst>
              <a:ext uri="{FF2B5EF4-FFF2-40B4-BE49-F238E27FC236}">
                <a16:creationId xmlns:a16="http://schemas.microsoft.com/office/drawing/2014/main" xmlns="" id="{A7B7BE21-8BF7-48AD-1571-E29AEBD5BC79}"/>
              </a:ext>
            </a:extLst>
          </p:cNvPr>
          <p:cNvSpPr>
            <a:spLocks noGrp="1" noChangeArrowheads="1"/>
          </p:cNvSpPr>
          <p:nvPr>
            <p:ph type="body" idx="1"/>
          </p:nvPr>
        </p:nvSpPr>
        <p:spPr/>
        <p:txBody>
          <a:bodyPr/>
          <a:lstStyle/>
          <a:p>
            <a:r>
              <a:rPr lang="en-US" altLang="en-US" sz="2400"/>
              <a:t>The </a:t>
            </a:r>
            <a:r>
              <a:rPr lang="en-US" altLang="en-US" sz="2400" b="1">
                <a:solidFill>
                  <a:srgbClr val="FF0000"/>
                </a:solidFill>
              </a:rPr>
              <a:t>Basic COCOMO model</a:t>
            </a:r>
            <a:r>
              <a:rPr lang="en-US" altLang="en-US" sz="2400"/>
              <a:t> computes effort as a function of program size. The Basic COCOMO equation is:</a:t>
            </a:r>
            <a:endParaRPr lang="en-US" altLang="en-US" b="1" i="1"/>
          </a:p>
          <a:p>
            <a:pPr lvl="1"/>
            <a:r>
              <a:rPr lang="en-US" altLang="en-US" b="1" i="1"/>
              <a:t>E = aKLOC^b</a:t>
            </a:r>
          </a:p>
          <a:p>
            <a:r>
              <a:rPr lang="en-US" altLang="en-US" sz="2400"/>
              <a:t>Effort for three modes of Basic COCOMO.</a:t>
            </a:r>
            <a:r>
              <a:rPr lang="en-US" altLang="en-US" sz="2400" b="1" i="1"/>
              <a:t> </a:t>
            </a:r>
          </a:p>
          <a:p>
            <a:endParaRPr lang="en-US" altLang="en-US" sz="2400" b="1"/>
          </a:p>
          <a:p>
            <a:endParaRPr lang="en-US" altLang="en-US" b="1"/>
          </a:p>
        </p:txBody>
      </p:sp>
      <p:graphicFrame>
        <p:nvGraphicFramePr>
          <p:cNvPr id="37915" name="Group 27">
            <a:extLst>
              <a:ext uri="{FF2B5EF4-FFF2-40B4-BE49-F238E27FC236}">
                <a16:creationId xmlns:a16="http://schemas.microsoft.com/office/drawing/2014/main" xmlns="" id="{E3E00286-43C9-16E3-0E2A-734EEB98973E}"/>
              </a:ext>
            </a:extLst>
          </p:cNvPr>
          <p:cNvGraphicFramePr>
            <a:graphicFrameLocks noGrp="1"/>
          </p:cNvGraphicFramePr>
          <p:nvPr/>
        </p:nvGraphicFramePr>
        <p:xfrm>
          <a:off x="3581400" y="4114801"/>
          <a:ext cx="4419600" cy="2133601"/>
        </p:xfrm>
        <a:graphic>
          <a:graphicData uri="http://schemas.openxmlformats.org/drawingml/2006/table">
            <a:tbl>
              <a:tblPr/>
              <a:tblGrid>
                <a:gridCol w="1473200">
                  <a:extLst>
                    <a:ext uri="{9D8B030D-6E8A-4147-A177-3AD203B41FA5}">
                      <a16:colId xmlns:a16="http://schemas.microsoft.com/office/drawing/2014/main" xmlns="" val="20000"/>
                    </a:ext>
                  </a:extLst>
                </a:gridCol>
                <a:gridCol w="1473200">
                  <a:extLst>
                    <a:ext uri="{9D8B030D-6E8A-4147-A177-3AD203B41FA5}">
                      <a16:colId xmlns:a16="http://schemas.microsoft.com/office/drawing/2014/main" xmlns="" val="20001"/>
                    </a:ext>
                  </a:extLst>
                </a:gridCol>
                <a:gridCol w="1473200">
                  <a:extLst>
                    <a:ext uri="{9D8B030D-6E8A-4147-A177-3AD203B41FA5}">
                      <a16:colId xmlns:a16="http://schemas.microsoft.com/office/drawing/2014/main" xmlns="" val="20002"/>
                    </a:ext>
                  </a:extLst>
                </a:gridCol>
              </a:tblGrid>
              <a:tr h="694965">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Mode</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 a</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 b</a:t>
                      </a:r>
                    </a:p>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800" b="1" i="0" u="none" strike="noStrike" cap="none" normalizeH="0" baseline="0">
                        <a:ln>
                          <a:noFill/>
                        </a:ln>
                        <a:solidFill>
                          <a:schemeClr val="tx1"/>
                        </a:solidFill>
                        <a:effectLst/>
                        <a:latin typeface="Times New Roman" pitchFamily="18" charset="0"/>
                      </a:endParaRP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0"/>
                  </a:ext>
                </a:extLst>
              </a:tr>
              <a:tr h="403237">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Organic</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2.4</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1.05</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1"/>
                  </a:ext>
                </a:extLst>
              </a:tr>
              <a:tr h="640099">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Semi-detached</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3.0</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1.12</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2"/>
                  </a:ext>
                </a:extLst>
              </a:tr>
              <a:tr h="3953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Embedded</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3.6</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1.20</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xmlns="" id="{28E37FEE-BC5F-660F-2D21-A85505EB8BC7}"/>
              </a:ext>
            </a:extLst>
          </p:cNvPr>
          <p:cNvSpPr>
            <a:spLocks noGrp="1" noChangeArrowheads="1"/>
          </p:cNvSpPr>
          <p:nvPr>
            <p:ph type="title"/>
          </p:nvPr>
        </p:nvSpPr>
        <p:spPr/>
        <p:txBody>
          <a:bodyPr/>
          <a:lstStyle/>
          <a:p>
            <a:pPr>
              <a:defRPr/>
            </a:pPr>
            <a:r>
              <a:rPr lang="en-US"/>
              <a:t>Example</a:t>
            </a:r>
          </a:p>
        </p:txBody>
      </p:sp>
      <p:pic>
        <p:nvPicPr>
          <p:cNvPr id="35843" name="Picture 5" descr="CostEffort10">
            <a:extLst>
              <a:ext uri="{FF2B5EF4-FFF2-40B4-BE49-F238E27FC236}">
                <a16:creationId xmlns:a16="http://schemas.microsoft.com/office/drawing/2014/main" xmlns="" id="{33EC566A-FD47-D59F-4E19-76C37D696C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2057401"/>
            <a:ext cx="3810000" cy="137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5844" name="Object 6">
            <a:extLst>
              <a:ext uri="{FF2B5EF4-FFF2-40B4-BE49-F238E27FC236}">
                <a16:creationId xmlns:a16="http://schemas.microsoft.com/office/drawing/2014/main" xmlns="" id="{F7B42EBA-A38E-890D-6CBC-C41C2E191D5B}"/>
              </a:ext>
            </a:extLst>
          </p:cNvPr>
          <p:cNvGraphicFramePr>
            <a:graphicFrameLocks noChangeAspect="1"/>
          </p:cNvGraphicFramePr>
          <p:nvPr/>
        </p:nvGraphicFramePr>
        <p:xfrm>
          <a:off x="3048000" y="3733800"/>
          <a:ext cx="5486400" cy="1917700"/>
        </p:xfrm>
        <a:graphic>
          <a:graphicData uri="http://schemas.openxmlformats.org/presentationml/2006/ole">
            <mc:AlternateContent xmlns:mc="http://schemas.openxmlformats.org/markup-compatibility/2006">
              <mc:Choice xmlns:v="urn:schemas-microsoft-com:vml" Requires="v">
                <p:oleObj spid="_x0000_s8194" name="Bitmap Image" r:id="rId4" imgW="3161905" imgH="1104762" progId="Paint.Picture">
                  <p:embed/>
                </p:oleObj>
              </mc:Choice>
              <mc:Fallback>
                <p:oleObj name="Bitmap Image" r:id="rId4" imgW="3161905" imgH="1104762" progId="Paint.Picture">
                  <p:embed/>
                  <p:pic>
                    <p:nvPicPr>
                      <p:cNvPr id="35844" name="Object 6">
                        <a:extLst>
                          <a:ext uri="{FF2B5EF4-FFF2-40B4-BE49-F238E27FC236}">
                            <a16:creationId xmlns:a16="http://schemas.microsoft.com/office/drawing/2014/main" xmlns="" id="{F7B42EBA-A38E-890D-6CBC-C41C2E191D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0" y="3733800"/>
                        <a:ext cx="5486400" cy="191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xmlns="" id="{A43B65DD-8A5C-CAF9-1342-4C8ADC25C3E4}"/>
              </a:ext>
            </a:extLst>
          </p:cNvPr>
          <p:cNvSpPr>
            <a:spLocks noGrp="1" noChangeArrowheads="1"/>
          </p:cNvSpPr>
          <p:nvPr>
            <p:ph type="title"/>
          </p:nvPr>
        </p:nvSpPr>
        <p:spPr/>
        <p:txBody>
          <a:bodyPr/>
          <a:lstStyle/>
          <a:p>
            <a:pPr>
              <a:defRPr/>
            </a:pPr>
            <a:r>
              <a:rPr lang="en-US"/>
              <a:t>Effort Computation</a:t>
            </a:r>
          </a:p>
        </p:txBody>
      </p:sp>
      <p:sp>
        <p:nvSpPr>
          <p:cNvPr id="36867" name="Rectangle 3">
            <a:extLst>
              <a:ext uri="{FF2B5EF4-FFF2-40B4-BE49-F238E27FC236}">
                <a16:creationId xmlns:a16="http://schemas.microsoft.com/office/drawing/2014/main" xmlns="" id="{03EBF9AD-D001-DD27-B545-FF05D6C6A473}"/>
              </a:ext>
            </a:extLst>
          </p:cNvPr>
          <p:cNvSpPr>
            <a:spLocks noGrp="1" noChangeArrowheads="1"/>
          </p:cNvSpPr>
          <p:nvPr>
            <p:ph type="body" idx="1"/>
          </p:nvPr>
        </p:nvSpPr>
        <p:spPr/>
        <p:txBody>
          <a:bodyPr/>
          <a:lstStyle/>
          <a:p>
            <a:r>
              <a:rPr lang="en-US" altLang="en-US" sz="2400"/>
              <a:t>The </a:t>
            </a:r>
            <a:r>
              <a:rPr lang="en-US" altLang="en-US" sz="2400" b="1">
                <a:solidFill>
                  <a:srgbClr val="FF0000"/>
                </a:solidFill>
              </a:rPr>
              <a:t>intermediate COCOMO model</a:t>
            </a:r>
            <a:r>
              <a:rPr lang="en-US" altLang="en-US" sz="2400"/>
              <a:t> computes effort as a function of program size and a set of cost drivers. The Intermediate COCOMO equation is:</a:t>
            </a:r>
            <a:endParaRPr lang="en-US" altLang="en-US" b="1" i="1"/>
          </a:p>
          <a:p>
            <a:pPr lvl="1"/>
            <a:r>
              <a:rPr lang="en-US" altLang="en-US" b="1" i="1"/>
              <a:t>E = aKLOC^b*EAF</a:t>
            </a:r>
          </a:p>
          <a:p>
            <a:r>
              <a:rPr lang="en-US" altLang="en-US" sz="2400"/>
              <a:t>Effort for three modes of intermediate COCOMO.</a:t>
            </a:r>
            <a:r>
              <a:rPr lang="en-US" altLang="en-US" sz="2400" b="1" i="1"/>
              <a:t> </a:t>
            </a:r>
          </a:p>
          <a:p>
            <a:endParaRPr lang="en-US" altLang="en-US" sz="2400" b="1"/>
          </a:p>
          <a:p>
            <a:endParaRPr lang="en-US" altLang="en-US" b="1"/>
          </a:p>
        </p:txBody>
      </p:sp>
      <p:graphicFrame>
        <p:nvGraphicFramePr>
          <p:cNvPr id="40964" name="Group 4">
            <a:extLst>
              <a:ext uri="{FF2B5EF4-FFF2-40B4-BE49-F238E27FC236}">
                <a16:creationId xmlns:a16="http://schemas.microsoft.com/office/drawing/2014/main" xmlns="" id="{AB900A6C-40B3-4055-C50D-21FB16E5C3EE}"/>
              </a:ext>
            </a:extLst>
          </p:cNvPr>
          <p:cNvGraphicFramePr>
            <a:graphicFrameLocks noGrp="1"/>
          </p:cNvGraphicFramePr>
          <p:nvPr/>
        </p:nvGraphicFramePr>
        <p:xfrm>
          <a:off x="4343400" y="4191001"/>
          <a:ext cx="4419600" cy="2133601"/>
        </p:xfrm>
        <a:graphic>
          <a:graphicData uri="http://schemas.openxmlformats.org/drawingml/2006/table">
            <a:tbl>
              <a:tblPr/>
              <a:tblGrid>
                <a:gridCol w="1473200">
                  <a:extLst>
                    <a:ext uri="{9D8B030D-6E8A-4147-A177-3AD203B41FA5}">
                      <a16:colId xmlns:a16="http://schemas.microsoft.com/office/drawing/2014/main" xmlns="" val="20000"/>
                    </a:ext>
                  </a:extLst>
                </a:gridCol>
                <a:gridCol w="1473200">
                  <a:extLst>
                    <a:ext uri="{9D8B030D-6E8A-4147-A177-3AD203B41FA5}">
                      <a16:colId xmlns:a16="http://schemas.microsoft.com/office/drawing/2014/main" xmlns="" val="20001"/>
                    </a:ext>
                  </a:extLst>
                </a:gridCol>
                <a:gridCol w="1473200">
                  <a:extLst>
                    <a:ext uri="{9D8B030D-6E8A-4147-A177-3AD203B41FA5}">
                      <a16:colId xmlns:a16="http://schemas.microsoft.com/office/drawing/2014/main" xmlns="" val="20002"/>
                    </a:ext>
                  </a:extLst>
                </a:gridCol>
              </a:tblGrid>
              <a:tr h="694965">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Mode</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 a</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Times New Roman" pitchFamily="18" charset="0"/>
                        </a:rPr>
                        <a:t> b</a:t>
                      </a:r>
                    </a:p>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800" b="1" i="0" u="none" strike="noStrike" cap="none" normalizeH="0" baseline="0">
                        <a:ln>
                          <a:noFill/>
                        </a:ln>
                        <a:solidFill>
                          <a:schemeClr val="tx1"/>
                        </a:solidFill>
                        <a:effectLst/>
                        <a:latin typeface="Times New Roman" pitchFamily="18" charset="0"/>
                      </a:endParaRP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0"/>
                  </a:ext>
                </a:extLst>
              </a:tr>
              <a:tr h="403237">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Organic</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3.2</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1.05</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1"/>
                  </a:ext>
                </a:extLst>
              </a:tr>
              <a:tr h="640099">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Semi-detached</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3.0</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1.12</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2"/>
                  </a:ext>
                </a:extLst>
              </a:tr>
              <a:tr h="3953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1" u="none" strike="noStrike" cap="none" normalizeH="0" baseline="0">
                          <a:ln>
                            <a:noFill/>
                          </a:ln>
                          <a:solidFill>
                            <a:schemeClr val="tx1"/>
                          </a:solidFill>
                          <a:effectLst/>
                          <a:latin typeface="Times New Roman" pitchFamily="18" charset="0"/>
                        </a:rPr>
                        <a:t>Embedded</a:t>
                      </a:r>
                    </a:p>
                  </a:txBody>
                  <a:tcPr marT="45721" marB="4572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2.8</a:t>
                      </a:r>
                    </a:p>
                  </a:txBody>
                  <a:tcPr marT="45721" marB="4572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Times New Roman" pitchFamily="18" charset="0"/>
                        </a:rPr>
                        <a:t>1.20</a:t>
                      </a:r>
                    </a:p>
                  </a:txBody>
                  <a:tcPr marT="45721" marB="4572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xmlns="" id="{592DE759-C28B-C2F0-B353-69C685D5FB10}"/>
              </a:ext>
            </a:extLst>
          </p:cNvPr>
          <p:cNvSpPr>
            <a:spLocks noGrp="1" noChangeArrowheads="1"/>
          </p:cNvSpPr>
          <p:nvPr>
            <p:ph type="title"/>
          </p:nvPr>
        </p:nvSpPr>
        <p:spPr/>
        <p:txBody>
          <a:bodyPr/>
          <a:lstStyle/>
          <a:p>
            <a:pPr>
              <a:defRPr/>
            </a:pPr>
            <a:r>
              <a:rPr lang="en-US"/>
              <a:t>Effort computation(.)</a:t>
            </a:r>
          </a:p>
        </p:txBody>
      </p:sp>
      <p:sp>
        <p:nvSpPr>
          <p:cNvPr id="37891" name="Rectangle 3">
            <a:extLst>
              <a:ext uri="{FF2B5EF4-FFF2-40B4-BE49-F238E27FC236}">
                <a16:creationId xmlns:a16="http://schemas.microsoft.com/office/drawing/2014/main" xmlns="" id="{7F924A12-287C-3070-2A75-EF1CCA2BA46A}"/>
              </a:ext>
            </a:extLst>
          </p:cNvPr>
          <p:cNvSpPr>
            <a:spLocks noGrp="1" noChangeArrowheads="1"/>
          </p:cNvSpPr>
          <p:nvPr>
            <p:ph type="body" idx="1"/>
          </p:nvPr>
        </p:nvSpPr>
        <p:spPr>
          <a:xfrm>
            <a:off x="2286000" y="1371600"/>
            <a:ext cx="7772400" cy="457200"/>
          </a:xfrm>
        </p:spPr>
        <p:txBody>
          <a:bodyPr/>
          <a:lstStyle/>
          <a:p>
            <a:r>
              <a:rPr lang="en-US" altLang="en-US" sz="2000" b="1"/>
              <a:t>Effort Adjustment Factor </a:t>
            </a:r>
          </a:p>
        </p:txBody>
      </p:sp>
      <p:grpSp>
        <p:nvGrpSpPr>
          <p:cNvPr id="37892" name="Group 342">
            <a:extLst>
              <a:ext uri="{FF2B5EF4-FFF2-40B4-BE49-F238E27FC236}">
                <a16:creationId xmlns:a16="http://schemas.microsoft.com/office/drawing/2014/main" xmlns="" id="{B3CE1520-0157-759F-91E6-483767BEFB9C}"/>
              </a:ext>
            </a:extLst>
          </p:cNvPr>
          <p:cNvGrpSpPr>
            <a:grpSpLocks/>
          </p:cNvGrpSpPr>
          <p:nvPr/>
        </p:nvGrpSpPr>
        <p:grpSpPr bwMode="auto">
          <a:xfrm>
            <a:off x="1752600" y="1676400"/>
            <a:ext cx="8763000" cy="4648200"/>
            <a:chOff x="-2" y="-2"/>
            <a:chExt cx="4117" cy="6567"/>
          </a:xfrm>
        </p:grpSpPr>
        <p:grpSp>
          <p:nvGrpSpPr>
            <p:cNvPr id="37893" name="Group 340">
              <a:extLst>
                <a:ext uri="{FF2B5EF4-FFF2-40B4-BE49-F238E27FC236}">
                  <a16:creationId xmlns:a16="http://schemas.microsoft.com/office/drawing/2014/main" xmlns="" id="{9D081E10-1EFB-AE68-4018-5CBAB684F7E5}"/>
                </a:ext>
              </a:extLst>
            </p:cNvPr>
            <p:cNvGrpSpPr>
              <a:grpSpLocks/>
            </p:cNvGrpSpPr>
            <p:nvPr/>
          </p:nvGrpSpPr>
          <p:grpSpPr bwMode="auto">
            <a:xfrm>
              <a:off x="0" y="0"/>
              <a:ext cx="4113" cy="6563"/>
              <a:chOff x="0" y="0"/>
              <a:chExt cx="4113" cy="6563"/>
            </a:xfrm>
          </p:grpSpPr>
          <p:grpSp>
            <p:nvGrpSpPr>
              <p:cNvPr id="37895" name="Group 117">
                <a:extLst>
                  <a:ext uri="{FF2B5EF4-FFF2-40B4-BE49-F238E27FC236}">
                    <a16:creationId xmlns:a16="http://schemas.microsoft.com/office/drawing/2014/main" xmlns="" id="{5350C569-36A5-CE72-2BFA-63D67DC31BE3}"/>
                  </a:ext>
                </a:extLst>
              </p:cNvPr>
              <p:cNvGrpSpPr>
                <a:grpSpLocks/>
              </p:cNvGrpSpPr>
              <p:nvPr/>
            </p:nvGrpSpPr>
            <p:grpSpPr bwMode="auto">
              <a:xfrm>
                <a:off x="0" y="0"/>
                <a:ext cx="1455" cy="518"/>
                <a:chOff x="0" y="0"/>
                <a:chExt cx="1455" cy="518"/>
              </a:xfrm>
            </p:grpSpPr>
            <p:sp>
              <p:nvSpPr>
                <p:cNvPr id="38229" name="Rectangle 4">
                  <a:extLst>
                    <a:ext uri="{FF2B5EF4-FFF2-40B4-BE49-F238E27FC236}">
                      <a16:creationId xmlns:a16="http://schemas.microsoft.com/office/drawing/2014/main" xmlns="" id="{566343EA-1256-F71B-E8E8-4142B9757F67}"/>
                    </a:ext>
                  </a:extLst>
                </p:cNvPr>
                <p:cNvSpPr>
                  <a:spLocks noChangeArrowheads="1"/>
                </p:cNvSpPr>
                <p:nvPr/>
              </p:nvSpPr>
              <p:spPr bwMode="auto">
                <a:xfrm>
                  <a:off x="43" y="0"/>
                  <a:ext cx="1369"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1200" b="1">
                      <a:latin typeface="Arial" panose="020B0604020202020204" pitchFamily="34" charset="0"/>
                      <a:cs typeface="Arial" panose="020B0604020202020204" pitchFamily="34" charset="0"/>
                    </a:rPr>
                    <a:t>Cost Driver</a:t>
                  </a:r>
                </a:p>
                <a:p>
                  <a:endParaRPr lang="en-US" altLang="en-US"/>
                </a:p>
              </p:txBody>
            </p:sp>
            <p:sp>
              <p:nvSpPr>
                <p:cNvPr id="38230" name="Rectangle 116">
                  <a:extLst>
                    <a:ext uri="{FF2B5EF4-FFF2-40B4-BE49-F238E27FC236}">
                      <a16:creationId xmlns:a16="http://schemas.microsoft.com/office/drawing/2014/main" xmlns="" id="{9ECDFC75-DB0E-E038-975E-7B89B50876E4}"/>
                    </a:ext>
                  </a:extLst>
                </p:cNvPr>
                <p:cNvSpPr>
                  <a:spLocks noChangeArrowheads="1"/>
                </p:cNvSpPr>
                <p:nvPr/>
              </p:nvSpPr>
              <p:spPr bwMode="auto">
                <a:xfrm>
                  <a:off x="0" y="0"/>
                  <a:ext cx="1455"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896" name="Group 119">
                <a:extLst>
                  <a:ext uri="{FF2B5EF4-FFF2-40B4-BE49-F238E27FC236}">
                    <a16:creationId xmlns:a16="http://schemas.microsoft.com/office/drawing/2014/main" xmlns="" id="{0ECF7290-4832-11B4-3A3C-F5F18B596931}"/>
                  </a:ext>
                </a:extLst>
              </p:cNvPr>
              <p:cNvGrpSpPr>
                <a:grpSpLocks/>
              </p:cNvGrpSpPr>
              <p:nvPr/>
            </p:nvGrpSpPr>
            <p:grpSpPr bwMode="auto">
              <a:xfrm>
                <a:off x="1455" y="0"/>
                <a:ext cx="409" cy="518"/>
                <a:chOff x="1455" y="0"/>
                <a:chExt cx="409" cy="518"/>
              </a:xfrm>
            </p:grpSpPr>
            <p:sp>
              <p:nvSpPr>
                <p:cNvPr id="38227" name="Rectangle 5">
                  <a:extLst>
                    <a:ext uri="{FF2B5EF4-FFF2-40B4-BE49-F238E27FC236}">
                      <a16:creationId xmlns:a16="http://schemas.microsoft.com/office/drawing/2014/main" xmlns="" id="{44AB675F-C97A-B18A-4CC2-136453016C24}"/>
                    </a:ext>
                  </a:extLst>
                </p:cNvPr>
                <p:cNvSpPr>
                  <a:spLocks noChangeArrowheads="1"/>
                </p:cNvSpPr>
                <p:nvPr/>
              </p:nvSpPr>
              <p:spPr bwMode="auto">
                <a:xfrm>
                  <a:off x="1498" y="0"/>
                  <a:ext cx="32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Very</a:t>
                  </a:r>
                  <a:endParaRPr lang="en-CA" altLang="en-US" sz="1200">
                    <a:ea typeface="Arial Unicode MS"/>
                    <a:cs typeface="Arial Unicode MS"/>
                  </a:endParaRPr>
                </a:p>
                <a:p>
                  <a:r>
                    <a:rPr lang="en-CA" altLang="en-US" sz="1200" b="1">
                      <a:latin typeface="Arial" panose="020B0604020202020204" pitchFamily="34" charset="0"/>
                      <a:cs typeface="Arial" panose="020B0604020202020204" pitchFamily="34" charset="0"/>
                    </a:rPr>
                    <a:t>Low</a:t>
                  </a:r>
                  <a:endParaRPr lang="en-CA" altLang="en-US" sz="1200">
                    <a:ea typeface="Arial Unicode MS"/>
                    <a:cs typeface="Arial Unicode MS"/>
                  </a:endParaRPr>
                </a:p>
                <a:p>
                  <a:endParaRPr lang="en-CA" altLang="en-US"/>
                </a:p>
              </p:txBody>
            </p:sp>
            <p:sp>
              <p:nvSpPr>
                <p:cNvPr id="38228" name="Rectangle 118">
                  <a:extLst>
                    <a:ext uri="{FF2B5EF4-FFF2-40B4-BE49-F238E27FC236}">
                      <a16:creationId xmlns:a16="http://schemas.microsoft.com/office/drawing/2014/main" xmlns="" id="{20BA2415-C098-EA76-9872-F3183FF31442}"/>
                    </a:ext>
                  </a:extLst>
                </p:cNvPr>
                <p:cNvSpPr>
                  <a:spLocks noChangeArrowheads="1"/>
                </p:cNvSpPr>
                <p:nvPr/>
              </p:nvSpPr>
              <p:spPr bwMode="auto">
                <a:xfrm>
                  <a:off x="1455" y="0"/>
                  <a:ext cx="409"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897" name="Group 121">
                <a:extLst>
                  <a:ext uri="{FF2B5EF4-FFF2-40B4-BE49-F238E27FC236}">
                    <a16:creationId xmlns:a16="http://schemas.microsoft.com/office/drawing/2014/main" xmlns="" id="{FC90B6BA-E621-7D96-DC11-00A119ECA12B}"/>
                  </a:ext>
                </a:extLst>
              </p:cNvPr>
              <p:cNvGrpSpPr>
                <a:grpSpLocks/>
              </p:cNvGrpSpPr>
              <p:nvPr/>
            </p:nvGrpSpPr>
            <p:grpSpPr bwMode="auto">
              <a:xfrm>
                <a:off x="1864" y="0"/>
                <a:ext cx="395" cy="518"/>
                <a:chOff x="1864" y="0"/>
                <a:chExt cx="395" cy="518"/>
              </a:xfrm>
            </p:grpSpPr>
            <p:sp>
              <p:nvSpPr>
                <p:cNvPr id="38225" name="Rectangle 6">
                  <a:extLst>
                    <a:ext uri="{FF2B5EF4-FFF2-40B4-BE49-F238E27FC236}">
                      <a16:creationId xmlns:a16="http://schemas.microsoft.com/office/drawing/2014/main" xmlns="" id="{EB5BEFEE-FE75-FAA2-AB10-D0E0BD8BA849}"/>
                    </a:ext>
                  </a:extLst>
                </p:cNvPr>
                <p:cNvSpPr>
                  <a:spLocks noChangeArrowheads="1"/>
                </p:cNvSpPr>
                <p:nvPr/>
              </p:nvSpPr>
              <p:spPr bwMode="auto">
                <a:xfrm>
                  <a:off x="1907" y="0"/>
                  <a:ext cx="309"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Low</a:t>
                  </a:r>
                  <a:endParaRPr lang="en-CA" altLang="en-US" sz="1200">
                    <a:ea typeface="Arial Unicode MS"/>
                    <a:cs typeface="Arial Unicode MS"/>
                  </a:endParaRPr>
                </a:p>
                <a:p>
                  <a:endParaRPr lang="en-CA" altLang="en-US"/>
                </a:p>
              </p:txBody>
            </p:sp>
            <p:sp>
              <p:nvSpPr>
                <p:cNvPr id="38226" name="Rectangle 120">
                  <a:extLst>
                    <a:ext uri="{FF2B5EF4-FFF2-40B4-BE49-F238E27FC236}">
                      <a16:creationId xmlns:a16="http://schemas.microsoft.com/office/drawing/2014/main" xmlns="" id="{53B0FD77-8421-7110-F1D5-88D52C52A2E2}"/>
                    </a:ext>
                  </a:extLst>
                </p:cNvPr>
                <p:cNvSpPr>
                  <a:spLocks noChangeArrowheads="1"/>
                </p:cNvSpPr>
                <p:nvPr/>
              </p:nvSpPr>
              <p:spPr bwMode="auto">
                <a:xfrm>
                  <a:off x="1864" y="0"/>
                  <a:ext cx="395"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898" name="Group 123">
                <a:extLst>
                  <a:ext uri="{FF2B5EF4-FFF2-40B4-BE49-F238E27FC236}">
                    <a16:creationId xmlns:a16="http://schemas.microsoft.com/office/drawing/2014/main" xmlns="" id="{36EEF1F4-FAC0-EF38-BF0D-EB43A8154FF0}"/>
                  </a:ext>
                </a:extLst>
              </p:cNvPr>
              <p:cNvGrpSpPr>
                <a:grpSpLocks/>
              </p:cNvGrpSpPr>
              <p:nvPr/>
            </p:nvGrpSpPr>
            <p:grpSpPr bwMode="auto">
              <a:xfrm>
                <a:off x="2259" y="0"/>
                <a:ext cx="581" cy="518"/>
                <a:chOff x="2259" y="0"/>
                <a:chExt cx="581" cy="518"/>
              </a:xfrm>
            </p:grpSpPr>
            <p:sp>
              <p:nvSpPr>
                <p:cNvPr id="38223" name="Rectangle 7">
                  <a:extLst>
                    <a:ext uri="{FF2B5EF4-FFF2-40B4-BE49-F238E27FC236}">
                      <a16:creationId xmlns:a16="http://schemas.microsoft.com/office/drawing/2014/main" xmlns="" id="{98ABBEEA-39E9-BDF1-70BC-14977C777A49}"/>
                    </a:ext>
                  </a:extLst>
                </p:cNvPr>
                <p:cNvSpPr>
                  <a:spLocks noChangeArrowheads="1"/>
                </p:cNvSpPr>
                <p:nvPr/>
              </p:nvSpPr>
              <p:spPr bwMode="auto">
                <a:xfrm>
                  <a:off x="2302" y="0"/>
                  <a:ext cx="495"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Nominal</a:t>
                  </a:r>
                  <a:endParaRPr lang="en-CA" altLang="en-US" sz="1200">
                    <a:ea typeface="Arial Unicode MS"/>
                    <a:cs typeface="Arial Unicode MS"/>
                  </a:endParaRPr>
                </a:p>
                <a:p>
                  <a:endParaRPr lang="en-CA" altLang="en-US"/>
                </a:p>
              </p:txBody>
            </p:sp>
            <p:sp>
              <p:nvSpPr>
                <p:cNvPr id="38224" name="Rectangle 122">
                  <a:extLst>
                    <a:ext uri="{FF2B5EF4-FFF2-40B4-BE49-F238E27FC236}">
                      <a16:creationId xmlns:a16="http://schemas.microsoft.com/office/drawing/2014/main" xmlns="" id="{EB155DDA-7471-4154-00C6-EFE663F7691C}"/>
                    </a:ext>
                  </a:extLst>
                </p:cNvPr>
                <p:cNvSpPr>
                  <a:spLocks noChangeArrowheads="1"/>
                </p:cNvSpPr>
                <p:nvPr/>
              </p:nvSpPr>
              <p:spPr bwMode="auto">
                <a:xfrm>
                  <a:off x="2259" y="0"/>
                  <a:ext cx="581"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899" name="Group 125">
                <a:extLst>
                  <a:ext uri="{FF2B5EF4-FFF2-40B4-BE49-F238E27FC236}">
                    <a16:creationId xmlns:a16="http://schemas.microsoft.com/office/drawing/2014/main" xmlns="" id="{A07A97A0-5DE3-A261-1C1C-C23AA75002DB}"/>
                  </a:ext>
                </a:extLst>
              </p:cNvPr>
              <p:cNvGrpSpPr>
                <a:grpSpLocks/>
              </p:cNvGrpSpPr>
              <p:nvPr/>
            </p:nvGrpSpPr>
            <p:grpSpPr bwMode="auto">
              <a:xfrm>
                <a:off x="2840" y="0"/>
                <a:ext cx="416" cy="518"/>
                <a:chOff x="2840" y="0"/>
                <a:chExt cx="416" cy="518"/>
              </a:xfrm>
            </p:grpSpPr>
            <p:sp>
              <p:nvSpPr>
                <p:cNvPr id="38221" name="Rectangle 8">
                  <a:extLst>
                    <a:ext uri="{FF2B5EF4-FFF2-40B4-BE49-F238E27FC236}">
                      <a16:creationId xmlns:a16="http://schemas.microsoft.com/office/drawing/2014/main" xmlns="" id="{4D0E0386-B93D-1473-7B23-9FD0D6DEF4D3}"/>
                    </a:ext>
                  </a:extLst>
                </p:cNvPr>
                <p:cNvSpPr>
                  <a:spLocks noChangeArrowheads="1"/>
                </p:cNvSpPr>
                <p:nvPr/>
              </p:nvSpPr>
              <p:spPr bwMode="auto">
                <a:xfrm>
                  <a:off x="2883" y="0"/>
                  <a:ext cx="330"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High</a:t>
                  </a:r>
                  <a:endParaRPr lang="en-CA" altLang="en-US" sz="1200">
                    <a:ea typeface="Arial Unicode MS"/>
                    <a:cs typeface="Arial Unicode MS"/>
                  </a:endParaRPr>
                </a:p>
                <a:p>
                  <a:endParaRPr lang="en-CA" altLang="en-US"/>
                </a:p>
              </p:txBody>
            </p:sp>
            <p:sp>
              <p:nvSpPr>
                <p:cNvPr id="38222" name="Rectangle 124">
                  <a:extLst>
                    <a:ext uri="{FF2B5EF4-FFF2-40B4-BE49-F238E27FC236}">
                      <a16:creationId xmlns:a16="http://schemas.microsoft.com/office/drawing/2014/main" xmlns="" id="{8B1725C0-D756-DAC3-4724-3A395C047037}"/>
                    </a:ext>
                  </a:extLst>
                </p:cNvPr>
                <p:cNvSpPr>
                  <a:spLocks noChangeArrowheads="1"/>
                </p:cNvSpPr>
                <p:nvPr/>
              </p:nvSpPr>
              <p:spPr bwMode="auto">
                <a:xfrm>
                  <a:off x="2840" y="0"/>
                  <a:ext cx="416"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0" name="Group 127">
                <a:extLst>
                  <a:ext uri="{FF2B5EF4-FFF2-40B4-BE49-F238E27FC236}">
                    <a16:creationId xmlns:a16="http://schemas.microsoft.com/office/drawing/2014/main" xmlns="" id="{611A278D-2DCE-34FB-8DEA-F617CB2ADD9D}"/>
                  </a:ext>
                </a:extLst>
              </p:cNvPr>
              <p:cNvGrpSpPr>
                <a:grpSpLocks/>
              </p:cNvGrpSpPr>
              <p:nvPr/>
            </p:nvGrpSpPr>
            <p:grpSpPr bwMode="auto">
              <a:xfrm>
                <a:off x="3256" y="0"/>
                <a:ext cx="416" cy="518"/>
                <a:chOff x="3256" y="0"/>
                <a:chExt cx="416" cy="518"/>
              </a:xfrm>
            </p:grpSpPr>
            <p:sp>
              <p:nvSpPr>
                <p:cNvPr id="38219" name="Rectangle 9">
                  <a:extLst>
                    <a:ext uri="{FF2B5EF4-FFF2-40B4-BE49-F238E27FC236}">
                      <a16:creationId xmlns:a16="http://schemas.microsoft.com/office/drawing/2014/main" xmlns="" id="{17185A4F-38C5-17C1-5696-286EA64A002E}"/>
                    </a:ext>
                  </a:extLst>
                </p:cNvPr>
                <p:cNvSpPr>
                  <a:spLocks noChangeArrowheads="1"/>
                </p:cNvSpPr>
                <p:nvPr/>
              </p:nvSpPr>
              <p:spPr bwMode="auto">
                <a:xfrm>
                  <a:off x="3299" y="0"/>
                  <a:ext cx="330"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Very</a:t>
                  </a:r>
                  <a:endParaRPr lang="en-CA" altLang="en-US" sz="1200">
                    <a:ea typeface="Arial Unicode MS"/>
                    <a:cs typeface="Arial Unicode MS"/>
                  </a:endParaRPr>
                </a:p>
                <a:p>
                  <a:r>
                    <a:rPr lang="en-CA" altLang="en-US" sz="1200" b="1">
                      <a:latin typeface="Arial" panose="020B0604020202020204" pitchFamily="34" charset="0"/>
                      <a:cs typeface="Arial" panose="020B0604020202020204" pitchFamily="34" charset="0"/>
                    </a:rPr>
                    <a:t>High</a:t>
                  </a:r>
                  <a:endParaRPr lang="en-CA" altLang="en-US" sz="1200">
                    <a:ea typeface="Arial Unicode MS"/>
                    <a:cs typeface="Arial Unicode MS"/>
                  </a:endParaRPr>
                </a:p>
                <a:p>
                  <a:endParaRPr lang="en-CA" altLang="en-US"/>
                </a:p>
              </p:txBody>
            </p:sp>
            <p:sp>
              <p:nvSpPr>
                <p:cNvPr id="38220" name="Rectangle 126">
                  <a:extLst>
                    <a:ext uri="{FF2B5EF4-FFF2-40B4-BE49-F238E27FC236}">
                      <a16:creationId xmlns:a16="http://schemas.microsoft.com/office/drawing/2014/main" xmlns="" id="{E6D23FEA-D8CF-2D6E-38D5-5833AF9F3DB9}"/>
                    </a:ext>
                  </a:extLst>
                </p:cNvPr>
                <p:cNvSpPr>
                  <a:spLocks noChangeArrowheads="1"/>
                </p:cNvSpPr>
                <p:nvPr/>
              </p:nvSpPr>
              <p:spPr bwMode="auto">
                <a:xfrm>
                  <a:off x="3256" y="0"/>
                  <a:ext cx="416"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1" name="Group 129">
                <a:extLst>
                  <a:ext uri="{FF2B5EF4-FFF2-40B4-BE49-F238E27FC236}">
                    <a16:creationId xmlns:a16="http://schemas.microsoft.com/office/drawing/2014/main" xmlns="" id="{3ACE0C84-AF32-B8FE-D583-6EC2813584AA}"/>
                  </a:ext>
                </a:extLst>
              </p:cNvPr>
              <p:cNvGrpSpPr>
                <a:grpSpLocks/>
              </p:cNvGrpSpPr>
              <p:nvPr/>
            </p:nvGrpSpPr>
            <p:grpSpPr bwMode="auto">
              <a:xfrm>
                <a:off x="3672" y="0"/>
                <a:ext cx="441" cy="518"/>
                <a:chOff x="3672" y="0"/>
                <a:chExt cx="441" cy="518"/>
              </a:xfrm>
            </p:grpSpPr>
            <p:sp>
              <p:nvSpPr>
                <p:cNvPr id="38217" name="Rectangle 10">
                  <a:extLst>
                    <a:ext uri="{FF2B5EF4-FFF2-40B4-BE49-F238E27FC236}">
                      <a16:creationId xmlns:a16="http://schemas.microsoft.com/office/drawing/2014/main" xmlns="" id="{F853A7E2-2B03-8401-1EB6-C8A6FC02DB8E}"/>
                    </a:ext>
                  </a:extLst>
                </p:cNvPr>
                <p:cNvSpPr>
                  <a:spLocks noChangeArrowheads="1"/>
                </p:cNvSpPr>
                <p:nvPr/>
              </p:nvSpPr>
              <p:spPr bwMode="auto">
                <a:xfrm>
                  <a:off x="3715" y="0"/>
                  <a:ext cx="355"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Extra</a:t>
                  </a:r>
                  <a:endParaRPr lang="en-CA" altLang="en-US" sz="1200">
                    <a:ea typeface="Arial Unicode MS"/>
                    <a:cs typeface="Arial Unicode MS"/>
                  </a:endParaRPr>
                </a:p>
                <a:p>
                  <a:r>
                    <a:rPr lang="en-CA" altLang="en-US" sz="1200" b="1">
                      <a:latin typeface="Arial" panose="020B0604020202020204" pitchFamily="34" charset="0"/>
                      <a:cs typeface="Arial" panose="020B0604020202020204" pitchFamily="34" charset="0"/>
                    </a:rPr>
                    <a:t>High</a:t>
                  </a:r>
                  <a:endParaRPr lang="en-CA" altLang="en-US" sz="1200">
                    <a:ea typeface="Arial Unicode MS"/>
                    <a:cs typeface="Arial Unicode MS"/>
                  </a:endParaRPr>
                </a:p>
                <a:p>
                  <a:endParaRPr lang="en-CA" altLang="en-US"/>
                </a:p>
              </p:txBody>
            </p:sp>
            <p:sp>
              <p:nvSpPr>
                <p:cNvPr id="38218" name="Rectangle 128">
                  <a:extLst>
                    <a:ext uri="{FF2B5EF4-FFF2-40B4-BE49-F238E27FC236}">
                      <a16:creationId xmlns:a16="http://schemas.microsoft.com/office/drawing/2014/main" xmlns="" id="{0A0386F5-8719-2F71-BE07-590A360CA432}"/>
                    </a:ext>
                  </a:extLst>
                </p:cNvPr>
                <p:cNvSpPr>
                  <a:spLocks noChangeArrowheads="1"/>
                </p:cNvSpPr>
                <p:nvPr/>
              </p:nvSpPr>
              <p:spPr bwMode="auto">
                <a:xfrm>
                  <a:off x="3672" y="0"/>
                  <a:ext cx="441" cy="518"/>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2" name="Group 131">
                <a:extLst>
                  <a:ext uri="{FF2B5EF4-FFF2-40B4-BE49-F238E27FC236}">
                    <a16:creationId xmlns:a16="http://schemas.microsoft.com/office/drawing/2014/main" xmlns="" id="{09DE01C4-6CE9-F88A-A15A-A15FE6178185}"/>
                  </a:ext>
                </a:extLst>
              </p:cNvPr>
              <p:cNvGrpSpPr>
                <a:grpSpLocks/>
              </p:cNvGrpSpPr>
              <p:nvPr/>
            </p:nvGrpSpPr>
            <p:grpSpPr bwMode="auto">
              <a:xfrm>
                <a:off x="0" y="518"/>
                <a:ext cx="1455" cy="403"/>
                <a:chOff x="0" y="518"/>
                <a:chExt cx="1455" cy="403"/>
              </a:xfrm>
            </p:grpSpPr>
            <p:sp>
              <p:nvSpPr>
                <p:cNvPr id="38215" name="Rectangle 11">
                  <a:extLst>
                    <a:ext uri="{FF2B5EF4-FFF2-40B4-BE49-F238E27FC236}">
                      <a16:creationId xmlns:a16="http://schemas.microsoft.com/office/drawing/2014/main" xmlns="" id="{B944B608-040C-A102-3E27-8D283E2BF009}"/>
                    </a:ext>
                  </a:extLst>
                </p:cNvPr>
                <p:cNvSpPr>
                  <a:spLocks noChangeArrowheads="1"/>
                </p:cNvSpPr>
                <p:nvPr/>
              </p:nvSpPr>
              <p:spPr bwMode="auto">
                <a:xfrm>
                  <a:off x="43" y="518"/>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Required Reliability</a:t>
                  </a:r>
                  <a:endParaRPr lang="en-CA" altLang="en-US" sz="1200">
                    <a:ea typeface="Arial Unicode MS"/>
                    <a:cs typeface="Arial Unicode MS"/>
                  </a:endParaRPr>
                </a:p>
                <a:p>
                  <a:endParaRPr lang="en-CA" altLang="en-US"/>
                </a:p>
              </p:txBody>
            </p:sp>
            <p:sp>
              <p:nvSpPr>
                <p:cNvPr id="38216" name="Rectangle 130">
                  <a:extLst>
                    <a:ext uri="{FF2B5EF4-FFF2-40B4-BE49-F238E27FC236}">
                      <a16:creationId xmlns:a16="http://schemas.microsoft.com/office/drawing/2014/main" xmlns="" id="{B5341CF3-01C1-1BC1-4CBC-B5C4B07C082B}"/>
                    </a:ext>
                  </a:extLst>
                </p:cNvPr>
                <p:cNvSpPr>
                  <a:spLocks noChangeArrowheads="1"/>
                </p:cNvSpPr>
                <p:nvPr/>
              </p:nvSpPr>
              <p:spPr bwMode="auto">
                <a:xfrm>
                  <a:off x="0" y="518"/>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3" name="Group 133">
                <a:extLst>
                  <a:ext uri="{FF2B5EF4-FFF2-40B4-BE49-F238E27FC236}">
                    <a16:creationId xmlns:a16="http://schemas.microsoft.com/office/drawing/2014/main" xmlns="" id="{CA4AA789-4681-081A-FDC6-D5AB1C067152}"/>
                  </a:ext>
                </a:extLst>
              </p:cNvPr>
              <p:cNvGrpSpPr>
                <a:grpSpLocks/>
              </p:cNvGrpSpPr>
              <p:nvPr/>
            </p:nvGrpSpPr>
            <p:grpSpPr bwMode="auto">
              <a:xfrm>
                <a:off x="1455" y="518"/>
                <a:ext cx="409" cy="403"/>
                <a:chOff x="1455" y="518"/>
                <a:chExt cx="409" cy="403"/>
              </a:xfrm>
            </p:grpSpPr>
            <p:sp>
              <p:nvSpPr>
                <p:cNvPr id="38213" name="Rectangle 12">
                  <a:extLst>
                    <a:ext uri="{FF2B5EF4-FFF2-40B4-BE49-F238E27FC236}">
                      <a16:creationId xmlns:a16="http://schemas.microsoft.com/office/drawing/2014/main" xmlns="" id="{D2F1C3FD-43C4-18FD-34F5-C1FDD0CFB9D4}"/>
                    </a:ext>
                  </a:extLst>
                </p:cNvPr>
                <p:cNvSpPr>
                  <a:spLocks noChangeArrowheads="1"/>
                </p:cNvSpPr>
                <p:nvPr/>
              </p:nvSpPr>
              <p:spPr bwMode="auto">
                <a:xfrm>
                  <a:off x="1498" y="518"/>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.75</a:t>
                  </a:r>
                  <a:endParaRPr lang="en-CA" altLang="en-US" sz="1200">
                    <a:ea typeface="Arial Unicode MS"/>
                    <a:cs typeface="Arial Unicode MS"/>
                  </a:endParaRPr>
                </a:p>
                <a:p>
                  <a:endParaRPr lang="en-CA" altLang="en-US"/>
                </a:p>
              </p:txBody>
            </p:sp>
            <p:sp>
              <p:nvSpPr>
                <p:cNvPr id="38214" name="Rectangle 132">
                  <a:extLst>
                    <a:ext uri="{FF2B5EF4-FFF2-40B4-BE49-F238E27FC236}">
                      <a16:creationId xmlns:a16="http://schemas.microsoft.com/office/drawing/2014/main" xmlns="" id="{647FEC04-51EA-036B-932D-43C6249078BA}"/>
                    </a:ext>
                  </a:extLst>
                </p:cNvPr>
                <p:cNvSpPr>
                  <a:spLocks noChangeArrowheads="1"/>
                </p:cNvSpPr>
                <p:nvPr/>
              </p:nvSpPr>
              <p:spPr bwMode="auto">
                <a:xfrm>
                  <a:off x="1455" y="518"/>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4" name="Group 135">
                <a:extLst>
                  <a:ext uri="{FF2B5EF4-FFF2-40B4-BE49-F238E27FC236}">
                    <a16:creationId xmlns:a16="http://schemas.microsoft.com/office/drawing/2014/main" xmlns="" id="{9D037B48-0D49-AA9D-2898-17DF845355AA}"/>
                  </a:ext>
                </a:extLst>
              </p:cNvPr>
              <p:cNvGrpSpPr>
                <a:grpSpLocks/>
              </p:cNvGrpSpPr>
              <p:nvPr/>
            </p:nvGrpSpPr>
            <p:grpSpPr bwMode="auto">
              <a:xfrm>
                <a:off x="1864" y="518"/>
                <a:ext cx="395" cy="403"/>
                <a:chOff x="1864" y="518"/>
                <a:chExt cx="395" cy="403"/>
              </a:xfrm>
            </p:grpSpPr>
            <p:sp>
              <p:nvSpPr>
                <p:cNvPr id="38211" name="Rectangle 13">
                  <a:extLst>
                    <a:ext uri="{FF2B5EF4-FFF2-40B4-BE49-F238E27FC236}">
                      <a16:creationId xmlns:a16="http://schemas.microsoft.com/office/drawing/2014/main" xmlns="" id="{058AA6DF-CB47-FC51-480A-EEE6B20DE303}"/>
                    </a:ext>
                  </a:extLst>
                </p:cNvPr>
                <p:cNvSpPr>
                  <a:spLocks noChangeArrowheads="1"/>
                </p:cNvSpPr>
                <p:nvPr/>
              </p:nvSpPr>
              <p:spPr bwMode="auto">
                <a:xfrm>
                  <a:off x="1907" y="518"/>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.88</a:t>
                  </a:r>
                  <a:endParaRPr lang="en-CA" altLang="en-US" sz="1200">
                    <a:ea typeface="Arial Unicode MS"/>
                    <a:cs typeface="Arial Unicode MS"/>
                  </a:endParaRPr>
                </a:p>
                <a:p>
                  <a:endParaRPr lang="en-CA" altLang="en-US"/>
                </a:p>
              </p:txBody>
            </p:sp>
            <p:sp>
              <p:nvSpPr>
                <p:cNvPr id="38212" name="Rectangle 134">
                  <a:extLst>
                    <a:ext uri="{FF2B5EF4-FFF2-40B4-BE49-F238E27FC236}">
                      <a16:creationId xmlns:a16="http://schemas.microsoft.com/office/drawing/2014/main" xmlns="" id="{3FA69EE7-130C-76B7-B24F-B9EA599E4668}"/>
                    </a:ext>
                  </a:extLst>
                </p:cNvPr>
                <p:cNvSpPr>
                  <a:spLocks noChangeArrowheads="1"/>
                </p:cNvSpPr>
                <p:nvPr/>
              </p:nvSpPr>
              <p:spPr bwMode="auto">
                <a:xfrm>
                  <a:off x="1864" y="518"/>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5" name="Group 137">
                <a:extLst>
                  <a:ext uri="{FF2B5EF4-FFF2-40B4-BE49-F238E27FC236}">
                    <a16:creationId xmlns:a16="http://schemas.microsoft.com/office/drawing/2014/main" xmlns="" id="{435F0004-134F-B482-D79F-161978D17A4B}"/>
                  </a:ext>
                </a:extLst>
              </p:cNvPr>
              <p:cNvGrpSpPr>
                <a:grpSpLocks/>
              </p:cNvGrpSpPr>
              <p:nvPr/>
            </p:nvGrpSpPr>
            <p:grpSpPr bwMode="auto">
              <a:xfrm>
                <a:off x="2259" y="518"/>
                <a:ext cx="581" cy="403"/>
                <a:chOff x="2259" y="518"/>
                <a:chExt cx="581" cy="403"/>
              </a:xfrm>
            </p:grpSpPr>
            <p:sp>
              <p:nvSpPr>
                <p:cNvPr id="38209" name="Rectangle 14">
                  <a:extLst>
                    <a:ext uri="{FF2B5EF4-FFF2-40B4-BE49-F238E27FC236}">
                      <a16:creationId xmlns:a16="http://schemas.microsoft.com/office/drawing/2014/main" xmlns="" id="{583E806A-C926-6C04-F7E2-49C71EA4D289}"/>
                    </a:ext>
                  </a:extLst>
                </p:cNvPr>
                <p:cNvSpPr>
                  <a:spLocks noChangeArrowheads="1"/>
                </p:cNvSpPr>
                <p:nvPr/>
              </p:nvSpPr>
              <p:spPr bwMode="auto">
                <a:xfrm>
                  <a:off x="2302" y="518"/>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210" name="Rectangle 136">
                  <a:extLst>
                    <a:ext uri="{FF2B5EF4-FFF2-40B4-BE49-F238E27FC236}">
                      <a16:creationId xmlns:a16="http://schemas.microsoft.com/office/drawing/2014/main" xmlns="" id="{556BDC9D-9283-33BE-1DD8-7167F4E047DF}"/>
                    </a:ext>
                  </a:extLst>
                </p:cNvPr>
                <p:cNvSpPr>
                  <a:spLocks noChangeArrowheads="1"/>
                </p:cNvSpPr>
                <p:nvPr/>
              </p:nvSpPr>
              <p:spPr bwMode="auto">
                <a:xfrm>
                  <a:off x="2259" y="518"/>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6" name="Group 139">
                <a:extLst>
                  <a:ext uri="{FF2B5EF4-FFF2-40B4-BE49-F238E27FC236}">
                    <a16:creationId xmlns:a16="http://schemas.microsoft.com/office/drawing/2014/main" xmlns="" id="{20CE68CA-7C28-C334-2FBF-E758BCBFEACD}"/>
                  </a:ext>
                </a:extLst>
              </p:cNvPr>
              <p:cNvGrpSpPr>
                <a:grpSpLocks/>
              </p:cNvGrpSpPr>
              <p:nvPr/>
            </p:nvGrpSpPr>
            <p:grpSpPr bwMode="auto">
              <a:xfrm>
                <a:off x="2840" y="518"/>
                <a:ext cx="416" cy="403"/>
                <a:chOff x="2840" y="518"/>
                <a:chExt cx="416" cy="403"/>
              </a:xfrm>
            </p:grpSpPr>
            <p:sp>
              <p:nvSpPr>
                <p:cNvPr id="38207" name="Rectangle 15">
                  <a:extLst>
                    <a:ext uri="{FF2B5EF4-FFF2-40B4-BE49-F238E27FC236}">
                      <a16:creationId xmlns:a16="http://schemas.microsoft.com/office/drawing/2014/main" xmlns="" id="{90D28556-5E84-4D7B-84C1-C5B29C6FEF99}"/>
                    </a:ext>
                  </a:extLst>
                </p:cNvPr>
                <p:cNvSpPr>
                  <a:spLocks noChangeArrowheads="1"/>
                </p:cNvSpPr>
                <p:nvPr/>
              </p:nvSpPr>
              <p:spPr bwMode="auto">
                <a:xfrm>
                  <a:off x="2883" y="518"/>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1.15</a:t>
                  </a:r>
                  <a:endParaRPr lang="en-CA" altLang="en-US" sz="1200">
                    <a:ea typeface="Arial Unicode MS"/>
                    <a:cs typeface="Arial Unicode MS"/>
                  </a:endParaRPr>
                </a:p>
                <a:p>
                  <a:endParaRPr lang="en-CA" altLang="en-US"/>
                </a:p>
              </p:txBody>
            </p:sp>
            <p:sp>
              <p:nvSpPr>
                <p:cNvPr id="38208" name="Rectangle 138">
                  <a:extLst>
                    <a:ext uri="{FF2B5EF4-FFF2-40B4-BE49-F238E27FC236}">
                      <a16:creationId xmlns:a16="http://schemas.microsoft.com/office/drawing/2014/main" xmlns="" id="{BE410DAA-AC77-4B04-0C04-48434D2E97B1}"/>
                    </a:ext>
                  </a:extLst>
                </p:cNvPr>
                <p:cNvSpPr>
                  <a:spLocks noChangeArrowheads="1"/>
                </p:cNvSpPr>
                <p:nvPr/>
              </p:nvSpPr>
              <p:spPr bwMode="auto">
                <a:xfrm>
                  <a:off x="2840" y="518"/>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7" name="Group 141">
                <a:extLst>
                  <a:ext uri="{FF2B5EF4-FFF2-40B4-BE49-F238E27FC236}">
                    <a16:creationId xmlns:a16="http://schemas.microsoft.com/office/drawing/2014/main" xmlns="" id="{3CBE69CA-6A62-DB9A-D2B8-5AFAEAB932DA}"/>
                  </a:ext>
                </a:extLst>
              </p:cNvPr>
              <p:cNvGrpSpPr>
                <a:grpSpLocks/>
              </p:cNvGrpSpPr>
              <p:nvPr/>
            </p:nvGrpSpPr>
            <p:grpSpPr bwMode="auto">
              <a:xfrm>
                <a:off x="3256" y="518"/>
                <a:ext cx="416" cy="403"/>
                <a:chOff x="3256" y="518"/>
                <a:chExt cx="416" cy="403"/>
              </a:xfrm>
            </p:grpSpPr>
            <p:sp>
              <p:nvSpPr>
                <p:cNvPr id="38205" name="Rectangle 16">
                  <a:extLst>
                    <a:ext uri="{FF2B5EF4-FFF2-40B4-BE49-F238E27FC236}">
                      <a16:creationId xmlns:a16="http://schemas.microsoft.com/office/drawing/2014/main" xmlns="" id="{28D2A232-0EBD-D1D3-349A-6D94741F59D2}"/>
                    </a:ext>
                  </a:extLst>
                </p:cNvPr>
                <p:cNvSpPr>
                  <a:spLocks noChangeArrowheads="1"/>
                </p:cNvSpPr>
                <p:nvPr/>
              </p:nvSpPr>
              <p:spPr bwMode="auto">
                <a:xfrm>
                  <a:off x="3299" y="518"/>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1.40</a:t>
                  </a:r>
                  <a:endParaRPr lang="en-CA" altLang="en-US" sz="1200">
                    <a:ea typeface="Arial Unicode MS"/>
                    <a:cs typeface="Arial Unicode MS"/>
                  </a:endParaRPr>
                </a:p>
                <a:p>
                  <a:endParaRPr lang="en-CA" altLang="en-US"/>
                </a:p>
              </p:txBody>
            </p:sp>
            <p:sp>
              <p:nvSpPr>
                <p:cNvPr id="38206" name="Rectangle 140">
                  <a:extLst>
                    <a:ext uri="{FF2B5EF4-FFF2-40B4-BE49-F238E27FC236}">
                      <a16:creationId xmlns:a16="http://schemas.microsoft.com/office/drawing/2014/main" xmlns="" id="{6426149F-2E44-EDCB-5A5A-6759241608F3}"/>
                    </a:ext>
                  </a:extLst>
                </p:cNvPr>
                <p:cNvSpPr>
                  <a:spLocks noChangeArrowheads="1"/>
                </p:cNvSpPr>
                <p:nvPr/>
              </p:nvSpPr>
              <p:spPr bwMode="auto">
                <a:xfrm>
                  <a:off x="3256" y="518"/>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8" name="Group 143">
                <a:extLst>
                  <a:ext uri="{FF2B5EF4-FFF2-40B4-BE49-F238E27FC236}">
                    <a16:creationId xmlns:a16="http://schemas.microsoft.com/office/drawing/2014/main" xmlns="" id="{4DA7D703-97BE-9175-167E-1CDE47F80FF3}"/>
                  </a:ext>
                </a:extLst>
              </p:cNvPr>
              <p:cNvGrpSpPr>
                <a:grpSpLocks/>
              </p:cNvGrpSpPr>
              <p:nvPr/>
            </p:nvGrpSpPr>
            <p:grpSpPr bwMode="auto">
              <a:xfrm>
                <a:off x="3672" y="518"/>
                <a:ext cx="441" cy="403"/>
                <a:chOff x="3672" y="518"/>
                <a:chExt cx="441" cy="403"/>
              </a:xfrm>
            </p:grpSpPr>
            <p:sp>
              <p:nvSpPr>
                <p:cNvPr id="38203" name="Rectangle 17">
                  <a:extLst>
                    <a:ext uri="{FF2B5EF4-FFF2-40B4-BE49-F238E27FC236}">
                      <a16:creationId xmlns:a16="http://schemas.microsoft.com/office/drawing/2014/main" xmlns="" id="{022EC6BA-277F-EFB6-3BE2-A26789AA6E0D}"/>
                    </a:ext>
                  </a:extLst>
                </p:cNvPr>
                <p:cNvSpPr>
                  <a:spLocks noChangeArrowheads="1"/>
                </p:cNvSpPr>
                <p:nvPr/>
              </p:nvSpPr>
              <p:spPr bwMode="auto">
                <a:xfrm>
                  <a:off x="3715" y="518"/>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1.40</a:t>
                  </a:r>
                  <a:endParaRPr lang="en-CA" altLang="en-US" sz="1200">
                    <a:ea typeface="Arial Unicode MS"/>
                    <a:cs typeface="Arial Unicode MS"/>
                  </a:endParaRPr>
                </a:p>
                <a:p>
                  <a:endParaRPr lang="en-CA" altLang="en-US"/>
                </a:p>
              </p:txBody>
            </p:sp>
            <p:sp>
              <p:nvSpPr>
                <p:cNvPr id="38204" name="Rectangle 142">
                  <a:extLst>
                    <a:ext uri="{FF2B5EF4-FFF2-40B4-BE49-F238E27FC236}">
                      <a16:creationId xmlns:a16="http://schemas.microsoft.com/office/drawing/2014/main" xmlns="" id="{401730CE-9677-188A-856B-04EFD80F93C6}"/>
                    </a:ext>
                  </a:extLst>
                </p:cNvPr>
                <p:cNvSpPr>
                  <a:spLocks noChangeArrowheads="1"/>
                </p:cNvSpPr>
                <p:nvPr/>
              </p:nvSpPr>
              <p:spPr bwMode="auto">
                <a:xfrm>
                  <a:off x="3672" y="518"/>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09" name="Group 145">
                <a:extLst>
                  <a:ext uri="{FF2B5EF4-FFF2-40B4-BE49-F238E27FC236}">
                    <a16:creationId xmlns:a16="http://schemas.microsoft.com/office/drawing/2014/main" xmlns="" id="{13F180AF-0A8E-1CAD-8CA1-04B6B0CC6108}"/>
                  </a:ext>
                </a:extLst>
              </p:cNvPr>
              <p:cNvGrpSpPr>
                <a:grpSpLocks/>
              </p:cNvGrpSpPr>
              <p:nvPr/>
            </p:nvGrpSpPr>
            <p:grpSpPr bwMode="auto">
              <a:xfrm>
                <a:off x="0" y="921"/>
                <a:ext cx="1455" cy="403"/>
                <a:chOff x="0" y="921"/>
                <a:chExt cx="1455" cy="403"/>
              </a:xfrm>
            </p:grpSpPr>
            <p:sp>
              <p:nvSpPr>
                <p:cNvPr id="38201" name="Rectangle 18">
                  <a:extLst>
                    <a:ext uri="{FF2B5EF4-FFF2-40B4-BE49-F238E27FC236}">
                      <a16:creationId xmlns:a16="http://schemas.microsoft.com/office/drawing/2014/main" xmlns="" id="{2AC49E38-9472-007A-0A9A-57C1D7F3E905}"/>
                    </a:ext>
                  </a:extLst>
                </p:cNvPr>
                <p:cNvSpPr>
                  <a:spLocks noChangeArrowheads="1"/>
                </p:cNvSpPr>
                <p:nvPr/>
              </p:nvSpPr>
              <p:spPr bwMode="auto">
                <a:xfrm>
                  <a:off x="43" y="921"/>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Database Size</a:t>
                  </a:r>
                  <a:endParaRPr lang="en-CA" altLang="en-US" sz="1200">
                    <a:ea typeface="Arial Unicode MS"/>
                    <a:cs typeface="Arial Unicode MS"/>
                  </a:endParaRPr>
                </a:p>
                <a:p>
                  <a:endParaRPr lang="en-CA" altLang="en-US"/>
                </a:p>
              </p:txBody>
            </p:sp>
            <p:sp>
              <p:nvSpPr>
                <p:cNvPr id="38202" name="Rectangle 144">
                  <a:extLst>
                    <a:ext uri="{FF2B5EF4-FFF2-40B4-BE49-F238E27FC236}">
                      <a16:creationId xmlns:a16="http://schemas.microsoft.com/office/drawing/2014/main" xmlns="" id="{5817D89C-4638-344D-A5D8-D4B6BBFC415D}"/>
                    </a:ext>
                  </a:extLst>
                </p:cNvPr>
                <p:cNvSpPr>
                  <a:spLocks noChangeArrowheads="1"/>
                </p:cNvSpPr>
                <p:nvPr/>
              </p:nvSpPr>
              <p:spPr bwMode="auto">
                <a:xfrm>
                  <a:off x="0" y="921"/>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0" name="Group 147">
                <a:extLst>
                  <a:ext uri="{FF2B5EF4-FFF2-40B4-BE49-F238E27FC236}">
                    <a16:creationId xmlns:a16="http://schemas.microsoft.com/office/drawing/2014/main" xmlns="" id="{9EB24657-421E-C732-2D0B-CBF320D47B81}"/>
                  </a:ext>
                </a:extLst>
              </p:cNvPr>
              <p:cNvGrpSpPr>
                <a:grpSpLocks/>
              </p:cNvGrpSpPr>
              <p:nvPr/>
            </p:nvGrpSpPr>
            <p:grpSpPr bwMode="auto">
              <a:xfrm>
                <a:off x="1455" y="921"/>
                <a:ext cx="409" cy="403"/>
                <a:chOff x="1455" y="921"/>
                <a:chExt cx="409" cy="403"/>
              </a:xfrm>
            </p:grpSpPr>
            <p:sp>
              <p:nvSpPr>
                <p:cNvPr id="38199" name="Rectangle 19">
                  <a:extLst>
                    <a:ext uri="{FF2B5EF4-FFF2-40B4-BE49-F238E27FC236}">
                      <a16:creationId xmlns:a16="http://schemas.microsoft.com/office/drawing/2014/main" xmlns="" id="{62E5BE21-0EAC-6B91-D2DC-2637EA8C8539}"/>
                    </a:ext>
                  </a:extLst>
                </p:cNvPr>
                <p:cNvSpPr>
                  <a:spLocks noChangeArrowheads="1"/>
                </p:cNvSpPr>
                <p:nvPr/>
              </p:nvSpPr>
              <p:spPr bwMode="auto">
                <a:xfrm>
                  <a:off x="1498" y="921"/>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.94</a:t>
                  </a:r>
                  <a:endParaRPr lang="en-CA" altLang="en-US" sz="1200">
                    <a:ea typeface="Arial Unicode MS"/>
                    <a:cs typeface="Arial Unicode MS"/>
                  </a:endParaRPr>
                </a:p>
                <a:p>
                  <a:endParaRPr lang="en-CA" altLang="en-US"/>
                </a:p>
              </p:txBody>
            </p:sp>
            <p:sp>
              <p:nvSpPr>
                <p:cNvPr id="38200" name="Rectangle 146">
                  <a:extLst>
                    <a:ext uri="{FF2B5EF4-FFF2-40B4-BE49-F238E27FC236}">
                      <a16:creationId xmlns:a16="http://schemas.microsoft.com/office/drawing/2014/main" xmlns="" id="{2A4F1879-3DA0-4F90-2C1D-83C0ABED1885}"/>
                    </a:ext>
                  </a:extLst>
                </p:cNvPr>
                <p:cNvSpPr>
                  <a:spLocks noChangeArrowheads="1"/>
                </p:cNvSpPr>
                <p:nvPr/>
              </p:nvSpPr>
              <p:spPr bwMode="auto">
                <a:xfrm>
                  <a:off x="1455" y="921"/>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1" name="Group 149">
                <a:extLst>
                  <a:ext uri="{FF2B5EF4-FFF2-40B4-BE49-F238E27FC236}">
                    <a16:creationId xmlns:a16="http://schemas.microsoft.com/office/drawing/2014/main" xmlns="" id="{DCF957A3-11F6-8070-55A9-DC69961CF649}"/>
                  </a:ext>
                </a:extLst>
              </p:cNvPr>
              <p:cNvGrpSpPr>
                <a:grpSpLocks/>
              </p:cNvGrpSpPr>
              <p:nvPr/>
            </p:nvGrpSpPr>
            <p:grpSpPr bwMode="auto">
              <a:xfrm>
                <a:off x="1864" y="921"/>
                <a:ext cx="395" cy="403"/>
                <a:chOff x="1864" y="921"/>
                <a:chExt cx="395" cy="403"/>
              </a:xfrm>
            </p:grpSpPr>
            <p:sp>
              <p:nvSpPr>
                <p:cNvPr id="38197" name="Rectangle 20">
                  <a:extLst>
                    <a:ext uri="{FF2B5EF4-FFF2-40B4-BE49-F238E27FC236}">
                      <a16:creationId xmlns:a16="http://schemas.microsoft.com/office/drawing/2014/main" xmlns="" id="{346233B0-0D87-D07A-920D-C663D038513A}"/>
                    </a:ext>
                  </a:extLst>
                </p:cNvPr>
                <p:cNvSpPr>
                  <a:spLocks noChangeArrowheads="1"/>
                </p:cNvSpPr>
                <p:nvPr/>
              </p:nvSpPr>
              <p:spPr bwMode="auto">
                <a:xfrm>
                  <a:off x="1907" y="921"/>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.94</a:t>
                  </a:r>
                  <a:endParaRPr lang="en-CA" altLang="en-US" sz="1200">
                    <a:ea typeface="Arial Unicode MS"/>
                    <a:cs typeface="Arial Unicode MS"/>
                  </a:endParaRPr>
                </a:p>
                <a:p>
                  <a:endParaRPr lang="en-CA" altLang="en-US"/>
                </a:p>
              </p:txBody>
            </p:sp>
            <p:sp>
              <p:nvSpPr>
                <p:cNvPr id="38198" name="Rectangle 148">
                  <a:extLst>
                    <a:ext uri="{FF2B5EF4-FFF2-40B4-BE49-F238E27FC236}">
                      <a16:creationId xmlns:a16="http://schemas.microsoft.com/office/drawing/2014/main" xmlns="" id="{EEF02F94-D39F-4F43-3139-FB6760CFFBC8}"/>
                    </a:ext>
                  </a:extLst>
                </p:cNvPr>
                <p:cNvSpPr>
                  <a:spLocks noChangeArrowheads="1"/>
                </p:cNvSpPr>
                <p:nvPr/>
              </p:nvSpPr>
              <p:spPr bwMode="auto">
                <a:xfrm>
                  <a:off x="1864" y="921"/>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2" name="Group 151">
                <a:extLst>
                  <a:ext uri="{FF2B5EF4-FFF2-40B4-BE49-F238E27FC236}">
                    <a16:creationId xmlns:a16="http://schemas.microsoft.com/office/drawing/2014/main" xmlns="" id="{374CF258-8767-171C-52D8-9518CAE470C2}"/>
                  </a:ext>
                </a:extLst>
              </p:cNvPr>
              <p:cNvGrpSpPr>
                <a:grpSpLocks/>
              </p:cNvGrpSpPr>
              <p:nvPr/>
            </p:nvGrpSpPr>
            <p:grpSpPr bwMode="auto">
              <a:xfrm>
                <a:off x="2259" y="921"/>
                <a:ext cx="581" cy="403"/>
                <a:chOff x="2259" y="921"/>
                <a:chExt cx="581" cy="403"/>
              </a:xfrm>
            </p:grpSpPr>
            <p:sp>
              <p:nvSpPr>
                <p:cNvPr id="38195" name="Rectangle 21">
                  <a:extLst>
                    <a:ext uri="{FF2B5EF4-FFF2-40B4-BE49-F238E27FC236}">
                      <a16:creationId xmlns:a16="http://schemas.microsoft.com/office/drawing/2014/main" xmlns="" id="{8620BB2D-03E6-C1F9-FB33-E95750DEA0D4}"/>
                    </a:ext>
                  </a:extLst>
                </p:cNvPr>
                <p:cNvSpPr>
                  <a:spLocks noChangeArrowheads="1"/>
                </p:cNvSpPr>
                <p:nvPr/>
              </p:nvSpPr>
              <p:spPr bwMode="auto">
                <a:xfrm>
                  <a:off x="2302" y="921"/>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96" name="Rectangle 150">
                  <a:extLst>
                    <a:ext uri="{FF2B5EF4-FFF2-40B4-BE49-F238E27FC236}">
                      <a16:creationId xmlns:a16="http://schemas.microsoft.com/office/drawing/2014/main" xmlns="" id="{DC6475EF-5567-A6A1-3F42-A5A540962845}"/>
                    </a:ext>
                  </a:extLst>
                </p:cNvPr>
                <p:cNvSpPr>
                  <a:spLocks noChangeArrowheads="1"/>
                </p:cNvSpPr>
                <p:nvPr/>
              </p:nvSpPr>
              <p:spPr bwMode="auto">
                <a:xfrm>
                  <a:off x="2259" y="921"/>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3" name="Group 153">
                <a:extLst>
                  <a:ext uri="{FF2B5EF4-FFF2-40B4-BE49-F238E27FC236}">
                    <a16:creationId xmlns:a16="http://schemas.microsoft.com/office/drawing/2014/main" xmlns="" id="{932D36C4-6435-6006-E189-2322C119E386}"/>
                  </a:ext>
                </a:extLst>
              </p:cNvPr>
              <p:cNvGrpSpPr>
                <a:grpSpLocks/>
              </p:cNvGrpSpPr>
              <p:nvPr/>
            </p:nvGrpSpPr>
            <p:grpSpPr bwMode="auto">
              <a:xfrm>
                <a:off x="2840" y="921"/>
                <a:ext cx="416" cy="403"/>
                <a:chOff x="2840" y="921"/>
                <a:chExt cx="416" cy="403"/>
              </a:xfrm>
            </p:grpSpPr>
            <p:sp>
              <p:nvSpPr>
                <p:cNvPr id="38193" name="Rectangle 22">
                  <a:extLst>
                    <a:ext uri="{FF2B5EF4-FFF2-40B4-BE49-F238E27FC236}">
                      <a16:creationId xmlns:a16="http://schemas.microsoft.com/office/drawing/2014/main" xmlns="" id="{59B40247-E0CD-04B2-2F57-1DBBF1C23F76}"/>
                    </a:ext>
                  </a:extLst>
                </p:cNvPr>
                <p:cNvSpPr>
                  <a:spLocks noChangeArrowheads="1"/>
                </p:cNvSpPr>
                <p:nvPr/>
              </p:nvSpPr>
              <p:spPr bwMode="auto">
                <a:xfrm>
                  <a:off x="2883" y="921"/>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1.08</a:t>
                  </a:r>
                  <a:endParaRPr lang="en-CA" altLang="en-US" sz="1200">
                    <a:ea typeface="Arial Unicode MS"/>
                    <a:cs typeface="Arial Unicode MS"/>
                  </a:endParaRPr>
                </a:p>
                <a:p>
                  <a:endParaRPr lang="en-CA" altLang="en-US"/>
                </a:p>
              </p:txBody>
            </p:sp>
            <p:sp>
              <p:nvSpPr>
                <p:cNvPr id="38194" name="Rectangle 152">
                  <a:extLst>
                    <a:ext uri="{FF2B5EF4-FFF2-40B4-BE49-F238E27FC236}">
                      <a16:creationId xmlns:a16="http://schemas.microsoft.com/office/drawing/2014/main" xmlns="" id="{80BE1B21-B1BE-6ED2-0BEC-821EE23F171E}"/>
                    </a:ext>
                  </a:extLst>
                </p:cNvPr>
                <p:cNvSpPr>
                  <a:spLocks noChangeArrowheads="1"/>
                </p:cNvSpPr>
                <p:nvPr/>
              </p:nvSpPr>
              <p:spPr bwMode="auto">
                <a:xfrm>
                  <a:off x="2840" y="921"/>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4" name="Group 155">
                <a:extLst>
                  <a:ext uri="{FF2B5EF4-FFF2-40B4-BE49-F238E27FC236}">
                    <a16:creationId xmlns:a16="http://schemas.microsoft.com/office/drawing/2014/main" xmlns="" id="{D2F74838-797A-93CE-D9AD-98BC92EF8A80}"/>
                  </a:ext>
                </a:extLst>
              </p:cNvPr>
              <p:cNvGrpSpPr>
                <a:grpSpLocks/>
              </p:cNvGrpSpPr>
              <p:nvPr/>
            </p:nvGrpSpPr>
            <p:grpSpPr bwMode="auto">
              <a:xfrm>
                <a:off x="3256" y="921"/>
                <a:ext cx="416" cy="403"/>
                <a:chOff x="3256" y="921"/>
                <a:chExt cx="416" cy="403"/>
              </a:xfrm>
            </p:grpSpPr>
            <p:sp>
              <p:nvSpPr>
                <p:cNvPr id="38191" name="Rectangle 23">
                  <a:extLst>
                    <a:ext uri="{FF2B5EF4-FFF2-40B4-BE49-F238E27FC236}">
                      <a16:creationId xmlns:a16="http://schemas.microsoft.com/office/drawing/2014/main" xmlns="" id="{5A5B5489-A3D5-8975-F7AE-611DC126FCCF}"/>
                    </a:ext>
                  </a:extLst>
                </p:cNvPr>
                <p:cNvSpPr>
                  <a:spLocks noChangeArrowheads="1"/>
                </p:cNvSpPr>
                <p:nvPr/>
              </p:nvSpPr>
              <p:spPr bwMode="auto">
                <a:xfrm>
                  <a:off x="3299" y="921"/>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1.16</a:t>
                  </a:r>
                  <a:endParaRPr lang="en-CA" altLang="en-US" sz="1200">
                    <a:ea typeface="Arial Unicode MS"/>
                    <a:cs typeface="Arial Unicode MS"/>
                  </a:endParaRPr>
                </a:p>
                <a:p>
                  <a:endParaRPr lang="en-CA" altLang="en-US"/>
                </a:p>
              </p:txBody>
            </p:sp>
            <p:sp>
              <p:nvSpPr>
                <p:cNvPr id="38192" name="Rectangle 154">
                  <a:extLst>
                    <a:ext uri="{FF2B5EF4-FFF2-40B4-BE49-F238E27FC236}">
                      <a16:creationId xmlns:a16="http://schemas.microsoft.com/office/drawing/2014/main" xmlns="" id="{949EBA92-7FE2-FB3E-47E8-E13571A1548C}"/>
                    </a:ext>
                  </a:extLst>
                </p:cNvPr>
                <p:cNvSpPr>
                  <a:spLocks noChangeArrowheads="1"/>
                </p:cNvSpPr>
                <p:nvPr/>
              </p:nvSpPr>
              <p:spPr bwMode="auto">
                <a:xfrm>
                  <a:off x="3256" y="921"/>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5" name="Group 157">
                <a:extLst>
                  <a:ext uri="{FF2B5EF4-FFF2-40B4-BE49-F238E27FC236}">
                    <a16:creationId xmlns:a16="http://schemas.microsoft.com/office/drawing/2014/main" xmlns="" id="{B22FEA68-CE70-DFCD-A21F-F6587A4445A9}"/>
                  </a:ext>
                </a:extLst>
              </p:cNvPr>
              <p:cNvGrpSpPr>
                <a:grpSpLocks/>
              </p:cNvGrpSpPr>
              <p:nvPr/>
            </p:nvGrpSpPr>
            <p:grpSpPr bwMode="auto">
              <a:xfrm>
                <a:off x="3672" y="921"/>
                <a:ext cx="441" cy="403"/>
                <a:chOff x="3672" y="921"/>
                <a:chExt cx="441" cy="403"/>
              </a:xfrm>
            </p:grpSpPr>
            <p:sp>
              <p:nvSpPr>
                <p:cNvPr id="38189" name="Rectangle 24">
                  <a:extLst>
                    <a:ext uri="{FF2B5EF4-FFF2-40B4-BE49-F238E27FC236}">
                      <a16:creationId xmlns:a16="http://schemas.microsoft.com/office/drawing/2014/main" xmlns="" id="{651F3A61-1098-0933-B0D5-5B6297309B20}"/>
                    </a:ext>
                  </a:extLst>
                </p:cNvPr>
                <p:cNvSpPr>
                  <a:spLocks noChangeArrowheads="1"/>
                </p:cNvSpPr>
                <p:nvPr/>
              </p:nvSpPr>
              <p:spPr bwMode="auto">
                <a:xfrm>
                  <a:off x="3715" y="921"/>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1.16</a:t>
                  </a:r>
                  <a:endParaRPr lang="en-CA" altLang="en-US" sz="1200">
                    <a:ea typeface="Arial Unicode MS"/>
                    <a:cs typeface="Arial Unicode MS"/>
                  </a:endParaRPr>
                </a:p>
                <a:p>
                  <a:endParaRPr lang="en-CA" altLang="en-US"/>
                </a:p>
              </p:txBody>
            </p:sp>
            <p:sp>
              <p:nvSpPr>
                <p:cNvPr id="38190" name="Rectangle 156">
                  <a:extLst>
                    <a:ext uri="{FF2B5EF4-FFF2-40B4-BE49-F238E27FC236}">
                      <a16:creationId xmlns:a16="http://schemas.microsoft.com/office/drawing/2014/main" xmlns="" id="{434EBD41-9ED7-32D7-B9E0-016C8936FE30}"/>
                    </a:ext>
                  </a:extLst>
                </p:cNvPr>
                <p:cNvSpPr>
                  <a:spLocks noChangeArrowheads="1"/>
                </p:cNvSpPr>
                <p:nvPr/>
              </p:nvSpPr>
              <p:spPr bwMode="auto">
                <a:xfrm>
                  <a:off x="3672" y="921"/>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6" name="Group 159">
                <a:extLst>
                  <a:ext uri="{FF2B5EF4-FFF2-40B4-BE49-F238E27FC236}">
                    <a16:creationId xmlns:a16="http://schemas.microsoft.com/office/drawing/2014/main" xmlns="" id="{28CAA58E-A7B4-A63B-98FC-F8E984EA14B5}"/>
                  </a:ext>
                </a:extLst>
              </p:cNvPr>
              <p:cNvGrpSpPr>
                <a:grpSpLocks/>
              </p:cNvGrpSpPr>
              <p:nvPr/>
            </p:nvGrpSpPr>
            <p:grpSpPr bwMode="auto">
              <a:xfrm>
                <a:off x="0" y="1324"/>
                <a:ext cx="1455" cy="403"/>
                <a:chOff x="0" y="1324"/>
                <a:chExt cx="1455" cy="403"/>
              </a:xfrm>
            </p:grpSpPr>
            <p:sp>
              <p:nvSpPr>
                <p:cNvPr id="38187" name="Rectangle 25">
                  <a:extLst>
                    <a:ext uri="{FF2B5EF4-FFF2-40B4-BE49-F238E27FC236}">
                      <a16:creationId xmlns:a16="http://schemas.microsoft.com/office/drawing/2014/main" xmlns="" id="{6B14DB95-EA97-CAF9-B5F4-84A3996E5851}"/>
                    </a:ext>
                  </a:extLst>
                </p:cNvPr>
                <p:cNvSpPr>
                  <a:spLocks noChangeArrowheads="1"/>
                </p:cNvSpPr>
                <p:nvPr/>
              </p:nvSpPr>
              <p:spPr bwMode="auto">
                <a:xfrm>
                  <a:off x="43" y="1324"/>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Product Complexity</a:t>
                  </a:r>
                  <a:endParaRPr lang="en-CA" altLang="en-US" sz="1200">
                    <a:ea typeface="Arial Unicode MS"/>
                    <a:cs typeface="Arial Unicode MS"/>
                  </a:endParaRPr>
                </a:p>
                <a:p>
                  <a:endParaRPr lang="en-CA" altLang="en-US"/>
                </a:p>
              </p:txBody>
            </p:sp>
            <p:sp>
              <p:nvSpPr>
                <p:cNvPr id="38188" name="Rectangle 158">
                  <a:extLst>
                    <a:ext uri="{FF2B5EF4-FFF2-40B4-BE49-F238E27FC236}">
                      <a16:creationId xmlns:a16="http://schemas.microsoft.com/office/drawing/2014/main" xmlns="" id="{AC1DE32D-1509-DD1A-2E83-EC492E48EAB3}"/>
                    </a:ext>
                  </a:extLst>
                </p:cNvPr>
                <p:cNvSpPr>
                  <a:spLocks noChangeArrowheads="1"/>
                </p:cNvSpPr>
                <p:nvPr/>
              </p:nvSpPr>
              <p:spPr bwMode="auto">
                <a:xfrm>
                  <a:off x="0" y="1324"/>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7" name="Group 161">
                <a:extLst>
                  <a:ext uri="{FF2B5EF4-FFF2-40B4-BE49-F238E27FC236}">
                    <a16:creationId xmlns:a16="http://schemas.microsoft.com/office/drawing/2014/main" xmlns="" id="{0A5C0DCA-9669-D226-20B4-64BC2E4F0057}"/>
                  </a:ext>
                </a:extLst>
              </p:cNvPr>
              <p:cNvGrpSpPr>
                <a:grpSpLocks/>
              </p:cNvGrpSpPr>
              <p:nvPr/>
            </p:nvGrpSpPr>
            <p:grpSpPr bwMode="auto">
              <a:xfrm>
                <a:off x="1455" y="1324"/>
                <a:ext cx="409" cy="403"/>
                <a:chOff x="1455" y="1324"/>
                <a:chExt cx="409" cy="403"/>
              </a:xfrm>
            </p:grpSpPr>
            <p:sp>
              <p:nvSpPr>
                <p:cNvPr id="38185" name="Rectangle 26">
                  <a:extLst>
                    <a:ext uri="{FF2B5EF4-FFF2-40B4-BE49-F238E27FC236}">
                      <a16:creationId xmlns:a16="http://schemas.microsoft.com/office/drawing/2014/main" xmlns="" id="{48452857-DBBB-BC24-D650-EFE53F91E24B}"/>
                    </a:ext>
                  </a:extLst>
                </p:cNvPr>
                <p:cNvSpPr>
                  <a:spLocks noChangeArrowheads="1"/>
                </p:cNvSpPr>
                <p:nvPr/>
              </p:nvSpPr>
              <p:spPr bwMode="auto">
                <a:xfrm>
                  <a:off x="1498" y="1324"/>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.70</a:t>
                  </a:r>
                  <a:endParaRPr lang="en-CA" altLang="en-US" sz="1200">
                    <a:ea typeface="Arial Unicode MS"/>
                    <a:cs typeface="Arial Unicode MS"/>
                  </a:endParaRPr>
                </a:p>
                <a:p>
                  <a:endParaRPr lang="en-CA" altLang="en-US"/>
                </a:p>
              </p:txBody>
            </p:sp>
            <p:sp>
              <p:nvSpPr>
                <p:cNvPr id="38186" name="Rectangle 160">
                  <a:extLst>
                    <a:ext uri="{FF2B5EF4-FFF2-40B4-BE49-F238E27FC236}">
                      <a16:creationId xmlns:a16="http://schemas.microsoft.com/office/drawing/2014/main" xmlns="" id="{328FEBA7-961C-12DF-161C-C1E38386A0E2}"/>
                    </a:ext>
                  </a:extLst>
                </p:cNvPr>
                <p:cNvSpPr>
                  <a:spLocks noChangeArrowheads="1"/>
                </p:cNvSpPr>
                <p:nvPr/>
              </p:nvSpPr>
              <p:spPr bwMode="auto">
                <a:xfrm>
                  <a:off x="1455" y="1324"/>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8" name="Group 163">
                <a:extLst>
                  <a:ext uri="{FF2B5EF4-FFF2-40B4-BE49-F238E27FC236}">
                    <a16:creationId xmlns:a16="http://schemas.microsoft.com/office/drawing/2014/main" xmlns="" id="{245E1D90-091E-FFBC-7E2E-933CD5D029CE}"/>
                  </a:ext>
                </a:extLst>
              </p:cNvPr>
              <p:cNvGrpSpPr>
                <a:grpSpLocks/>
              </p:cNvGrpSpPr>
              <p:nvPr/>
            </p:nvGrpSpPr>
            <p:grpSpPr bwMode="auto">
              <a:xfrm>
                <a:off x="1864" y="1324"/>
                <a:ext cx="395" cy="403"/>
                <a:chOff x="1864" y="1324"/>
                <a:chExt cx="395" cy="403"/>
              </a:xfrm>
            </p:grpSpPr>
            <p:sp>
              <p:nvSpPr>
                <p:cNvPr id="38183" name="Rectangle 27">
                  <a:extLst>
                    <a:ext uri="{FF2B5EF4-FFF2-40B4-BE49-F238E27FC236}">
                      <a16:creationId xmlns:a16="http://schemas.microsoft.com/office/drawing/2014/main" xmlns="" id="{FAD0A909-BA03-814D-AC07-54A5C2BEAAA0}"/>
                    </a:ext>
                  </a:extLst>
                </p:cNvPr>
                <p:cNvSpPr>
                  <a:spLocks noChangeArrowheads="1"/>
                </p:cNvSpPr>
                <p:nvPr/>
              </p:nvSpPr>
              <p:spPr bwMode="auto">
                <a:xfrm>
                  <a:off x="1907" y="1324"/>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.85</a:t>
                  </a:r>
                  <a:endParaRPr lang="en-CA" altLang="en-US" sz="1200">
                    <a:ea typeface="Arial Unicode MS"/>
                    <a:cs typeface="Arial Unicode MS"/>
                  </a:endParaRPr>
                </a:p>
                <a:p>
                  <a:endParaRPr lang="en-CA" altLang="en-US"/>
                </a:p>
              </p:txBody>
            </p:sp>
            <p:sp>
              <p:nvSpPr>
                <p:cNvPr id="38184" name="Rectangle 162">
                  <a:extLst>
                    <a:ext uri="{FF2B5EF4-FFF2-40B4-BE49-F238E27FC236}">
                      <a16:creationId xmlns:a16="http://schemas.microsoft.com/office/drawing/2014/main" xmlns="" id="{9A7C0601-DF9C-0135-09EB-A0D0ED7C17E2}"/>
                    </a:ext>
                  </a:extLst>
                </p:cNvPr>
                <p:cNvSpPr>
                  <a:spLocks noChangeArrowheads="1"/>
                </p:cNvSpPr>
                <p:nvPr/>
              </p:nvSpPr>
              <p:spPr bwMode="auto">
                <a:xfrm>
                  <a:off x="1864" y="1324"/>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19" name="Group 165">
                <a:extLst>
                  <a:ext uri="{FF2B5EF4-FFF2-40B4-BE49-F238E27FC236}">
                    <a16:creationId xmlns:a16="http://schemas.microsoft.com/office/drawing/2014/main" xmlns="" id="{64E01A80-3398-A358-2057-08838EAF7FA8}"/>
                  </a:ext>
                </a:extLst>
              </p:cNvPr>
              <p:cNvGrpSpPr>
                <a:grpSpLocks/>
              </p:cNvGrpSpPr>
              <p:nvPr/>
            </p:nvGrpSpPr>
            <p:grpSpPr bwMode="auto">
              <a:xfrm>
                <a:off x="2259" y="1324"/>
                <a:ext cx="581" cy="403"/>
                <a:chOff x="2259" y="1324"/>
                <a:chExt cx="581" cy="403"/>
              </a:xfrm>
            </p:grpSpPr>
            <p:sp>
              <p:nvSpPr>
                <p:cNvPr id="38181" name="Rectangle 28">
                  <a:extLst>
                    <a:ext uri="{FF2B5EF4-FFF2-40B4-BE49-F238E27FC236}">
                      <a16:creationId xmlns:a16="http://schemas.microsoft.com/office/drawing/2014/main" xmlns="" id="{603F6EAD-F1A6-93EA-1192-48100AB51F63}"/>
                    </a:ext>
                  </a:extLst>
                </p:cNvPr>
                <p:cNvSpPr>
                  <a:spLocks noChangeArrowheads="1"/>
                </p:cNvSpPr>
                <p:nvPr/>
              </p:nvSpPr>
              <p:spPr bwMode="auto">
                <a:xfrm>
                  <a:off x="2302" y="1324"/>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82" name="Rectangle 164">
                  <a:extLst>
                    <a:ext uri="{FF2B5EF4-FFF2-40B4-BE49-F238E27FC236}">
                      <a16:creationId xmlns:a16="http://schemas.microsoft.com/office/drawing/2014/main" xmlns="" id="{5C68CF22-12BD-E856-7E7A-D4E33F6A2ECB}"/>
                    </a:ext>
                  </a:extLst>
                </p:cNvPr>
                <p:cNvSpPr>
                  <a:spLocks noChangeArrowheads="1"/>
                </p:cNvSpPr>
                <p:nvPr/>
              </p:nvSpPr>
              <p:spPr bwMode="auto">
                <a:xfrm>
                  <a:off x="2259" y="1324"/>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0" name="Group 167">
                <a:extLst>
                  <a:ext uri="{FF2B5EF4-FFF2-40B4-BE49-F238E27FC236}">
                    <a16:creationId xmlns:a16="http://schemas.microsoft.com/office/drawing/2014/main" xmlns="" id="{40D49D8F-FB16-DE0E-9781-306FAACEB58C}"/>
                  </a:ext>
                </a:extLst>
              </p:cNvPr>
              <p:cNvGrpSpPr>
                <a:grpSpLocks/>
              </p:cNvGrpSpPr>
              <p:nvPr/>
            </p:nvGrpSpPr>
            <p:grpSpPr bwMode="auto">
              <a:xfrm>
                <a:off x="2840" y="1324"/>
                <a:ext cx="416" cy="403"/>
                <a:chOff x="2840" y="1324"/>
                <a:chExt cx="416" cy="403"/>
              </a:xfrm>
            </p:grpSpPr>
            <p:sp>
              <p:nvSpPr>
                <p:cNvPr id="38179" name="Rectangle 29">
                  <a:extLst>
                    <a:ext uri="{FF2B5EF4-FFF2-40B4-BE49-F238E27FC236}">
                      <a16:creationId xmlns:a16="http://schemas.microsoft.com/office/drawing/2014/main" xmlns="" id="{EB3FC143-35BE-757F-71D2-4079B44974D7}"/>
                    </a:ext>
                  </a:extLst>
                </p:cNvPr>
                <p:cNvSpPr>
                  <a:spLocks noChangeArrowheads="1"/>
                </p:cNvSpPr>
                <p:nvPr/>
              </p:nvSpPr>
              <p:spPr bwMode="auto">
                <a:xfrm>
                  <a:off x="2883" y="1324"/>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1.15</a:t>
                  </a:r>
                  <a:endParaRPr lang="en-CA" altLang="en-US" sz="1200">
                    <a:ea typeface="Arial Unicode MS"/>
                    <a:cs typeface="Arial Unicode MS"/>
                  </a:endParaRPr>
                </a:p>
                <a:p>
                  <a:endParaRPr lang="en-CA" altLang="en-US"/>
                </a:p>
              </p:txBody>
            </p:sp>
            <p:sp>
              <p:nvSpPr>
                <p:cNvPr id="38180" name="Rectangle 166">
                  <a:extLst>
                    <a:ext uri="{FF2B5EF4-FFF2-40B4-BE49-F238E27FC236}">
                      <a16:creationId xmlns:a16="http://schemas.microsoft.com/office/drawing/2014/main" xmlns="" id="{B7AAED7B-6845-7FF6-2043-685C636740B9}"/>
                    </a:ext>
                  </a:extLst>
                </p:cNvPr>
                <p:cNvSpPr>
                  <a:spLocks noChangeArrowheads="1"/>
                </p:cNvSpPr>
                <p:nvPr/>
              </p:nvSpPr>
              <p:spPr bwMode="auto">
                <a:xfrm>
                  <a:off x="2840" y="1324"/>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1" name="Group 169">
                <a:extLst>
                  <a:ext uri="{FF2B5EF4-FFF2-40B4-BE49-F238E27FC236}">
                    <a16:creationId xmlns:a16="http://schemas.microsoft.com/office/drawing/2014/main" xmlns="" id="{9C6A1CC9-B5A5-8551-0B77-8B123B163B63}"/>
                  </a:ext>
                </a:extLst>
              </p:cNvPr>
              <p:cNvGrpSpPr>
                <a:grpSpLocks/>
              </p:cNvGrpSpPr>
              <p:nvPr/>
            </p:nvGrpSpPr>
            <p:grpSpPr bwMode="auto">
              <a:xfrm>
                <a:off x="3256" y="1324"/>
                <a:ext cx="416" cy="403"/>
                <a:chOff x="3256" y="1324"/>
                <a:chExt cx="416" cy="403"/>
              </a:xfrm>
            </p:grpSpPr>
            <p:sp>
              <p:nvSpPr>
                <p:cNvPr id="38177" name="Rectangle 30">
                  <a:extLst>
                    <a:ext uri="{FF2B5EF4-FFF2-40B4-BE49-F238E27FC236}">
                      <a16:creationId xmlns:a16="http://schemas.microsoft.com/office/drawing/2014/main" xmlns="" id="{7C91B9C2-7CCA-DB0A-0BCB-32C29553CAC3}"/>
                    </a:ext>
                  </a:extLst>
                </p:cNvPr>
                <p:cNvSpPr>
                  <a:spLocks noChangeArrowheads="1"/>
                </p:cNvSpPr>
                <p:nvPr/>
              </p:nvSpPr>
              <p:spPr bwMode="auto">
                <a:xfrm>
                  <a:off x="3299" y="1324"/>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1.30</a:t>
                  </a:r>
                  <a:endParaRPr lang="en-CA" altLang="en-US" sz="1200">
                    <a:ea typeface="Arial Unicode MS"/>
                    <a:cs typeface="Arial Unicode MS"/>
                  </a:endParaRPr>
                </a:p>
                <a:p>
                  <a:endParaRPr lang="en-CA" altLang="en-US"/>
                </a:p>
              </p:txBody>
            </p:sp>
            <p:sp>
              <p:nvSpPr>
                <p:cNvPr id="38178" name="Rectangle 168">
                  <a:extLst>
                    <a:ext uri="{FF2B5EF4-FFF2-40B4-BE49-F238E27FC236}">
                      <a16:creationId xmlns:a16="http://schemas.microsoft.com/office/drawing/2014/main" xmlns="" id="{3138061F-2382-272D-E1BE-7B0D579F7E34}"/>
                    </a:ext>
                  </a:extLst>
                </p:cNvPr>
                <p:cNvSpPr>
                  <a:spLocks noChangeArrowheads="1"/>
                </p:cNvSpPr>
                <p:nvPr/>
              </p:nvSpPr>
              <p:spPr bwMode="auto">
                <a:xfrm>
                  <a:off x="3256" y="1324"/>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2" name="Group 171">
                <a:extLst>
                  <a:ext uri="{FF2B5EF4-FFF2-40B4-BE49-F238E27FC236}">
                    <a16:creationId xmlns:a16="http://schemas.microsoft.com/office/drawing/2014/main" xmlns="" id="{9F91257B-8249-74E3-A209-8A01D0AA55D5}"/>
                  </a:ext>
                </a:extLst>
              </p:cNvPr>
              <p:cNvGrpSpPr>
                <a:grpSpLocks/>
              </p:cNvGrpSpPr>
              <p:nvPr/>
            </p:nvGrpSpPr>
            <p:grpSpPr bwMode="auto">
              <a:xfrm>
                <a:off x="3672" y="1324"/>
                <a:ext cx="441" cy="403"/>
                <a:chOff x="3672" y="1324"/>
                <a:chExt cx="441" cy="403"/>
              </a:xfrm>
            </p:grpSpPr>
            <p:sp>
              <p:nvSpPr>
                <p:cNvPr id="38175" name="Rectangle 31">
                  <a:extLst>
                    <a:ext uri="{FF2B5EF4-FFF2-40B4-BE49-F238E27FC236}">
                      <a16:creationId xmlns:a16="http://schemas.microsoft.com/office/drawing/2014/main" xmlns="" id="{87BBC805-B2F9-EC84-FD24-778A488B3807}"/>
                    </a:ext>
                  </a:extLst>
                </p:cNvPr>
                <p:cNvSpPr>
                  <a:spLocks noChangeArrowheads="1"/>
                </p:cNvSpPr>
                <p:nvPr/>
              </p:nvSpPr>
              <p:spPr bwMode="auto">
                <a:xfrm>
                  <a:off x="3715" y="1324"/>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1.65</a:t>
                  </a:r>
                  <a:endParaRPr lang="en-CA" altLang="en-US" sz="1200">
                    <a:ea typeface="Arial Unicode MS"/>
                    <a:cs typeface="Arial Unicode MS"/>
                  </a:endParaRPr>
                </a:p>
                <a:p>
                  <a:endParaRPr lang="en-CA" altLang="en-US"/>
                </a:p>
              </p:txBody>
            </p:sp>
            <p:sp>
              <p:nvSpPr>
                <p:cNvPr id="38176" name="Rectangle 170">
                  <a:extLst>
                    <a:ext uri="{FF2B5EF4-FFF2-40B4-BE49-F238E27FC236}">
                      <a16:creationId xmlns:a16="http://schemas.microsoft.com/office/drawing/2014/main" xmlns="" id="{1C656306-6C55-C038-DE65-7EEB0C3E16A8}"/>
                    </a:ext>
                  </a:extLst>
                </p:cNvPr>
                <p:cNvSpPr>
                  <a:spLocks noChangeArrowheads="1"/>
                </p:cNvSpPr>
                <p:nvPr/>
              </p:nvSpPr>
              <p:spPr bwMode="auto">
                <a:xfrm>
                  <a:off x="3672" y="1324"/>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3" name="Group 173">
                <a:extLst>
                  <a:ext uri="{FF2B5EF4-FFF2-40B4-BE49-F238E27FC236}">
                    <a16:creationId xmlns:a16="http://schemas.microsoft.com/office/drawing/2014/main" xmlns="" id="{FA1C60E1-FE66-FA1F-B998-8063EC582E66}"/>
                  </a:ext>
                </a:extLst>
              </p:cNvPr>
              <p:cNvGrpSpPr>
                <a:grpSpLocks/>
              </p:cNvGrpSpPr>
              <p:nvPr/>
            </p:nvGrpSpPr>
            <p:grpSpPr bwMode="auto">
              <a:xfrm>
                <a:off x="0" y="1727"/>
                <a:ext cx="1455" cy="403"/>
                <a:chOff x="0" y="1727"/>
                <a:chExt cx="1455" cy="403"/>
              </a:xfrm>
            </p:grpSpPr>
            <p:sp>
              <p:nvSpPr>
                <p:cNvPr id="38173" name="Rectangle 32">
                  <a:extLst>
                    <a:ext uri="{FF2B5EF4-FFF2-40B4-BE49-F238E27FC236}">
                      <a16:creationId xmlns:a16="http://schemas.microsoft.com/office/drawing/2014/main" xmlns="" id="{2FA35190-99DF-4F73-F8AC-F9D41C8D6DE2}"/>
                    </a:ext>
                  </a:extLst>
                </p:cNvPr>
                <p:cNvSpPr>
                  <a:spLocks noChangeArrowheads="1"/>
                </p:cNvSpPr>
                <p:nvPr/>
              </p:nvSpPr>
              <p:spPr bwMode="auto">
                <a:xfrm>
                  <a:off x="43" y="1727"/>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Execution Time Constraint</a:t>
                  </a:r>
                  <a:endParaRPr lang="en-CA" altLang="en-US" sz="1200">
                    <a:ea typeface="Arial Unicode MS"/>
                    <a:cs typeface="Arial Unicode MS"/>
                  </a:endParaRPr>
                </a:p>
                <a:p>
                  <a:endParaRPr lang="en-CA" altLang="en-US"/>
                </a:p>
              </p:txBody>
            </p:sp>
            <p:sp>
              <p:nvSpPr>
                <p:cNvPr id="38174" name="Rectangle 172">
                  <a:extLst>
                    <a:ext uri="{FF2B5EF4-FFF2-40B4-BE49-F238E27FC236}">
                      <a16:creationId xmlns:a16="http://schemas.microsoft.com/office/drawing/2014/main" xmlns="" id="{866C81D0-213F-6464-BFBD-CB6CE9839632}"/>
                    </a:ext>
                  </a:extLst>
                </p:cNvPr>
                <p:cNvSpPr>
                  <a:spLocks noChangeArrowheads="1"/>
                </p:cNvSpPr>
                <p:nvPr/>
              </p:nvSpPr>
              <p:spPr bwMode="auto">
                <a:xfrm>
                  <a:off x="0" y="1727"/>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4" name="Group 175">
                <a:extLst>
                  <a:ext uri="{FF2B5EF4-FFF2-40B4-BE49-F238E27FC236}">
                    <a16:creationId xmlns:a16="http://schemas.microsoft.com/office/drawing/2014/main" xmlns="" id="{AA0E412F-2BD6-D543-0FF0-643C7CD85FDC}"/>
                  </a:ext>
                </a:extLst>
              </p:cNvPr>
              <p:cNvGrpSpPr>
                <a:grpSpLocks/>
              </p:cNvGrpSpPr>
              <p:nvPr/>
            </p:nvGrpSpPr>
            <p:grpSpPr bwMode="auto">
              <a:xfrm>
                <a:off x="1455" y="1727"/>
                <a:ext cx="409" cy="403"/>
                <a:chOff x="1455" y="1727"/>
                <a:chExt cx="409" cy="403"/>
              </a:xfrm>
            </p:grpSpPr>
            <p:sp>
              <p:nvSpPr>
                <p:cNvPr id="38171" name="Rectangle 33">
                  <a:extLst>
                    <a:ext uri="{FF2B5EF4-FFF2-40B4-BE49-F238E27FC236}">
                      <a16:creationId xmlns:a16="http://schemas.microsoft.com/office/drawing/2014/main" xmlns="" id="{B52C2411-B29F-FCB3-5D2C-6EAFC354C9D5}"/>
                    </a:ext>
                  </a:extLst>
                </p:cNvPr>
                <p:cNvSpPr>
                  <a:spLocks noChangeArrowheads="1"/>
                </p:cNvSpPr>
                <p:nvPr/>
              </p:nvSpPr>
              <p:spPr bwMode="auto">
                <a:xfrm>
                  <a:off x="1498" y="1727"/>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72" name="Rectangle 174">
                  <a:extLst>
                    <a:ext uri="{FF2B5EF4-FFF2-40B4-BE49-F238E27FC236}">
                      <a16:creationId xmlns:a16="http://schemas.microsoft.com/office/drawing/2014/main" xmlns="" id="{D9EF9108-BE3E-44F5-8133-A7241C346183}"/>
                    </a:ext>
                  </a:extLst>
                </p:cNvPr>
                <p:cNvSpPr>
                  <a:spLocks noChangeArrowheads="1"/>
                </p:cNvSpPr>
                <p:nvPr/>
              </p:nvSpPr>
              <p:spPr bwMode="auto">
                <a:xfrm>
                  <a:off x="1455" y="1727"/>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5" name="Group 177">
                <a:extLst>
                  <a:ext uri="{FF2B5EF4-FFF2-40B4-BE49-F238E27FC236}">
                    <a16:creationId xmlns:a16="http://schemas.microsoft.com/office/drawing/2014/main" xmlns="" id="{B696F047-D57A-719B-D51E-B8F6CE2DD975}"/>
                  </a:ext>
                </a:extLst>
              </p:cNvPr>
              <p:cNvGrpSpPr>
                <a:grpSpLocks/>
              </p:cNvGrpSpPr>
              <p:nvPr/>
            </p:nvGrpSpPr>
            <p:grpSpPr bwMode="auto">
              <a:xfrm>
                <a:off x="1864" y="1727"/>
                <a:ext cx="395" cy="403"/>
                <a:chOff x="1864" y="1727"/>
                <a:chExt cx="395" cy="403"/>
              </a:xfrm>
            </p:grpSpPr>
            <p:sp>
              <p:nvSpPr>
                <p:cNvPr id="38169" name="Rectangle 34">
                  <a:extLst>
                    <a:ext uri="{FF2B5EF4-FFF2-40B4-BE49-F238E27FC236}">
                      <a16:creationId xmlns:a16="http://schemas.microsoft.com/office/drawing/2014/main" xmlns="" id="{BBCC5306-68AF-9F25-CC9C-6D4EABE7B8AB}"/>
                    </a:ext>
                  </a:extLst>
                </p:cNvPr>
                <p:cNvSpPr>
                  <a:spLocks noChangeArrowheads="1"/>
                </p:cNvSpPr>
                <p:nvPr/>
              </p:nvSpPr>
              <p:spPr bwMode="auto">
                <a:xfrm>
                  <a:off x="1907" y="1727"/>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70" name="Rectangle 176">
                  <a:extLst>
                    <a:ext uri="{FF2B5EF4-FFF2-40B4-BE49-F238E27FC236}">
                      <a16:creationId xmlns:a16="http://schemas.microsoft.com/office/drawing/2014/main" xmlns="" id="{E3C2356B-B8DF-60CA-43FA-6CF689CDA93D}"/>
                    </a:ext>
                  </a:extLst>
                </p:cNvPr>
                <p:cNvSpPr>
                  <a:spLocks noChangeArrowheads="1"/>
                </p:cNvSpPr>
                <p:nvPr/>
              </p:nvSpPr>
              <p:spPr bwMode="auto">
                <a:xfrm>
                  <a:off x="1864" y="1727"/>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6" name="Group 179">
                <a:extLst>
                  <a:ext uri="{FF2B5EF4-FFF2-40B4-BE49-F238E27FC236}">
                    <a16:creationId xmlns:a16="http://schemas.microsoft.com/office/drawing/2014/main" xmlns="" id="{CBCD5623-3273-3A83-F793-FB4F407D17E0}"/>
                  </a:ext>
                </a:extLst>
              </p:cNvPr>
              <p:cNvGrpSpPr>
                <a:grpSpLocks/>
              </p:cNvGrpSpPr>
              <p:nvPr/>
            </p:nvGrpSpPr>
            <p:grpSpPr bwMode="auto">
              <a:xfrm>
                <a:off x="2259" y="1727"/>
                <a:ext cx="581" cy="403"/>
                <a:chOff x="2259" y="1727"/>
                <a:chExt cx="581" cy="403"/>
              </a:xfrm>
            </p:grpSpPr>
            <p:sp>
              <p:nvSpPr>
                <p:cNvPr id="38167" name="Rectangle 35">
                  <a:extLst>
                    <a:ext uri="{FF2B5EF4-FFF2-40B4-BE49-F238E27FC236}">
                      <a16:creationId xmlns:a16="http://schemas.microsoft.com/office/drawing/2014/main" xmlns="" id="{82182E2F-2CB5-E9CD-B7DB-C94372998B4A}"/>
                    </a:ext>
                  </a:extLst>
                </p:cNvPr>
                <p:cNvSpPr>
                  <a:spLocks noChangeArrowheads="1"/>
                </p:cNvSpPr>
                <p:nvPr/>
              </p:nvSpPr>
              <p:spPr bwMode="auto">
                <a:xfrm>
                  <a:off x="2302" y="1727"/>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68" name="Rectangle 178">
                  <a:extLst>
                    <a:ext uri="{FF2B5EF4-FFF2-40B4-BE49-F238E27FC236}">
                      <a16:creationId xmlns:a16="http://schemas.microsoft.com/office/drawing/2014/main" xmlns="" id="{36B7F4D4-E07D-9994-412B-68E8CCA800F9}"/>
                    </a:ext>
                  </a:extLst>
                </p:cNvPr>
                <p:cNvSpPr>
                  <a:spLocks noChangeArrowheads="1"/>
                </p:cNvSpPr>
                <p:nvPr/>
              </p:nvSpPr>
              <p:spPr bwMode="auto">
                <a:xfrm>
                  <a:off x="2259" y="1727"/>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7" name="Group 181">
                <a:extLst>
                  <a:ext uri="{FF2B5EF4-FFF2-40B4-BE49-F238E27FC236}">
                    <a16:creationId xmlns:a16="http://schemas.microsoft.com/office/drawing/2014/main" xmlns="" id="{0737DECB-D2D9-F082-F7FD-AE57765F1453}"/>
                  </a:ext>
                </a:extLst>
              </p:cNvPr>
              <p:cNvGrpSpPr>
                <a:grpSpLocks/>
              </p:cNvGrpSpPr>
              <p:nvPr/>
            </p:nvGrpSpPr>
            <p:grpSpPr bwMode="auto">
              <a:xfrm>
                <a:off x="2840" y="1727"/>
                <a:ext cx="416" cy="403"/>
                <a:chOff x="2840" y="1727"/>
                <a:chExt cx="416" cy="403"/>
              </a:xfrm>
            </p:grpSpPr>
            <p:sp>
              <p:nvSpPr>
                <p:cNvPr id="38165" name="Rectangle 36">
                  <a:extLst>
                    <a:ext uri="{FF2B5EF4-FFF2-40B4-BE49-F238E27FC236}">
                      <a16:creationId xmlns:a16="http://schemas.microsoft.com/office/drawing/2014/main" xmlns="" id="{29ADDD31-FFF6-4AFF-41FE-532073792DC4}"/>
                    </a:ext>
                  </a:extLst>
                </p:cNvPr>
                <p:cNvSpPr>
                  <a:spLocks noChangeArrowheads="1"/>
                </p:cNvSpPr>
                <p:nvPr/>
              </p:nvSpPr>
              <p:spPr bwMode="auto">
                <a:xfrm>
                  <a:off x="2883" y="1727"/>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1.11</a:t>
                  </a:r>
                  <a:endParaRPr lang="en-CA" altLang="en-US" sz="1200">
                    <a:ea typeface="Arial Unicode MS"/>
                    <a:cs typeface="Arial Unicode MS"/>
                  </a:endParaRPr>
                </a:p>
                <a:p>
                  <a:endParaRPr lang="en-CA" altLang="en-US"/>
                </a:p>
              </p:txBody>
            </p:sp>
            <p:sp>
              <p:nvSpPr>
                <p:cNvPr id="38166" name="Rectangle 180">
                  <a:extLst>
                    <a:ext uri="{FF2B5EF4-FFF2-40B4-BE49-F238E27FC236}">
                      <a16:creationId xmlns:a16="http://schemas.microsoft.com/office/drawing/2014/main" xmlns="" id="{AF8C2279-D7D1-459D-CE64-8DB2D3E5BFDE}"/>
                    </a:ext>
                  </a:extLst>
                </p:cNvPr>
                <p:cNvSpPr>
                  <a:spLocks noChangeArrowheads="1"/>
                </p:cNvSpPr>
                <p:nvPr/>
              </p:nvSpPr>
              <p:spPr bwMode="auto">
                <a:xfrm>
                  <a:off x="2840" y="1727"/>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8" name="Group 183">
                <a:extLst>
                  <a:ext uri="{FF2B5EF4-FFF2-40B4-BE49-F238E27FC236}">
                    <a16:creationId xmlns:a16="http://schemas.microsoft.com/office/drawing/2014/main" xmlns="" id="{1AE78E5B-C025-B154-BEE7-9CA624C67E32}"/>
                  </a:ext>
                </a:extLst>
              </p:cNvPr>
              <p:cNvGrpSpPr>
                <a:grpSpLocks/>
              </p:cNvGrpSpPr>
              <p:nvPr/>
            </p:nvGrpSpPr>
            <p:grpSpPr bwMode="auto">
              <a:xfrm>
                <a:off x="3256" y="1727"/>
                <a:ext cx="416" cy="403"/>
                <a:chOff x="3256" y="1727"/>
                <a:chExt cx="416" cy="403"/>
              </a:xfrm>
            </p:grpSpPr>
            <p:sp>
              <p:nvSpPr>
                <p:cNvPr id="38163" name="Rectangle 37">
                  <a:extLst>
                    <a:ext uri="{FF2B5EF4-FFF2-40B4-BE49-F238E27FC236}">
                      <a16:creationId xmlns:a16="http://schemas.microsoft.com/office/drawing/2014/main" xmlns="" id="{73C28320-24D3-82A2-8D7B-99231A2341D8}"/>
                    </a:ext>
                  </a:extLst>
                </p:cNvPr>
                <p:cNvSpPr>
                  <a:spLocks noChangeArrowheads="1"/>
                </p:cNvSpPr>
                <p:nvPr/>
              </p:nvSpPr>
              <p:spPr bwMode="auto">
                <a:xfrm>
                  <a:off x="3299" y="1727"/>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1.30</a:t>
                  </a:r>
                  <a:endParaRPr lang="en-CA" altLang="en-US" sz="1200">
                    <a:ea typeface="Arial Unicode MS"/>
                    <a:cs typeface="Arial Unicode MS"/>
                  </a:endParaRPr>
                </a:p>
                <a:p>
                  <a:endParaRPr lang="en-CA" altLang="en-US"/>
                </a:p>
              </p:txBody>
            </p:sp>
            <p:sp>
              <p:nvSpPr>
                <p:cNvPr id="38164" name="Rectangle 182">
                  <a:extLst>
                    <a:ext uri="{FF2B5EF4-FFF2-40B4-BE49-F238E27FC236}">
                      <a16:creationId xmlns:a16="http://schemas.microsoft.com/office/drawing/2014/main" xmlns="" id="{DC783F7F-2712-849F-2717-9F271FA96BA9}"/>
                    </a:ext>
                  </a:extLst>
                </p:cNvPr>
                <p:cNvSpPr>
                  <a:spLocks noChangeArrowheads="1"/>
                </p:cNvSpPr>
                <p:nvPr/>
              </p:nvSpPr>
              <p:spPr bwMode="auto">
                <a:xfrm>
                  <a:off x="3256" y="1727"/>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29" name="Group 185">
                <a:extLst>
                  <a:ext uri="{FF2B5EF4-FFF2-40B4-BE49-F238E27FC236}">
                    <a16:creationId xmlns:a16="http://schemas.microsoft.com/office/drawing/2014/main" xmlns="" id="{5E197CDE-0121-1698-41B1-A6B1ED8A0FD7}"/>
                  </a:ext>
                </a:extLst>
              </p:cNvPr>
              <p:cNvGrpSpPr>
                <a:grpSpLocks/>
              </p:cNvGrpSpPr>
              <p:nvPr/>
            </p:nvGrpSpPr>
            <p:grpSpPr bwMode="auto">
              <a:xfrm>
                <a:off x="3672" y="1727"/>
                <a:ext cx="441" cy="403"/>
                <a:chOff x="3672" y="1727"/>
                <a:chExt cx="441" cy="403"/>
              </a:xfrm>
            </p:grpSpPr>
            <p:sp>
              <p:nvSpPr>
                <p:cNvPr id="38161" name="Rectangle 38">
                  <a:extLst>
                    <a:ext uri="{FF2B5EF4-FFF2-40B4-BE49-F238E27FC236}">
                      <a16:creationId xmlns:a16="http://schemas.microsoft.com/office/drawing/2014/main" xmlns="" id="{98E28DE8-8855-E102-6C07-9C117B63450A}"/>
                    </a:ext>
                  </a:extLst>
                </p:cNvPr>
                <p:cNvSpPr>
                  <a:spLocks noChangeArrowheads="1"/>
                </p:cNvSpPr>
                <p:nvPr/>
              </p:nvSpPr>
              <p:spPr bwMode="auto">
                <a:xfrm>
                  <a:off x="3715" y="1727"/>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1.66</a:t>
                  </a:r>
                  <a:endParaRPr lang="en-CA" altLang="en-US" sz="1200">
                    <a:ea typeface="Arial Unicode MS"/>
                    <a:cs typeface="Arial Unicode MS"/>
                  </a:endParaRPr>
                </a:p>
                <a:p>
                  <a:endParaRPr lang="en-CA" altLang="en-US"/>
                </a:p>
              </p:txBody>
            </p:sp>
            <p:sp>
              <p:nvSpPr>
                <p:cNvPr id="38162" name="Rectangle 184">
                  <a:extLst>
                    <a:ext uri="{FF2B5EF4-FFF2-40B4-BE49-F238E27FC236}">
                      <a16:creationId xmlns:a16="http://schemas.microsoft.com/office/drawing/2014/main" xmlns="" id="{AA5B3A94-12E6-12ED-A4DC-31040D19C701}"/>
                    </a:ext>
                  </a:extLst>
                </p:cNvPr>
                <p:cNvSpPr>
                  <a:spLocks noChangeArrowheads="1"/>
                </p:cNvSpPr>
                <p:nvPr/>
              </p:nvSpPr>
              <p:spPr bwMode="auto">
                <a:xfrm>
                  <a:off x="3672" y="1727"/>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0" name="Group 187">
                <a:extLst>
                  <a:ext uri="{FF2B5EF4-FFF2-40B4-BE49-F238E27FC236}">
                    <a16:creationId xmlns:a16="http://schemas.microsoft.com/office/drawing/2014/main" xmlns="" id="{E0DBEF29-A66E-31E6-9227-DEB18585D2A8}"/>
                  </a:ext>
                </a:extLst>
              </p:cNvPr>
              <p:cNvGrpSpPr>
                <a:grpSpLocks/>
              </p:cNvGrpSpPr>
              <p:nvPr/>
            </p:nvGrpSpPr>
            <p:grpSpPr bwMode="auto">
              <a:xfrm>
                <a:off x="0" y="2130"/>
                <a:ext cx="1455" cy="403"/>
                <a:chOff x="0" y="2130"/>
                <a:chExt cx="1455" cy="403"/>
              </a:xfrm>
            </p:grpSpPr>
            <p:sp>
              <p:nvSpPr>
                <p:cNvPr id="38159" name="Rectangle 39">
                  <a:extLst>
                    <a:ext uri="{FF2B5EF4-FFF2-40B4-BE49-F238E27FC236}">
                      <a16:creationId xmlns:a16="http://schemas.microsoft.com/office/drawing/2014/main" xmlns="" id="{749DA143-1F20-A261-122F-CDF55B880EC6}"/>
                    </a:ext>
                  </a:extLst>
                </p:cNvPr>
                <p:cNvSpPr>
                  <a:spLocks noChangeArrowheads="1"/>
                </p:cNvSpPr>
                <p:nvPr/>
              </p:nvSpPr>
              <p:spPr bwMode="auto">
                <a:xfrm>
                  <a:off x="43" y="2130"/>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Main Storage Constraint</a:t>
                  </a:r>
                  <a:endParaRPr lang="en-CA" altLang="en-US" sz="1200">
                    <a:ea typeface="Arial Unicode MS"/>
                    <a:cs typeface="Arial Unicode MS"/>
                  </a:endParaRPr>
                </a:p>
                <a:p>
                  <a:endParaRPr lang="en-CA" altLang="en-US"/>
                </a:p>
              </p:txBody>
            </p:sp>
            <p:sp>
              <p:nvSpPr>
                <p:cNvPr id="38160" name="Rectangle 186">
                  <a:extLst>
                    <a:ext uri="{FF2B5EF4-FFF2-40B4-BE49-F238E27FC236}">
                      <a16:creationId xmlns:a16="http://schemas.microsoft.com/office/drawing/2014/main" xmlns="" id="{43A3A0D4-6B86-1012-C813-6C0124B240B9}"/>
                    </a:ext>
                  </a:extLst>
                </p:cNvPr>
                <p:cNvSpPr>
                  <a:spLocks noChangeArrowheads="1"/>
                </p:cNvSpPr>
                <p:nvPr/>
              </p:nvSpPr>
              <p:spPr bwMode="auto">
                <a:xfrm>
                  <a:off x="0" y="2130"/>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1" name="Group 189">
                <a:extLst>
                  <a:ext uri="{FF2B5EF4-FFF2-40B4-BE49-F238E27FC236}">
                    <a16:creationId xmlns:a16="http://schemas.microsoft.com/office/drawing/2014/main" xmlns="" id="{D7ED3F1C-5C5C-880E-1707-90AC4A9C004E}"/>
                  </a:ext>
                </a:extLst>
              </p:cNvPr>
              <p:cNvGrpSpPr>
                <a:grpSpLocks/>
              </p:cNvGrpSpPr>
              <p:nvPr/>
            </p:nvGrpSpPr>
            <p:grpSpPr bwMode="auto">
              <a:xfrm>
                <a:off x="1455" y="2130"/>
                <a:ext cx="409" cy="403"/>
                <a:chOff x="1455" y="2130"/>
                <a:chExt cx="409" cy="403"/>
              </a:xfrm>
            </p:grpSpPr>
            <p:sp>
              <p:nvSpPr>
                <p:cNvPr id="38157" name="Rectangle 40">
                  <a:extLst>
                    <a:ext uri="{FF2B5EF4-FFF2-40B4-BE49-F238E27FC236}">
                      <a16:creationId xmlns:a16="http://schemas.microsoft.com/office/drawing/2014/main" xmlns="" id="{99C3C215-0507-9520-B75C-35DE7DE79B54}"/>
                    </a:ext>
                  </a:extLst>
                </p:cNvPr>
                <p:cNvSpPr>
                  <a:spLocks noChangeArrowheads="1"/>
                </p:cNvSpPr>
                <p:nvPr/>
              </p:nvSpPr>
              <p:spPr bwMode="auto">
                <a:xfrm>
                  <a:off x="1498" y="2130"/>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58" name="Rectangle 188">
                  <a:extLst>
                    <a:ext uri="{FF2B5EF4-FFF2-40B4-BE49-F238E27FC236}">
                      <a16:creationId xmlns:a16="http://schemas.microsoft.com/office/drawing/2014/main" xmlns="" id="{409D298C-FAD6-273B-E684-CE2DB9B0596D}"/>
                    </a:ext>
                  </a:extLst>
                </p:cNvPr>
                <p:cNvSpPr>
                  <a:spLocks noChangeArrowheads="1"/>
                </p:cNvSpPr>
                <p:nvPr/>
              </p:nvSpPr>
              <p:spPr bwMode="auto">
                <a:xfrm>
                  <a:off x="1455" y="2130"/>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2" name="Group 191">
                <a:extLst>
                  <a:ext uri="{FF2B5EF4-FFF2-40B4-BE49-F238E27FC236}">
                    <a16:creationId xmlns:a16="http://schemas.microsoft.com/office/drawing/2014/main" xmlns="" id="{6CA4B18D-F14A-E036-43D1-E927E380C452}"/>
                  </a:ext>
                </a:extLst>
              </p:cNvPr>
              <p:cNvGrpSpPr>
                <a:grpSpLocks/>
              </p:cNvGrpSpPr>
              <p:nvPr/>
            </p:nvGrpSpPr>
            <p:grpSpPr bwMode="auto">
              <a:xfrm>
                <a:off x="1864" y="2130"/>
                <a:ext cx="395" cy="403"/>
                <a:chOff x="1864" y="2130"/>
                <a:chExt cx="395" cy="403"/>
              </a:xfrm>
            </p:grpSpPr>
            <p:sp>
              <p:nvSpPr>
                <p:cNvPr id="38155" name="Rectangle 41">
                  <a:extLst>
                    <a:ext uri="{FF2B5EF4-FFF2-40B4-BE49-F238E27FC236}">
                      <a16:creationId xmlns:a16="http://schemas.microsoft.com/office/drawing/2014/main" xmlns="" id="{77E2914E-23C5-3C23-BE47-51F219FF5D16}"/>
                    </a:ext>
                  </a:extLst>
                </p:cNvPr>
                <p:cNvSpPr>
                  <a:spLocks noChangeArrowheads="1"/>
                </p:cNvSpPr>
                <p:nvPr/>
              </p:nvSpPr>
              <p:spPr bwMode="auto">
                <a:xfrm>
                  <a:off x="1907" y="2130"/>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56" name="Rectangle 190">
                  <a:extLst>
                    <a:ext uri="{FF2B5EF4-FFF2-40B4-BE49-F238E27FC236}">
                      <a16:creationId xmlns:a16="http://schemas.microsoft.com/office/drawing/2014/main" xmlns="" id="{D8C933BC-F690-A2FD-5898-A9AF902116BC}"/>
                    </a:ext>
                  </a:extLst>
                </p:cNvPr>
                <p:cNvSpPr>
                  <a:spLocks noChangeArrowheads="1"/>
                </p:cNvSpPr>
                <p:nvPr/>
              </p:nvSpPr>
              <p:spPr bwMode="auto">
                <a:xfrm>
                  <a:off x="1864" y="2130"/>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3" name="Group 193">
                <a:extLst>
                  <a:ext uri="{FF2B5EF4-FFF2-40B4-BE49-F238E27FC236}">
                    <a16:creationId xmlns:a16="http://schemas.microsoft.com/office/drawing/2014/main" xmlns="" id="{3E1BA799-0C8D-6CA4-B673-51F58DEA3DC5}"/>
                  </a:ext>
                </a:extLst>
              </p:cNvPr>
              <p:cNvGrpSpPr>
                <a:grpSpLocks/>
              </p:cNvGrpSpPr>
              <p:nvPr/>
            </p:nvGrpSpPr>
            <p:grpSpPr bwMode="auto">
              <a:xfrm>
                <a:off x="2259" y="2130"/>
                <a:ext cx="581" cy="403"/>
                <a:chOff x="2259" y="2130"/>
                <a:chExt cx="581" cy="403"/>
              </a:xfrm>
            </p:grpSpPr>
            <p:sp>
              <p:nvSpPr>
                <p:cNvPr id="38153" name="Rectangle 42">
                  <a:extLst>
                    <a:ext uri="{FF2B5EF4-FFF2-40B4-BE49-F238E27FC236}">
                      <a16:creationId xmlns:a16="http://schemas.microsoft.com/office/drawing/2014/main" xmlns="" id="{908F73B2-FA4D-52E9-C7E4-35384093F3EE}"/>
                    </a:ext>
                  </a:extLst>
                </p:cNvPr>
                <p:cNvSpPr>
                  <a:spLocks noChangeArrowheads="1"/>
                </p:cNvSpPr>
                <p:nvPr/>
              </p:nvSpPr>
              <p:spPr bwMode="auto">
                <a:xfrm>
                  <a:off x="2302" y="2130"/>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54" name="Rectangle 192">
                  <a:extLst>
                    <a:ext uri="{FF2B5EF4-FFF2-40B4-BE49-F238E27FC236}">
                      <a16:creationId xmlns:a16="http://schemas.microsoft.com/office/drawing/2014/main" xmlns="" id="{15A095EE-F5FC-B54C-AA8F-DE8774F06916}"/>
                    </a:ext>
                  </a:extLst>
                </p:cNvPr>
                <p:cNvSpPr>
                  <a:spLocks noChangeArrowheads="1"/>
                </p:cNvSpPr>
                <p:nvPr/>
              </p:nvSpPr>
              <p:spPr bwMode="auto">
                <a:xfrm>
                  <a:off x="2259" y="2130"/>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4" name="Group 195">
                <a:extLst>
                  <a:ext uri="{FF2B5EF4-FFF2-40B4-BE49-F238E27FC236}">
                    <a16:creationId xmlns:a16="http://schemas.microsoft.com/office/drawing/2014/main" xmlns="" id="{AE5DC56D-9191-02BA-FF7F-0105A474D598}"/>
                  </a:ext>
                </a:extLst>
              </p:cNvPr>
              <p:cNvGrpSpPr>
                <a:grpSpLocks/>
              </p:cNvGrpSpPr>
              <p:nvPr/>
            </p:nvGrpSpPr>
            <p:grpSpPr bwMode="auto">
              <a:xfrm>
                <a:off x="2840" y="2130"/>
                <a:ext cx="416" cy="403"/>
                <a:chOff x="2840" y="2130"/>
                <a:chExt cx="416" cy="403"/>
              </a:xfrm>
            </p:grpSpPr>
            <p:sp>
              <p:nvSpPr>
                <p:cNvPr id="38151" name="Rectangle 43">
                  <a:extLst>
                    <a:ext uri="{FF2B5EF4-FFF2-40B4-BE49-F238E27FC236}">
                      <a16:creationId xmlns:a16="http://schemas.microsoft.com/office/drawing/2014/main" xmlns="" id="{1B0AAC12-44D5-729C-6723-C40A8B31308C}"/>
                    </a:ext>
                  </a:extLst>
                </p:cNvPr>
                <p:cNvSpPr>
                  <a:spLocks noChangeArrowheads="1"/>
                </p:cNvSpPr>
                <p:nvPr/>
              </p:nvSpPr>
              <p:spPr bwMode="auto">
                <a:xfrm>
                  <a:off x="2883" y="2130"/>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1.06</a:t>
                  </a:r>
                  <a:endParaRPr lang="en-CA" altLang="en-US" sz="1200">
                    <a:ea typeface="Arial Unicode MS"/>
                    <a:cs typeface="Arial Unicode MS"/>
                  </a:endParaRPr>
                </a:p>
                <a:p>
                  <a:endParaRPr lang="en-CA" altLang="en-US"/>
                </a:p>
              </p:txBody>
            </p:sp>
            <p:sp>
              <p:nvSpPr>
                <p:cNvPr id="38152" name="Rectangle 194">
                  <a:extLst>
                    <a:ext uri="{FF2B5EF4-FFF2-40B4-BE49-F238E27FC236}">
                      <a16:creationId xmlns:a16="http://schemas.microsoft.com/office/drawing/2014/main" xmlns="" id="{AE4B77A9-41DD-7775-2D1F-91991819B750}"/>
                    </a:ext>
                  </a:extLst>
                </p:cNvPr>
                <p:cNvSpPr>
                  <a:spLocks noChangeArrowheads="1"/>
                </p:cNvSpPr>
                <p:nvPr/>
              </p:nvSpPr>
              <p:spPr bwMode="auto">
                <a:xfrm>
                  <a:off x="2840" y="2130"/>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5" name="Group 197">
                <a:extLst>
                  <a:ext uri="{FF2B5EF4-FFF2-40B4-BE49-F238E27FC236}">
                    <a16:creationId xmlns:a16="http://schemas.microsoft.com/office/drawing/2014/main" xmlns="" id="{FBF4D523-691B-C601-315B-63BA76EEDD26}"/>
                  </a:ext>
                </a:extLst>
              </p:cNvPr>
              <p:cNvGrpSpPr>
                <a:grpSpLocks/>
              </p:cNvGrpSpPr>
              <p:nvPr/>
            </p:nvGrpSpPr>
            <p:grpSpPr bwMode="auto">
              <a:xfrm>
                <a:off x="3256" y="2130"/>
                <a:ext cx="416" cy="403"/>
                <a:chOff x="3256" y="2130"/>
                <a:chExt cx="416" cy="403"/>
              </a:xfrm>
            </p:grpSpPr>
            <p:sp>
              <p:nvSpPr>
                <p:cNvPr id="38149" name="Rectangle 44">
                  <a:extLst>
                    <a:ext uri="{FF2B5EF4-FFF2-40B4-BE49-F238E27FC236}">
                      <a16:creationId xmlns:a16="http://schemas.microsoft.com/office/drawing/2014/main" xmlns="" id="{F25A1D13-184D-B44D-3FBF-30C20629D857}"/>
                    </a:ext>
                  </a:extLst>
                </p:cNvPr>
                <p:cNvSpPr>
                  <a:spLocks noChangeArrowheads="1"/>
                </p:cNvSpPr>
                <p:nvPr/>
              </p:nvSpPr>
              <p:spPr bwMode="auto">
                <a:xfrm>
                  <a:off x="3299" y="2130"/>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1.21</a:t>
                  </a:r>
                  <a:endParaRPr lang="en-CA" altLang="en-US" sz="1200">
                    <a:ea typeface="Arial Unicode MS"/>
                    <a:cs typeface="Arial Unicode MS"/>
                  </a:endParaRPr>
                </a:p>
                <a:p>
                  <a:endParaRPr lang="en-CA" altLang="en-US"/>
                </a:p>
              </p:txBody>
            </p:sp>
            <p:sp>
              <p:nvSpPr>
                <p:cNvPr id="38150" name="Rectangle 196">
                  <a:extLst>
                    <a:ext uri="{FF2B5EF4-FFF2-40B4-BE49-F238E27FC236}">
                      <a16:creationId xmlns:a16="http://schemas.microsoft.com/office/drawing/2014/main" xmlns="" id="{A735A9D3-BEB6-0193-376C-F2090E2ED854}"/>
                    </a:ext>
                  </a:extLst>
                </p:cNvPr>
                <p:cNvSpPr>
                  <a:spLocks noChangeArrowheads="1"/>
                </p:cNvSpPr>
                <p:nvPr/>
              </p:nvSpPr>
              <p:spPr bwMode="auto">
                <a:xfrm>
                  <a:off x="3256" y="2130"/>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6" name="Group 199">
                <a:extLst>
                  <a:ext uri="{FF2B5EF4-FFF2-40B4-BE49-F238E27FC236}">
                    <a16:creationId xmlns:a16="http://schemas.microsoft.com/office/drawing/2014/main" xmlns="" id="{D4B999AE-CD9C-66A0-3D3D-D2A23C8FC234}"/>
                  </a:ext>
                </a:extLst>
              </p:cNvPr>
              <p:cNvGrpSpPr>
                <a:grpSpLocks/>
              </p:cNvGrpSpPr>
              <p:nvPr/>
            </p:nvGrpSpPr>
            <p:grpSpPr bwMode="auto">
              <a:xfrm>
                <a:off x="3672" y="2130"/>
                <a:ext cx="441" cy="403"/>
                <a:chOff x="3672" y="2130"/>
                <a:chExt cx="441" cy="403"/>
              </a:xfrm>
            </p:grpSpPr>
            <p:sp>
              <p:nvSpPr>
                <p:cNvPr id="38147" name="Rectangle 45">
                  <a:extLst>
                    <a:ext uri="{FF2B5EF4-FFF2-40B4-BE49-F238E27FC236}">
                      <a16:creationId xmlns:a16="http://schemas.microsoft.com/office/drawing/2014/main" xmlns="" id="{E693E527-4D97-9DD5-6B57-046739A5F06C}"/>
                    </a:ext>
                  </a:extLst>
                </p:cNvPr>
                <p:cNvSpPr>
                  <a:spLocks noChangeArrowheads="1"/>
                </p:cNvSpPr>
                <p:nvPr/>
              </p:nvSpPr>
              <p:spPr bwMode="auto">
                <a:xfrm>
                  <a:off x="3715" y="2130"/>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1.56</a:t>
                  </a:r>
                  <a:endParaRPr lang="en-CA" altLang="en-US" sz="1200">
                    <a:ea typeface="Arial Unicode MS"/>
                    <a:cs typeface="Arial Unicode MS"/>
                  </a:endParaRPr>
                </a:p>
                <a:p>
                  <a:endParaRPr lang="en-CA" altLang="en-US"/>
                </a:p>
              </p:txBody>
            </p:sp>
            <p:sp>
              <p:nvSpPr>
                <p:cNvPr id="38148" name="Rectangle 198">
                  <a:extLst>
                    <a:ext uri="{FF2B5EF4-FFF2-40B4-BE49-F238E27FC236}">
                      <a16:creationId xmlns:a16="http://schemas.microsoft.com/office/drawing/2014/main" xmlns="" id="{5E34D8A3-84F2-16A4-20DA-F112A8379A35}"/>
                    </a:ext>
                  </a:extLst>
                </p:cNvPr>
                <p:cNvSpPr>
                  <a:spLocks noChangeArrowheads="1"/>
                </p:cNvSpPr>
                <p:nvPr/>
              </p:nvSpPr>
              <p:spPr bwMode="auto">
                <a:xfrm>
                  <a:off x="3672" y="2130"/>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7" name="Group 201">
                <a:extLst>
                  <a:ext uri="{FF2B5EF4-FFF2-40B4-BE49-F238E27FC236}">
                    <a16:creationId xmlns:a16="http://schemas.microsoft.com/office/drawing/2014/main" xmlns="" id="{FDE852C0-34C0-527D-3C17-9E72FC55D4A4}"/>
                  </a:ext>
                </a:extLst>
              </p:cNvPr>
              <p:cNvGrpSpPr>
                <a:grpSpLocks/>
              </p:cNvGrpSpPr>
              <p:nvPr/>
            </p:nvGrpSpPr>
            <p:grpSpPr bwMode="auto">
              <a:xfrm>
                <a:off x="0" y="2533"/>
                <a:ext cx="1455" cy="403"/>
                <a:chOff x="0" y="2533"/>
                <a:chExt cx="1455" cy="403"/>
              </a:xfrm>
            </p:grpSpPr>
            <p:sp>
              <p:nvSpPr>
                <p:cNvPr id="38145" name="Rectangle 46">
                  <a:extLst>
                    <a:ext uri="{FF2B5EF4-FFF2-40B4-BE49-F238E27FC236}">
                      <a16:creationId xmlns:a16="http://schemas.microsoft.com/office/drawing/2014/main" xmlns="" id="{23BE0741-9BA4-3E9D-3846-B3F28487C60E}"/>
                    </a:ext>
                  </a:extLst>
                </p:cNvPr>
                <p:cNvSpPr>
                  <a:spLocks noChangeArrowheads="1"/>
                </p:cNvSpPr>
                <p:nvPr/>
              </p:nvSpPr>
              <p:spPr bwMode="auto">
                <a:xfrm>
                  <a:off x="43" y="2533"/>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Virtual Machine Volatility</a:t>
                  </a:r>
                  <a:endParaRPr lang="en-CA" altLang="en-US" sz="1200">
                    <a:ea typeface="Arial Unicode MS"/>
                    <a:cs typeface="Arial Unicode MS"/>
                  </a:endParaRPr>
                </a:p>
                <a:p>
                  <a:endParaRPr lang="en-CA" altLang="en-US"/>
                </a:p>
              </p:txBody>
            </p:sp>
            <p:sp>
              <p:nvSpPr>
                <p:cNvPr id="38146" name="Rectangle 200">
                  <a:extLst>
                    <a:ext uri="{FF2B5EF4-FFF2-40B4-BE49-F238E27FC236}">
                      <a16:creationId xmlns:a16="http://schemas.microsoft.com/office/drawing/2014/main" xmlns="" id="{2F5B5FCA-3215-BDC6-D201-7B16CC94D758}"/>
                    </a:ext>
                  </a:extLst>
                </p:cNvPr>
                <p:cNvSpPr>
                  <a:spLocks noChangeArrowheads="1"/>
                </p:cNvSpPr>
                <p:nvPr/>
              </p:nvSpPr>
              <p:spPr bwMode="auto">
                <a:xfrm>
                  <a:off x="0" y="2533"/>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8" name="Group 203">
                <a:extLst>
                  <a:ext uri="{FF2B5EF4-FFF2-40B4-BE49-F238E27FC236}">
                    <a16:creationId xmlns:a16="http://schemas.microsoft.com/office/drawing/2014/main" xmlns="" id="{3EAE1827-261F-536A-C2D2-535BADCF3CC4}"/>
                  </a:ext>
                </a:extLst>
              </p:cNvPr>
              <p:cNvGrpSpPr>
                <a:grpSpLocks/>
              </p:cNvGrpSpPr>
              <p:nvPr/>
            </p:nvGrpSpPr>
            <p:grpSpPr bwMode="auto">
              <a:xfrm>
                <a:off x="1455" y="2533"/>
                <a:ext cx="409" cy="403"/>
                <a:chOff x="1455" y="2533"/>
                <a:chExt cx="409" cy="403"/>
              </a:xfrm>
            </p:grpSpPr>
            <p:sp>
              <p:nvSpPr>
                <p:cNvPr id="38143" name="Rectangle 47">
                  <a:extLst>
                    <a:ext uri="{FF2B5EF4-FFF2-40B4-BE49-F238E27FC236}">
                      <a16:creationId xmlns:a16="http://schemas.microsoft.com/office/drawing/2014/main" xmlns="" id="{A6AB32E5-8C05-3868-2720-996FFEDE669D}"/>
                    </a:ext>
                  </a:extLst>
                </p:cNvPr>
                <p:cNvSpPr>
                  <a:spLocks noChangeArrowheads="1"/>
                </p:cNvSpPr>
                <p:nvPr/>
              </p:nvSpPr>
              <p:spPr bwMode="auto">
                <a:xfrm>
                  <a:off x="1498" y="2533"/>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.87</a:t>
                  </a:r>
                  <a:endParaRPr lang="en-CA" altLang="en-US" sz="1200">
                    <a:ea typeface="Arial Unicode MS"/>
                    <a:cs typeface="Arial Unicode MS"/>
                  </a:endParaRPr>
                </a:p>
                <a:p>
                  <a:endParaRPr lang="en-CA" altLang="en-US"/>
                </a:p>
              </p:txBody>
            </p:sp>
            <p:sp>
              <p:nvSpPr>
                <p:cNvPr id="38144" name="Rectangle 202">
                  <a:extLst>
                    <a:ext uri="{FF2B5EF4-FFF2-40B4-BE49-F238E27FC236}">
                      <a16:creationId xmlns:a16="http://schemas.microsoft.com/office/drawing/2014/main" xmlns="" id="{2637E585-0F11-E919-86E3-ED009D70C79A}"/>
                    </a:ext>
                  </a:extLst>
                </p:cNvPr>
                <p:cNvSpPr>
                  <a:spLocks noChangeArrowheads="1"/>
                </p:cNvSpPr>
                <p:nvPr/>
              </p:nvSpPr>
              <p:spPr bwMode="auto">
                <a:xfrm>
                  <a:off x="1455" y="2533"/>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39" name="Group 205">
                <a:extLst>
                  <a:ext uri="{FF2B5EF4-FFF2-40B4-BE49-F238E27FC236}">
                    <a16:creationId xmlns:a16="http://schemas.microsoft.com/office/drawing/2014/main" xmlns="" id="{48E6CD18-3CD2-AF22-AF30-084C0D44D532}"/>
                  </a:ext>
                </a:extLst>
              </p:cNvPr>
              <p:cNvGrpSpPr>
                <a:grpSpLocks/>
              </p:cNvGrpSpPr>
              <p:nvPr/>
            </p:nvGrpSpPr>
            <p:grpSpPr bwMode="auto">
              <a:xfrm>
                <a:off x="1864" y="2533"/>
                <a:ext cx="395" cy="403"/>
                <a:chOff x="1864" y="2533"/>
                <a:chExt cx="395" cy="403"/>
              </a:xfrm>
            </p:grpSpPr>
            <p:sp>
              <p:nvSpPr>
                <p:cNvPr id="38141" name="Rectangle 48">
                  <a:extLst>
                    <a:ext uri="{FF2B5EF4-FFF2-40B4-BE49-F238E27FC236}">
                      <a16:creationId xmlns:a16="http://schemas.microsoft.com/office/drawing/2014/main" xmlns="" id="{CE119530-92BC-83B5-DD1C-C0546F0535E6}"/>
                    </a:ext>
                  </a:extLst>
                </p:cNvPr>
                <p:cNvSpPr>
                  <a:spLocks noChangeArrowheads="1"/>
                </p:cNvSpPr>
                <p:nvPr/>
              </p:nvSpPr>
              <p:spPr bwMode="auto">
                <a:xfrm>
                  <a:off x="1907" y="2533"/>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.87</a:t>
                  </a:r>
                  <a:endParaRPr lang="en-CA" altLang="en-US" sz="1200">
                    <a:ea typeface="Arial Unicode MS"/>
                    <a:cs typeface="Arial Unicode MS"/>
                  </a:endParaRPr>
                </a:p>
                <a:p>
                  <a:endParaRPr lang="en-CA" altLang="en-US"/>
                </a:p>
              </p:txBody>
            </p:sp>
            <p:sp>
              <p:nvSpPr>
                <p:cNvPr id="38142" name="Rectangle 204">
                  <a:extLst>
                    <a:ext uri="{FF2B5EF4-FFF2-40B4-BE49-F238E27FC236}">
                      <a16:creationId xmlns:a16="http://schemas.microsoft.com/office/drawing/2014/main" xmlns="" id="{E59D72DD-13C6-5F45-6655-EEF42321EABF}"/>
                    </a:ext>
                  </a:extLst>
                </p:cNvPr>
                <p:cNvSpPr>
                  <a:spLocks noChangeArrowheads="1"/>
                </p:cNvSpPr>
                <p:nvPr/>
              </p:nvSpPr>
              <p:spPr bwMode="auto">
                <a:xfrm>
                  <a:off x="1864" y="2533"/>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0" name="Group 207">
                <a:extLst>
                  <a:ext uri="{FF2B5EF4-FFF2-40B4-BE49-F238E27FC236}">
                    <a16:creationId xmlns:a16="http://schemas.microsoft.com/office/drawing/2014/main" xmlns="" id="{284E5C8A-4BD7-ECE2-2599-7924AD3BFA4D}"/>
                  </a:ext>
                </a:extLst>
              </p:cNvPr>
              <p:cNvGrpSpPr>
                <a:grpSpLocks/>
              </p:cNvGrpSpPr>
              <p:nvPr/>
            </p:nvGrpSpPr>
            <p:grpSpPr bwMode="auto">
              <a:xfrm>
                <a:off x="2259" y="2533"/>
                <a:ext cx="581" cy="403"/>
                <a:chOff x="2259" y="2533"/>
                <a:chExt cx="581" cy="403"/>
              </a:xfrm>
            </p:grpSpPr>
            <p:sp>
              <p:nvSpPr>
                <p:cNvPr id="38139" name="Rectangle 49">
                  <a:extLst>
                    <a:ext uri="{FF2B5EF4-FFF2-40B4-BE49-F238E27FC236}">
                      <a16:creationId xmlns:a16="http://schemas.microsoft.com/office/drawing/2014/main" xmlns="" id="{D68DEAE1-9DC7-F6BC-4FEC-A9A60793C5AC}"/>
                    </a:ext>
                  </a:extLst>
                </p:cNvPr>
                <p:cNvSpPr>
                  <a:spLocks noChangeArrowheads="1"/>
                </p:cNvSpPr>
                <p:nvPr/>
              </p:nvSpPr>
              <p:spPr bwMode="auto">
                <a:xfrm>
                  <a:off x="2302" y="2533"/>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40" name="Rectangle 206">
                  <a:extLst>
                    <a:ext uri="{FF2B5EF4-FFF2-40B4-BE49-F238E27FC236}">
                      <a16:creationId xmlns:a16="http://schemas.microsoft.com/office/drawing/2014/main" xmlns="" id="{4F5F88D2-153D-8E55-40C8-AACA3D38E72C}"/>
                    </a:ext>
                  </a:extLst>
                </p:cNvPr>
                <p:cNvSpPr>
                  <a:spLocks noChangeArrowheads="1"/>
                </p:cNvSpPr>
                <p:nvPr/>
              </p:nvSpPr>
              <p:spPr bwMode="auto">
                <a:xfrm>
                  <a:off x="2259" y="2533"/>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1" name="Group 209">
                <a:extLst>
                  <a:ext uri="{FF2B5EF4-FFF2-40B4-BE49-F238E27FC236}">
                    <a16:creationId xmlns:a16="http://schemas.microsoft.com/office/drawing/2014/main" xmlns="" id="{C9BC13B1-7F06-2D2B-F609-0284B42BBA2C}"/>
                  </a:ext>
                </a:extLst>
              </p:cNvPr>
              <p:cNvGrpSpPr>
                <a:grpSpLocks/>
              </p:cNvGrpSpPr>
              <p:nvPr/>
            </p:nvGrpSpPr>
            <p:grpSpPr bwMode="auto">
              <a:xfrm>
                <a:off x="2840" y="2533"/>
                <a:ext cx="416" cy="403"/>
                <a:chOff x="2840" y="2533"/>
                <a:chExt cx="416" cy="403"/>
              </a:xfrm>
            </p:grpSpPr>
            <p:sp>
              <p:nvSpPr>
                <p:cNvPr id="38137" name="Rectangle 50">
                  <a:extLst>
                    <a:ext uri="{FF2B5EF4-FFF2-40B4-BE49-F238E27FC236}">
                      <a16:creationId xmlns:a16="http://schemas.microsoft.com/office/drawing/2014/main" xmlns="" id="{91C4024B-7C1B-BC79-7223-36EF47E4BFC0}"/>
                    </a:ext>
                  </a:extLst>
                </p:cNvPr>
                <p:cNvSpPr>
                  <a:spLocks noChangeArrowheads="1"/>
                </p:cNvSpPr>
                <p:nvPr/>
              </p:nvSpPr>
              <p:spPr bwMode="auto">
                <a:xfrm>
                  <a:off x="2883" y="2533"/>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1.15</a:t>
                  </a:r>
                  <a:endParaRPr lang="en-CA" altLang="en-US" sz="1200">
                    <a:ea typeface="Arial Unicode MS"/>
                    <a:cs typeface="Arial Unicode MS"/>
                  </a:endParaRPr>
                </a:p>
                <a:p>
                  <a:endParaRPr lang="en-CA" altLang="en-US"/>
                </a:p>
              </p:txBody>
            </p:sp>
            <p:sp>
              <p:nvSpPr>
                <p:cNvPr id="38138" name="Rectangle 208">
                  <a:extLst>
                    <a:ext uri="{FF2B5EF4-FFF2-40B4-BE49-F238E27FC236}">
                      <a16:creationId xmlns:a16="http://schemas.microsoft.com/office/drawing/2014/main" xmlns="" id="{EFEE19BD-122C-9280-C039-836352DF2C3E}"/>
                    </a:ext>
                  </a:extLst>
                </p:cNvPr>
                <p:cNvSpPr>
                  <a:spLocks noChangeArrowheads="1"/>
                </p:cNvSpPr>
                <p:nvPr/>
              </p:nvSpPr>
              <p:spPr bwMode="auto">
                <a:xfrm>
                  <a:off x="2840" y="2533"/>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2" name="Group 211">
                <a:extLst>
                  <a:ext uri="{FF2B5EF4-FFF2-40B4-BE49-F238E27FC236}">
                    <a16:creationId xmlns:a16="http://schemas.microsoft.com/office/drawing/2014/main" xmlns="" id="{BEDA9AB7-6317-F189-4420-568B2ED523D2}"/>
                  </a:ext>
                </a:extLst>
              </p:cNvPr>
              <p:cNvGrpSpPr>
                <a:grpSpLocks/>
              </p:cNvGrpSpPr>
              <p:nvPr/>
            </p:nvGrpSpPr>
            <p:grpSpPr bwMode="auto">
              <a:xfrm>
                <a:off x="3256" y="2533"/>
                <a:ext cx="416" cy="403"/>
                <a:chOff x="3256" y="2533"/>
                <a:chExt cx="416" cy="403"/>
              </a:xfrm>
            </p:grpSpPr>
            <p:sp>
              <p:nvSpPr>
                <p:cNvPr id="38135" name="Rectangle 51">
                  <a:extLst>
                    <a:ext uri="{FF2B5EF4-FFF2-40B4-BE49-F238E27FC236}">
                      <a16:creationId xmlns:a16="http://schemas.microsoft.com/office/drawing/2014/main" xmlns="" id="{E9D93A7D-A14F-D72E-D890-92AA08C6D84B}"/>
                    </a:ext>
                  </a:extLst>
                </p:cNvPr>
                <p:cNvSpPr>
                  <a:spLocks noChangeArrowheads="1"/>
                </p:cNvSpPr>
                <p:nvPr/>
              </p:nvSpPr>
              <p:spPr bwMode="auto">
                <a:xfrm>
                  <a:off x="3299" y="2533"/>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1.30</a:t>
                  </a:r>
                  <a:endParaRPr lang="en-CA" altLang="en-US" sz="1200">
                    <a:ea typeface="Arial Unicode MS"/>
                    <a:cs typeface="Arial Unicode MS"/>
                  </a:endParaRPr>
                </a:p>
                <a:p>
                  <a:endParaRPr lang="en-CA" altLang="en-US"/>
                </a:p>
              </p:txBody>
            </p:sp>
            <p:sp>
              <p:nvSpPr>
                <p:cNvPr id="38136" name="Rectangle 210">
                  <a:extLst>
                    <a:ext uri="{FF2B5EF4-FFF2-40B4-BE49-F238E27FC236}">
                      <a16:creationId xmlns:a16="http://schemas.microsoft.com/office/drawing/2014/main" xmlns="" id="{E6479A0C-A811-8528-8F78-4EBC309E2FB1}"/>
                    </a:ext>
                  </a:extLst>
                </p:cNvPr>
                <p:cNvSpPr>
                  <a:spLocks noChangeArrowheads="1"/>
                </p:cNvSpPr>
                <p:nvPr/>
              </p:nvSpPr>
              <p:spPr bwMode="auto">
                <a:xfrm>
                  <a:off x="3256" y="2533"/>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3" name="Group 213">
                <a:extLst>
                  <a:ext uri="{FF2B5EF4-FFF2-40B4-BE49-F238E27FC236}">
                    <a16:creationId xmlns:a16="http://schemas.microsoft.com/office/drawing/2014/main" xmlns="" id="{7F087504-EEFE-5AC4-65DC-43F45A3FA0E6}"/>
                  </a:ext>
                </a:extLst>
              </p:cNvPr>
              <p:cNvGrpSpPr>
                <a:grpSpLocks/>
              </p:cNvGrpSpPr>
              <p:nvPr/>
            </p:nvGrpSpPr>
            <p:grpSpPr bwMode="auto">
              <a:xfrm>
                <a:off x="3672" y="2533"/>
                <a:ext cx="441" cy="403"/>
                <a:chOff x="3672" y="2533"/>
                <a:chExt cx="441" cy="403"/>
              </a:xfrm>
            </p:grpSpPr>
            <p:sp>
              <p:nvSpPr>
                <p:cNvPr id="38133" name="Rectangle 52">
                  <a:extLst>
                    <a:ext uri="{FF2B5EF4-FFF2-40B4-BE49-F238E27FC236}">
                      <a16:creationId xmlns:a16="http://schemas.microsoft.com/office/drawing/2014/main" xmlns="" id="{62587142-A3E2-9F57-768A-FA799E2987CF}"/>
                    </a:ext>
                  </a:extLst>
                </p:cNvPr>
                <p:cNvSpPr>
                  <a:spLocks noChangeArrowheads="1"/>
                </p:cNvSpPr>
                <p:nvPr/>
              </p:nvSpPr>
              <p:spPr bwMode="auto">
                <a:xfrm>
                  <a:off x="3715" y="2533"/>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1.30</a:t>
                  </a:r>
                  <a:endParaRPr lang="en-CA" altLang="en-US" sz="1200">
                    <a:ea typeface="Arial Unicode MS"/>
                    <a:cs typeface="Arial Unicode MS"/>
                  </a:endParaRPr>
                </a:p>
                <a:p>
                  <a:endParaRPr lang="en-CA" altLang="en-US"/>
                </a:p>
              </p:txBody>
            </p:sp>
            <p:sp>
              <p:nvSpPr>
                <p:cNvPr id="38134" name="Rectangle 212">
                  <a:extLst>
                    <a:ext uri="{FF2B5EF4-FFF2-40B4-BE49-F238E27FC236}">
                      <a16:creationId xmlns:a16="http://schemas.microsoft.com/office/drawing/2014/main" xmlns="" id="{F3E98E46-60EE-FCC2-AA02-8DC03665E8A5}"/>
                    </a:ext>
                  </a:extLst>
                </p:cNvPr>
                <p:cNvSpPr>
                  <a:spLocks noChangeArrowheads="1"/>
                </p:cNvSpPr>
                <p:nvPr/>
              </p:nvSpPr>
              <p:spPr bwMode="auto">
                <a:xfrm>
                  <a:off x="3672" y="2533"/>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4" name="Group 215">
                <a:extLst>
                  <a:ext uri="{FF2B5EF4-FFF2-40B4-BE49-F238E27FC236}">
                    <a16:creationId xmlns:a16="http://schemas.microsoft.com/office/drawing/2014/main" xmlns="" id="{4AE94DF0-2A12-7051-8B4D-10B8589780B8}"/>
                  </a:ext>
                </a:extLst>
              </p:cNvPr>
              <p:cNvGrpSpPr>
                <a:grpSpLocks/>
              </p:cNvGrpSpPr>
              <p:nvPr/>
            </p:nvGrpSpPr>
            <p:grpSpPr bwMode="auto">
              <a:xfrm>
                <a:off x="0" y="2936"/>
                <a:ext cx="1455" cy="403"/>
                <a:chOff x="0" y="2936"/>
                <a:chExt cx="1455" cy="403"/>
              </a:xfrm>
            </p:grpSpPr>
            <p:sp>
              <p:nvSpPr>
                <p:cNvPr id="38131" name="Rectangle 53">
                  <a:extLst>
                    <a:ext uri="{FF2B5EF4-FFF2-40B4-BE49-F238E27FC236}">
                      <a16:creationId xmlns:a16="http://schemas.microsoft.com/office/drawing/2014/main" xmlns="" id="{F839C840-F09E-C17D-3715-0403D0374DE7}"/>
                    </a:ext>
                  </a:extLst>
                </p:cNvPr>
                <p:cNvSpPr>
                  <a:spLocks noChangeArrowheads="1"/>
                </p:cNvSpPr>
                <p:nvPr/>
              </p:nvSpPr>
              <p:spPr bwMode="auto">
                <a:xfrm>
                  <a:off x="43" y="2936"/>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Comp Turn Around Time</a:t>
                  </a:r>
                  <a:endParaRPr lang="en-CA" altLang="en-US" sz="1200">
                    <a:ea typeface="Arial Unicode MS"/>
                    <a:cs typeface="Arial Unicode MS"/>
                  </a:endParaRPr>
                </a:p>
                <a:p>
                  <a:endParaRPr lang="en-CA" altLang="en-US"/>
                </a:p>
              </p:txBody>
            </p:sp>
            <p:sp>
              <p:nvSpPr>
                <p:cNvPr id="38132" name="Rectangle 214">
                  <a:extLst>
                    <a:ext uri="{FF2B5EF4-FFF2-40B4-BE49-F238E27FC236}">
                      <a16:creationId xmlns:a16="http://schemas.microsoft.com/office/drawing/2014/main" xmlns="" id="{504E178E-1EE9-0AD9-B6AC-F1D91992A856}"/>
                    </a:ext>
                  </a:extLst>
                </p:cNvPr>
                <p:cNvSpPr>
                  <a:spLocks noChangeArrowheads="1"/>
                </p:cNvSpPr>
                <p:nvPr/>
              </p:nvSpPr>
              <p:spPr bwMode="auto">
                <a:xfrm>
                  <a:off x="0" y="2936"/>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5" name="Group 217">
                <a:extLst>
                  <a:ext uri="{FF2B5EF4-FFF2-40B4-BE49-F238E27FC236}">
                    <a16:creationId xmlns:a16="http://schemas.microsoft.com/office/drawing/2014/main" xmlns="" id="{0B3C7450-46C6-FEB0-95BB-116670BFE351}"/>
                  </a:ext>
                </a:extLst>
              </p:cNvPr>
              <p:cNvGrpSpPr>
                <a:grpSpLocks/>
              </p:cNvGrpSpPr>
              <p:nvPr/>
            </p:nvGrpSpPr>
            <p:grpSpPr bwMode="auto">
              <a:xfrm>
                <a:off x="1455" y="2936"/>
                <a:ext cx="409" cy="403"/>
                <a:chOff x="1455" y="2936"/>
                <a:chExt cx="409" cy="403"/>
              </a:xfrm>
            </p:grpSpPr>
            <p:sp>
              <p:nvSpPr>
                <p:cNvPr id="38129" name="Rectangle 54">
                  <a:extLst>
                    <a:ext uri="{FF2B5EF4-FFF2-40B4-BE49-F238E27FC236}">
                      <a16:creationId xmlns:a16="http://schemas.microsoft.com/office/drawing/2014/main" xmlns="" id="{300CC091-282B-C9B3-7368-03F0BF500F58}"/>
                    </a:ext>
                  </a:extLst>
                </p:cNvPr>
                <p:cNvSpPr>
                  <a:spLocks noChangeArrowheads="1"/>
                </p:cNvSpPr>
                <p:nvPr/>
              </p:nvSpPr>
              <p:spPr bwMode="auto">
                <a:xfrm>
                  <a:off x="1498" y="2936"/>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.87</a:t>
                  </a:r>
                  <a:endParaRPr lang="en-CA" altLang="en-US" sz="1200">
                    <a:ea typeface="Arial Unicode MS"/>
                    <a:cs typeface="Arial Unicode MS"/>
                  </a:endParaRPr>
                </a:p>
                <a:p>
                  <a:endParaRPr lang="en-CA" altLang="en-US"/>
                </a:p>
              </p:txBody>
            </p:sp>
            <p:sp>
              <p:nvSpPr>
                <p:cNvPr id="38130" name="Rectangle 216">
                  <a:extLst>
                    <a:ext uri="{FF2B5EF4-FFF2-40B4-BE49-F238E27FC236}">
                      <a16:creationId xmlns:a16="http://schemas.microsoft.com/office/drawing/2014/main" xmlns="" id="{BBCF6D6E-0B56-049D-218E-8A5D211E8961}"/>
                    </a:ext>
                  </a:extLst>
                </p:cNvPr>
                <p:cNvSpPr>
                  <a:spLocks noChangeArrowheads="1"/>
                </p:cNvSpPr>
                <p:nvPr/>
              </p:nvSpPr>
              <p:spPr bwMode="auto">
                <a:xfrm>
                  <a:off x="1455" y="2936"/>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6" name="Group 219">
                <a:extLst>
                  <a:ext uri="{FF2B5EF4-FFF2-40B4-BE49-F238E27FC236}">
                    <a16:creationId xmlns:a16="http://schemas.microsoft.com/office/drawing/2014/main" xmlns="" id="{6B26B961-F5CE-D1D4-F3B5-032E41CDF238}"/>
                  </a:ext>
                </a:extLst>
              </p:cNvPr>
              <p:cNvGrpSpPr>
                <a:grpSpLocks/>
              </p:cNvGrpSpPr>
              <p:nvPr/>
            </p:nvGrpSpPr>
            <p:grpSpPr bwMode="auto">
              <a:xfrm>
                <a:off x="1864" y="2936"/>
                <a:ext cx="395" cy="403"/>
                <a:chOff x="1864" y="2936"/>
                <a:chExt cx="395" cy="403"/>
              </a:xfrm>
            </p:grpSpPr>
            <p:sp>
              <p:nvSpPr>
                <p:cNvPr id="38127" name="Rectangle 55">
                  <a:extLst>
                    <a:ext uri="{FF2B5EF4-FFF2-40B4-BE49-F238E27FC236}">
                      <a16:creationId xmlns:a16="http://schemas.microsoft.com/office/drawing/2014/main" xmlns="" id="{2BF16147-2688-947E-859D-E1830480B84C}"/>
                    </a:ext>
                  </a:extLst>
                </p:cNvPr>
                <p:cNvSpPr>
                  <a:spLocks noChangeArrowheads="1"/>
                </p:cNvSpPr>
                <p:nvPr/>
              </p:nvSpPr>
              <p:spPr bwMode="auto">
                <a:xfrm>
                  <a:off x="1907" y="2936"/>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.87</a:t>
                  </a:r>
                  <a:endParaRPr lang="en-CA" altLang="en-US" sz="1200">
                    <a:ea typeface="Arial Unicode MS"/>
                    <a:cs typeface="Arial Unicode MS"/>
                  </a:endParaRPr>
                </a:p>
                <a:p>
                  <a:endParaRPr lang="en-CA" altLang="en-US"/>
                </a:p>
              </p:txBody>
            </p:sp>
            <p:sp>
              <p:nvSpPr>
                <p:cNvPr id="38128" name="Rectangle 218">
                  <a:extLst>
                    <a:ext uri="{FF2B5EF4-FFF2-40B4-BE49-F238E27FC236}">
                      <a16:creationId xmlns:a16="http://schemas.microsoft.com/office/drawing/2014/main" xmlns="" id="{445017A0-A242-FFC4-960E-C17E5CC079D1}"/>
                    </a:ext>
                  </a:extLst>
                </p:cNvPr>
                <p:cNvSpPr>
                  <a:spLocks noChangeArrowheads="1"/>
                </p:cNvSpPr>
                <p:nvPr/>
              </p:nvSpPr>
              <p:spPr bwMode="auto">
                <a:xfrm>
                  <a:off x="1864" y="2936"/>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7" name="Group 221">
                <a:extLst>
                  <a:ext uri="{FF2B5EF4-FFF2-40B4-BE49-F238E27FC236}">
                    <a16:creationId xmlns:a16="http://schemas.microsoft.com/office/drawing/2014/main" xmlns="" id="{98896F26-D86F-9790-297B-9D85FBCF58E2}"/>
                  </a:ext>
                </a:extLst>
              </p:cNvPr>
              <p:cNvGrpSpPr>
                <a:grpSpLocks/>
              </p:cNvGrpSpPr>
              <p:nvPr/>
            </p:nvGrpSpPr>
            <p:grpSpPr bwMode="auto">
              <a:xfrm>
                <a:off x="2259" y="2936"/>
                <a:ext cx="581" cy="403"/>
                <a:chOff x="2259" y="2936"/>
                <a:chExt cx="581" cy="403"/>
              </a:xfrm>
            </p:grpSpPr>
            <p:sp>
              <p:nvSpPr>
                <p:cNvPr id="38125" name="Rectangle 56">
                  <a:extLst>
                    <a:ext uri="{FF2B5EF4-FFF2-40B4-BE49-F238E27FC236}">
                      <a16:creationId xmlns:a16="http://schemas.microsoft.com/office/drawing/2014/main" xmlns="" id="{D1CDB884-CC4A-A0CB-D284-3AEEF0E8E4FD}"/>
                    </a:ext>
                  </a:extLst>
                </p:cNvPr>
                <p:cNvSpPr>
                  <a:spLocks noChangeArrowheads="1"/>
                </p:cNvSpPr>
                <p:nvPr/>
              </p:nvSpPr>
              <p:spPr bwMode="auto">
                <a:xfrm>
                  <a:off x="2302" y="2936"/>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26" name="Rectangle 220">
                  <a:extLst>
                    <a:ext uri="{FF2B5EF4-FFF2-40B4-BE49-F238E27FC236}">
                      <a16:creationId xmlns:a16="http://schemas.microsoft.com/office/drawing/2014/main" xmlns="" id="{F527523A-D378-D555-2ABF-32FE008833CE}"/>
                    </a:ext>
                  </a:extLst>
                </p:cNvPr>
                <p:cNvSpPr>
                  <a:spLocks noChangeArrowheads="1"/>
                </p:cNvSpPr>
                <p:nvPr/>
              </p:nvSpPr>
              <p:spPr bwMode="auto">
                <a:xfrm>
                  <a:off x="2259" y="2936"/>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8" name="Group 223">
                <a:extLst>
                  <a:ext uri="{FF2B5EF4-FFF2-40B4-BE49-F238E27FC236}">
                    <a16:creationId xmlns:a16="http://schemas.microsoft.com/office/drawing/2014/main" xmlns="" id="{40B3E4CB-E656-9894-0E24-B9B4FC508FE1}"/>
                  </a:ext>
                </a:extLst>
              </p:cNvPr>
              <p:cNvGrpSpPr>
                <a:grpSpLocks/>
              </p:cNvGrpSpPr>
              <p:nvPr/>
            </p:nvGrpSpPr>
            <p:grpSpPr bwMode="auto">
              <a:xfrm>
                <a:off x="2840" y="2936"/>
                <a:ext cx="416" cy="403"/>
                <a:chOff x="2840" y="2936"/>
                <a:chExt cx="416" cy="403"/>
              </a:xfrm>
            </p:grpSpPr>
            <p:sp>
              <p:nvSpPr>
                <p:cNvPr id="38123" name="Rectangle 57">
                  <a:extLst>
                    <a:ext uri="{FF2B5EF4-FFF2-40B4-BE49-F238E27FC236}">
                      <a16:creationId xmlns:a16="http://schemas.microsoft.com/office/drawing/2014/main" xmlns="" id="{BF1CAEB4-D4AA-70A5-816B-66384B084FF3}"/>
                    </a:ext>
                  </a:extLst>
                </p:cNvPr>
                <p:cNvSpPr>
                  <a:spLocks noChangeArrowheads="1"/>
                </p:cNvSpPr>
                <p:nvPr/>
              </p:nvSpPr>
              <p:spPr bwMode="auto">
                <a:xfrm>
                  <a:off x="2883" y="2936"/>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1.07</a:t>
                  </a:r>
                  <a:endParaRPr lang="en-CA" altLang="en-US" sz="1200">
                    <a:ea typeface="Arial Unicode MS"/>
                    <a:cs typeface="Arial Unicode MS"/>
                  </a:endParaRPr>
                </a:p>
                <a:p>
                  <a:endParaRPr lang="en-CA" altLang="en-US"/>
                </a:p>
              </p:txBody>
            </p:sp>
            <p:sp>
              <p:nvSpPr>
                <p:cNvPr id="38124" name="Rectangle 222">
                  <a:extLst>
                    <a:ext uri="{FF2B5EF4-FFF2-40B4-BE49-F238E27FC236}">
                      <a16:creationId xmlns:a16="http://schemas.microsoft.com/office/drawing/2014/main" xmlns="" id="{A29A01F1-BB9A-1174-AE6A-871C9DA8E75A}"/>
                    </a:ext>
                  </a:extLst>
                </p:cNvPr>
                <p:cNvSpPr>
                  <a:spLocks noChangeArrowheads="1"/>
                </p:cNvSpPr>
                <p:nvPr/>
              </p:nvSpPr>
              <p:spPr bwMode="auto">
                <a:xfrm>
                  <a:off x="2840" y="2936"/>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49" name="Group 225">
                <a:extLst>
                  <a:ext uri="{FF2B5EF4-FFF2-40B4-BE49-F238E27FC236}">
                    <a16:creationId xmlns:a16="http://schemas.microsoft.com/office/drawing/2014/main" xmlns="" id="{EADAB54D-8425-1945-BCEE-E6A3BA7F9E18}"/>
                  </a:ext>
                </a:extLst>
              </p:cNvPr>
              <p:cNvGrpSpPr>
                <a:grpSpLocks/>
              </p:cNvGrpSpPr>
              <p:nvPr/>
            </p:nvGrpSpPr>
            <p:grpSpPr bwMode="auto">
              <a:xfrm>
                <a:off x="3256" y="2936"/>
                <a:ext cx="416" cy="403"/>
                <a:chOff x="3256" y="2936"/>
                <a:chExt cx="416" cy="403"/>
              </a:xfrm>
            </p:grpSpPr>
            <p:sp>
              <p:nvSpPr>
                <p:cNvPr id="38121" name="Rectangle 58">
                  <a:extLst>
                    <a:ext uri="{FF2B5EF4-FFF2-40B4-BE49-F238E27FC236}">
                      <a16:creationId xmlns:a16="http://schemas.microsoft.com/office/drawing/2014/main" xmlns="" id="{F1582FED-E7C0-94C5-3275-A5F4ADE46969}"/>
                    </a:ext>
                  </a:extLst>
                </p:cNvPr>
                <p:cNvSpPr>
                  <a:spLocks noChangeArrowheads="1"/>
                </p:cNvSpPr>
                <p:nvPr/>
              </p:nvSpPr>
              <p:spPr bwMode="auto">
                <a:xfrm>
                  <a:off x="3299" y="2936"/>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1.15</a:t>
                  </a:r>
                  <a:endParaRPr lang="en-CA" altLang="en-US" sz="1200">
                    <a:ea typeface="Arial Unicode MS"/>
                    <a:cs typeface="Arial Unicode MS"/>
                  </a:endParaRPr>
                </a:p>
                <a:p>
                  <a:endParaRPr lang="en-CA" altLang="en-US"/>
                </a:p>
              </p:txBody>
            </p:sp>
            <p:sp>
              <p:nvSpPr>
                <p:cNvPr id="38122" name="Rectangle 224">
                  <a:extLst>
                    <a:ext uri="{FF2B5EF4-FFF2-40B4-BE49-F238E27FC236}">
                      <a16:creationId xmlns:a16="http://schemas.microsoft.com/office/drawing/2014/main" xmlns="" id="{C03C9057-4839-C5C5-401C-24C0D0633461}"/>
                    </a:ext>
                  </a:extLst>
                </p:cNvPr>
                <p:cNvSpPr>
                  <a:spLocks noChangeArrowheads="1"/>
                </p:cNvSpPr>
                <p:nvPr/>
              </p:nvSpPr>
              <p:spPr bwMode="auto">
                <a:xfrm>
                  <a:off x="3256" y="2936"/>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0" name="Group 227">
                <a:extLst>
                  <a:ext uri="{FF2B5EF4-FFF2-40B4-BE49-F238E27FC236}">
                    <a16:creationId xmlns:a16="http://schemas.microsoft.com/office/drawing/2014/main" xmlns="" id="{400EB57E-8370-2195-9B2B-83375DEA42FE}"/>
                  </a:ext>
                </a:extLst>
              </p:cNvPr>
              <p:cNvGrpSpPr>
                <a:grpSpLocks/>
              </p:cNvGrpSpPr>
              <p:nvPr/>
            </p:nvGrpSpPr>
            <p:grpSpPr bwMode="auto">
              <a:xfrm>
                <a:off x="3672" y="2936"/>
                <a:ext cx="441" cy="403"/>
                <a:chOff x="3672" y="2936"/>
                <a:chExt cx="441" cy="403"/>
              </a:xfrm>
            </p:grpSpPr>
            <p:sp>
              <p:nvSpPr>
                <p:cNvPr id="38119" name="Rectangle 59">
                  <a:extLst>
                    <a:ext uri="{FF2B5EF4-FFF2-40B4-BE49-F238E27FC236}">
                      <a16:creationId xmlns:a16="http://schemas.microsoft.com/office/drawing/2014/main" xmlns="" id="{E66E9125-D75A-EFCA-BB03-4C6C1BA02015}"/>
                    </a:ext>
                  </a:extLst>
                </p:cNvPr>
                <p:cNvSpPr>
                  <a:spLocks noChangeArrowheads="1"/>
                </p:cNvSpPr>
                <p:nvPr/>
              </p:nvSpPr>
              <p:spPr bwMode="auto">
                <a:xfrm>
                  <a:off x="3715" y="2936"/>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1.15</a:t>
                  </a:r>
                  <a:endParaRPr lang="en-CA" altLang="en-US" sz="1200">
                    <a:ea typeface="Arial Unicode MS"/>
                    <a:cs typeface="Arial Unicode MS"/>
                  </a:endParaRPr>
                </a:p>
                <a:p>
                  <a:endParaRPr lang="en-CA" altLang="en-US"/>
                </a:p>
              </p:txBody>
            </p:sp>
            <p:sp>
              <p:nvSpPr>
                <p:cNvPr id="38120" name="Rectangle 226">
                  <a:extLst>
                    <a:ext uri="{FF2B5EF4-FFF2-40B4-BE49-F238E27FC236}">
                      <a16:creationId xmlns:a16="http://schemas.microsoft.com/office/drawing/2014/main" xmlns="" id="{AAA2F5E7-1D02-CEEA-EB12-D432E80ED8C8}"/>
                    </a:ext>
                  </a:extLst>
                </p:cNvPr>
                <p:cNvSpPr>
                  <a:spLocks noChangeArrowheads="1"/>
                </p:cNvSpPr>
                <p:nvPr/>
              </p:nvSpPr>
              <p:spPr bwMode="auto">
                <a:xfrm>
                  <a:off x="3672" y="2936"/>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1" name="Group 229">
                <a:extLst>
                  <a:ext uri="{FF2B5EF4-FFF2-40B4-BE49-F238E27FC236}">
                    <a16:creationId xmlns:a16="http://schemas.microsoft.com/office/drawing/2014/main" xmlns="" id="{33A1B554-2BEB-D4C8-559A-FCD7D7211DE2}"/>
                  </a:ext>
                </a:extLst>
              </p:cNvPr>
              <p:cNvGrpSpPr>
                <a:grpSpLocks/>
              </p:cNvGrpSpPr>
              <p:nvPr/>
            </p:nvGrpSpPr>
            <p:grpSpPr bwMode="auto">
              <a:xfrm>
                <a:off x="0" y="3339"/>
                <a:ext cx="1455" cy="403"/>
                <a:chOff x="0" y="3339"/>
                <a:chExt cx="1455" cy="403"/>
              </a:xfrm>
            </p:grpSpPr>
            <p:sp>
              <p:nvSpPr>
                <p:cNvPr id="38117" name="Rectangle 60">
                  <a:extLst>
                    <a:ext uri="{FF2B5EF4-FFF2-40B4-BE49-F238E27FC236}">
                      <a16:creationId xmlns:a16="http://schemas.microsoft.com/office/drawing/2014/main" xmlns="" id="{E2592830-A827-8016-CE5D-BD257C277728}"/>
                    </a:ext>
                  </a:extLst>
                </p:cNvPr>
                <p:cNvSpPr>
                  <a:spLocks noChangeArrowheads="1"/>
                </p:cNvSpPr>
                <p:nvPr/>
              </p:nvSpPr>
              <p:spPr bwMode="auto">
                <a:xfrm>
                  <a:off x="43" y="3339"/>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Analyst Capability</a:t>
                  </a:r>
                  <a:endParaRPr lang="en-CA" altLang="en-US" sz="1200">
                    <a:ea typeface="Arial Unicode MS"/>
                    <a:cs typeface="Arial Unicode MS"/>
                  </a:endParaRPr>
                </a:p>
                <a:p>
                  <a:endParaRPr lang="en-CA" altLang="en-US"/>
                </a:p>
              </p:txBody>
            </p:sp>
            <p:sp>
              <p:nvSpPr>
                <p:cNvPr id="38118" name="Rectangle 228">
                  <a:extLst>
                    <a:ext uri="{FF2B5EF4-FFF2-40B4-BE49-F238E27FC236}">
                      <a16:creationId xmlns:a16="http://schemas.microsoft.com/office/drawing/2014/main" xmlns="" id="{8C544063-055E-8121-3F26-8D2E04380866}"/>
                    </a:ext>
                  </a:extLst>
                </p:cNvPr>
                <p:cNvSpPr>
                  <a:spLocks noChangeArrowheads="1"/>
                </p:cNvSpPr>
                <p:nvPr/>
              </p:nvSpPr>
              <p:spPr bwMode="auto">
                <a:xfrm>
                  <a:off x="0" y="3339"/>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2" name="Group 231">
                <a:extLst>
                  <a:ext uri="{FF2B5EF4-FFF2-40B4-BE49-F238E27FC236}">
                    <a16:creationId xmlns:a16="http://schemas.microsoft.com/office/drawing/2014/main" xmlns="" id="{F27B7F3E-C3CE-99E9-1CDA-306B01B709C4}"/>
                  </a:ext>
                </a:extLst>
              </p:cNvPr>
              <p:cNvGrpSpPr>
                <a:grpSpLocks/>
              </p:cNvGrpSpPr>
              <p:nvPr/>
            </p:nvGrpSpPr>
            <p:grpSpPr bwMode="auto">
              <a:xfrm>
                <a:off x="1455" y="3339"/>
                <a:ext cx="409" cy="403"/>
                <a:chOff x="1455" y="3339"/>
                <a:chExt cx="409" cy="403"/>
              </a:xfrm>
            </p:grpSpPr>
            <p:sp>
              <p:nvSpPr>
                <p:cNvPr id="38115" name="Rectangle 61">
                  <a:extLst>
                    <a:ext uri="{FF2B5EF4-FFF2-40B4-BE49-F238E27FC236}">
                      <a16:creationId xmlns:a16="http://schemas.microsoft.com/office/drawing/2014/main" xmlns="" id="{00941511-58D4-657E-8072-0C35F90E7CAB}"/>
                    </a:ext>
                  </a:extLst>
                </p:cNvPr>
                <p:cNvSpPr>
                  <a:spLocks noChangeArrowheads="1"/>
                </p:cNvSpPr>
                <p:nvPr/>
              </p:nvSpPr>
              <p:spPr bwMode="auto">
                <a:xfrm>
                  <a:off x="1498" y="3339"/>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1.46</a:t>
                  </a:r>
                  <a:endParaRPr lang="en-CA" altLang="en-US" sz="1200">
                    <a:ea typeface="Arial Unicode MS"/>
                    <a:cs typeface="Arial Unicode MS"/>
                  </a:endParaRPr>
                </a:p>
                <a:p>
                  <a:endParaRPr lang="en-CA" altLang="en-US"/>
                </a:p>
              </p:txBody>
            </p:sp>
            <p:sp>
              <p:nvSpPr>
                <p:cNvPr id="38116" name="Rectangle 230">
                  <a:extLst>
                    <a:ext uri="{FF2B5EF4-FFF2-40B4-BE49-F238E27FC236}">
                      <a16:creationId xmlns:a16="http://schemas.microsoft.com/office/drawing/2014/main" xmlns="" id="{40860E06-1EE9-735D-E703-7EE4BE8507CF}"/>
                    </a:ext>
                  </a:extLst>
                </p:cNvPr>
                <p:cNvSpPr>
                  <a:spLocks noChangeArrowheads="1"/>
                </p:cNvSpPr>
                <p:nvPr/>
              </p:nvSpPr>
              <p:spPr bwMode="auto">
                <a:xfrm>
                  <a:off x="1455" y="3339"/>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3" name="Group 233">
                <a:extLst>
                  <a:ext uri="{FF2B5EF4-FFF2-40B4-BE49-F238E27FC236}">
                    <a16:creationId xmlns:a16="http://schemas.microsoft.com/office/drawing/2014/main" xmlns="" id="{B01C7A70-91D0-5843-11C5-101E1B2477D5}"/>
                  </a:ext>
                </a:extLst>
              </p:cNvPr>
              <p:cNvGrpSpPr>
                <a:grpSpLocks/>
              </p:cNvGrpSpPr>
              <p:nvPr/>
            </p:nvGrpSpPr>
            <p:grpSpPr bwMode="auto">
              <a:xfrm>
                <a:off x="1864" y="3339"/>
                <a:ext cx="395" cy="403"/>
                <a:chOff x="1864" y="3339"/>
                <a:chExt cx="395" cy="403"/>
              </a:xfrm>
            </p:grpSpPr>
            <p:sp>
              <p:nvSpPr>
                <p:cNvPr id="38113" name="Rectangle 62">
                  <a:extLst>
                    <a:ext uri="{FF2B5EF4-FFF2-40B4-BE49-F238E27FC236}">
                      <a16:creationId xmlns:a16="http://schemas.microsoft.com/office/drawing/2014/main" xmlns="" id="{E99195DB-45C4-DAB5-F94F-B02608F3299B}"/>
                    </a:ext>
                  </a:extLst>
                </p:cNvPr>
                <p:cNvSpPr>
                  <a:spLocks noChangeArrowheads="1"/>
                </p:cNvSpPr>
                <p:nvPr/>
              </p:nvSpPr>
              <p:spPr bwMode="auto">
                <a:xfrm>
                  <a:off x="1907" y="3339"/>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1.19</a:t>
                  </a:r>
                  <a:endParaRPr lang="en-CA" altLang="en-US" sz="1200">
                    <a:ea typeface="Arial Unicode MS"/>
                    <a:cs typeface="Arial Unicode MS"/>
                  </a:endParaRPr>
                </a:p>
                <a:p>
                  <a:endParaRPr lang="en-CA" altLang="en-US"/>
                </a:p>
              </p:txBody>
            </p:sp>
            <p:sp>
              <p:nvSpPr>
                <p:cNvPr id="38114" name="Rectangle 232">
                  <a:extLst>
                    <a:ext uri="{FF2B5EF4-FFF2-40B4-BE49-F238E27FC236}">
                      <a16:creationId xmlns:a16="http://schemas.microsoft.com/office/drawing/2014/main" xmlns="" id="{7D089E7F-E764-C587-7FA0-63F763708E83}"/>
                    </a:ext>
                  </a:extLst>
                </p:cNvPr>
                <p:cNvSpPr>
                  <a:spLocks noChangeArrowheads="1"/>
                </p:cNvSpPr>
                <p:nvPr/>
              </p:nvSpPr>
              <p:spPr bwMode="auto">
                <a:xfrm>
                  <a:off x="1864" y="3339"/>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4" name="Group 235">
                <a:extLst>
                  <a:ext uri="{FF2B5EF4-FFF2-40B4-BE49-F238E27FC236}">
                    <a16:creationId xmlns:a16="http://schemas.microsoft.com/office/drawing/2014/main" xmlns="" id="{A4B2337F-29D7-4DEF-4101-70966BBF4FD1}"/>
                  </a:ext>
                </a:extLst>
              </p:cNvPr>
              <p:cNvGrpSpPr>
                <a:grpSpLocks/>
              </p:cNvGrpSpPr>
              <p:nvPr/>
            </p:nvGrpSpPr>
            <p:grpSpPr bwMode="auto">
              <a:xfrm>
                <a:off x="2259" y="3339"/>
                <a:ext cx="581" cy="403"/>
                <a:chOff x="2259" y="3339"/>
                <a:chExt cx="581" cy="403"/>
              </a:xfrm>
            </p:grpSpPr>
            <p:sp>
              <p:nvSpPr>
                <p:cNvPr id="38111" name="Rectangle 63">
                  <a:extLst>
                    <a:ext uri="{FF2B5EF4-FFF2-40B4-BE49-F238E27FC236}">
                      <a16:creationId xmlns:a16="http://schemas.microsoft.com/office/drawing/2014/main" xmlns="" id="{144DA831-A00B-4600-0669-5DB6913CB220}"/>
                    </a:ext>
                  </a:extLst>
                </p:cNvPr>
                <p:cNvSpPr>
                  <a:spLocks noChangeArrowheads="1"/>
                </p:cNvSpPr>
                <p:nvPr/>
              </p:nvSpPr>
              <p:spPr bwMode="auto">
                <a:xfrm>
                  <a:off x="2302" y="3339"/>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112" name="Rectangle 234">
                  <a:extLst>
                    <a:ext uri="{FF2B5EF4-FFF2-40B4-BE49-F238E27FC236}">
                      <a16:creationId xmlns:a16="http://schemas.microsoft.com/office/drawing/2014/main" xmlns="" id="{9D1E21BC-883A-5EDC-6450-072AFD69959E}"/>
                    </a:ext>
                  </a:extLst>
                </p:cNvPr>
                <p:cNvSpPr>
                  <a:spLocks noChangeArrowheads="1"/>
                </p:cNvSpPr>
                <p:nvPr/>
              </p:nvSpPr>
              <p:spPr bwMode="auto">
                <a:xfrm>
                  <a:off x="2259" y="3339"/>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5" name="Group 237">
                <a:extLst>
                  <a:ext uri="{FF2B5EF4-FFF2-40B4-BE49-F238E27FC236}">
                    <a16:creationId xmlns:a16="http://schemas.microsoft.com/office/drawing/2014/main" xmlns="" id="{BF6866E9-77F1-602F-5C2C-A1B1D3E41FA9}"/>
                  </a:ext>
                </a:extLst>
              </p:cNvPr>
              <p:cNvGrpSpPr>
                <a:grpSpLocks/>
              </p:cNvGrpSpPr>
              <p:nvPr/>
            </p:nvGrpSpPr>
            <p:grpSpPr bwMode="auto">
              <a:xfrm>
                <a:off x="2840" y="3339"/>
                <a:ext cx="416" cy="403"/>
                <a:chOff x="2840" y="3339"/>
                <a:chExt cx="416" cy="403"/>
              </a:xfrm>
            </p:grpSpPr>
            <p:sp>
              <p:nvSpPr>
                <p:cNvPr id="38109" name="Rectangle 64">
                  <a:extLst>
                    <a:ext uri="{FF2B5EF4-FFF2-40B4-BE49-F238E27FC236}">
                      <a16:creationId xmlns:a16="http://schemas.microsoft.com/office/drawing/2014/main" xmlns="" id="{B932A058-0AAD-A761-0BD8-B024D11E9BCB}"/>
                    </a:ext>
                  </a:extLst>
                </p:cNvPr>
                <p:cNvSpPr>
                  <a:spLocks noChangeArrowheads="1"/>
                </p:cNvSpPr>
                <p:nvPr/>
              </p:nvSpPr>
              <p:spPr bwMode="auto">
                <a:xfrm>
                  <a:off x="2883" y="3339"/>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.86</a:t>
                  </a:r>
                  <a:endParaRPr lang="en-CA" altLang="en-US" sz="1200">
                    <a:ea typeface="Arial Unicode MS"/>
                    <a:cs typeface="Arial Unicode MS"/>
                  </a:endParaRPr>
                </a:p>
                <a:p>
                  <a:endParaRPr lang="en-CA" altLang="en-US"/>
                </a:p>
              </p:txBody>
            </p:sp>
            <p:sp>
              <p:nvSpPr>
                <p:cNvPr id="38110" name="Rectangle 236">
                  <a:extLst>
                    <a:ext uri="{FF2B5EF4-FFF2-40B4-BE49-F238E27FC236}">
                      <a16:creationId xmlns:a16="http://schemas.microsoft.com/office/drawing/2014/main" xmlns="" id="{06FCDB64-C5D8-C47F-9E93-D2F51ED5B9CD}"/>
                    </a:ext>
                  </a:extLst>
                </p:cNvPr>
                <p:cNvSpPr>
                  <a:spLocks noChangeArrowheads="1"/>
                </p:cNvSpPr>
                <p:nvPr/>
              </p:nvSpPr>
              <p:spPr bwMode="auto">
                <a:xfrm>
                  <a:off x="2840" y="3339"/>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6" name="Group 239">
                <a:extLst>
                  <a:ext uri="{FF2B5EF4-FFF2-40B4-BE49-F238E27FC236}">
                    <a16:creationId xmlns:a16="http://schemas.microsoft.com/office/drawing/2014/main" xmlns="" id="{E10D316A-7109-6DFB-FFDC-5176F6F0B186}"/>
                  </a:ext>
                </a:extLst>
              </p:cNvPr>
              <p:cNvGrpSpPr>
                <a:grpSpLocks/>
              </p:cNvGrpSpPr>
              <p:nvPr/>
            </p:nvGrpSpPr>
            <p:grpSpPr bwMode="auto">
              <a:xfrm>
                <a:off x="3256" y="3339"/>
                <a:ext cx="416" cy="403"/>
                <a:chOff x="3256" y="3339"/>
                <a:chExt cx="416" cy="403"/>
              </a:xfrm>
            </p:grpSpPr>
            <p:sp>
              <p:nvSpPr>
                <p:cNvPr id="38107" name="Rectangle 65">
                  <a:extLst>
                    <a:ext uri="{FF2B5EF4-FFF2-40B4-BE49-F238E27FC236}">
                      <a16:creationId xmlns:a16="http://schemas.microsoft.com/office/drawing/2014/main" xmlns="" id="{AB3C7A90-1D67-02CF-822C-126F987149C9}"/>
                    </a:ext>
                  </a:extLst>
                </p:cNvPr>
                <p:cNvSpPr>
                  <a:spLocks noChangeArrowheads="1"/>
                </p:cNvSpPr>
                <p:nvPr/>
              </p:nvSpPr>
              <p:spPr bwMode="auto">
                <a:xfrm>
                  <a:off x="3299" y="3339"/>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.71</a:t>
                  </a:r>
                  <a:endParaRPr lang="en-CA" altLang="en-US" sz="1200">
                    <a:ea typeface="Arial Unicode MS"/>
                    <a:cs typeface="Arial Unicode MS"/>
                  </a:endParaRPr>
                </a:p>
                <a:p>
                  <a:endParaRPr lang="en-CA" altLang="en-US"/>
                </a:p>
              </p:txBody>
            </p:sp>
            <p:sp>
              <p:nvSpPr>
                <p:cNvPr id="38108" name="Rectangle 238">
                  <a:extLst>
                    <a:ext uri="{FF2B5EF4-FFF2-40B4-BE49-F238E27FC236}">
                      <a16:creationId xmlns:a16="http://schemas.microsoft.com/office/drawing/2014/main" xmlns="" id="{7C2D1557-5DE7-E15C-DA42-2813C986BBEF}"/>
                    </a:ext>
                  </a:extLst>
                </p:cNvPr>
                <p:cNvSpPr>
                  <a:spLocks noChangeArrowheads="1"/>
                </p:cNvSpPr>
                <p:nvPr/>
              </p:nvSpPr>
              <p:spPr bwMode="auto">
                <a:xfrm>
                  <a:off x="3256" y="3339"/>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7" name="Group 241">
                <a:extLst>
                  <a:ext uri="{FF2B5EF4-FFF2-40B4-BE49-F238E27FC236}">
                    <a16:creationId xmlns:a16="http://schemas.microsoft.com/office/drawing/2014/main" xmlns="" id="{A4F38945-5B4C-02B4-12E7-9D53412F0AAD}"/>
                  </a:ext>
                </a:extLst>
              </p:cNvPr>
              <p:cNvGrpSpPr>
                <a:grpSpLocks/>
              </p:cNvGrpSpPr>
              <p:nvPr/>
            </p:nvGrpSpPr>
            <p:grpSpPr bwMode="auto">
              <a:xfrm>
                <a:off x="3672" y="3339"/>
                <a:ext cx="441" cy="403"/>
                <a:chOff x="3672" y="3339"/>
                <a:chExt cx="441" cy="403"/>
              </a:xfrm>
            </p:grpSpPr>
            <p:sp>
              <p:nvSpPr>
                <p:cNvPr id="38105" name="Rectangle 66">
                  <a:extLst>
                    <a:ext uri="{FF2B5EF4-FFF2-40B4-BE49-F238E27FC236}">
                      <a16:creationId xmlns:a16="http://schemas.microsoft.com/office/drawing/2014/main" xmlns="" id="{DDFC8426-8516-1E3B-CA0F-B80B94786828}"/>
                    </a:ext>
                  </a:extLst>
                </p:cNvPr>
                <p:cNvSpPr>
                  <a:spLocks noChangeArrowheads="1"/>
                </p:cNvSpPr>
                <p:nvPr/>
              </p:nvSpPr>
              <p:spPr bwMode="auto">
                <a:xfrm>
                  <a:off x="3715" y="3339"/>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.71</a:t>
                  </a:r>
                  <a:endParaRPr lang="en-CA" altLang="en-US" sz="1200">
                    <a:ea typeface="Arial Unicode MS"/>
                    <a:cs typeface="Arial Unicode MS"/>
                  </a:endParaRPr>
                </a:p>
                <a:p>
                  <a:endParaRPr lang="en-CA" altLang="en-US"/>
                </a:p>
              </p:txBody>
            </p:sp>
            <p:sp>
              <p:nvSpPr>
                <p:cNvPr id="38106" name="Rectangle 240">
                  <a:extLst>
                    <a:ext uri="{FF2B5EF4-FFF2-40B4-BE49-F238E27FC236}">
                      <a16:creationId xmlns:a16="http://schemas.microsoft.com/office/drawing/2014/main" xmlns="" id="{EBB41F59-F380-E03C-09B4-7B3192818284}"/>
                    </a:ext>
                  </a:extLst>
                </p:cNvPr>
                <p:cNvSpPr>
                  <a:spLocks noChangeArrowheads="1"/>
                </p:cNvSpPr>
                <p:nvPr/>
              </p:nvSpPr>
              <p:spPr bwMode="auto">
                <a:xfrm>
                  <a:off x="3672" y="3339"/>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8" name="Group 243">
                <a:extLst>
                  <a:ext uri="{FF2B5EF4-FFF2-40B4-BE49-F238E27FC236}">
                    <a16:creationId xmlns:a16="http://schemas.microsoft.com/office/drawing/2014/main" xmlns="" id="{1B05A367-20F0-2EAD-334A-FFE86817D4E4}"/>
                  </a:ext>
                </a:extLst>
              </p:cNvPr>
              <p:cNvGrpSpPr>
                <a:grpSpLocks/>
              </p:cNvGrpSpPr>
              <p:nvPr/>
            </p:nvGrpSpPr>
            <p:grpSpPr bwMode="auto">
              <a:xfrm>
                <a:off x="0" y="3742"/>
                <a:ext cx="1455" cy="403"/>
                <a:chOff x="0" y="3742"/>
                <a:chExt cx="1455" cy="403"/>
              </a:xfrm>
            </p:grpSpPr>
            <p:sp>
              <p:nvSpPr>
                <p:cNvPr id="38103" name="Rectangle 67">
                  <a:extLst>
                    <a:ext uri="{FF2B5EF4-FFF2-40B4-BE49-F238E27FC236}">
                      <a16:creationId xmlns:a16="http://schemas.microsoft.com/office/drawing/2014/main" xmlns="" id="{F1B3A3E5-FC95-87FA-7332-F284782EF13A}"/>
                    </a:ext>
                  </a:extLst>
                </p:cNvPr>
                <p:cNvSpPr>
                  <a:spLocks noChangeArrowheads="1"/>
                </p:cNvSpPr>
                <p:nvPr/>
              </p:nvSpPr>
              <p:spPr bwMode="auto">
                <a:xfrm>
                  <a:off x="43" y="3742"/>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Application Experience</a:t>
                  </a:r>
                  <a:endParaRPr lang="en-CA" altLang="en-US" sz="1200">
                    <a:ea typeface="Arial Unicode MS"/>
                    <a:cs typeface="Arial Unicode MS"/>
                  </a:endParaRPr>
                </a:p>
                <a:p>
                  <a:endParaRPr lang="en-CA" altLang="en-US"/>
                </a:p>
              </p:txBody>
            </p:sp>
            <p:sp>
              <p:nvSpPr>
                <p:cNvPr id="38104" name="Rectangle 242">
                  <a:extLst>
                    <a:ext uri="{FF2B5EF4-FFF2-40B4-BE49-F238E27FC236}">
                      <a16:creationId xmlns:a16="http://schemas.microsoft.com/office/drawing/2014/main" xmlns="" id="{06A71A16-DF01-5828-E10D-E0D2C5E91F0E}"/>
                    </a:ext>
                  </a:extLst>
                </p:cNvPr>
                <p:cNvSpPr>
                  <a:spLocks noChangeArrowheads="1"/>
                </p:cNvSpPr>
                <p:nvPr/>
              </p:nvSpPr>
              <p:spPr bwMode="auto">
                <a:xfrm>
                  <a:off x="0" y="3742"/>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59" name="Group 245">
                <a:extLst>
                  <a:ext uri="{FF2B5EF4-FFF2-40B4-BE49-F238E27FC236}">
                    <a16:creationId xmlns:a16="http://schemas.microsoft.com/office/drawing/2014/main" xmlns="" id="{165DFCD2-0AB7-87B0-4EB9-F7F412A121DB}"/>
                  </a:ext>
                </a:extLst>
              </p:cNvPr>
              <p:cNvGrpSpPr>
                <a:grpSpLocks/>
              </p:cNvGrpSpPr>
              <p:nvPr/>
            </p:nvGrpSpPr>
            <p:grpSpPr bwMode="auto">
              <a:xfrm>
                <a:off x="1455" y="3742"/>
                <a:ext cx="409" cy="403"/>
                <a:chOff x="1455" y="3742"/>
                <a:chExt cx="409" cy="403"/>
              </a:xfrm>
            </p:grpSpPr>
            <p:sp>
              <p:nvSpPr>
                <p:cNvPr id="38101" name="Rectangle 68">
                  <a:extLst>
                    <a:ext uri="{FF2B5EF4-FFF2-40B4-BE49-F238E27FC236}">
                      <a16:creationId xmlns:a16="http://schemas.microsoft.com/office/drawing/2014/main" xmlns="" id="{D51741A8-8355-1406-97B7-8F7335A744F9}"/>
                    </a:ext>
                  </a:extLst>
                </p:cNvPr>
                <p:cNvSpPr>
                  <a:spLocks noChangeArrowheads="1"/>
                </p:cNvSpPr>
                <p:nvPr/>
              </p:nvSpPr>
              <p:spPr bwMode="auto">
                <a:xfrm>
                  <a:off x="1498" y="3742"/>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1.29</a:t>
                  </a:r>
                  <a:endParaRPr lang="en-CA" altLang="en-US" sz="1200">
                    <a:ea typeface="Arial Unicode MS"/>
                    <a:cs typeface="Arial Unicode MS"/>
                  </a:endParaRPr>
                </a:p>
                <a:p>
                  <a:endParaRPr lang="en-CA" altLang="en-US"/>
                </a:p>
              </p:txBody>
            </p:sp>
            <p:sp>
              <p:nvSpPr>
                <p:cNvPr id="38102" name="Rectangle 244">
                  <a:extLst>
                    <a:ext uri="{FF2B5EF4-FFF2-40B4-BE49-F238E27FC236}">
                      <a16:creationId xmlns:a16="http://schemas.microsoft.com/office/drawing/2014/main" xmlns="" id="{FBBBA2B6-7896-CA00-4C43-A11E2D4A954C}"/>
                    </a:ext>
                  </a:extLst>
                </p:cNvPr>
                <p:cNvSpPr>
                  <a:spLocks noChangeArrowheads="1"/>
                </p:cNvSpPr>
                <p:nvPr/>
              </p:nvSpPr>
              <p:spPr bwMode="auto">
                <a:xfrm>
                  <a:off x="1455" y="3742"/>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0" name="Group 247">
                <a:extLst>
                  <a:ext uri="{FF2B5EF4-FFF2-40B4-BE49-F238E27FC236}">
                    <a16:creationId xmlns:a16="http://schemas.microsoft.com/office/drawing/2014/main" xmlns="" id="{987AB19E-D156-A125-9863-2425BDFEB9D2}"/>
                  </a:ext>
                </a:extLst>
              </p:cNvPr>
              <p:cNvGrpSpPr>
                <a:grpSpLocks/>
              </p:cNvGrpSpPr>
              <p:nvPr/>
            </p:nvGrpSpPr>
            <p:grpSpPr bwMode="auto">
              <a:xfrm>
                <a:off x="1864" y="3742"/>
                <a:ext cx="395" cy="403"/>
                <a:chOff x="1864" y="3742"/>
                <a:chExt cx="395" cy="403"/>
              </a:xfrm>
            </p:grpSpPr>
            <p:sp>
              <p:nvSpPr>
                <p:cNvPr id="38099" name="Rectangle 69">
                  <a:extLst>
                    <a:ext uri="{FF2B5EF4-FFF2-40B4-BE49-F238E27FC236}">
                      <a16:creationId xmlns:a16="http://schemas.microsoft.com/office/drawing/2014/main" xmlns="" id="{38CEA9AF-7793-25C5-580B-7DCEB1C83E43}"/>
                    </a:ext>
                  </a:extLst>
                </p:cNvPr>
                <p:cNvSpPr>
                  <a:spLocks noChangeArrowheads="1"/>
                </p:cNvSpPr>
                <p:nvPr/>
              </p:nvSpPr>
              <p:spPr bwMode="auto">
                <a:xfrm>
                  <a:off x="1907" y="3742"/>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1.13</a:t>
                  </a:r>
                  <a:endParaRPr lang="en-CA" altLang="en-US" sz="1200">
                    <a:ea typeface="Arial Unicode MS"/>
                    <a:cs typeface="Arial Unicode MS"/>
                  </a:endParaRPr>
                </a:p>
                <a:p>
                  <a:endParaRPr lang="en-CA" altLang="en-US"/>
                </a:p>
              </p:txBody>
            </p:sp>
            <p:sp>
              <p:nvSpPr>
                <p:cNvPr id="38100" name="Rectangle 246">
                  <a:extLst>
                    <a:ext uri="{FF2B5EF4-FFF2-40B4-BE49-F238E27FC236}">
                      <a16:creationId xmlns:a16="http://schemas.microsoft.com/office/drawing/2014/main" xmlns="" id="{113E1A78-01F2-6CF2-E983-DF3125D1497B}"/>
                    </a:ext>
                  </a:extLst>
                </p:cNvPr>
                <p:cNvSpPr>
                  <a:spLocks noChangeArrowheads="1"/>
                </p:cNvSpPr>
                <p:nvPr/>
              </p:nvSpPr>
              <p:spPr bwMode="auto">
                <a:xfrm>
                  <a:off x="1864" y="3742"/>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1" name="Group 249">
                <a:extLst>
                  <a:ext uri="{FF2B5EF4-FFF2-40B4-BE49-F238E27FC236}">
                    <a16:creationId xmlns:a16="http://schemas.microsoft.com/office/drawing/2014/main" xmlns="" id="{C219D8BE-2C73-CB3D-B443-2D80B6E1D690}"/>
                  </a:ext>
                </a:extLst>
              </p:cNvPr>
              <p:cNvGrpSpPr>
                <a:grpSpLocks/>
              </p:cNvGrpSpPr>
              <p:nvPr/>
            </p:nvGrpSpPr>
            <p:grpSpPr bwMode="auto">
              <a:xfrm>
                <a:off x="2259" y="3742"/>
                <a:ext cx="581" cy="403"/>
                <a:chOff x="2259" y="3742"/>
                <a:chExt cx="581" cy="403"/>
              </a:xfrm>
            </p:grpSpPr>
            <p:sp>
              <p:nvSpPr>
                <p:cNvPr id="38097" name="Rectangle 70">
                  <a:extLst>
                    <a:ext uri="{FF2B5EF4-FFF2-40B4-BE49-F238E27FC236}">
                      <a16:creationId xmlns:a16="http://schemas.microsoft.com/office/drawing/2014/main" xmlns="" id="{090F7DAE-13F5-7264-B514-C1BE0E6BD4F2}"/>
                    </a:ext>
                  </a:extLst>
                </p:cNvPr>
                <p:cNvSpPr>
                  <a:spLocks noChangeArrowheads="1"/>
                </p:cNvSpPr>
                <p:nvPr/>
              </p:nvSpPr>
              <p:spPr bwMode="auto">
                <a:xfrm>
                  <a:off x="2302" y="3742"/>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98" name="Rectangle 248">
                  <a:extLst>
                    <a:ext uri="{FF2B5EF4-FFF2-40B4-BE49-F238E27FC236}">
                      <a16:creationId xmlns:a16="http://schemas.microsoft.com/office/drawing/2014/main" xmlns="" id="{A0D052E8-D17F-CDB7-1313-35BA7C856BB6}"/>
                    </a:ext>
                  </a:extLst>
                </p:cNvPr>
                <p:cNvSpPr>
                  <a:spLocks noChangeArrowheads="1"/>
                </p:cNvSpPr>
                <p:nvPr/>
              </p:nvSpPr>
              <p:spPr bwMode="auto">
                <a:xfrm>
                  <a:off x="2259" y="3742"/>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2" name="Group 251">
                <a:extLst>
                  <a:ext uri="{FF2B5EF4-FFF2-40B4-BE49-F238E27FC236}">
                    <a16:creationId xmlns:a16="http://schemas.microsoft.com/office/drawing/2014/main" xmlns="" id="{2DA12B5E-4DCD-C3FF-AD47-868F52401998}"/>
                  </a:ext>
                </a:extLst>
              </p:cNvPr>
              <p:cNvGrpSpPr>
                <a:grpSpLocks/>
              </p:cNvGrpSpPr>
              <p:nvPr/>
            </p:nvGrpSpPr>
            <p:grpSpPr bwMode="auto">
              <a:xfrm>
                <a:off x="2840" y="3742"/>
                <a:ext cx="416" cy="403"/>
                <a:chOff x="2840" y="3742"/>
                <a:chExt cx="416" cy="403"/>
              </a:xfrm>
            </p:grpSpPr>
            <p:sp>
              <p:nvSpPr>
                <p:cNvPr id="38095" name="Rectangle 71">
                  <a:extLst>
                    <a:ext uri="{FF2B5EF4-FFF2-40B4-BE49-F238E27FC236}">
                      <a16:creationId xmlns:a16="http://schemas.microsoft.com/office/drawing/2014/main" xmlns="" id="{21236357-B7C0-55D7-F5EF-6765B81363BD}"/>
                    </a:ext>
                  </a:extLst>
                </p:cNvPr>
                <p:cNvSpPr>
                  <a:spLocks noChangeArrowheads="1"/>
                </p:cNvSpPr>
                <p:nvPr/>
              </p:nvSpPr>
              <p:spPr bwMode="auto">
                <a:xfrm>
                  <a:off x="2883" y="3742"/>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.91</a:t>
                  </a:r>
                  <a:endParaRPr lang="en-CA" altLang="en-US" sz="1200">
                    <a:ea typeface="Arial Unicode MS"/>
                    <a:cs typeface="Arial Unicode MS"/>
                  </a:endParaRPr>
                </a:p>
                <a:p>
                  <a:endParaRPr lang="en-CA" altLang="en-US"/>
                </a:p>
              </p:txBody>
            </p:sp>
            <p:sp>
              <p:nvSpPr>
                <p:cNvPr id="38096" name="Rectangle 250">
                  <a:extLst>
                    <a:ext uri="{FF2B5EF4-FFF2-40B4-BE49-F238E27FC236}">
                      <a16:creationId xmlns:a16="http://schemas.microsoft.com/office/drawing/2014/main" xmlns="" id="{C6AC993B-62C3-96F6-309F-788B00F0FDB4}"/>
                    </a:ext>
                  </a:extLst>
                </p:cNvPr>
                <p:cNvSpPr>
                  <a:spLocks noChangeArrowheads="1"/>
                </p:cNvSpPr>
                <p:nvPr/>
              </p:nvSpPr>
              <p:spPr bwMode="auto">
                <a:xfrm>
                  <a:off x="2840" y="3742"/>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3" name="Group 253">
                <a:extLst>
                  <a:ext uri="{FF2B5EF4-FFF2-40B4-BE49-F238E27FC236}">
                    <a16:creationId xmlns:a16="http://schemas.microsoft.com/office/drawing/2014/main" xmlns="" id="{18E04A1D-8C0A-6C1B-C64D-781FCB1517E7}"/>
                  </a:ext>
                </a:extLst>
              </p:cNvPr>
              <p:cNvGrpSpPr>
                <a:grpSpLocks/>
              </p:cNvGrpSpPr>
              <p:nvPr/>
            </p:nvGrpSpPr>
            <p:grpSpPr bwMode="auto">
              <a:xfrm>
                <a:off x="3256" y="3742"/>
                <a:ext cx="416" cy="403"/>
                <a:chOff x="3256" y="3742"/>
                <a:chExt cx="416" cy="403"/>
              </a:xfrm>
            </p:grpSpPr>
            <p:sp>
              <p:nvSpPr>
                <p:cNvPr id="38093" name="Rectangle 72">
                  <a:extLst>
                    <a:ext uri="{FF2B5EF4-FFF2-40B4-BE49-F238E27FC236}">
                      <a16:creationId xmlns:a16="http://schemas.microsoft.com/office/drawing/2014/main" xmlns="" id="{C6DCF4D3-FB7D-D08C-F071-356F6506BF17}"/>
                    </a:ext>
                  </a:extLst>
                </p:cNvPr>
                <p:cNvSpPr>
                  <a:spLocks noChangeArrowheads="1"/>
                </p:cNvSpPr>
                <p:nvPr/>
              </p:nvSpPr>
              <p:spPr bwMode="auto">
                <a:xfrm>
                  <a:off x="3299" y="3742"/>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.82</a:t>
                  </a:r>
                  <a:endParaRPr lang="en-CA" altLang="en-US" sz="1200">
                    <a:ea typeface="Arial Unicode MS"/>
                    <a:cs typeface="Arial Unicode MS"/>
                  </a:endParaRPr>
                </a:p>
                <a:p>
                  <a:endParaRPr lang="en-CA" altLang="en-US"/>
                </a:p>
              </p:txBody>
            </p:sp>
            <p:sp>
              <p:nvSpPr>
                <p:cNvPr id="38094" name="Rectangle 252">
                  <a:extLst>
                    <a:ext uri="{FF2B5EF4-FFF2-40B4-BE49-F238E27FC236}">
                      <a16:creationId xmlns:a16="http://schemas.microsoft.com/office/drawing/2014/main" xmlns="" id="{AA4E08B2-D253-811E-9D92-67021DF65D97}"/>
                    </a:ext>
                  </a:extLst>
                </p:cNvPr>
                <p:cNvSpPr>
                  <a:spLocks noChangeArrowheads="1"/>
                </p:cNvSpPr>
                <p:nvPr/>
              </p:nvSpPr>
              <p:spPr bwMode="auto">
                <a:xfrm>
                  <a:off x="3256" y="3742"/>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4" name="Group 255">
                <a:extLst>
                  <a:ext uri="{FF2B5EF4-FFF2-40B4-BE49-F238E27FC236}">
                    <a16:creationId xmlns:a16="http://schemas.microsoft.com/office/drawing/2014/main" xmlns="" id="{315D46D0-7525-0A1D-E801-E1A5F0C26D1C}"/>
                  </a:ext>
                </a:extLst>
              </p:cNvPr>
              <p:cNvGrpSpPr>
                <a:grpSpLocks/>
              </p:cNvGrpSpPr>
              <p:nvPr/>
            </p:nvGrpSpPr>
            <p:grpSpPr bwMode="auto">
              <a:xfrm>
                <a:off x="3672" y="3742"/>
                <a:ext cx="441" cy="403"/>
                <a:chOff x="3672" y="3742"/>
                <a:chExt cx="441" cy="403"/>
              </a:xfrm>
            </p:grpSpPr>
            <p:sp>
              <p:nvSpPr>
                <p:cNvPr id="38091" name="Rectangle 73">
                  <a:extLst>
                    <a:ext uri="{FF2B5EF4-FFF2-40B4-BE49-F238E27FC236}">
                      <a16:creationId xmlns:a16="http://schemas.microsoft.com/office/drawing/2014/main" xmlns="" id="{FAA61E8A-0A0C-8A93-32DF-A36BEF90C50E}"/>
                    </a:ext>
                  </a:extLst>
                </p:cNvPr>
                <p:cNvSpPr>
                  <a:spLocks noChangeArrowheads="1"/>
                </p:cNvSpPr>
                <p:nvPr/>
              </p:nvSpPr>
              <p:spPr bwMode="auto">
                <a:xfrm>
                  <a:off x="3715" y="3742"/>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.82</a:t>
                  </a:r>
                  <a:endParaRPr lang="en-CA" altLang="en-US" sz="1200">
                    <a:ea typeface="Arial Unicode MS"/>
                    <a:cs typeface="Arial Unicode MS"/>
                  </a:endParaRPr>
                </a:p>
                <a:p>
                  <a:endParaRPr lang="en-CA" altLang="en-US"/>
                </a:p>
              </p:txBody>
            </p:sp>
            <p:sp>
              <p:nvSpPr>
                <p:cNvPr id="38092" name="Rectangle 254">
                  <a:extLst>
                    <a:ext uri="{FF2B5EF4-FFF2-40B4-BE49-F238E27FC236}">
                      <a16:creationId xmlns:a16="http://schemas.microsoft.com/office/drawing/2014/main" xmlns="" id="{8E00E80F-F92C-DBDA-FBE5-FDD20E1D02FD}"/>
                    </a:ext>
                  </a:extLst>
                </p:cNvPr>
                <p:cNvSpPr>
                  <a:spLocks noChangeArrowheads="1"/>
                </p:cNvSpPr>
                <p:nvPr/>
              </p:nvSpPr>
              <p:spPr bwMode="auto">
                <a:xfrm>
                  <a:off x="3672" y="3742"/>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5" name="Group 257">
                <a:extLst>
                  <a:ext uri="{FF2B5EF4-FFF2-40B4-BE49-F238E27FC236}">
                    <a16:creationId xmlns:a16="http://schemas.microsoft.com/office/drawing/2014/main" xmlns="" id="{E7D9B4A5-07A8-D3E1-73FC-E96C634E078B}"/>
                  </a:ext>
                </a:extLst>
              </p:cNvPr>
              <p:cNvGrpSpPr>
                <a:grpSpLocks/>
              </p:cNvGrpSpPr>
              <p:nvPr/>
            </p:nvGrpSpPr>
            <p:grpSpPr bwMode="auto">
              <a:xfrm>
                <a:off x="0" y="4145"/>
                <a:ext cx="1455" cy="403"/>
                <a:chOff x="0" y="4145"/>
                <a:chExt cx="1455" cy="403"/>
              </a:xfrm>
            </p:grpSpPr>
            <p:sp>
              <p:nvSpPr>
                <p:cNvPr id="38089" name="Rectangle 74">
                  <a:extLst>
                    <a:ext uri="{FF2B5EF4-FFF2-40B4-BE49-F238E27FC236}">
                      <a16:creationId xmlns:a16="http://schemas.microsoft.com/office/drawing/2014/main" xmlns="" id="{979BAC51-5EC7-B41D-74B1-41F9A2DF858E}"/>
                    </a:ext>
                  </a:extLst>
                </p:cNvPr>
                <p:cNvSpPr>
                  <a:spLocks noChangeArrowheads="1"/>
                </p:cNvSpPr>
                <p:nvPr/>
              </p:nvSpPr>
              <p:spPr bwMode="auto">
                <a:xfrm>
                  <a:off x="43" y="4145"/>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Programmers Capability</a:t>
                  </a:r>
                  <a:endParaRPr lang="en-CA" altLang="en-US" sz="1200">
                    <a:ea typeface="Arial Unicode MS"/>
                    <a:cs typeface="Arial Unicode MS"/>
                  </a:endParaRPr>
                </a:p>
                <a:p>
                  <a:endParaRPr lang="en-CA" altLang="en-US"/>
                </a:p>
              </p:txBody>
            </p:sp>
            <p:sp>
              <p:nvSpPr>
                <p:cNvPr id="38090" name="Rectangle 256">
                  <a:extLst>
                    <a:ext uri="{FF2B5EF4-FFF2-40B4-BE49-F238E27FC236}">
                      <a16:creationId xmlns:a16="http://schemas.microsoft.com/office/drawing/2014/main" xmlns="" id="{B111B35D-2762-3DB3-EDAE-4468A54F6713}"/>
                    </a:ext>
                  </a:extLst>
                </p:cNvPr>
                <p:cNvSpPr>
                  <a:spLocks noChangeArrowheads="1"/>
                </p:cNvSpPr>
                <p:nvPr/>
              </p:nvSpPr>
              <p:spPr bwMode="auto">
                <a:xfrm>
                  <a:off x="0" y="4145"/>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6" name="Group 259">
                <a:extLst>
                  <a:ext uri="{FF2B5EF4-FFF2-40B4-BE49-F238E27FC236}">
                    <a16:creationId xmlns:a16="http://schemas.microsoft.com/office/drawing/2014/main" xmlns="" id="{B13CC60F-D42D-F6CE-7A97-AF3DD493AD0B}"/>
                  </a:ext>
                </a:extLst>
              </p:cNvPr>
              <p:cNvGrpSpPr>
                <a:grpSpLocks/>
              </p:cNvGrpSpPr>
              <p:nvPr/>
            </p:nvGrpSpPr>
            <p:grpSpPr bwMode="auto">
              <a:xfrm>
                <a:off x="1455" y="4145"/>
                <a:ext cx="409" cy="403"/>
                <a:chOff x="1455" y="4145"/>
                <a:chExt cx="409" cy="403"/>
              </a:xfrm>
            </p:grpSpPr>
            <p:sp>
              <p:nvSpPr>
                <p:cNvPr id="38087" name="Rectangle 75">
                  <a:extLst>
                    <a:ext uri="{FF2B5EF4-FFF2-40B4-BE49-F238E27FC236}">
                      <a16:creationId xmlns:a16="http://schemas.microsoft.com/office/drawing/2014/main" xmlns="" id="{17D3195F-3805-19DD-578E-C3AA17DB1A01}"/>
                    </a:ext>
                  </a:extLst>
                </p:cNvPr>
                <p:cNvSpPr>
                  <a:spLocks noChangeArrowheads="1"/>
                </p:cNvSpPr>
                <p:nvPr/>
              </p:nvSpPr>
              <p:spPr bwMode="auto">
                <a:xfrm>
                  <a:off x="1498" y="4145"/>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1.42</a:t>
                  </a:r>
                  <a:endParaRPr lang="en-CA" altLang="en-US" sz="1200">
                    <a:ea typeface="Arial Unicode MS"/>
                    <a:cs typeface="Arial Unicode MS"/>
                  </a:endParaRPr>
                </a:p>
                <a:p>
                  <a:endParaRPr lang="en-CA" altLang="en-US"/>
                </a:p>
              </p:txBody>
            </p:sp>
            <p:sp>
              <p:nvSpPr>
                <p:cNvPr id="38088" name="Rectangle 258">
                  <a:extLst>
                    <a:ext uri="{FF2B5EF4-FFF2-40B4-BE49-F238E27FC236}">
                      <a16:creationId xmlns:a16="http://schemas.microsoft.com/office/drawing/2014/main" xmlns="" id="{01BDFB33-E531-0710-ABC3-8C0EA84E0295}"/>
                    </a:ext>
                  </a:extLst>
                </p:cNvPr>
                <p:cNvSpPr>
                  <a:spLocks noChangeArrowheads="1"/>
                </p:cNvSpPr>
                <p:nvPr/>
              </p:nvSpPr>
              <p:spPr bwMode="auto">
                <a:xfrm>
                  <a:off x="1455" y="4145"/>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7" name="Group 261">
                <a:extLst>
                  <a:ext uri="{FF2B5EF4-FFF2-40B4-BE49-F238E27FC236}">
                    <a16:creationId xmlns:a16="http://schemas.microsoft.com/office/drawing/2014/main" xmlns="" id="{94772585-B65F-17AB-04EC-DD021027271B}"/>
                  </a:ext>
                </a:extLst>
              </p:cNvPr>
              <p:cNvGrpSpPr>
                <a:grpSpLocks/>
              </p:cNvGrpSpPr>
              <p:nvPr/>
            </p:nvGrpSpPr>
            <p:grpSpPr bwMode="auto">
              <a:xfrm>
                <a:off x="1864" y="4145"/>
                <a:ext cx="395" cy="403"/>
                <a:chOff x="1864" y="4145"/>
                <a:chExt cx="395" cy="403"/>
              </a:xfrm>
            </p:grpSpPr>
            <p:sp>
              <p:nvSpPr>
                <p:cNvPr id="38085" name="Rectangle 76">
                  <a:extLst>
                    <a:ext uri="{FF2B5EF4-FFF2-40B4-BE49-F238E27FC236}">
                      <a16:creationId xmlns:a16="http://schemas.microsoft.com/office/drawing/2014/main" xmlns="" id="{504B945F-6E37-51B9-3CC9-B0F908CF780F}"/>
                    </a:ext>
                  </a:extLst>
                </p:cNvPr>
                <p:cNvSpPr>
                  <a:spLocks noChangeArrowheads="1"/>
                </p:cNvSpPr>
                <p:nvPr/>
              </p:nvSpPr>
              <p:spPr bwMode="auto">
                <a:xfrm>
                  <a:off x="1907" y="4145"/>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1.17</a:t>
                  </a:r>
                  <a:endParaRPr lang="en-CA" altLang="en-US" sz="1200">
                    <a:ea typeface="Arial Unicode MS"/>
                    <a:cs typeface="Arial Unicode MS"/>
                  </a:endParaRPr>
                </a:p>
                <a:p>
                  <a:endParaRPr lang="en-CA" altLang="en-US"/>
                </a:p>
              </p:txBody>
            </p:sp>
            <p:sp>
              <p:nvSpPr>
                <p:cNvPr id="38086" name="Rectangle 260">
                  <a:extLst>
                    <a:ext uri="{FF2B5EF4-FFF2-40B4-BE49-F238E27FC236}">
                      <a16:creationId xmlns:a16="http://schemas.microsoft.com/office/drawing/2014/main" xmlns="" id="{1EE93AA8-9932-27CE-8F8A-3526771A8113}"/>
                    </a:ext>
                  </a:extLst>
                </p:cNvPr>
                <p:cNvSpPr>
                  <a:spLocks noChangeArrowheads="1"/>
                </p:cNvSpPr>
                <p:nvPr/>
              </p:nvSpPr>
              <p:spPr bwMode="auto">
                <a:xfrm>
                  <a:off x="1864" y="4145"/>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8" name="Group 263">
                <a:extLst>
                  <a:ext uri="{FF2B5EF4-FFF2-40B4-BE49-F238E27FC236}">
                    <a16:creationId xmlns:a16="http://schemas.microsoft.com/office/drawing/2014/main" xmlns="" id="{8665D317-3E76-2515-849F-A631E260B0AD}"/>
                  </a:ext>
                </a:extLst>
              </p:cNvPr>
              <p:cNvGrpSpPr>
                <a:grpSpLocks/>
              </p:cNvGrpSpPr>
              <p:nvPr/>
            </p:nvGrpSpPr>
            <p:grpSpPr bwMode="auto">
              <a:xfrm>
                <a:off x="2259" y="4145"/>
                <a:ext cx="581" cy="403"/>
                <a:chOff x="2259" y="4145"/>
                <a:chExt cx="581" cy="403"/>
              </a:xfrm>
            </p:grpSpPr>
            <p:sp>
              <p:nvSpPr>
                <p:cNvPr id="38083" name="Rectangle 77">
                  <a:extLst>
                    <a:ext uri="{FF2B5EF4-FFF2-40B4-BE49-F238E27FC236}">
                      <a16:creationId xmlns:a16="http://schemas.microsoft.com/office/drawing/2014/main" xmlns="" id="{BF566A03-E40B-5816-F4F7-C2D0C9DD0046}"/>
                    </a:ext>
                  </a:extLst>
                </p:cNvPr>
                <p:cNvSpPr>
                  <a:spLocks noChangeArrowheads="1"/>
                </p:cNvSpPr>
                <p:nvPr/>
              </p:nvSpPr>
              <p:spPr bwMode="auto">
                <a:xfrm>
                  <a:off x="2302" y="4145"/>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84" name="Rectangle 262">
                  <a:extLst>
                    <a:ext uri="{FF2B5EF4-FFF2-40B4-BE49-F238E27FC236}">
                      <a16:creationId xmlns:a16="http://schemas.microsoft.com/office/drawing/2014/main" xmlns="" id="{3F8B51DC-352D-2BA8-D80D-EAD8912608F1}"/>
                    </a:ext>
                  </a:extLst>
                </p:cNvPr>
                <p:cNvSpPr>
                  <a:spLocks noChangeArrowheads="1"/>
                </p:cNvSpPr>
                <p:nvPr/>
              </p:nvSpPr>
              <p:spPr bwMode="auto">
                <a:xfrm>
                  <a:off x="2259" y="4145"/>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69" name="Group 265">
                <a:extLst>
                  <a:ext uri="{FF2B5EF4-FFF2-40B4-BE49-F238E27FC236}">
                    <a16:creationId xmlns:a16="http://schemas.microsoft.com/office/drawing/2014/main" xmlns="" id="{AB4D857D-C3AF-4439-5EDF-EC05B41FD331}"/>
                  </a:ext>
                </a:extLst>
              </p:cNvPr>
              <p:cNvGrpSpPr>
                <a:grpSpLocks/>
              </p:cNvGrpSpPr>
              <p:nvPr/>
            </p:nvGrpSpPr>
            <p:grpSpPr bwMode="auto">
              <a:xfrm>
                <a:off x="2840" y="4145"/>
                <a:ext cx="416" cy="403"/>
                <a:chOff x="2840" y="4145"/>
                <a:chExt cx="416" cy="403"/>
              </a:xfrm>
            </p:grpSpPr>
            <p:sp>
              <p:nvSpPr>
                <p:cNvPr id="38081" name="Rectangle 78">
                  <a:extLst>
                    <a:ext uri="{FF2B5EF4-FFF2-40B4-BE49-F238E27FC236}">
                      <a16:creationId xmlns:a16="http://schemas.microsoft.com/office/drawing/2014/main" xmlns="" id="{D6BCE3FB-EABE-58A1-F50B-AD8F4B4FAB6F}"/>
                    </a:ext>
                  </a:extLst>
                </p:cNvPr>
                <p:cNvSpPr>
                  <a:spLocks noChangeArrowheads="1"/>
                </p:cNvSpPr>
                <p:nvPr/>
              </p:nvSpPr>
              <p:spPr bwMode="auto">
                <a:xfrm>
                  <a:off x="2883" y="4145"/>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.86</a:t>
                  </a:r>
                  <a:endParaRPr lang="en-CA" altLang="en-US" sz="1200">
                    <a:ea typeface="Arial Unicode MS"/>
                    <a:cs typeface="Arial Unicode MS"/>
                  </a:endParaRPr>
                </a:p>
                <a:p>
                  <a:endParaRPr lang="en-CA" altLang="en-US"/>
                </a:p>
              </p:txBody>
            </p:sp>
            <p:sp>
              <p:nvSpPr>
                <p:cNvPr id="38082" name="Rectangle 264">
                  <a:extLst>
                    <a:ext uri="{FF2B5EF4-FFF2-40B4-BE49-F238E27FC236}">
                      <a16:creationId xmlns:a16="http://schemas.microsoft.com/office/drawing/2014/main" xmlns="" id="{980C3C21-0478-469A-EE43-86FFB4B2B09D}"/>
                    </a:ext>
                  </a:extLst>
                </p:cNvPr>
                <p:cNvSpPr>
                  <a:spLocks noChangeArrowheads="1"/>
                </p:cNvSpPr>
                <p:nvPr/>
              </p:nvSpPr>
              <p:spPr bwMode="auto">
                <a:xfrm>
                  <a:off x="2840" y="4145"/>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0" name="Group 267">
                <a:extLst>
                  <a:ext uri="{FF2B5EF4-FFF2-40B4-BE49-F238E27FC236}">
                    <a16:creationId xmlns:a16="http://schemas.microsoft.com/office/drawing/2014/main" xmlns="" id="{982013AD-5F6B-6BBA-1A8C-08D6B046F734}"/>
                  </a:ext>
                </a:extLst>
              </p:cNvPr>
              <p:cNvGrpSpPr>
                <a:grpSpLocks/>
              </p:cNvGrpSpPr>
              <p:nvPr/>
            </p:nvGrpSpPr>
            <p:grpSpPr bwMode="auto">
              <a:xfrm>
                <a:off x="3256" y="4145"/>
                <a:ext cx="416" cy="403"/>
                <a:chOff x="3256" y="4145"/>
                <a:chExt cx="416" cy="403"/>
              </a:xfrm>
            </p:grpSpPr>
            <p:sp>
              <p:nvSpPr>
                <p:cNvPr id="38079" name="Rectangle 79">
                  <a:extLst>
                    <a:ext uri="{FF2B5EF4-FFF2-40B4-BE49-F238E27FC236}">
                      <a16:creationId xmlns:a16="http://schemas.microsoft.com/office/drawing/2014/main" xmlns="" id="{AA6DFA6B-891F-2F19-541D-3F7311171211}"/>
                    </a:ext>
                  </a:extLst>
                </p:cNvPr>
                <p:cNvSpPr>
                  <a:spLocks noChangeArrowheads="1"/>
                </p:cNvSpPr>
                <p:nvPr/>
              </p:nvSpPr>
              <p:spPr bwMode="auto">
                <a:xfrm>
                  <a:off x="3299" y="4145"/>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.70</a:t>
                  </a:r>
                  <a:endParaRPr lang="en-CA" altLang="en-US" sz="1200">
                    <a:ea typeface="Arial Unicode MS"/>
                    <a:cs typeface="Arial Unicode MS"/>
                  </a:endParaRPr>
                </a:p>
                <a:p>
                  <a:endParaRPr lang="en-CA" altLang="en-US"/>
                </a:p>
              </p:txBody>
            </p:sp>
            <p:sp>
              <p:nvSpPr>
                <p:cNvPr id="38080" name="Rectangle 266">
                  <a:extLst>
                    <a:ext uri="{FF2B5EF4-FFF2-40B4-BE49-F238E27FC236}">
                      <a16:creationId xmlns:a16="http://schemas.microsoft.com/office/drawing/2014/main" xmlns="" id="{1D16D771-20E3-5226-324D-19B819F55EA9}"/>
                    </a:ext>
                  </a:extLst>
                </p:cNvPr>
                <p:cNvSpPr>
                  <a:spLocks noChangeArrowheads="1"/>
                </p:cNvSpPr>
                <p:nvPr/>
              </p:nvSpPr>
              <p:spPr bwMode="auto">
                <a:xfrm>
                  <a:off x="3256" y="4145"/>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1" name="Group 269">
                <a:extLst>
                  <a:ext uri="{FF2B5EF4-FFF2-40B4-BE49-F238E27FC236}">
                    <a16:creationId xmlns:a16="http://schemas.microsoft.com/office/drawing/2014/main" xmlns="" id="{CEAF5511-E13F-A214-B741-0FFAE70F54FE}"/>
                  </a:ext>
                </a:extLst>
              </p:cNvPr>
              <p:cNvGrpSpPr>
                <a:grpSpLocks/>
              </p:cNvGrpSpPr>
              <p:nvPr/>
            </p:nvGrpSpPr>
            <p:grpSpPr bwMode="auto">
              <a:xfrm>
                <a:off x="3672" y="4145"/>
                <a:ext cx="441" cy="403"/>
                <a:chOff x="3672" y="4145"/>
                <a:chExt cx="441" cy="403"/>
              </a:xfrm>
            </p:grpSpPr>
            <p:sp>
              <p:nvSpPr>
                <p:cNvPr id="38077" name="Rectangle 80">
                  <a:extLst>
                    <a:ext uri="{FF2B5EF4-FFF2-40B4-BE49-F238E27FC236}">
                      <a16:creationId xmlns:a16="http://schemas.microsoft.com/office/drawing/2014/main" xmlns="" id="{E6BDB6D1-9EBD-6EC3-18C2-67A830228890}"/>
                    </a:ext>
                  </a:extLst>
                </p:cNvPr>
                <p:cNvSpPr>
                  <a:spLocks noChangeArrowheads="1"/>
                </p:cNvSpPr>
                <p:nvPr/>
              </p:nvSpPr>
              <p:spPr bwMode="auto">
                <a:xfrm>
                  <a:off x="3715" y="4145"/>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.70</a:t>
                  </a:r>
                  <a:endParaRPr lang="en-CA" altLang="en-US" sz="1200">
                    <a:ea typeface="Arial Unicode MS"/>
                    <a:cs typeface="Arial Unicode MS"/>
                  </a:endParaRPr>
                </a:p>
                <a:p>
                  <a:endParaRPr lang="en-CA" altLang="en-US"/>
                </a:p>
              </p:txBody>
            </p:sp>
            <p:sp>
              <p:nvSpPr>
                <p:cNvPr id="38078" name="Rectangle 268">
                  <a:extLst>
                    <a:ext uri="{FF2B5EF4-FFF2-40B4-BE49-F238E27FC236}">
                      <a16:creationId xmlns:a16="http://schemas.microsoft.com/office/drawing/2014/main" xmlns="" id="{3D0E2C96-397D-22D8-97AD-448DF4979440}"/>
                    </a:ext>
                  </a:extLst>
                </p:cNvPr>
                <p:cNvSpPr>
                  <a:spLocks noChangeArrowheads="1"/>
                </p:cNvSpPr>
                <p:nvPr/>
              </p:nvSpPr>
              <p:spPr bwMode="auto">
                <a:xfrm>
                  <a:off x="3672" y="4145"/>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2" name="Group 271">
                <a:extLst>
                  <a:ext uri="{FF2B5EF4-FFF2-40B4-BE49-F238E27FC236}">
                    <a16:creationId xmlns:a16="http://schemas.microsoft.com/office/drawing/2014/main" xmlns="" id="{7EF5D4F5-6A45-D61F-970A-E95141933774}"/>
                  </a:ext>
                </a:extLst>
              </p:cNvPr>
              <p:cNvGrpSpPr>
                <a:grpSpLocks/>
              </p:cNvGrpSpPr>
              <p:nvPr/>
            </p:nvGrpSpPr>
            <p:grpSpPr bwMode="auto">
              <a:xfrm>
                <a:off x="0" y="4548"/>
                <a:ext cx="1455" cy="403"/>
                <a:chOff x="0" y="4548"/>
                <a:chExt cx="1455" cy="403"/>
              </a:xfrm>
            </p:grpSpPr>
            <p:sp>
              <p:nvSpPr>
                <p:cNvPr id="38075" name="Rectangle 81">
                  <a:extLst>
                    <a:ext uri="{FF2B5EF4-FFF2-40B4-BE49-F238E27FC236}">
                      <a16:creationId xmlns:a16="http://schemas.microsoft.com/office/drawing/2014/main" xmlns="" id="{55EC8A57-91F7-7053-1417-5E7F22540229}"/>
                    </a:ext>
                  </a:extLst>
                </p:cNvPr>
                <p:cNvSpPr>
                  <a:spLocks noChangeArrowheads="1"/>
                </p:cNvSpPr>
                <p:nvPr/>
              </p:nvSpPr>
              <p:spPr bwMode="auto">
                <a:xfrm>
                  <a:off x="43" y="4548"/>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Virtual machine Experience</a:t>
                  </a:r>
                  <a:endParaRPr lang="en-CA" altLang="en-US"/>
                </a:p>
              </p:txBody>
            </p:sp>
            <p:sp>
              <p:nvSpPr>
                <p:cNvPr id="38076" name="Rectangle 270">
                  <a:extLst>
                    <a:ext uri="{FF2B5EF4-FFF2-40B4-BE49-F238E27FC236}">
                      <a16:creationId xmlns:a16="http://schemas.microsoft.com/office/drawing/2014/main" xmlns="" id="{B53BDBD5-91AF-2BD7-85A6-B199BFD2DC07}"/>
                    </a:ext>
                  </a:extLst>
                </p:cNvPr>
                <p:cNvSpPr>
                  <a:spLocks noChangeArrowheads="1"/>
                </p:cNvSpPr>
                <p:nvPr/>
              </p:nvSpPr>
              <p:spPr bwMode="auto">
                <a:xfrm>
                  <a:off x="0" y="4548"/>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3" name="Group 273">
                <a:extLst>
                  <a:ext uri="{FF2B5EF4-FFF2-40B4-BE49-F238E27FC236}">
                    <a16:creationId xmlns:a16="http://schemas.microsoft.com/office/drawing/2014/main" xmlns="" id="{939AAB88-720B-EBC1-336F-7DE0A395ABE3}"/>
                  </a:ext>
                </a:extLst>
              </p:cNvPr>
              <p:cNvGrpSpPr>
                <a:grpSpLocks/>
              </p:cNvGrpSpPr>
              <p:nvPr/>
            </p:nvGrpSpPr>
            <p:grpSpPr bwMode="auto">
              <a:xfrm>
                <a:off x="1455" y="4548"/>
                <a:ext cx="409" cy="403"/>
                <a:chOff x="1455" y="4548"/>
                <a:chExt cx="409" cy="403"/>
              </a:xfrm>
            </p:grpSpPr>
            <p:sp>
              <p:nvSpPr>
                <p:cNvPr id="38073" name="Rectangle 82">
                  <a:extLst>
                    <a:ext uri="{FF2B5EF4-FFF2-40B4-BE49-F238E27FC236}">
                      <a16:creationId xmlns:a16="http://schemas.microsoft.com/office/drawing/2014/main" xmlns="" id="{B7E69017-162A-A1A8-35C3-6D796514F742}"/>
                    </a:ext>
                  </a:extLst>
                </p:cNvPr>
                <p:cNvSpPr>
                  <a:spLocks noChangeArrowheads="1"/>
                </p:cNvSpPr>
                <p:nvPr/>
              </p:nvSpPr>
              <p:spPr bwMode="auto">
                <a:xfrm>
                  <a:off x="1498" y="4548"/>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1.21</a:t>
                  </a:r>
                  <a:endParaRPr lang="en-CA" altLang="en-US"/>
                </a:p>
              </p:txBody>
            </p:sp>
            <p:sp>
              <p:nvSpPr>
                <p:cNvPr id="38074" name="Rectangle 272">
                  <a:extLst>
                    <a:ext uri="{FF2B5EF4-FFF2-40B4-BE49-F238E27FC236}">
                      <a16:creationId xmlns:a16="http://schemas.microsoft.com/office/drawing/2014/main" xmlns="" id="{213C24CC-8E23-6996-FBE2-18A6B72C0D69}"/>
                    </a:ext>
                  </a:extLst>
                </p:cNvPr>
                <p:cNvSpPr>
                  <a:spLocks noChangeArrowheads="1"/>
                </p:cNvSpPr>
                <p:nvPr/>
              </p:nvSpPr>
              <p:spPr bwMode="auto">
                <a:xfrm>
                  <a:off x="1455" y="4548"/>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4" name="Group 275">
                <a:extLst>
                  <a:ext uri="{FF2B5EF4-FFF2-40B4-BE49-F238E27FC236}">
                    <a16:creationId xmlns:a16="http://schemas.microsoft.com/office/drawing/2014/main" xmlns="" id="{00EED6A6-E990-D545-03BE-37DB094E505F}"/>
                  </a:ext>
                </a:extLst>
              </p:cNvPr>
              <p:cNvGrpSpPr>
                <a:grpSpLocks/>
              </p:cNvGrpSpPr>
              <p:nvPr/>
            </p:nvGrpSpPr>
            <p:grpSpPr bwMode="auto">
              <a:xfrm>
                <a:off x="1864" y="4548"/>
                <a:ext cx="395" cy="403"/>
                <a:chOff x="1864" y="4548"/>
                <a:chExt cx="395" cy="403"/>
              </a:xfrm>
            </p:grpSpPr>
            <p:sp>
              <p:nvSpPr>
                <p:cNvPr id="38071" name="Rectangle 83">
                  <a:extLst>
                    <a:ext uri="{FF2B5EF4-FFF2-40B4-BE49-F238E27FC236}">
                      <a16:creationId xmlns:a16="http://schemas.microsoft.com/office/drawing/2014/main" xmlns="" id="{F37C4837-C714-BC49-C319-2E122D2ADD8F}"/>
                    </a:ext>
                  </a:extLst>
                </p:cNvPr>
                <p:cNvSpPr>
                  <a:spLocks noChangeArrowheads="1"/>
                </p:cNvSpPr>
                <p:nvPr/>
              </p:nvSpPr>
              <p:spPr bwMode="auto">
                <a:xfrm>
                  <a:off x="1907" y="4548"/>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1.10</a:t>
                  </a:r>
                  <a:endParaRPr lang="en-CA" altLang="en-US"/>
                </a:p>
              </p:txBody>
            </p:sp>
            <p:sp>
              <p:nvSpPr>
                <p:cNvPr id="38072" name="Rectangle 274">
                  <a:extLst>
                    <a:ext uri="{FF2B5EF4-FFF2-40B4-BE49-F238E27FC236}">
                      <a16:creationId xmlns:a16="http://schemas.microsoft.com/office/drawing/2014/main" xmlns="" id="{0BEE4F2F-8733-05E1-276D-D6B72ED5C96B}"/>
                    </a:ext>
                  </a:extLst>
                </p:cNvPr>
                <p:cNvSpPr>
                  <a:spLocks noChangeArrowheads="1"/>
                </p:cNvSpPr>
                <p:nvPr/>
              </p:nvSpPr>
              <p:spPr bwMode="auto">
                <a:xfrm>
                  <a:off x="1864" y="4548"/>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5" name="Group 277">
                <a:extLst>
                  <a:ext uri="{FF2B5EF4-FFF2-40B4-BE49-F238E27FC236}">
                    <a16:creationId xmlns:a16="http://schemas.microsoft.com/office/drawing/2014/main" xmlns="" id="{8213DE5E-B54A-2886-4BE7-87FB6E934210}"/>
                  </a:ext>
                </a:extLst>
              </p:cNvPr>
              <p:cNvGrpSpPr>
                <a:grpSpLocks/>
              </p:cNvGrpSpPr>
              <p:nvPr/>
            </p:nvGrpSpPr>
            <p:grpSpPr bwMode="auto">
              <a:xfrm>
                <a:off x="2259" y="4548"/>
                <a:ext cx="581" cy="403"/>
                <a:chOff x="2259" y="4548"/>
                <a:chExt cx="581" cy="403"/>
              </a:xfrm>
            </p:grpSpPr>
            <p:sp>
              <p:nvSpPr>
                <p:cNvPr id="38069" name="Rectangle 84">
                  <a:extLst>
                    <a:ext uri="{FF2B5EF4-FFF2-40B4-BE49-F238E27FC236}">
                      <a16:creationId xmlns:a16="http://schemas.microsoft.com/office/drawing/2014/main" xmlns="" id="{D9F2282A-4AE3-9683-89D4-DC42D06F7504}"/>
                    </a:ext>
                  </a:extLst>
                </p:cNvPr>
                <p:cNvSpPr>
                  <a:spLocks noChangeArrowheads="1"/>
                </p:cNvSpPr>
                <p:nvPr/>
              </p:nvSpPr>
              <p:spPr bwMode="auto">
                <a:xfrm>
                  <a:off x="2302" y="4548"/>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a:p>
              </p:txBody>
            </p:sp>
            <p:sp>
              <p:nvSpPr>
                <p:cNvPr id="38070" name="Rectangle 276">
                  <a:extLst>
                    <a:ext uri="{FF2B5EF4-FFF2-40B4-BE49-F238E27FC236}">
                      <a16:creationId xmlns:a16="http://schemas.microsoft.com/office/drawing/2014/main" xmlns="" id="{90DFB545-9A81-2057-E7D3-4225CD35D1EB}"/>
                    </a:ext>
                  </a:extLst>
                </p:cNvPr>
                <p:cNvSpPr>
                  <a:spLocks noChangeArrowheads="1"/>
                </p:cNvSpPr>
                <p:nvPr/>
              </p:nvSpPr>
              <p:spPr bwMode="auto">
                <a:xfrm>
                  <a:off x="2259" y="4548"/>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6" name="Group 279">
                <a:extLst>
                  <a:ext uri="{FF2B5EF4-FFF2-40B4-BE49-F238E27FC236}">
                    <a16:creationId xmlns:a16="http://schemas.microsoft.com/office/drawing/2014/main" xmlns="" id="{3808ED4D-3CAC-A030-BC75-D41FC9AF984D}"/>
                  </a:ext>
                </a:extLst>
              </p:cNvPr>
              <p:cNvGrpSpPr>
                <a:grpSpLocks/>
              </p:cNvGrpSpPr>
              <p:nvPr/>
            </p:nvGrpSpPr>
            <p:grpSpPr bwMode="auto">
              <a:xfrm>
                <a:off x="2840" y="4548"/>
                <a:ext cx="416" cy="403"/>
                <a:chOff x="2840" y="4548"/>
                <a:chExt cx="416" cy="403"/>
              </a:xfrm>
            </p:grpSpPr>
            <p:sp>
              <p:nvSpPr>
                <p:cNvPr id="38067" name="Rectangle 85">
                  <a:extLst>
                    <a:ext uri="{FF2B5EF4-FFF2-40B4-BE49-F238E27FC236}">
                      <a16:creationId xmlns:a16="http://schemas.microsoft.com/office/drawing/2014/main" xmlns="" id="{CC1789B1-02C7-ECAC-05C5-1ED70032EFF2}"/>
                    </a:ext>
                  </a:extLst>
                </p:cNvPr>
                <p:cNvSpPr>
                  <a:spLocks noChangeArrowheads="1"/>
                </p:cNvSpPr>
                <p:nvPr/>
              </p:nvSpPr>
              <p:spPr bwMode="auto">
                <a:xfrm>
                  <a:off x="2883" y="4548"/>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.90</a:t>
                  </a:r>
                  <a:endParaRPr lang="en-CA" altLang="en-US"/>
                </a:p>
              </p:txBody>
            </p:sp>
            <p:sp>
              <p:nvSpPr>
                <p:cNvPr id="38068" name="Rectangle 278">
                  <a:extLst>
                    <a:ext uri="{FF2B5EF4-FFF2-40B4-BE49-F238E27FC236}">
                      <a16:creationId xmlns:a16="http://schemas.microsoft.com/office/drawing/2014/main" xmlns="" id="{47E44022-97AD-6730-078B-16C800878C1A}"/>
                    </a:ext>
                  </a:extLst>
                </p:cNvPr>
                <p:cNvSpPr>
                  <a:spLocks noChangeArrowheads="1"/>
                </p:cNvSpPr>
                <p:nvPr/>
              </p:nvSpPr>
              <p:spPr bwMode="auto">
                <a:xfrm>
                  <a:off x="2840" y="4548"/>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7" name="Group 281">
                <a:extLst>
                  <a:ext uri="{FF2B5EF4-FFF2-40B4-BE49-F238E27FC236}">
                    <a16:creationId xmlns:a16="http://schemas.microsoft.com/office/drawing/2014/main" xmlns="" id="{BC8D54B8-21F1-9F8F-C686-296CDD3781C5}"/>
                  </a:ext>
                </a:extLst>
              </p:cNvPr>
              <p:cNvGrpSpPr>
                <a:grpSpLocks/>
              </p:cNvGrpSpPr>
              <p:nvPr/>
            </p:nvGrpSpPr>
            <p:grpSpPr bwMode="auto">
              <a:xfrm>
                <a:off x="3256" y="4548"/>
                <a:ext cx="416" cy="403"/>
                <a:chOff x="3256" y="4548"/>
                <a:chExt cx="416" cy="403"/>
              </a:xfrm>
            </p:grpSpPr>
            <p:sp>
              <p:nvSpPr>
                <p:cNvPr id="38065" name="Rectangle 86">
                  <a:extLst>
                    <a:ext uri="{FF2B5EF4-FFF2-40B4-BE49-F238E27FC236}">
                      <a16:creationId xmlns:a16="http://schemas.microsoft.com/office/drawing/2014/main" xmlns="" id="{7FE9B672-3448-0BAC-D3C5-B6812A466B28}"/>
                    </a:ext>
                  </a:extLst>
                </p:cNvPr>
                <p:cNvSpPr>
                  <a:spLocks noChangeArrowheads="1"/>
                </p:cNvSpPr>
                <p:nvPr/>
              </p:nvSpPr>
              <p:spPr bwMode="auto">
                <a:xfrm>
                  <a:off x="3299" y="4548"/>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.90</a:t>
                  </a:r>
                  <a:endParaRPr lang="en-CA" altLang="en-US"/>
                </a:p>
              </p:txBody>
            </p:sp>
            <p:sp>
              <p:nvSpPr>
                <p:cNvPr id="38066" name="Rectangle 280">
                  <a:extLst>
                    <a:ext uri="{FF2B5EF4-FFF2-40B4-BE49-F238E27FC236}">
                      <a16:creationId xmlns:a16="http://schemas.microsoft.com/office/drawing/2014/main" xmlns="" id="{342E25BC-AF13-5DA5-3D3E-2A92EE2B7A92}"/>
                    </a:ext>
                  </a:extLst>
                </p:cNvPr>
                <p:cNvSpPr>
                  <a:spLocks noChangeArrowheads="1"/>
                </p:cNvSpPr>
                <p:nvPr/>
              </p:nvSpPr>
              <p:spPr bwMode="auto">
                <a:xfrm>
                  <a:off x="3256" y="4548"/>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8" name="Group 283">
                <a:extLst>
                  <a:ext uri="{FF2B5EF4-FFF2-40B4-BE49-F238E27FC236}">
                    <a16:creationId xmlns:a16="http://schemas.microsoft.com/office/drawing/2014/main" xmlns="" id="{4D6960EA-9853-847E-D402-4F24528E8E09}"/>
                  </a:ext>
                </a:extLst>
              </p:cNvPr>
              <p:cNvGrpSpPr>
                <a:grpSpLocks/>
              </p:cNvGrpSpPr>
              <p:nvPr/>
            </p:nvGrpSpPr>
            <p:grpSpPr bwMode="auto">
              <a:xfrm>
                <a:off x="3672" y="4548"/>
                <a:ext cx="441" cy="403"/>
                <a:chOff x="3672" y="4548"/>
                <a:chExt cx="441" cy="403"/>
              </a:xfrm>
            </p:grpSpPr>
            <p:sp>
              <p:nvSpPr>
                <p:cNvPr id="38063" name="Rectangle 87">
                  <a:extLst>
                    <a:ext uri="{FF2B5EF4-FFF2-40B4-BE49-F238E27FC236}">
                      <a16:creationId xmlns:a16="http://schemas.microsoft.com/office/drawing/2014/main" xmlns="" id="{20FB9F81-ADFA-27B4-17DE-899F55E3FEFE}"/>
                    </a:ext>
                  </a:extLst>
                </p:cNvPr>
                <p:cNvSpPr>
                  <a:spLocks noChangeArrowheads="1"/>
                </p:cNvSpPr>
                <p:nvPr/>
              </p:nvSpPr>
              <p:spPr bwMode="auto">
                <a:xfrm>
                  <a:off x="3715" y="4548"/>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.90</a:t>
                  </a:r>
                  <a:endParaRPr lang="en-CA" altLang="en-US"/>
                </a:p>
              </p:txBody>
            </p:sp>
            <p:sp>
              <p:nvSpPr>
                <p:cNvPr id="38064" name="Rectangle 282">
                  <a:extLst>
                    <a:ext uri="{FF2B5EF4-FFF2-40B4-BE49-F238E27FC236}">
                      <a16:creationId xmlns:a16="http://schemas.microsoft.com/office/drawing/2014/main" xmlns="" id="{059DD4DF-C555-46A6-02A4-8965DD91C26E}"/>
                    </a:ext>
                  </a:extLst>
                </p:cNvPr>
                <p:cNvSpPr>
                  <a:spLocks noChangeArrowheads="1"/>
                </p:cNvSpPr>
                <p:nvPr/>
              </p:nvSpPr>
              <p:spPr bwMode="auto">
                <a:xfrm>
                  <a:off x="3672" y="4548"/>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79" name="Group 285">
                <a:extLst>
                  <a:ext uri="{FF2B5EF4-FFF2-40B4-BE49-F238E27FC236}">
                    <a16:creationId xmlns:a16="http://schemas.microsoft.com/office/drawing/2014/main" xmlns="" id="{A8D097BA-D416-D407-08C9-CED6EC24CA81}"/>
                  </a:ext>
                </a:extLst>
              </p:cNvPr>
              <p:cNvGrpSpPr>
                <a:grpSpLocks/>
              </p:cNvGrpSpPr>
              <p:nvPr/>
            </p:nvGrpSpPr>
            <p:grpSpPr bwMode="auto">
              <a:xfrm>
                <a:off x="0" y="4951"/>
                <a:ext cx="1455" cy="403"/>
                <a:chOff x="0" y="4951"/>
                <a:chExt cx="1455" cy="403"/>
              </a:xfrm>
            </p:grpSpPr>
            <p:sp>
              <p:nvSpPr>
                <p:cNvPr id="38061" name="Rectangle 88">
                  <a:extLst>
                    <a:ext uri="{FF2B5EF4-FFF2-40B4-BE49-F238E27FC236}">
                      <a16:creationId xmlns:a16="http://schemas.microsoft.com/office/drawing/2014/main" xmlns="" id="{AA48E7CE-5CF8-B148-7A06-A0D7BF6B6FAF}"/>
                    </a:ext>
                  </a:extLst>
                </p:cNvPr>
                <p:cNvSpPr>
                  <a:spLocks noChangeArrowheads="1"/>
                </p:cNvSpPr>
                <p:nvPr/>
              </p:nvSpPr>
              <p:spPr bwMode="auto">
                <a:xfrm>
                  <a:off x="43" y="4951"/>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Language Experience</a:t>
                  </a:r>
                  <a:endParaRPr lang="en-CA" altLang="en-US" sz="1200">
                    <a:ea typeface="Arial Unicode MS"/>
                    <a:cs typeface="Arial Unicode MS"/>
                  </a:endParaRPr>
                </a:p>
                <a:p>
                  <a:endParaRPr lang="en-CA" altLang="en-US"/>
                </a:p>
              </p:txBody>
            </p:sp>
            <p:sp>
              <p:nvSpPr>
                <p:cNvPr id="38062" name="Rectangle 284">
                  <a:extLst>
                    <a:ext uri="{FF2B5EF4-FFF2-40B4-BE49-F238E27FC236}">
                      <a16:creationId xmlns:a16="http://schemas.microsoft.com/office/drawing/2014/main" xmlns="" id="{3CA994C3-5A10-03FD-3E99-8DA6303F24E4}"/>
                    </a:ext>
                  </a:extLst>
                </p:cNvPr>
                <p:cNvSpPr>
                  <a:spLocks noChangeArrowheads="1"/>
                </p:cNvSpPr>
                <p:nvPr/>
              </p:nvSpPr>
              <p:spPr bwMode="auto">
                <a:xfrm>
                  <a:off x="0" y="4951"/>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0" name="Group 287">
                <a:extLst>
                  <a:ext uri="{FF2B5EF4-FFF2-40B4-BE49-F238E27FC236}">
                    <a16:creationId xmlns:a16="http://schemas.microsoft.com/office/drawing/2014/main" xmlns="" id="{19E2E5DF-793F-36F2-51C8-B05586785AEC}"/>
                  </a:ext>
                </a:extLst>
              </p:cNvPr>
              <p:cNvGrpSpPr>
                <a:grpSpLocks/>
              </p:cNvGrpSpPr>
              <p:nvPr/>
            </p:nvGrpSpPr>
            <p:grpSpPr bwMode="auto">
              <a:xfrm>
                <a:off x="1455" y="4951"/>
                <a:ext cx="409" cy="403"/>
                <a:chOff x="1455" y="4951"/>
                <a:chExt cx="409" cy="403"/>
              </a:xfrm>
            </p:grpSpPr>
            <p:sp>
              <p:nvSpPr>
                <p:cNvPr id="38059" name="Rectangle 89">
                  <a:extLst>
                    <a:ext uri="{FF2B5EF4-FFF2-40B4-BE49-F238E27FC236}">
                      <a16:creationId xmlns:a16="http://schemas.microsoft.com/office/drawing/2014/main" xmlns="" id="{FB25C1C7-FF09-4CB9-5B6E-CD9C6963A33C}"/>
                    </a:ext>
                  </a:extLst>
                </p:cNvPr>
                <p:cNvSpPr>
                  <a:spLocks noChangeArrowheads="1"/>
                </p:cNvSpPr>
                <p:nvPr/>
              </p:nvSpPr>
              <p:spPr bwMode="auto">
                <a:xfrm>
                  <a:off x="1498" y="4951"/>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1.14</a:t>
                  </a:r>
                  <a:endParaRPr lang="en-CA" altLang="en-US" sz="1200">
                    <a:ea typeface="Arial Unicode MS"/>
                    <a:cs typeface="Arial Unicode MS"/>
                  </a:endParaRPr>
                </a:p>
                <a:p>
                  <a:endParaRPr lang="en-CA" altLang="en-US"/>
                </a:p>
              </p:txBody>
            </p:sp>
            <p:sp>
              <p:nvSpPr>
                <p:cNvPr id="38060" name="Rectangle 286">
                  <a:extLst>
                    <a:ext uri="{FF2B5EF4-FFF2-40B4-BE49-F238E27FC236}">
                      <a16:creationId xmlns:a16="http://schemas.microsoft.com/office/drawing/2014/main" xmlns="" id="{79778C34-4844-5361-82CF-DBB54469DC28}"/>
                    </a:ext>
                  </a:extLst>
                </p:cNvPr>
                <p:cNvSpPr>
                  <a:spLocks noChangeArrowheads="1"/>
                </p:cNvSpPr>
                <p:nvPr/>
              </p:nvSpPr>
              <p:spPr bwMode="auto">
                <a:xfrm>
                  <a:off x="1455" y="4951"/>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1" name="Group 289">
                <a:extLst>
                  <a:ext uri="{FF2B5EF4-FFF2-40B4-BE49-F238E27FC236}">
                    <a16:creationId xmlns:a16="http://schemas.microsoft.com/office/drawing/2014/main" xmlns="" id="{E8FF35E8-FB6A-12D2-C866-8B69DFAB291B}"/>
                  </a:ext>
                </a:extLst>
              </p:cNvPr>
              <p:cNvGrpSpPr>
                <a:grpSpLocks/>
              </p:cNvGrpSpPr>
              <p:nvPr/>
            </p:nvGrpSpPr>
            <p:grpSpPr bwMode="auto">
              <a:xfrm>
                <a:off x="1864" y="4951"/>
                <a:ext cx="395" cy="403"/>
                <a:chOff x="1864" y="4951"/>
                <a:chExt cx="395" cy="403"/>
              </a:xfrm>
            </p:grpSpPr>
            <p:sp>
              <p:nvSpPr>
                <p:cNvPr id="38057" name="Rectangle 90">
                  <a:extLst>
                    <a:ext uri="{FF2B5EF4-FFF2-40B4-BE49-F238E27FC236}">
                      <a16:creationId xmlns:a16="http://schemas.microsoft.com/office/drawing/2014/main" xmlns="" id="{E0FF0F02-CBF6-3780-14AC-6FD971390573}"/>
                    </a:ext>
                  </a:extLst>
                </p:cNvPr>
                <p:cNvSpPr>
                  <a:spLocks noChangeArrowheads="1"/>
                </p:cNvSpPr>
                <p:nvPr/>
              </p:nvSpPr>
              <p:spPr bwMode="auto">
                <a:xfrm>
                  <a:off x="1907" y="4951"/>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1.07</a:t>
                  </a:r>
                  <a:endParaRPr lang="en-CA" altLang="en-US" sz="1200">
                    <a:ea typeface="Arial Unicode MS"/>
                    <a:cs typeface="Arial Unicode MS"/>
                  </a:endParaRPr>
                </a:p>
                <a:p>
                  <a:endParaRPr lang="en-CA" altLang="en-US"/>
                </a:p>
              </p:txBody>
            </p:sp>
            <p:sp>
              <p:nvSpPr>
                <p:cNvPr id="38058" name="Rectangle 288">
                  <a:extLst>
                    <a:ext uri="{FF2B5EF4-FFF2-40B4-BE49-F238E27FC236}">
                      <a16:creationId xmlns:a16="http://schemas.microsoft.com/office/drawing/2014/main" xmlns="" id="{0482DF12-5ADD-3E37-7185-C6B475234E47}"/>
                    </a:ext>
                  </a:extLst>
                </p:cNvPr>
                <p:cNvSpPr>
                  <a:spLocks noChangeArrowheads="1"/>
                </p:cNvSpPr>
                <p:nvPr/>
              </p:nvSpPr>
              <p:spPr bwMode="auto">
                <a:xfrm>
                  <a:off x="1864" y="4951"/>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2" name="Group 291">
                <a:extLst>
                  <a:ext uri="{FF2B5EF4-FFF2-40B4-BE49-F238E27FC236}">
                    <a16:creationId xmlns:a16="http://schemas.microsoft.com/office/drawing/2014/main" xmlns="" id="{54C29C17-CA43-2D0C-3B19-DEBDF858BD08}"/>
                  </a:ext>
                </a:extLst>
              </p:cNvPr>
              <p:cNvGrpSpPr>
                <a:grpSpLocks/>
              </p:cNvGrpSpPr>
              <p:nvPr/>
            </p:nvGrpSpPr>
            <p:grpSpPr bwMode="auto">
              <a:xfrm>
                <a:off x="2259" y="4951"/>
                <a:ext cx="581" cy="403"/>
                <a:chOff x="2259" y="4951"/>
                <a:chExt cx="581" cy="403"/>
              </a:xfrm>
            </p:grpSpPr>
            <p:sp>
              <p:nvSpPr>
                <p:cNvPr id="38055" name="Rectangle 91">
                  <a:extLst>
                    <a:ext uri="{FF2B5EF4-FFF2-40B4-BE49-F238E27FC236}">
                      <a16:creationId xmlns:a16="http://schemas.microsoft.com/office/drawing/2014/main" xmlns="" id="{93CB640C-CB3A-F231-5DF9-8DC5C9678DF0}"/>
                    </a:ext>
                  </a:extLst>
                </p:cNvPr>
                <p:cNvSpPr>
                  <a:spLocks noChangeArrowheads="1"/>
                </p:cNvSpPr>
                <p:nvPr/>
              </p:nvSpPr>
              <p:spPr bwMode="auto">
                <a:xfrm>
                  <a:off x="2302" y="4951"/>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56" name="Rectangle 290">
                  <a:extLst>
                    <a:ext uri="{FF2B5EF4-FFF2-40B4-BE49-F238E27FC236}">
                      <a16:creationId xmlns:a16="http://schemas.microsoft.com/office/drawing/2014/main" xmlns="" id="{B6B1934B-9F75-7FE3-5F39-C62A8E806D4D}"/>
                    </a:ext>
                  </a:extLst>
                </p:cNvPr>
                <p:cNvSpPr>
                  <a:spLocks noChangeArrowheads="1"/>
                </p:cNvSpPr>
                <p:nvPr/>
              </p:nvSpPr>
              <p:spPr bwMode="auto">
                <a:xfrm>
                  <a:off x="2259" y="4951"/>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3" name="Group 293">
                <a:extLst>
                  <a:ext uri="{FF2B5EF4-FFF2-40B4-BE49-F238E27FC236}">
                    <a16:creationId xmlns:a16="http://schemas.microsoft.com/office/drawing/2014/main" xmlns="" id="{CA9AE740-4823-1763-526C-591FECED997E}"/>
                  </a:ext>
                </a:extLst>
              </p:cNvPr>
              <p:cNvGrpSpPr>
                <a:grpSpLocks/>
              </p:cNvGrpSpPr>
              <p:nvPr/>
            </p:nvGrpSpPr>
            <p:grpSpPr bwMode="auto">
              <a:xfrm>
                <a:off x="2840" y="4951"/>
                <a:ext cx="416" cy="403"/>
                <a:chOff x="2840" y="4951"/>
                <a:chExt cx="416" cy="403"/>
              </a:xfrm>
            </p:grpSpPr>
            <p:sp>
              <p:nvSpPr>
                <p:cNvPr id="38053" name="Rectangle 92">
                  <a:extLst>
                    <a:ext uri="{FF2B5EF4-FFF2-40B4-BE49-F238E27FC236}">
                      <a16:creationId xmlns:a16="http://schemas.microsoft.com/office/drawing/2014/main" xmlns="" id="{2480AB7B-A282-4C9A-0B80-1DB430508F90}"/>
                    </a:ext>
                  </a:extLst>
                </p:cNvPr>
                <p:cNvSpPr>
                  <a:spLocks noChangeArrowheads="1"/>
                </p:cNvSpPr>
                <p:nvPr/>
              </p:nvSpPr>
              <p:spPr bwMode="auto">
                <a:xfrm>
                  <a:off x="2883" y="4951"/>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.95</a:t>
                  </a:r>
                  <a:endParaRPr lang="en-CA" altLang="en-US" sz="1200">
                    <a:ea typeface="Arial Unicode MS"/>
                    <a:cs typeface="Arial Unicode MS"/>
                  </a:endParaRPr>
                </a:p>
                <a:p>
                  <a:endParaRPr lang="en-CA" altLang="en-US"/>
                </a:p>
              </p:txBody>
            </p:sp>
            <p:sp>
              <p:nvSpPr>
                <p:cNvPr id="38054" name="Rectangle 292">
                  <a:extLst>
                    <a:ext uri="{FF2B5EF4-FFF2-40B4-BE49-F238E27FC236}">
                      <a16:creationId xmlns:a16="http://schemas.microsoft.com/office/drawing/2014/main" xmlns="" id="{536CD1A9-A3A6-357F-C6B8-D7292DF0E562}"/>
                    </a:ext>
                  </a:extLst>
                </p:cNvPr>
                <p:cNvSpPr>
                  <a:spLocks noChangeArrowheads="1"/>
                </p:cNvSpPr>
                <p:nvPr/>
              </p:nvSpPr>
              <p:spPr bwMode="auto">
                <a:xfrm>
                  <a:off x="2840" y="4951"/>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4" name="Group 295">
                <a:extLst>
                  <a:ext uri="{FF2B5EF4-FFF2-40B4-BE49-F238E27FC236}">
                    <a16:creationId xmlns:a16="http://schemas.microsoft.com/office/drawing/2014/main" xmlns="" id="{976B2293-58C5-CA76-78F2-3F76C73B2D52}"/>
                  </a:ext>
                </a:extLst>
              </p:cNvPr>
              <p:cNvGrpSpPr>
                <a:grpSpLocks/>
              </p:cNvGrpSpPr>
              <p:nvPr/>
            </p:nvGrpSpPr>
            <p:grpSpPr bwMode="auto">
              <a:xfrm>
                <a:off x="3256" y="4951"/>
                <a:ext cx="416" cy="403"/>
                <a:chOff x="3256" y="4951"/>
                <a:chExt cx="416" cy="403"/>
              </a:xfrm>
            </p:grpSpPr>
            <p:sp>
              <p:nvSpPr>
                <p:cNvPr id="38051" name="Rectangle 93">
                  <a:extLst>
                    <a:ext uri="{FF2B5EF4-FFF2-40B4-BE49-F238E27FC236}">
                      <a16:creationId xmlns:a16="http://schemas.microsoft.com/office/drawing/2014/main" xmlns="" id="{3308BAAC-1CA5-F9D4-D771-F7C5535E6E10}"/>
                    </a:ext>
                  </a:extLst>
                </p:cNvPr>
                <p:cNvSpPr>
                  <a:spLocks noChangeArrowheads="1"/>
                </p:cNvSpPr>
                <p:nvPr/>
              </p:nvSpPr>
              <p:spPr bwMode="auto">
                <a:xfrm>
                  <a:off x="3299" y="4951"/>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.95</a:t>
                  </a:r>
                  <a:endParaRPr lang="en-CA" altLang="en-US" sz="1200">
                    <a:ea typeface="Arial Unicode MS"/>
                    <a:cs typeface="Arial Unicode MS"/>
                  </a:endParaRPr>
                </a:p>
                <a:p>
                  <a:endParaRPr lang="en-CA" altLang="en-US"/>
                </a:p>
              </p:txBody>
            </p:sp>
            <p:sp>
              <p:nvSpPr>
                <p:cNvPr id="38052" name="Rectangle 294">
                  <a:extLst>
                    <a:ext uri="{FF2B5EF4-FFF2-40B4-BE49-F238E27FC236}">
                      <a16:creationId xmlns:a16="http://schemas.microsoft.com/office/drawing/2014/main" xmlns="" id="{FDA34ADE-16F8-9A72-9D1B-305FF28A6EF4}"/>
                    </a:ext>
                  </a:extLst>
                </p:cNvPr>
                <p:cNvSpPr>
                  <a:spLocks noChangeArrowheads="1"/>
                </p:cNvSpPr>
                <p:nvPr/>
              </p:nvSpPr>
              <p:spPr bwMode="auto">
                <a:xfrm>
                  <a:off x="3256" y="4951"/>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5" name="Group 297">
                <a:extLst>
                  <a:ext uri="{FF2B5EF4-FFF2-40B4-BE49-F238E27FC236}">
                    <a16:creationId xmlns:a16="http://schemas.microsoft.com/office/drawing/2014/main" xmlns="" id="{0798BB2F-40E5-B9D8-5C37-9F53BE906B8C}"/>
                  </a:ext>
                </a:extLst>
              </p:cNvPr>
              <p:cNvGrpSpPr>
                <a:grpSpLocks/>
              </p:cNvGrpSpPr>
              <p:nvPr/>
            </p:nvGrpSpPr>
            <p:grpSpPr bwMode="auto">
              <a:xfrm>
                <a:off x="3672" y="4951"/>
                <a:ext cx="441" cy="403"/>
                <a:chOff x="3672" y="4951"/>
                <a:chExt cx="441" cy="403"/>
              </a:xfrm>
            </p:grpSpPr>
            <p:sp>
              <p:nvSpPr>
                <p:cNvPr id="38049" name="Rectangle 94">
                  <a:extLst>
                    <a:ext uri="{FF2B5EF4-FFF2-40B4-BE49-F238E27FC236}">
                      <a16:creationId xmlns:a16="http://schemas.microsoft.com/office/drawing/2014/main" xmlns="" id="{A49B9D85-3298-E1B8-75D9-CB58C3AAD241}"/>
                    </a:ext>
                  </a:extLst>
                </p:cNvPr>
                <p:cNvSpPr>
                  <a:spLocks noChangeArrowheads="1"/>
                </p:cNvSpPr>
                <p:nvPr/>
              </p:nvSpPr>
              <p:spPr bwMode="auto">
                <a:xfrm>
                  <a:off x="3715" y="4951"/>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.95</a:t>
                  </a:r>
                  <a:endParaRPr lang="en-CA" altLang="en-US" sz="1200">
                    <a:ea typeface="Arial Unicode MS"/>
                    <a:cs typeface="Arial Unicode MS"/>
                  </a:endParaRPr>
                </a:p>
                <a:p>
                  <a:endParaRPr lang="en-CA" altLang="en-US"/>
                </a:p>
              </p:txBody>
            </p:sp>
            <p:sp>
              <p:nvSpPr>
                <p:cNvPr id="38050" name="Rectangle 296">
                  <a:extLst>
                    <a:ext uri="{FF2B5EF4-FFF2-40B4-BE49-F238E27FC236}">
                      <a16:creationId xmlns:a16="http://schemas.microsoft.com/office/drawing/2014/main" xmlns="" id="{2ED7900B-7579-FEE1-BDEF-8DBF22F004F6}"/>
                    </a:ext>
                  </a:extLst>
                </p:cNvPr>
                <p:cNvSpPr>
                  <a:spLocks noChangeArrowheads="1"/>
                </p:cNvSpPr>
                <p:nvPr/>
              </p:nvSpPr>
              <p:spPr bwMode="auto">
                <a:xfrm>
                  <a:off x="3672" y="4951"/>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6" name="Group 299">
                <a:extLst>
                  <a:ext uri="{FF2B5EF4-FFF2-40B4-BE49-F238E27FC236}">
                    <a16:creationId xmlns:a16="http://schemas.microsoft.com/office/drawing/2014/main" xmlns="" id="{40443273-102E-2A7C-7354-84B4996D96AD}"/>
                  </a:ext>
                </a:extLst>
              </p:cNvPr>
              <p:cNvGrpSpPr>
                <a:grpSpLocks/>
              </p:cNvGrpSpPr>
              <p:nvPr/>
            </p:nvGrpSpPr>
            <p:grpSpPr bwMode="auto">
              <a:xfrm>
                <a:off x="0" y="5354"/>
                <a:ext cx="1455" cy="403"/>
                <a:chOff x="0" y="5354"/>
                <a:chExt cx="1455" cy="403"/>
              </a:xfrm>
            </p:grpSpPr>
            <p:sp>
              <p:nvSpPr>
                <p:cNvPr id="38047" name="Rectangle 95">
                  <a:extLst>
                    <a:ext uri="{FF2B5EF4-FFF2-40B4-BE49-F238E27FC236}">
                      <a16:creationId xmlns:a16="http://schemas.microsoft.com/office/drawing/2014/main" xmlns="" id="{8D05E5A1-9C24-249F-1285-2BB4D7C5DD61}"/>
                    </a:ext>
                  </a:extLst>
                </p:cNvPr>
                <p:cNvSpPr>
                  <a:spLocks noChangeArrowheads="1"/>
                </p:cNvSpPr>
                <p:nvPr/>
              </p:nvSpPr>
              <p:spPr bwMode="auto">
                <a:xfrm>
                  <a:off x="43" y="5354"/>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Modern Prog Practices</a:t>
                  </a:r>
                  <a:endParaRPr lang="en-CA" altLang="en-US" sz="1200">
                    <a:ea typeface="Arial Unicode MS"/>
                    <a:cs typeface="Arial Unicode MS"/>
                  </a:endParaRPr>
                </a:p>
                <a:p>
                  <a:endParaRPr lang="en-CA" altLang="en-US"/>
                </a:p>
              </p:txBody>
            </p:sp>
            <p:sp>
              <p:nvSpPr>
                <p:cNvPr id="38048" name="Rectangle 298">
                  <a:extLst>
                    <a:ext uri="{FF2B5EF4-FFF2-40B4-BE49-F238E27FC236}">
                      <a16:creationId xmlns:a16="http://schemas.microsoft.com/office/drawing/2014/main" xmlns="" id="{29890704-C4CF-382F-33B0-D155B451CE4D}"/>
                    </a:ext>
                  </a:extLst>
                </p:cNvPr>
                <p:cNvSpPr>
                  <a:spLocks noChangeArrowheads="1"/>
                </p:cNvSpPr>
                <p:nvPr/>
              </p:nvSpPr>
              <p:spPr bwMode="auto">
                <a:xfrm>
                  <a:off x="0" y="5354"/>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7" name="Group 301">
                <a:extLst>
                  <a:ext uri="{FF2B5EF4-FFF2-40B4-BE49-F238E27FC236}">
                    <a16:creationId xmlns:a16="http://schemas.microsoft.com/office/drawing/2014/main" xmlns="" id="{9BD61755-489C-A7AF-62C5-4CC128057003}"/>
                  </a:ext>
                </a:extLst>
              </p:cNvPr>
              <p:cNvGrpSpPr>
                <a:grpSpLocks/>
              </p:cNvGrpSpPr>
              <p:nvPr/>
            </p:nvGrpSpPr>
            <p:grpSpPr bwMode="auto">
              <a:xfrm>
                <a:off x="1455" y="5354"/>
                <a:ext cx="409" cy="403"/>
                <a:chOff x="1455" y="5354"/>
                <a:chExt cx="409" cy="403"/>
              </a:xfrm>
            </p:grpSpPr>
            <p:sp>
              <p:nvSpPr>
                <p:cNvPr id="38045" name="Rectangle 96">
                  <a:extLst>
                    <a:ext uri="{FF2B5EF4-FFF2-40B4-BE49-F238E27FC236}">
                      <a16:creationId xmlns:a16="http://schemas.microsoft.com/office/drawing/2014/main" xmlns="" id="{22FA3EE7-BA90-7FAD-7DDD-D306829FCC1E}"/>
                    </a:ext>
                  </a:extLst>
                </p:cNvPr>
                <p:cNvSpPr>
                  <a:spLocks noChangeArrowheads="1"/>
                </p:cNvSpPr>
                <p:nvPr/>
              </p:nvSpPr>
              <p:spPr bwMode="auto">
                <a:xfrm>
                  <a:off x="1498" y="5354"/>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1.24</a:t>
                  </a:r>
                  <a:endParaRPr lang="en-CA" altLang="en-US" sz="1200">
                    <a:ea typeface="Arial Unicode MS"/>
                    <a:cs typeface="Arial Unicode MS"/>
                  </a:endParaRPr>
                </a:p>
                <a:p>
                  <a:endParaRPr lang="en-CA" altLang="en-US"/>
                </a:p>
              </p:txBody>
            </p:sp>
            <p:sp>
              <p:nvSpPr>
                <p:cNvPr id="38046" name="Rectangle 300">
                  <a:extLst>
                    <a:ext uri="{FF2B5EF4-FFF2-40B4-BE49-F238E27FC236}">
                      <a16:creationId xmlns:a16="http://schemas.microsoft.com/office/drawing/2014/main" xmlns="" id="{717B4DEF-6848-D00E-76B3-F788FA59F2F7}"/>
                    </a:ext>
                  </a:extLst>
                </p:cNvPr>
                <p:cNvSpPr>
                  <a:spLocks noChangeArrowheads="1"/>
                </p:cNvSpPr>
                <p:nvPr/>
              </p:nvSpPr>
              <p:spPr bwMode="auto">
                <a:xfrm>
                  <a:off x="1455" y="5354"/>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8" name="Group 303">
                <a:extLst>
                  <a:ext uri="{FF2B5EF4-FFF2-40B4-BE49-F238E27FC236}">
                    <a16:creationId xmlns:a16="http://schemas.microsoft.com/office/drawing/2014/main" xmlns="" id="{F9DE818B-4310-8118-9AF7-ECF77BDD8E87}"/>
                  </a:ext>
                </a:extLst>
              </p:cNvPr>
              <p:cNvGrpSpPr>
                <a:grpSpLocks/>
              </p:cNvGrpSpPr>
              <p:nvPr/>
            </p:nvGrpSpPr>
            <p:grpSpPr bwMode="auto">
              <a:xfrm>
                <a:off x="1864" y="5354"/>
                <a:ext cx="395" cy="403"/>
                <a:chOff x="1864" y="5354"/>
                <a:chExt cx="395" cy="403"/>
              </a:xfrm>
            </p:grpSpPr>
            <p:sp>
              <p:nvSpPr>
                <p:cNvPr id="38043" name="Rectangle 97">
                  <a:extLst>
                    <a:ext uri="{FF2B5EF4-FFF2-40B4-BE49-F238E27FC236}">
                      <a16:creationId xmlns:a16="http://schemas.microsoft.com/office/drawing/2014/main" xmlns="" id="{AC7995B4-4AB7-3DBD-312F-DA40452F3862}"/>
                    </a:ext>
                  </a:extLst>
                </p:cNvPr>
                <p:cNvSpPr>
                  <a:spLocks noChangeArrowheads="1"/>
                </p:cNvSpPr>
                <p:nvPr/>
              </p:nvSpPr>
              <p:spPr bwMode="auto">
                <a:xfrm>
                  <a:off x="1907" y="5354"/>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1.10</a:t>
                  </a:r>
                  <a:endParaRPr lang="en-CA" altLang="en-US" sz="1200">
                    <a:ea typeface="Arial Unicode MS"/>
                    <a:cs typeface="Arial Unicode MS"/>
                  </a:endParaRPr>
                </a:p>
                <a:p>
                  <a:endParaRPr lang="en-CA" altLang="en-US"/>
                </a:p>
              </p:txBody>
            </p:sp>
            <p:sp>
              <p:nvSpPr>
                <p:cNvPr id="38044" name="Rectangle 302">
                  <a:extLst>
                    <a:ext uri="{FF2B5EF4-FFF2-40B4-BE49-F238E27FC236}">
                      <a16:creationId xmlns:a16="http://schemas.microsoft.com/office/drawing/2014/main" xmlns="" id="{75B657C2-073E-7355-C72B-8295AB7AA29C}"/>
                    </a:ext>
                  </a:extLst>
                </p:cNvPr>
                <p:cNvSpPr>
                  <a:spLocks noChangeArrowheads="1"/>
                </p:cNvSpPr>
                <p:nvPr/>
              </p:nvSpPr>
              <p:spPr bwMode="auto">
                <a:xfrm>
                  <a:off x="1864" y="5354"/>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89" name="Group 305">
                <a:extLst>
                  <a:ext uri="{FF2B5EF4-FFF2-40B4-BE49-F238E27FC236}">
                    <a16:creationId xmlns:a16="http://schemas.microsoft.com/office/drawing/2014/main" xmlns="" id="{264A2F3B-1571-7B6D-8B32-E39D5A242D8B}"/>
                  </a:ext>
                </a:extLst>
              </p:cNvPr>
              <p:cNvGrpSpPr>
                <a:grpSpLocks/>
              </p:cNvGrpSpPr>
              <p:nvPr/>
            </p:nvGrpSpPr>
            <p:grpSpPr bwMode="auto">
              <a:xfrm>
                <a:off x="2259" y="5354"/>
                <a:ext cx="581" cy="403"/>
                <a:chOff x="2259" y="5354"/>
                <a:chExt cx="581" cy="403"/>
              </a:xfrm>
            </p:grpSpPr>
            <p:sp>
              <p:nvSpPr>
                <p:cNvPr id="38041" name="Rectangle 98">
                  <a:extLst>
                    <a:ext uri="{FF2B5EF4-FFF2-40B4-BE49-F238E27FC236}">
                      <a16:creationId xmlns:a16="http://schemas.microsoft.com/office/drawing/2014/main" xmlns="" id="{C75F5EEF-FAF5-5454-204C-0047C78B0281}"/>
                    </a:ext>
                  </a:extLst>
                </p:cNvPr>
                <p:cNvSpPr>
                  <a:spLocks noChangeArrowheads="1"/>
                </p:cNvSpPr>
                <p:nvPr/>
              </p:nvSpPr>
              <p:spPr bwMode="auto">
                <a:xfrm>
                  <a:off x="2302" y="5354"/>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42" name="Rectangle 304">
                  <a:extLst>
                    <a:ext uri="{FF2B5EF4-FFF2-40B4-BE49-F238E27FC236}">
                      <a16:creationId xmlns:a16="http://schemas.microsoft.com/office/drawing/2014/main" xmlns="" id="{6EE195F0-C1F8-F958-82FD-12CDE4F28380}"/>
                    </a:ext>
                  </a:extLst>
                </p:cNvPr>
                <p:cNvSpPr>
                  <a:spLocks noChangeArrowheads="1"/>
                </p:cNvSpPr>
                <p:nvPr/>
              </p:nvSpPr>
              <p:spPr bwMode="auto">
                <a:xfrm>
                  <a:off x="2259" y="5354"/>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0" name="Group 307">
                <a:extLst>
                  <a:ext uri="{FF2B5EF4-FFF2-40B4-BE49-F238E27FC236}">
                    <a16:creationId xmlns:a16="http://schemas.microsoft.com/office/drawing/2014/main" xmlns="" id="{FDB26F9F-41F7-B433-56B7-595C48709F9A}"/>
                  </a:ext>
                </a:extLst>
              </p:cNvPr>
              <p:cNvGrpSpPr>
                <a:grpSpLocks/>
              </p:cNvGrpSpPr>
              <p:nvPr/>
            </p:nvGrpSpPr>
            <p:grpSpPr bwMode="auto">
              <a:xfrm>
                <a:off x="2840" y="5354"/>
                <a:ext cx="416" cy="403"/>
                <a:chOff x="2840" y="5354"/>
                <a:chExt cx="416" cy="403"/>
              </a:xfrm>
            </p:grpSpPr>
            <p:sp>
              <p:nvSpPr>
                <p:cNvPr id="38039" name="Rectangle 99">
                  <a:extLst>
                    <a:ext uri="{FF2B5EF4-FFF2-40B4-BE49-F238E27FC236}">
                      <a16:creationId xmlns:a16="http://schemas.microsoft.com/office/drawing/2014/main" xmlns="" id="{C12A879E-F555-4326-328D-0046958455E2}"/>
                    </a:ext>
                  </a:extLst>
                </p:cNvPr>
                <p:cNvSpPr>
                  <a:spLocks noChangeArrowheads="1"/>
                </p:cNvSpPr>
                <p:nvPr/>
              </p:nvSpPr>
              <p:spPr bwMode="auto">
                <a:xfrm>
                  <a:off x="2883" y="5354"/>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.91</a:t>
                  </a:r>
                  <a:endParaRPr lang="en-CA" altLang="en-US" sz="1200">
                    <a:ea typeface="Arial Unicode MS"/>
                    <a:cs typeface="Arial Unicode MS"/>
                  </a:endParaRPr>
                </a:p>
                <a:p>
                  <a:endParaRPr lang="en-CA" altLang="en-US"/>
                </a:p>
              </p:txBody>
            </p:sp>
            <p:sp>
              <p:nvSpPr>
                <p:cNvPr id="38040" name="Rectangle 306">
                  <a:extLst>
                    <a:ext uri="{FF2B5EF4-FFF2-40B4-BE49-F238E27FC236}">
                      <a16:creationId xmlns:a16="http://schemas.microsoft.com/office/drawing/2014/main" xmlns="" id="{EE8E1896-00E8-0F48-50B5-114967CFA906}"/>
                    </a:ext>
                  </a:extLst>
                </p:cNvPr>
                <p:cNvSpPr>
                  <a:spLocks noChangeArrowheads="1"/>
                </p:cNvSpPr>
                <p:nvPr/>
              </p:nvSpPr>
              <p:spPr bwMode="auto">
                <a:xfrm>
                  <a:off x="2840" y="5354"/>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1" name="Group 309">
                <a:extLst>
                  <a:ext uri="{FF2B5EF4-FFF2-40B4-BE49-F238E27FC236}">
                    <a16:creationId xmlns:a16="http://schemas.microsoft.com/office/drawing/2014/main" xmlns="" id="{4DC04935-51BF-4499-68E8-DDE2410B094C}"/>
                  </a:ext>
                </a:extLst>
              </p:cNvPr>
              <p:cNvGrpSpPr>
                <a:grpSpLocks/>
              </p:cNvGrpSpPr>
              <p:nvPr/>
            </p:nvGrpSpPr>
            <p:grpSpPr bwMode="auto">
              <a:xfrm>
                <a:off x="3256" y="5354"/>
                <a:ext cx="416" cy="403"/>
                <a:chOff x="3256" y="5354"/>
                <a:chExt cx="416" cy="403"/>
              </a:xfrm>
            </p:grpSpPr>
            <p:sp>
              <p:nvSpPr>
                <p:cNvPr id="38037" name="Rectangle 100">
                  <a:extLst>
                    <a:ext uri="{FF2B5EF4-FFF2-40B4-BE49-F238E27FC236}">
                      <a16:creationId xmlns:a16="http://schemas.microsoft.com/office/drawing/2014/main" xmlns="" id="{55D8072A-D8DC-E1FD-2CAB-32FCB60BF710}"/>
                    </a:ext>
                  </a:extLst>
                </p:cNvPr>
                <p:cNvSpPr>
                  <a:spLocks noChangeArrowheads="1"/>
                </p:cNvSpPr>
                <p:nvPr/>
              </p:nvSpPr>
              <p:spPr bwMode="auto">
                <a:xfrm>
                  <a:off x="3299" y="5354"/>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.82</a:t>
                  </a:r>
                  <a:endParaRPr lang="en-CA" altLang="en-US" sz="1200">
                    <a:ea typeface="Arial Unicode MS"/>
                    <a:cs typeface="Arial Unicode MS"/>
                  </a:endParaRPr>
                </a:p>
                <a:p>
                  <a:endParaRPr lang="en-CA" altLang="en-US"/>
                </a:p>
              </p:txBody>
            </p:sp>
            <p:sp>
              <p:nvSpPr>
                <p:cNvPr id="38038" name="Rectangle 308">
                  <a:extLst>
                    <a:ext uri="{FF2B5EF4-FFF2-40B4-BE49-F238E27FC236}">
                      <a16:creationId xmlns:a16="http://schemas.microsoft.com/office/drawing/2014/main" xmlns="" id="{8DE56B94-89FE-015C-EE48-7104B75CB65E}"/>
                    </a:ext>
                  </a:extLst>
                </p:cNvPr>
                <p:cNvSpPr>
                  <a:spLocks noChangeArrowheads="1"/>
                </p:cNvSpPr>
                <p:nvPr/>
              </p:nvSpPr>
              <p:spPr bwMode="auto">
                <a:xfrm>
                  <a:off x="3256" y="5354"/>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2" name="Group 311">
                <a:extLst>
                  <a:ext uri="{FF2B5EF4-FFF2-40B4-BE49-F238E27FC236}">
                    <a16:creationId xmlns:a16="http://schemas.microsoft.com/office/drawing/2014/main" xmlns="" id="{FEE9FC57-9773-1F4B-53EE-378A96109F32}"/>
                  </a:ext>
                </a:extLst>
              </p:cNvPr>
              <p:cNvGrpSpPr>
                <a:grpSpLocks/>
              </p:cNvGrpSpPr>
              <p:nvPr/>
            </p:nvGrpSpPr>
            <p:grpSpPr bwMode="auto">
              <a:xfrm>
                <a:off x="3672" y="5354"/>
                <a:ext cx="441" cy="403"/>
                <a:chOff x="3672" y="5354"/>
                <a:chExt cx="441" cy="403"/>
              </a:xfrm>
            </p:grpSpPr>
            <p:sp>
              <p:nvSpPr>
                <p:cNvPr id="38035" name="Rectangle 101">
                  <a:extLst>
                    <a:ext uri="{FF2B5EF4-FFF2-40B4-BE49-F238E27FC236}">
                      <a16:creationId xmlns:a16="http://schemas.microsoft.com/office/drawing/2014/main" xmlns="" id="{B71EED6F-19F9-5BCA-497B-CBB99B5BA243}"/>
                    </a:ext>
                  </a:extLst>
                </p:cNvPr>
                <p:cNvSpPr>
                  <a:spLocks noChangeArrowheads="1"/>
                </p:cNvSpPr>
                <p:nvPr/>
              </p:nvSpPr>
              <p:spPr bwMode="auto">
                <a:xfrm>
                  <a:off x="3715" y="5354"/>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.82</a:t>
                  </a:r>
                  <a:endParaRPr lang="en-CA" altLang="en-US" sz="1200">
                    <a:ea typeface="Arial Unicode MS"/>
                    <a:cs typeface="Arial Unicode MS"/>
                  </a:endParaRPr>
                </a:p>
                <a:p>
                  <a:endParaRPr lang="en-CA" altLang="en-US"/>
                </a:p>
              </p:txBody>
            </p:sp>
            <p:sp>
              <p:nvSpPr>
                <p:cNvPr id="38036" name="Rectangle 310">
                  <a:extLst>
                    <a:ext uri="{FF2B5EF4-FFF2-40B4-BE49-F238E27FC236}">
                      <a16:creationId xmlns:a16="http://schemas.microsoft.com/office/drawing/2014/main" xmlns="" id="{7F2FA358-7B51-BBEB-A416-42FC896E3523}"/>
                    </a:ext>
                  </a:extLst>
                </p:cNvPr>
                <p:cNvSpPr>
                  <a:spLocks noChangeArrowheads="1"/>
                </p:cNvSpPr>
                <p:nvPr/>
              </p:nvSpPr>
              <p:spPr bwMode="auto">
                <a:xfrm>
                  <a:off x="3672" y="5354"/>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3" name="Group 313">
                <a:extLst>
                  <a:ext uri="{FF2B5EF4-FFF2-40B4-BE49-F238E27FC236}">
                    <a16:creationId xmlns:a16="http://schemas.microsoft.com/office/drawing/2014/main" xmlns="" id="{15DC0648-934A-838D-7AD8-9550E84114FD}"/>
                  </a:ext>
                </a:extLst>
              </p:cNvPr>
              <p:cNvGrpSpPr>
                <a:grpSpLocks/>
              </p:cNvGrpSpPr>
              <p:nvPr/>
            </p:nvGrpSpPr>
            <p:grpSpPr bwMode="auto">
              <a:xfrm>
                <a:off x="0" y="5757"/>
                <a:ext cx="1455" cy="403"/>
                <a:chOff x="0" y="5757"/>
                <a:chExt cx="1455" cy="403"/>
              </a:xfrm>
            </p:grpSpPr>
            <p:sp>
              <p:nvSpPr>
                <p:cNvPr id="38033" name="Rectangle 102">
                  <a:extLst>
                    <a:ext uri="{FF2B5EF4-FFF2-40B4-BE49-F238E27FC236}">
                      <a16:creationId xmlns:a16="http://schemas.microsoft.com/office/drawing/2014/main" xmlns="" id="{F74C673D-0BC2-F1E9-C094-DA000E9DEB19}"/>
                    </a:ext>
                  </a:extLst>
                </p:cNvPr>
                <p:cNvSpPr>
                  <a:spLocks noChangeArrowheads="1"/>
                </p:cNvSpPr>
                <p:nvPr/>
              </p:nvSpPr>
              <p:spPr bwMode="auto">
                <a:xfrm>
                  <a:off x="43" y="5757"/>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SW Tools</a:t>
                  </a:r>
                  <a:endParaRPr lang="en-CA" altLang="en-US" sz="1200">
                    <a:ea typeface="Arial Unicode MS"/>
                    <a:cs typeface="Arial Unicode MS"/>
                  </a:endParaRPr>
                </a:p>
                <a:p>
                  <a:endParaRPr lang="en-CA" altLang="en-US"/>
                </a:p>
              </p:txBody>
            </p:sp>
            <p:sp>
              <p:nvSpPr>
                <p:cNvPr id="38034" name="Rectangle 312">
                  <a:extLst>
                    <a:ext uri="{FF2B5EF4-FFF2-40B4-BE49-F238E27FC236}">
                      <a16:creationId xmlns:a16="http://schemas.microsoft.com/office/drawing/2014/main" xmlns="" id="{17F329F4-AFBB-777A-B259-F0F629DF627D}"/>
                    </a:ext>
                  </a:extLst>
                </p:cNvPr>
                <p:cNvSpPr>
                  <a:spLocks noChangeArrowheads="1"/>
                </p:cNvSpPr>
                <p:nvPr/>
              </p:nvSpPr>
              <p:spPr bwMode="auto">
                <a:xfrm>
                  <a:off x="0" y="5757"/>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4" name="Group 315">
                <a:extLst>
                  <a:ext uri="{FF2B5EF4-FFF2-40B4-BE49-F238E27FC236}">
                    <a16:creationId xmlns:a16="http://schemas.microsoft.com/office/drawing/2014/main" xmlns="" id="{F32C1F15-EFAC-D4D1-8A6A-C0709B786442}"/>
                  </a:ext>
                </a:extLst>
              </p:cNvPr>
              <p:cNvGrpSpPr>
                <a:grpSpLocks/>
              </p:cNvGrpSpPr>
              <p:nvPr/>
            </p:nvGrpSpPr>
            <p:grpSpPr bwMode="auto">
              <a:xfrm>
                <a:off x="1455" y="5757"/>
                <a:ext cx="409" cy="403"/>
                <a:chOff x="1455" y="5757"/>
                <a:chExt cx="409" cy="403"/>
              </a:xfrm>
            </p:grpSpPr>
            <p:sp>
              <p:nvSpPr>
                <p:cNvPr id="38031" name="Rectangle 103">
                  <a:extLst>
                    <a:ext uri="{FF2B5EF4-FFF2-40B4-BE49-F238E27FC236}">
                      <a16:creationId xmlns:a16="http://schemas.microsoft.com/office/drawing/2014/main" xmlns="" id="{5AF6CA93-A552-A58F-3B7B-5C70C59AFBBF}"/>
                    </a:ext>
                  </a:extLst>
                </p:cNvPr>
                <p:cNvSpPr>
                  <a:spLocks noChangeArrowheads="1"/>
                </p:cNvSpPr>
                <p:nvPr/>
              </p:nvSpPr>
              <p:spPr bwMode="auto">
                <a:xfrm>
                  <a:off x="1498" y="5757"/>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1.24</a:t>
                  </a:r>
                  <a:endParaRPr lang="en-CA" altLang="en-US" sz="1200">
                    <a:ea typeface="Arial Unicode MS"/>
                    <a:cs typeface="Arial Unicode MS"/>
                  </a:endParaRPr>
                </a:p>
                <a:p>
                  <a:endParaRPr lang="en-CA" altLang="en-US"/>
                </a:p>
              </p:txBody>
            </p:sp>
            <p:sp>
              <p:nvSpPr>
                <p:cNvPr id="38032" name="Rectangle 314">
                  <a:extLst>
                    <a:ext uri="{FF2B5EF4-FFF2-40B4-BE49-F238E27FC236}">
                      <a16:creationId xmlns:a16="http://schemas.microsoft.com/office/drawing/2014/main" xmlns="" id="{041FC1F9-C556-34E4-9463-CDAA8E89BB41}"/>
                    </a:ext>
                  </a:extLst>
                </p:cNvPr>
                <p:cNvSpPr>
                  <a:spLocks noChangeArrowheads="1"/>
                </p:cNvSpPr>
                <p:nvPr/>
              </p:nvSpPr>
              <p:spPr bwMode="auto">
                <a:xfrm>
                  <a:off x="1455" y="5757"/>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5" name="Group 317">
                <a:extLst>
                  <a:ext uri="{FF2B5EF4-FFF2-40B4-BE49-F238E27FC236}">
                    <a16:creationId xmlns:a16="http://schemas.microsoft.com/office/drawing/2014/main" xmlns="" id="{F248B0F3-9CEE-0676-8830-2D4A0769E14C}"/>
                  </a:ext>
                </a:extLst>
              </p:cNvPr>
              <p:cNvGrpSpPr>
                <a:grpSpLocks/>
              </p:cNvGrpSpPr>
              <p:nvPr/>
            </p:nvGrpSpPr>
            <p:grpSpPr bwMode="auto">
              <a:xfrm>
                <a:off x="1864" y="5757"/>
                <a:ext cx="395" cy="403"/>
                <a:chOff x="1864" y="5757"/>
                <a:chExt cx="395" cy="403"/>
              </a:xfrm>
            </p:grpSpPr>
            <p:sp>
              <p:nvSpPr>
                <p:cNvPr id="38029" name="Rectangle 104">
                  <a:extLst>
                    <a:ext uri="{FF2B5EF4-FFF2-40B4-BE49-F238E27FC236}">
                      <a16:creationId xmlns:a16="http://schemas.microsoft.com/office/drawing/2014/main" xmlns="" id="{31E4F9E9-280E-BEED-5389-B57E2AFB49F8}"/>
                    </a:ext>
                  </a:extLst>
                </p:cNvPr>
                <p:cNvSpPr>
                  <a:spLocks noChangeArrowheads="1"/>
                </p:cNvSpPr>
                <p:nvPr/>
              </p:nvSpPr>
              <p:spPr bwMode="auto">
                <a:xfrm>
                  <a:off x="1907" y="5757"/>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1.10</a:t>
                  </a:r>
                  <a:endParaRPr lang="en-CA" altLang="en-US" sz="1200">
                    <a:ea typeface="Arial Unicode MS"/>
                    <a:cs typeface="Arial Unicode MS"/>
                  </a:endParaRPr>
                </a:p>
                <a:p>
                  <a:endParaRPr lang="en-CA" altLang="en-US"/>
                </a:p>
              </p:txBody>
            </p:sp>
            <p:sp>
              <p:nvSpPr>
                <p:cNvPr id="38030" name="Rectangle 316">
                  <a:extLst>
                    <a:ext uri="{FF2B5EF4-FFF2-40B4-BE49-F238E27FC236}">
                      <a16:creationId xmlns:a16="http://schemas.microsoft.com/office/drawing/2014/main" xmlns="" id="{DECE2DAD-5A2D-780F-E1D1-EEA4D482D64F}"/>
                    </a:ext>
                  </a:extLst>
                </p:cNvPr>
                <p:cNvSpPr>
                  <a:spLocks noChangeArrowheads="1"/>
                </p:cNvSpPr>
                <p:nvPr/>
              </p:nvSpPr>
              <p:spPr bwMode="auto">
                <a:xfrm>
                  <a:off x="1864" y="5757"/>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6" name="Group 319">
                <a:extLst>
                  <a:ext uri="{FF2B5EF4-FFF2-40B4-BE49-F238E27FC236}">
                    <a16:creationId xmlns:a16="http://schemas.microsoft.com/office/drawing/2014/main" xmlns="" id="{1E3F8BB4-DB13-E1CC-4F86-58BF1E162F73}"/>
                  </a:ext>
                </a:extLst>
              </p:cNvPr>
              <p:cNvGrpSpPr>
                <a:grpSpLocks/>
              </p:cNvGrpSpPr>
              <p:nvPr/>
            </p:nvGrpSpPr>
            <p:grpSpPr bwMode="auto">
              <a:xfrm>
                <a:off x="2259" y="5757"/>
                <a:ext cx="581" cy="403"/>
                <a:chOff x="2259" y="5757"/>
                <a:chExt cx="581" cy="403"/>
              </a:xfrm>
            </p:grpSpPr>
            <p:sp>
              <p:nvSpPr>
                <p:cNvPr id="38027" name="Rectangle 105">
                  <a:extLst>
                    <a:ext uri="{FF2B5EF4-FFF2-40B4-BE49-F238E27FC236}">
                      <a16:creationId xmlns:a16="http://schemas.microsoft.com/office/drawing/2014/main" xmlns="" id="{99691D7A-BCDA-F50D-3E4F-52A2404A15AB}"/>
                    </a:ext>
                  </a:extLst>
                </p:cNvPr>
                <p:cNvSpPr>
                  <a:spLocks noChangeArrowheads="1"/>
                </p:cNvSpPr>
                <p:nvPr/>
              </p:nvSpPr>
              <p:spPr bwMode="auto">
                <a:xfrm>
                  <a:off x="2302" y="5757"/>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28" name="Rectangle 318">
                  <a:extLst>
                    <a:ext uri="{FF2B5EF4-FFF2-40B4-BE49-F238E27FC236}">
                      <a16:creationId xmlns:a16="http://schemas.microsoft.com/office/drawing/2014/main" xmlns="" id="{CD0EC758-FA52-8E50-9968-1B5AA00CBDF7}"/>
                    </a:ext>
                  </a:extLst>
                </p:cNvPr>
                <p:cNvSpPr>
                  <a:spLocks noChangeArrowheads="1"/>
                </p:cNvSpPr>
                <p:nvPr/>
              </p:nvSpPr>
              <p:spPr bwMode="auto">
                <a:xfrm>
                  <a:off x="2259" y="5757"/>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7" name="Group 321">
                <a:extLst>
                  <a:ext uri="{FF2B5EF4-FFF2-40B4-BE49-F238E27FC236}">
                    <a16:creationId xmlns:a16="http://schemas.microsoft.com/office/drawing/2014/main" xmlns="" id="{4671335A-AB76-A4E8-67AB-86F2D985CFA5}"/>
                  </a:ext>
                </a:extLst>
              </p:cNvPr>
              <p:cNvGrpSpPr>
                <a:grpSpLocks/>
              </p:cNvGrpSpPr>
              <p:nvPr/>
            </p:nvGrpSpPr>
            <p:grpSpPr bwMode="auto">
              <a:xfrm>
                <a:off x="2840" y="5757"/>
                <a:ext cx="416" cy="403"/>
                <a:chOff x="2840" y="5757"/>
                <a:chExt cx="416" cy="403"/>
              </a:xfrm>
            </p:grpSpPr>
            <p:sp>
              <p:nvSpPr>
                <p:cNvPr id="38025" name="Rectangle 106">
                  <a:extLst>
                    <a:ext uri="{FF2B5EF4-FFF2-40B4-BE49-F238E27FC236}">
                      <a16:creationId xmlns:a16="http://schemas.microsoft.com/office/drawing/2014/main" xmlns="" id="{3851381B-DDE3-53AD-92F0-CD03235841A7}"/>
                    </a:ext>
                  </a:extLst>
                </p:cNvPr>
                <p:cNvSpPr>
                  <a:spLocks noChangeArrowheads="1"/>
                </p:cNvSpPr>
                <p:nvPr/>
              </p:nvSpPr>
              <p:spPr bwMode="auto">
                <a:xfrm>
                  <a:off x="2883" y="5757"/>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.91</a:t>
                  </a:r>
                  <a:endParaRPr lang="en-CA" altLang="en-US" sz="1200">
                    <a:ea typeface="Arial Unicode MS"/>
                    <a:cs typeface="Arial Unicode MS"/>
                  </a:endParaRPr>
                </a:p>
                <a:p>
                  <a:endParaRPr lang="en-CA" altLang="en-US"/>
                </a:p>
              </p:txBody>
            </p:sp>
            <p:sp>
              <p:nvSpPr>
                <p:cNvPr id="38026" name="Rectangle 320">
                  <a:extLst>
                    <a:ext uri="{FF2B5EF4-FFF2-40B4-BE49-F238E27FC236}">
                      <a16:creationId xmlns:a16="http://schemas.microsoft.com/office/drawing/2014/main" xmlns="" id="{5D3C6EE0-886A-18E3-FCF9-3D29D0806D30}"/>
                    </a:ext>
                  </a:extLst>
                </p:cNvPr>
                <p:cNvSpPr>
                  <a:spLocks noChangeArrowheads="1"/>
                </p:cNvSpPr>
                <p:nvPr/>
              </p:nvSpPr>
              <p:spPr bwMode="auto">
                <a:xfrm>
                  <a:off x="2840" y="5757"/>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8" name="Group 323">
                <a:extLst>
                  <a:ext uri="{FF2B5EF4-FFF2-40B4-BE49-F238E27FC236}">
                    <a16:creationId xmlns:a16="http://schemas.microsoft.com/office/drawing/2014/main" xmlns="" id="{2B52C380-B648-1B94-7FCF-243D35C38683}"/>
                  </a:ext>
                </a:extLst>
              </p:cNvPr>
              <p:cNvGrpSpPr>
                <a:grpSpLocks/>
              </p:cNvGrpSpPr>
              <p:nvPr/>
            </p:nvGrpSpPr>
            <p:grpSpPr bwMode="auto">
              <a:xfrm>
                <a:off x="3256" y="5757"/>
                <a:ext cx="416" cy="403"/>
                <a:chOff x="3256" y="5757"/>
                <a:chExt cx="416" cy="403"/>
              </a:xfrm>
            </p:grpSpPr>
            <p:sp>
              <p:nvSpPr>
                <p:cNvPr id="38023" name="Rectangle 107">
                  <a:extLst>
                    <a:ext uri="{FF2B5EF4-FFF2-40B4-BE49-F238E27FC236}">
                      <a16:creationId xmlns:a16="http://schemas.microsoft.com/office/drawing/2014/main" xmlns="" id="{17CCAB65-3921-8B51-6646-E4EF11BF1C13}"/>
                    </a:ext>
                  </a:extLst>
                </p:cNvPr>
                <p:cNvSpPr>
                  <a:spLocks noChangeArrowheads="1"/>
                </p:cNvSpPr>
                <p:nvPr/>
              </p:nvSpPr>
              <p:spPr bwMode="auto">
                <a:xfrm>
                  <a:off x="3299" y="5757"/>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.83</a:t>
                  </a:r>
                  <a:endParaRPr lang="en-CA" altLang="en-US" sz="1200">
                    <a:ea typeface="Arial Unicode MS"/>
                    <a:cs typeface="Arial Unicode MS"/>
                  </a:endParaRPr>
                </a:p>
                <a:p>
                  <a:endParaRPr lang="en-CA" altLang="en-US"/>
                </a:p>
              </p:txBody>
            </p:sp>
            <p:sp>
              <p:nvSpPr>
                <p:cNvPr id="38024" name="Rectangle 322">
                  <a:extLst>
                    <a:ext uri="{FF2B5EF4-FFF2-40B4-BE49-F238E27FC236}">
                      <a16:creationId xmlns:a16="http://schemas.microsoft.com/office/drawing/2014/main" xmlns="" id="{71DFA141-5BA6-A841-7902-608982457D2C}"/>
                    </a:ext>
                  </a:extLst>
                </p:cNvPr>
                <p:cNvSpPr>
                  <a:spLocks noChangeArrowheads="1"/>
                </p:cNvSpPr>
                <p:nvPr/>
              </p:nvSpPr>
              <p:spPr bwMode="auto">
                <a:xfrm>
                  <a:off x="3256" y="5757"/>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7999" name="Group 325">
                <a:extLst>
                  <a:ext uri="{FF2B5EF4-FFF2-40B4-BE49-F238E27FC236}">
                    <a16:creationId xmlns:a16="http://schemas.microsoft.com/office/drawing/2014/main" xmlns="" id="{D06D8E04-ACFF-502E-3E9B-9BC990E02632}"/>
                  </a:ext>
                </a:extLst>
              </p:cNvPr>
              <p:cNvGrpSpPr>
                <a:grpSpLocks/>
              </p:cNvGrpSpPr>
              <p:nvPr/>
            </p:nvGrpSpPr>
            <p:grpSpPr bwMode="auto">
              <a:xfrm>
                <a:off x="3672" y="5757"/>
                <a:ext cx="441" cy="403"/>
                <a:chOff x="3672" y="5757"/>
                <a:chExt cx="441" cy="403"/>
              </a:xfrm>
            </p:grpSpPr>
            <p:sp>
              <p:nvSpPr>
                <p:cNvPr id="38021" name="Rectangle 108">
                  <a:extLst>
                    <a:ext uri="{FF2B5EF4-FFF2-40B4-BE49-F238E27FC236}">
                      <a16:creationId xmlns:a16="http://schemas.microsoft.com/office/drawing/2014/main" xmlns="" id="{5DAF5DA4-1437-3E71-7F31-663FF0AD8365}"/>
                    </a:ext>
                  </a:extLst>
                </p:cNvPr>
                <p:cNvSpPr>
                  <a:spLocks noChangeArrowheads="1"/>
                </p:cNvSpPr>
                <p:nvPr/>
              </p:nvSpPr>
              <p:spPr bwMode="auto">
                <a:xfrm>
                  <a:off x="3715" y="5757"/>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.83</a:t>
                  </a:r>
                  <a:endParaRPr lang="en-CA" altLang="en-US" sz="1200">
                    <a:ea typeface="Arial Unicode MS"/>
                    <a:cs typeface="Arial Unicode MS"/>
                  </a:endParaRPr>
                </a:p>
                <a:p>
                  <a:endParaRPr lang="en-CA" altLang="en-US"/>
                </a:p>
              </p:txBody>
            </p:sp>
            <p:sp>
              <p:nvSpPr>
                <p:cNvPr id="38022" name="Rectangle 324">
                  <a:extLst>
                    <a:ext uri="{FF2B5EF4-FFF2-40B4-BE49-F238E27FC236}">
                      <a16:creationId xmlns:a16="http://schemas.microsoft.com/office/drawing/2014/main" xmlns="" id="{16D47CB8-E440-9F16-32B2-FECD77DA1423}"/>
                    </a:ext>
                  </a:extLst>
                </p:cNvPr>
                <p:cNvSpPr>
                  <a:spLocks noChangeArrowheads="1"/>
                </p:cNvSpPr>
                <p:nvPr/>
              </p:nvSpPr>
              <p:spPr bwMode="auto">
                <a:xfrm>
                  <a:off x="3672" y="5757"/>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0" name="Group 327">
                <a:extLst>
                  <a:ext uri="{FF2B5EF4-FFF2-40B4-BE49-F238E27FC236}">
                    <a16:creationId xmlns:a16="http://schemas.microsoft.com/office/drawing/2014/main" xmlns="" id="{916EEE29-4FA2-0A36-71BE-6609741538E0}"/>
                  </a:ext>
                </a:extLst>
              </p:cNvPr>
              <p:cNvGrpSpPr>
                <a:grpSpLocks/>
              </p:cNvGrpSpPr>
              <p:nvPr/>
            </p:nvGrpSpPr>
            <p:grpSpPr bwMode="auto">
              <a:xfrm>
                <a:off x="0" y="6160"/>
                <a:ext cx="1455" cy="403"/>
                <a:chOff x="0" y="6160"/>
                <a:chExt cx="1455" cy="403"/>
              </a:xfrm>
            </p:grpSpPr>
            <p:sp>
              <p:nvSpPr>
                <p:cNvPr id="38019" name="Rectangle 109">
                  <a:extLst>
                    <a:ext uri="{FF2B5EF4-FFF2-40B4-BE49-F238E27FC236}">
                      <a16:creationId xmlns:a16="http://schemas.microsoft.com/office/drawing/2014/main" xmlns="" id="{DF789A1B-6D39-C55C-0B2C-83104687AB64}"/>
                    </a:ext>
                  </a:extLst>
                </p:cNvPr>
                <p:cNvSpPr>
                  <a:spLocks noChangeArrowheads="1"/>
                </p:cNvSpPr>
                <p:nvPr/>
              </p:nvSpPr>
              <p:spPr bwMode="auto">
                <a:xfrm>
                  <a:off x="43" y="6160"/>
                  <a:ext cx="136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b="1">
                      <a:latin typeface="Arial" panose="020B0604020202020204" pitchFamily="34" charset="0"/>
                      <a:cs typeface="Arial" panose="020B0604020202020204" pitchFamily="34" charset="0"/>
                    </a:rPr>
                    <a:t>Required Dev Schedule</a:t>
                  </a:r>
                  <a:endParaRPr lang="en-CA" altLang="en-US" sz="1200">
                    <a:ea typeface="Arial Unicode MS"/>
                    <a:cs typeface="Arial Unicode MS"/>
                  </a:endParaRPr>
                </a:p>
                <a:p>
                  <a:endParaRPr lang="en-CA" altLang="en-US"/>
                </a:p>
              </p:txBody>
            </p:sp>
            <p:sp>
              <p:nvSpPr>
                <p:cNvPr id="38020" name="Rectangle 326">
                  <a:extLst>
                    <a:ext uri="{FF2B5EF4-FFF2-40B4-BE49-F238E27FC236}">
                      <a16:creationId xmlns:a16="http://schemas.microsoft.com/office/drawing/2014/main" xmlns="" id="{CFC9DEA1-4860-1FA0-0E24-76D303F58F51}"/>
                    </a:ext>
                  </a:extLst>
                </p:cNvPr>
                <p:cNvSpPr>
                  <a:spLocks noChangeArrowheads="1"/>
                </p:cNvSpPr>
                <p:nvPr/>
              </p:nvSpPr>
              <p:spPr bwMode="auto">
                <a:xfrm>
                  <a:off x="0" y="6160"/>
                  <a:ext cx="145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1" name="Group 329">
                <a:extLst>
                  <a:ext uri="{FF2B5EF4-FFF2-40B4-BE49-F238E27FC236}">
                    <a16:creationId xmlns:a16="http://schemas.microsoft.com/office/drawing/2014/main" xmlns="" id="{F9AB8016-4B7B-E320-4FF3-3EBDC6BBEB15}"/>
                  </a:ext>
                </a:extLst>
              </p:cNvPr>
              <p:cNvGrpSpPr>
                <a:grpSpLocks/>
              </p:cNvGrpSpPr>
              <p:nvPr/>
            </p:nvGrpSpPr>
            <p:grpSpPr bwMode="auto">
              <a:xfrm>
                <a:off x="1455" y="6160"/>
                <a:ext cx="409" cy="403"/>
                <a:chOff x="1455" y="6160"/>
                <a:chExt cx="409" cy="403"/>
              </a:xfrm>
            </p:grpSpPr>
            <p:sp>
              <p:nvSpPr>
                <p:cNvPr id="38017" name="Rectangle 110">
                  <a:extLst>
                    <a:ext uri="{FF2B5EF4-FFF2-40B4-BE49-F238E27FC236}">
                      <a16:creationId xmlns:a16="http://schemas.microsoft.com/office/drawing/2014/main" xmlns="" id="{F5583D76-62D1-6869-071D-362AE7AC487F}"/>
                    </a:ext>
                  </a:extLst>
                </p:cNvPr>
                <p:cNvSpPr>
                  <a:spLocks noChangeArrowheads="1"/>
                </p:cNvSpPr>
                <p:nvPr/>
              </p:nvSpPr>
              <p:spPr bwMode="auto">
                <a:xfrm>
                  <a:off x="1498" y="6160"/>
                  <a:ext cx="323"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1.23</a:t>
                  </a:r>
                  <a:endParaRPr lang="en-CA" altLang="en-US" sz="1200">
                    <a:ea typeface="Arial Unicode MS"/>
                    <a:cs typeface="Arial Unicode MS"/>
                  </a:endParaRPr>
                </a:p>
                <a:p>
                  <a:endParaRPr lang="en-CA" altLang="en-US"/>
                </a:p>
              </p:txBody>
            </p:sp>
            <p:sp>
              <p:nvSpPr>
                <p:cNvPr id="38018" name="Rectangle 328">
                  <a:extLst>
                    <a:ext uri="{FF2B5EF4-FFF2-40B4-BE49-F238E27FC236}">
                      <a16:creationId xmlns:a16="http://schemas.microsoft.com/office/drawing/2014/main" xmlns="" id="{7F7AE6C5-36CF-644D-D896-E439630A3135}"/>
                    </a:ext>
                  </a:extLst>
                </p:cNvPr>
                <p:cNvSpPr>
                  <a:spLocks noChangeArrowheads="1"/>
                </p:cNvSpPr>
                <p:nvPr/>
              </p:nvSpPr>
              <p:spPr bwMode="auto">
                <a:xfrm>
                  <a:off x="1455" y="6160"/>
                  <a:ext cx="409"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2" name="Group 331">
                <a:extLst>
                  <a:ext uri="{FF2B5EF4-FFF2-40B4-BE49-F238E27FC236}">
                    <a16:creationId xmlns:a16="http://schemas.microsoft.com/office/drawing/2014/main" xmlns="" id="{4802EE6B-3652-2E6D-7DA9-97F8EC296918}"/>
                  </a:ext>
                </a:extLst>
              </p:cNvPr>
              <p:cNvGrpSpPr>
                <a:grpSpLocks/>
              </p:cNvGrpSpPr>
              <p:nvPr/>
            </p:nvGrpSpPr>
            <p:grpSpPr bwMode="auto">
              <a:xfrm>
                <a:off x="1864" y="6160"/>
                <a:ext cx="395" cy="403"/>
                <a:chOff x="1864" y="6160"/>
                <a:chExt cx="395" cy="403"/>
              </a:xfrm>
            </p:grpSpPr>
            <p:sp>
              <p:nvSpPr>
                <p:cNvPr id="38015" name="Rectangle 111">
                  <a:extLst>
                    <a:ext uri="{FF2B5EF4-FFF2-40B4-BE49-F238E27FC236}">
                      <a16:creationId xmlns:a16="http://schemas.microsoft.com/office/drawing/2014/main" xmlns="" id="{AB5C1C1B-4634-8C9B-ADC7-6B14FF6F3602}"/>
                    </a:ext>
                  </a:extLst>
                </p:cNvPr>
                <p:cNvSpPr>
                  <a:spLocks noChangeArrowheads="1"/>
                </p:cNvSpPr>
                <p:nvPr/>
              </p:nvSpPr>
              <p:spPr bwMode="auto">
                <a:xfrm>
                  <a:off x="1907" y="6160"/>
                  <a:ext cx="309"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1.08</a:t>
                  </a:r>
                  <a:endParaRPr lang="en-CA" altLang="en-US" sz="1200">
                    <a:ea typeface="Arial Unicode MS"/>
                    <a:cs typeface="Arial Unicode MS"/>
                  </a:endParaRPr>
                </a:p>
                <a:p>
                  <a:endParaRPr lang="en-CA" altLang="en-US"/>
                </a:p>
              </p:txBody>
            </p:sp>
            <p:sp>
              <p:nvSpPr>
                <p:cNvPr id="38016" name="Rectangle 330">
                  <a:extLst>
                    <a:ext uri="{FF2B5EF4-FFF2-40B4-BE49-F238E27FC236}">
                      <a16:creationId xmlns:a16="http://schemas.microsoft.com/office/drawing/2014/main" xmlns="" id="{18F6BF1D-DDFF-5401-169B-68C010C94C36}"/>
                    </a:ext>
                  </a:extLst>
                </p:cNvPr>
                <p:cNvSpPr>
                  <a:spLocks noChangeArrowheads="1"/>
                </p:cNvSpPr>
                <p:nvPr/>
              </p:nvSpPr>
              <p:spPr bwMode="auto">
                <a:xfrm>
                  <a:off x="1864" y="6160"/>
                  <a:ext cx="395"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3" name="Group 333">
                <a:extLst>
                  <a:ext uri="{FF2B5EF4-FFF2-40B4-BE49-F238E27FC236}">
                    <a16:creationId xmlns:a16="http://schemas.microsoft.com/office/drawing/2014/main" xmlns="" id="{BDBE1944-869D-6CE4-EACB-C07684B51A11}"/>
                  </a:ext>
                </a:extLst>
              </p:cNvPr>
              <p:cNvGrpSpPr>
                <a:grpSpLocks/>
              </p:cNvGrpSpPr>
              <p:nvPr/>
            </p:nvGrpSpPr>
            <p:grpSpPr bwMode="auto">
              <a:xfrm>
                <a:off x="2259" y="6160"/>
                <a:ext cx="581" cy="403"/>
                <a:chOff x="2259" y="6160"/>
                <a:chExt cx="581" cy="403"/>
              </a:xfrm>
            </p:grpSpPr>
            <p:sp>
              <p:nvSpPr>
                <p:cNvPr id="38013" name="Rectangle 112">
                  <a:extLst>
                    <a:ext uri="{FF2B5EF4-FFF2-40B4-BE49-F238E27FC236}">
                      <a16:creationId xmlns:a16="http://schemas.microsoft.com/office/drawing/2014/main" xmlns="" id="{91133014-A56F-D50F-5694-CC2CF6A2E3F1}"/>
                    </a:ext>
                  </a:extLst>
                </p:cNvPr>
                <p:cNvSpPr>
                  <a:spLocks noChangeArrowheads="1"/>
                </p:cNvSpPr>
                <p:nvPr/>
              </p:nvSpPr>
              <p:spPr bwMode="auto">
                <a:xfrm>
                  <a:off x="2302" y="6160"/>
                  <a:ext cx="49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1.00</a:t>
                  </a:r>
                  <a:endParaRPr lang="en-CA" altLang="en-US" sz="1200">
                    <a:ea typeface="Arial Unicode MS"/>
                    <a:cs typeface="Arial Unicode MS"/>
                  </a:endParaRPr>
                </a:p>
                <a:p>
                  <a:endParaRPr lang="en-CA" altLang="en-US"/>
                </a:p>
              </p:txBody>
            </p:sp>
            <p:sp>
              <p:nvSpPr>
                <p:cNvPr id="38014" name="Rectangle 332">
                  <a:extLst>
                    <a:ext uri="{FF2B5EF4-FFF2-40B4-BE49-F238E27FC236}">
                      <a16:creationId xmlns:a16="http://schemas.microsoft.com/office/drawing/2014/main" xmlns="" id="{804B4502-4820-3076-7365-D9117FC6C36C}"/>
                    </a:ext>
                  </a:extLst>
                </p:cNvPr>
                <p:cNvSpPr>
                  <a:spLocks noChangeArrowheads="1"/>
                </p:cNvSpPr>
                <p:nvPr/>
              </p:nvSpPr>
              <p:spPr bwMode="auto">
                <a:xfrm>
                  <a:off x="2259" y="6160"/>
                  <a:ext cx="58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4" name="Group 335">
                <a:extLst>
                  <a:ext uri="{FF2B5EF4-FFF2-40B4-BE49-F238E27FC236}">
                    <a16:creationId xmlns:a16="http://schemas.microsoft.com/office/drawing/2014/main" xmlns="" id="{659687F6-5428-FEA5-53C2-B7177266CE5A}"/>
                  </a:ext>
                </a:extLst>
              </p:cNvPr>
              <p:cNvGrpSpPr>
                <a:grpSpLocks/>
              </p:cNvGrpSpPr>
              <p:nvPr/>
            </p:nvGrpSpPr>
            <p:grpSpPr bwMode="auto">
              <a:xfrm>
                <a:off x="2840" y="6160"/>
                <a:ext cx="416" cy="403"/>
                <a:chOff x="2840" y="6160"/>
                <a:chExt cx="416" cy="403"/>
              </a:xfrm>
            </p:grpSpPr>
            <p:sp>
              <p:nvSpPr>
                <p:cNvPr id="38011" name="Rectangle 113">
                  <a:extLst>
                    <a:ext uri="{FF2B5EF4-FFF2-40B4-BE49-F238E27FC236}">
                      <a16:creationId xmlns:a16="http://schemas.microsoft.com/office/drawing/2014/main" xmlns="" id="{BFED58F8-2024-533F-2D8A-8107AAB47027}"/>
                    </a:ext>
                  </a:extLst>
                </p:cNvPr>
                <p:cNvSpPr>
                  <a:spLocks noChangeArrowheads="1"/>
                </p:cNvSpPr>
                <p:nvPr/>
              </p:nvSpPr>
              <p:spPr bwMode="auto">
                <a:xfrm>
                  <a:off x="2883" y="6160"/>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1.04</a:t>
                  </a:r>
                  <a:endParaRPr lang="en-CA" altLang="en-US" sz="1200">
                    <a:ea typeface="Arial Unicode MS"/>
                    <a:cs typeface="Arial Unicode MS"/>
                  </a:endParaRPr>
                </a:p>
                <a:p>
                  <a:endParaRPr lang="en-CA" altLang="en-US"/>
                </a:p>
              </p:txBody>
            </p:sp>
            <p:sp>
              <p:nvSpPr>
                <p:cNvPr id="38012" name="Rectangle 334">
                  <a:extLst>
                    <a:ext uri="{FF2B5EF4-FFF2-40B4-BE49-F238E27FC236}">
                      <a16:creationId xmlns:a16="http://schemas.microsoft.com/office/drawing/2014/main" xmlns="" id="{1B39BBDB-816E-6C43-7891-67CE6DB7AAB4}"/>
                    </a:ext>
                  </a:extLst>
                </p:cNvPr>
                <p:cNvSpPr>
                  <a:spLocks noChangeArrowheads="1"/>
                </p:cNvSpPr>
                <p:nvPr/>
              </p:nvSpPr>
              <p:spPr bwMode="auto">
                <a:xfrm>
                  <a:off x="2840" y="6160"/>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5" name="Group 337">
                <a:extLst>
                  <a:ext uri="{FF2B5EF4-FFF2-40B4-BE49-F238E27FC236}">
                    <a16:creationId xmlns:a16="http://schemas.microsoft.com/office/drawing/2014/main" xmlns="" id="{B04B1378-26B1-407B-F5F6-5FA629E26324}"/>
                  </a:ext>
                </a:extLst>
              </p:cNvPr>
              <p:cNvGrpSpPr>
                <a:grpSpLocks/>
              </p:cNvGrpSpPr>
              <p:nvPr/>
            </p:nvGrpSpPr>
            <p:grpSpPr bwMode="auto">
              <a:xfrm>
                <a:off x="3256" y="6160"/>
                <a:ext cx="416" cy="403"/>
                <a:chOff x="3256" y="6160"/>
                <a:chExt cx="416" cy="403"/>
              </a:xfrm>
            </p:grpSpPr>
            <p:sp>
              <p:nvSpPr>
                <p:cNvPr id="38009" name="Rectangle 114">
                  <a:extLst>
                    <a:ext uri="{FF2B5EF4-FFF2-40B4-BE49-F238E27FC236}">
                      <a16:creationId xmlns:a16="http://schemas.microsoft.com/office/drawing/2014/main" xmlns="" id="{59566560-C411-0BEB-4AEC-F6E6D18E97BB}"/>
                    </a:ext>
                  </a:extLst>
                </p:cNvPr>
                <p:cNvSpPr>
                  <a:spLocks noChangeArrowheads="1"/>
                </p:cNvSpPr>
                <p:nvPr/>
              </p:nvSpPr>
              <p:spPr bwMode="auto">
                <a:xfrm>
                  <a:off x="3299" y="6160"/>
                  <a:ext cx="33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1.10</a:t>
                  </a:r>
                  <a:endParaRPr lang="en-CA" altLang="en-US" sz="1200">
                    <a:ea typeface="Arial Unicode MS"/>
                    <a:cs typeface="Arial Unicode MS"/>
                  </a:endParaRPr>
                </a:p>
                <a:p>
                  <a:endParaRPr lang="en-CA" altLang="en-US"/>
                </a:p>
              </p:txBody>
            </p:sp>
            <p:sp>
              <p:nvSpPr>
                <p:cNvPr id="38010" name="Rectangle 336">
                  <a:extLst>
                    <a:ext uri="{FF2B5EF4-FFF2-40B4-BE49-F238E27FC236}">
                      <a16:creationId xmlns:a16="http://schemas.microsoft.com/office/drawing/2014/main" xmlns="" id="{22275509-A343-CEE5-D785-7740AA1DACFC}"/>
                    </a:ext>
                  </a:extLst>
                </p:cNvPr>
                <p:cNvSpPr>
                  <a:spLocks noChangeArrowheads="1"/>
                </p:cNvSpPr>
                <p:nvPr/>
              </p:nvSpPr>
              <p:spPr bwMode="auto">
                <a:xfrm>
                  <a:off x="3256" y="6160"/>
                  <a:ext cx="41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38006" name="Group 339">
                <a:extLst>
                  <a:ext uri="{FF2B5EF4-FFF2-40B4-BE49-F238E27FC236}">
                    <a16:creationId xmlns:a16="http://schemas.microsoft.com/office/drawing/2014/main" xmlns="" id="{68DF1F76-FAB8-BBB9-8DBD-01C644E4D7FA}"/>
                  </a:ext>
                </a:extLst>
              </p:cNvPr>
              <p:cNvGrpSpPr>
                <a:grpSpLocks/>
              </p:cNvGrpSpPr>
              <p:nvPr/>
            </p:nvGrpSpPr>
            <p:grpSpPr bwMode="auto">
              <a:xfrm>
                <a:off x="3672" y="6160"/>
                <a:ext cx="441" cy="403"/>
                <a:chOff x="3672" y="6160"/>
                <a:chExt cx="441" cy="403"/>
              </a:xfrm>
            </p:grpSpPr>
            <p:sp>
              <p:nvSpPr>
                <p:cNvPr id="38007" name="Rectangle 115">
                  <a:extLst>
                    <a:ext uri="{FF2B5EF4-FFF2-40B4-BE49-F238E27FC236}">
                      <a16:creationId xmlns:a16="http://schemas.microsoft.com/office/drawing/2014/main" xmlns="" id="{2C0BB49E-DC63-4B6C-C166-63A72E59F7FB}"/>
                    </a:ext>
                  </a:extLst>
                </p:cNvPr>
                <p:cNvSpPr>
                  <a:spLocks noChangeArrowheads="1"/>
                </p:cNvSpPr>
                <p:nvPr/>
              </p:nvSpPr>
              <p:spPr bwMode="auto">
                <a:xfrm>
                  <a:off x="3715" y="6160"/>
                  <a:ext cx="355"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CA" altLang="en-US" sz="1200">
                      <a:latin typeface="Arial" panose="020B0604020202020204" pitchFamily="34" charset="0"/>
                      <a:cs typeface="Arial" panose="020B0604020202020204" pitchFamily="34" charset="0"/>
                    </a:rPr>
                    <a:t>1,10</a:t>
                  </a:r>
                  <a:endParaRPr lang="en-CA" altLang="en-US" sz="1200">
                    <a:ea typeface="Arial Unicode MS"/>
                    <a:cs typeface="Arial Unicode MS"/>
                  </a:endParaRPr>
                </a:p>
                <a:p>
                  <a:endParaRPr lang="en-CA" altLang="en-US"/>
                </a:p>
              </p:txBody>
            </p:sp>
            <p:sp>
              <p:nvSpPr>
                <p:cNvPr id="38008" name="Rectangle 338">
                  <a:extLst>
                    <a:ext uri="{FF2B5EF4-FFF2-40B4-BE49-F238E27FC236}">
                      <a16:creationId xmlns:a16="http://schemas.microsoft.com/office/drawing/2014/main" xmlns="" id="{9701B115-37B7-EE76-036E-C6E18E8A10C9}"/>
                    </a:ext>
                  </a:extLst>
                </p:cNvPr>
                <p:cNvSpPr>
                  <a:spLocks noChangeArrowheads="1"/>
                </p:cNvSpPr>
                <p:nvPr/>
              </p:nvSpPr>
              <p:spPr bwMode="auto">
                <a:xfrm>
                  <a:off x="3672" y="6160"/>
                  <a:ext cx="441"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sp>
          <p:nvSpPr>
            <p:cNvPr id="37894" name="Rectangle 341">
              <a:extLst>
                <a:ext uri="{FF2B5EF4-FFF2-40B4-BE49-F238E27FC236}">
                  <a16:creationId xmlns:a16="http://schemas.microsoft.com/office/drawing/2014/main" xmlns="" id="{4AF351C0-F01B-2D96-EF28-DC9155096735}"/>
                </a:ext>
              </a:extLst>
            </p:cNvPr>
            <p:cNvSpPr>
              <a:spLocks noChangeArrowheads="1"/>
            </p:cNvSpPr>
            <p:nvPr/>
          </p:nvSpPr>
          <p:spPr bwMode="auto">
            <a:xfrm>
              <a:off x="-2" y="-2"/>
              <a:ext cx="4117" cy="6567"/>
            </a:xfrm>
            <a:prstGeom prst="rect">
              <a:avLst/>
            </a:prstGeom>
            <a:noFill/>
            <a:ln w="793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xmlns="" id="{68F60B54-2B85-F639-0283-4A3FB81C0C20}"/>
              </a:ext>
            </a:extLst>
          </p:cNvPr>
          <p:cNvSpPr>
            <a:spLocks noGrp="1" noChangeArrowheads="1"/>
          </p:cNvSpPr>
          <p:nvPr>
            <p:ph type="title"/>
          </p:nvPr>
        </p:nvSpPr>
        <p:spPr/>
        <p:txBody>
          <a:bodyPr/>
          <a:lstStyle/>
          <a:p>
            <a:pPr>
              <a:defRPr/>
            </a:pPr>
            <a:r>
              <a:rPr lang="en-US"/>
              <a:t>Effort Computation (..)</a:t>
            </a:r>
          </a:p>
        </p:txBody>
      </p:sp>
      <p:sp>
        <p:nvSpPr>
          <p:cNvPr id="38915" name="Rectangle 3">
            <a:extLst>
              <a:ext uri="{FF2B5EF4-FFF2-40B4-BE49-F238E27FC236}">
                <a16:creationId xmlns:a16="http://schemas.microsoft.com/office/drawing/2014/main" xmlns="" id="{7E4B3902-AC75-48FF-F9DC-D1FDA5A16C67}"/>
              </a:ext>
            </a:extLst>
          </p:cNvPr>
          <p:cNvSpPr>
            <a:spLocks noGrp="1" noChangeArrowheads="1"/>
          </p:cNvSpPr>
          <p:nvPr>
            <p:ph type="body" idx="1"/>
          </p:nvPr>
        </p:nvSpPr>
        <p:spPr/>
        <p:txBody>
          <a:bodyPr/>
          <a:lstStyle/>
          <a:p>
            <a:pPr>
              <a:buFontTx/>
              <a:buNone/>
            </a:pPr>
            <a:r>
              <a:rPr lang="en-CA" altLang="en-US" sz="2400" b="1">
                <a:cs typeface="Arial" panose="020B0604020202020204" pitchFamily="34" charset="0"/>
              </a:rPr>
              <a:t>Total EAF = </a:t>
            </a:r>
            <a:r>
              <a:rPr lang="en-CA" altLang="en-US" sz="2400">
                <a:cs typeface="Arial" panose="020B0604020202020204" pitchFamily="34" charset="0"/>
              </a:rPr>
              <a:t>Product of the selected factors</a:t>
            </a:r>
            <a:endParaRPr lang="en-CA" altLang="en-US" sz="2400">
              <a:ea typeface="Arial Unicode MS"/>
              <a:cs typeface="Arial Unicode MS"/>
            </a:endParaRPr>
          </a:p>
          <a:p>
            <a:pPr>
              <a:buFontTx/>
              <a:buNone/>
            </a:pPr>
            <a:r>
              <a:rPr lang="en-CA" altLang="en-US" sz="2400" b="1">
                <a:cs typeface="Arial" panose="020B0604020202020204" pitchFamily="34" charset="0"/>
              </a:rPr>
              <a:t> </a:t>
            </a:r>
            <a:endParaRPr lang="en-CA" altLang="en-US" sz="2400">
              <a:ea typeface="Arial Unicode MS"/>
              <a:cs typeface="Arial Unicode MS"/>
            </a:endParaRPr>
          </a:p>
          <a:p>
            <a:pPr>
              <a:buFontTx/>
              <a:buNone/>
            </a:pPr>
            <a:r>
              <a:rPr lang="en-CA" altLang="en-US" sz="2400" b="1">
                <a:cs typeface="Arial" panose="020B0604020202020204" pitchFamily="34" charset="0"/>
              </a:rPr>
              <a:t>	     Adjusted value of Effort: Adjusted Person Months:</a:t>
            </a:r>
            <a:endParaRPr lang="en-CA" altLang="en-US" sz="2400">
              <a:ea typeface="Arial Unicode MS"/>
              <a:cs typeface="Arial Unicode MS"/>
            </a:endParaRPr>
          </a:p>
          <a:p>
            <a:pPr>
              <a:buFontTx/>
              <a:buNone/>
            </a:pPr>
            <a:r>
              <a:rPr lang="en-CA" altLang="en-US" b="1">
                <a:latin typeface="Arial" panose="020B0604020202020204" pitchFamily="34" charset="0"/>
                <a:cs typeface="Arial" panose="020B0604020202020204" pitchFamily="34" charset="0"/>
              </a:rPr>
              <a:t>	     APM = (Total EAF) * PM</a:t>
            </a:r>
            <a:endParaRPr lang="en-CA" altLang="en-US">
              <a:ea typeface="Arial Unicode MS"/>
              <a:cs typeface="Arial Unicode MS"/>
            </a:endParaRPr>
          </a:p>
          <a:p>
            <a:endParaRPr lang="en-US"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xmlns="" id="{347CFDCB-7D27-6CBB-5002-5177A58DFDE7}"/>
              </a:ext>
            </a:extLst>
          </p:cNvPr>
          <p:cNvSpPr>
            <a:spLocks noGrp="1" noChangeArrowheads="1"/>
          </p:cNvSpPr>
          <p:nvPr>
            <p:ph type="title"/>
          </p:nvPr>
        </p:nvSpPr>
        <p:spPr/>
        <p:txBody>
          <a:bodyPr/>
          <a:lstStyle/>
          <a:p>
            <a:pPr>
              <a:defRPr/>
            </a:pPr>
            <a:r>
              <a:rPr lang="en-US"/>
              <a:t>Example</a:t>
            </a:r>
          </a:p>
        </p:txBody>
      </p:sp>
      <p:pic>
        <p:nvPicPr>
          <p:cNvPr id="39939" name="Picture 5" descr="CostEffort13">
            <a:extLst>
              <a:ext uri="{FF2B5EF4-FFF2-40B4-BE49-F238E27FC236}">
                <a16:creationId xmlns:a16="http://schemas.microsoft.com/office/drawing/2014/main" xmlns="" id="{9B59D5DD-7D4C-6DB1-9BA6-7A7D4BC292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1676400"/>
            <a:ext cx="4724400" cy="88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0" name="Picture 7" descr="CostEffort14">
            <a:extLst>
              <a:ext uri="{FF2B5EF4-FFF2-40B4-BE49-F238E27FC236}">
                <a16:creationId xmlns:a16="http://schemas.microsoft.com/office/drawing/2014/main" xmlns="" id="{2B2C1DB5-FE73-F3CF-0197-477921D9D7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34200" y="1600200"/>
            <a:ext cx="3429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1" name="Picture 9" descr="CostEffort15">
            <a:extLst>
              <a:ext uri="{FF2B5EF4-FFF2-40B4-BE49-F238E27FC236}">
                <a16:creationId xmlns:a16="http://schemas.microsoft.com/office/drawing/2014/main" xmlns="" id="{BE5B7D94-52AB-9F2C-E7F1-992A6AE70B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6200" y="3124201"/>
            <a:ext cx="4876800" cy="3465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942" name="Line 10">
            <a:extLst>
              <a:ext uri="{FF2B5EF4-FFF2-40B4-BE49-F238E27FC236}">
                <a16:creationId xmlns:a16="http://schemas.microsoft.com/office/drawing/2014/main" xmlns="" id="{DC7EB6C7-3695-3712-E87A-E744BF604B01}"/>
              </a:ext>
            </a:extLst>
          </p:cNvPr>
          <p:cNvSpPr>
            <a:spLocks noChangeShapeType="1"/>
          </p:cNvSpPr>
          <p:nvPr/>
        </p:nvSpPr>
        <p:spPr bwMode="auto">
          <a:xfrm>
            <a:off x="1752600" y="2895600"/>
            <a:ext cx="8610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GB"/>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xmlns="" id="{7FF402E9-CC53-30BD-9563-9809A3DD7252}"/>
              </a:ext>
            </a:extLst>
          </p:cNvPr>
          <p:cNvSpPr>
            <a:spLocks noGrp="1" noChangeArrowheads="1"/>
          </p:cNvSpPr>
          <p:nvPr>
            <p:ph type="title"/>
          </p:nvPr>
        </p:nvSpPr>
        <p:spPr/>
        <p:txBody>
          <a:bodyPr/>
          <a:lstStyle/>
          <a:p>
            <a:pPr>
              <a:defRPr/>
            </a:pPr>
            <a:r>
              <a:rPr lang="en-US"/>
              <a:t>Software Development Time</a:t>
            </a:r>
          </a:p>
        </p:txBody>
      </p:sp>
      <p:sp>
        <p:nvSpPr>
          <p:cNvPr id="40963" name="Rectangle 3">
            <a:extLst>
              <a:ext uri="{FF2B5EF4-FFF2-40B4-BE49-F238E27FC236}">
                <a16:creationId xmlns:a16="http://schemas.microsoft.com/office/drawing/2014/main" xmlns="" id="{29959DDF-5AD4-CF7B-18BD-1B9C8DA4AB35}"/>
              </a:ext>
            </a:extLst>
          </p:cNvPr>
          <p:cNvSpPr>
            <a:spLocks noGrp="1" noChangeArrowheads="1"/>
          </p:cNvSpPr>
          <p:nvPr>
            <p:ph type="body" idx="1"/>
          </p:nvPr>
        </p:nvSpPr>
        <p:spPr/>
        <p:txBody>
          <a:bodyPr/>
          <a:lstStyle/>
          <a:p>
            <a:r>
              <a:rPr lang="en-CA" altLang="en-US" sz="2400" b="1" u="sng">
                <a:latin typeface="Arial" panose="020B0604020202020204" pitchFamily="34" charset="0"/>
                <a:cs typeface="Arial" panose="020B0604020202020204" pitchFamily="34" charset="0"/>
              </a:rPr>
              <a:t>Development Time Equation Parameter Table:</a:t>
            </a:r>
            <a:r>
              <a:rPr lang="en-CA" altLang="en-US" sz="2400" b="1">
                <a:latin typeface="Arial" panose="020B0604020202020204" pitchFamily="34" charset="0"/>
                <a:cs typeface="Arial" panose="020B0604020202020204" pitchFamily="34" charset="0"/>
              </a:rPr>
              <a:t>	</a:t>
            </a:r>
            <a:endParaRPr lang="en-CA" altLang="en-US" sz="2400">
              <a:ea typeface="Arial Unicode MS"/>
              <a:cs typeface="Arial Unicode MS"/>
            </a:endParaRPr>
          </a:p>
          <a:p>
            <a:pPr>
              <a:buFontTx/>
              <a:buNone/>
            </a:pPr>
            <a:endParaRPr lang="en-CA" altLang="en-US" sz="2400" b="1">
              <a:latin typeface="Arial" panose="020B0604020202020204" pitchFamily="34" charset="0"/>
              <a:cs typeface="Arial" panose="020B0604020202020204" pitchFamily="34" charset="0"/>
            </a:endParaRPr>
          </a:p>
          <a:p>
            <a:pPr>
              <a:buFontTx/>
              <a:buNone/>
            </a:pPr>
            <a:endParaRPr lang="en-CA" altLang="en-US" sz="2400" b="1">
              <a:latin typeface="Arial" panose="020B0604020202020204" pitchFamily="34" charset="0"/>
              <a:cs typeface="Arial" panose="020B0604020202020204" pitchFamily="34" charset="0"/>
            </a:endParaRPr>
          </a:p>
          <a:p>
            <a:pPr>
              <a:buFontTx/>
              <a:buNone/>
            </a:pPr>
            <a:endParaRPr lang="en-CA" altLang="en-US" sz="2400" b="1">
              <a:latin typeface="Arial" panose="020B0604020202020204" pitchFamily="34" charset="0"/>
              <a:cs typeface="Arial" panose="020B0604020202020204" pitchFamily="34" charset="0"/>
            </a:endParaRPr>
          </a:p>
          <a:p>
            <a:pPr>
              <a:buFontTx/>
              <a:buNone/>
            </a:pPr>
            <a:endParaRPr lang="en-CA" altLang="en-US" sz="2400" b="1">
              <a:latin typeface="Arial" panose="020B0604020202020204" pitchFamily="34" charset="0"/>
              <a:cs typeface="Arial" panose="020B0604020202020204" pitchFamily="34" charset="0"/>
            </a:endParaRPr>
          </a:p>
          <a:p>
            <a:pPr>
              <a:buFontTx/>
              <a:buNone/>
            </a:pPr>
            <a:r>
              <a:rPr lang="en-CA" altLang="en-US" sz="2400">
                <a:latin typeface="Arial" panose="020B0604020202020204" pitchFamily="34" charset="0"/>
                <a:cs typeface="Arial" panose="020B0604020202020204" pitchFamily="34" charset="0"/>
              </a:rPr>
              <a:t> Development Time,</a:t>
            </a:r>
            <a:r>
              <a:rPr lang="en-CA" altLang="en-US" sz="2400" b="1">
                <a:latin typeface="Arial" panose="020B0604020202020204" pitchFamily="34" charset="0"/>
                <a:cs typeface="Arial" panose="020B0604020202020204" pitchFamily="34" charset="0"/>
              </a:rPr>
              <a:t> 	TDEV = C * (APM **D)</a:t>
            </a:r>
            <a:r>
              <a:rPr lang="en-US" altLang="en-US" sz="2400"/>
              <a:t> </a:t>
            </a:r>
          </a:p>
          <a:p>
            <a:pPr>
              <a:buFontTx/>
              <a:buNone/>
            </a:pPr>
            <a:endParaRPr lang="en-US" altLang="en-US" sz="2400"/>
          </a:p>
          <a:p>
            <a:pPr>
              <a:buFontTx/>
              <a:buNone/>
            </a:pPr>
            <a:r>
              <a:rPr lang="en-CA" altLang="en-US" sz="2400">
                <a:latin typeface="Arial" panose="020B0604020202020204" pitchFamily="34" charset="0"/>
                <a:ea typeface="Arial Unicode MS"/>
                <a:cs typeface="Arial Unicode MS"/>
              </a:rPr>
              <a:t>Number of Personnel</a:t>
            </a:r>
            <a:r>
              <a:rPr lang="en-CA" altLang="en-US" sz="2400" b="1">
                <a:latin typeface="Arial" panose="020B0604020202020204" pitchFamily="34" charset="0"/>
                <a:ea typeface="Arial Unicode MS"/>
                <a:cs typeface="Arial Unicode MS"/>
              </a:rPr>
              <a:t>, 	NP = APM / TDEV</a:t>
            </a:r>
          </a:p>
          <a:p>
            <a:pPr>
              <a:buFontTx/>
              <a:buNone/>
            </a:pPr>
            <a:endParaRPr lang="en-US" altLang="en-US" sz="2400"/>
          </a:p>
          <a:p>
            <a:endParaRPr lang="en-US" altLang="en-US" sz="2400"/>
          </a:p>
        </p:txBody>
      </p:sp>
      <p:graphicFrame>
        <p:nvGraphicFramePr>
          <p:cNvPr id="44038" name="Group 6">
            <a:extLst>
              <a:ext uri="{FF2B5EF4-FFF2-40B4-BE49-F238E27FC236}">
                <a16:creationId xmlns:a16="http://schemas.microsoft.com/office/drawing/2014/main" xmlns="" id="{D7D6EC24-89D5-DE3D-0022-27AB247C46DE}"/>
              </a:ext>
            </a:extLst>
          </p:cNvPr>
          <p:cNvGraphicFramePr>
            <a:graphicFrameLocks noGrp="1"/>
          </p:cNvGraphicFramePr>
          <p:nvPr/>
        </p:nvGraphicFramePr>
        <p:xfrm>
          <a:off x="3276600" y="2590800"/>
          <a:ext cx="4800600" cy="1406526"/>
        </p:xfrm>
        <a:graphic>
          <a:graphicData uri="http://schemas.openxmlformats.org/drawingml/2006/table">
            <a:tbl>
              <a:tblPr/>
              <a:tblGrid>
                <a:gridCol w="1200150">
                  <a:extLst>
                    <a:ext uri="{9D8B030D-6E8A-4147-A177-3AD203B41FA5}">
                      <a16:colId xmlns:a16="http://schemas.microsoft.com/office/drawing/2014/main" xmlns="" val="20000"/>
                    </a:ext>
                  </a:extLst>
                </a:gridCol>
                <a:gridCol w="1200150">
                  <a:extLst>
                    <a:ext uri="{9D8B030D-6E8A-4147-A177-3AD203B41FA5}">
                      <a16:colId xmlns:a16="http://schemas.microsoft.com/office/drawing/2014/main" xmlns="" val="20001"/>
                    </a:ext>
                  </a:extLst>
                </a:gridCol>
                <a:gridCol w="1200150">
                  <a:extLst>
                    <a:ext uri="{9D8B030D-6E8A-4147-A177-3AD203B41FA5}">
                      <a16:colId xmlns:a16="http://schemas.microsoft.com/office/drawing/2014/main" xmlns="" val="20002"/>
                    </a:ext>
                  </a:extLst>
                </a:gridCol>
                <a:gridCol w="1200150">
                  <a:extLst>
                    <a:ext uri="{9D8B030D-6E8A-4147-A177-3AD203B41FA5}">
                      <a16:colId xmlns:a16="http://schemas.microsoft.com/office/drawing/2014/main" xmlns="" val="20003"/>
                    </a:ext>
                  </a:extLst>
                </a:gridCol>
              </a:tblGrid>
              <a:tr h="6096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700" b="1" i="0" u="none" strike="noStrike" cap="none" normalizeH="0" baseline="0">
                          <a:ln>
                            <a:noFill/>
                          </a:ln>
                          <a:solidFill>
                            <a:schemeClr val="tx1"/>
                          </a:solidFill>
                          <a:effectLst/>
                          <a:latin typeface="Times New Roman" pitchFamily="18" charset="0"/>
                        </a:rPr>
                        <a:t>Parameter</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1" i="0" u="none" strike="noStrike" cap="none" normalizeH="0" baseline="0">
                          <a:ln>
                            <a:noFill/>
                          </a:ln>
                          <a:solidFill>
                            <a:schemeClr val="tx1"/>
                          </a:solidFill>
                          <a:effectLst/>
                          <a:latin typeface="Times New Roman" pitchFamily="18" charset="0"/>
                        </a:rPr>
                        <a:t>Organic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1" i="0" u="none" strike="noStrike" cap="none" normalizeH="0" baseline="0">
                          <a:ln>
                            <a:noFill/>
                          </a:ln>
                          <a:solidFill>
                            <a:schemeClr val="tx1"/>
                          </a:solidFill>
                          <a:effectLst/>
                          <a:latin typeface="Times New Roman" pitchFamily="18" charset="0"/>
                        </a:rPr>
                        <a:t>Semi-detached</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1" i="0" u="none" strike="noStrike" cap="none" normalizeH="0" baseline="0">
                          <a:ln>
                            <a:noFill/>
                          </a:ln>
                          <a:solidFill>
                            <a:schemeClr val="tx1"/>
                          </a:solidFill>
                          <a:effectLst/>
                          <a:latin typeface="Times New Roman" pitchFamily="18" charset="0"/>
                        </a:rPr>
                        <a:t>Embedded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0"/>
                  </a:ext>
                </a:extLst>
              </a:tr>
              <a:tr h="3984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700" b="1" i="1" u="none" strike="noStrike" cap="none" normalizeH="0" baseline="0">
                          <a:ln>
                            <a:noFill/>
                          </a:ln>
                          <a:solidFill>
                            <a:schemeClr val="tx1"/>
                          </a:solidFill>
                          <a:effectLst/>
                          <a:latin typeface="Times New Roman" pitchFamily="18" charset="0"/>
                        </a:rPr>
                        <a:t>C</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2.5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2.5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2.5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1"/>
                  </a:ext>
                </a:extLst>
              </a:tr>
              <a:tr h="3984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700" b="1" i="1" u="none" strike="noStrike" cap="none" normalizeH="0" baseline="0">
                          <a:ln>
                            <a:noFill/>
                          </a:ln>
                          <a:solidFill>
                            <a:schemeClr val="tx1"/>
                          </a:solidFill>
                          <a:effectLst/>
                          <a:latin typeface="Times New Roman" pitchFamily="18" charset="0"/>
                        </a:rPr>
                        <a:t>D</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0.38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0.35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700" b="0" i="0" u="none" strike="noStrike" cap="none" normalizeH="0" baseline="0">
                          <a:ln>
                            <a:noFill/>
                          </a:ln>
                          <a:solidFill>
                            <a:schemeClr val="tx1"/>
                          </a:solidFill>
                          <a:effectLst/>
                          <a:latin typeface="Times New Roman" pitchFamily="18" charset="0"/>
                        </a:rPr>
                        <a:t>0.32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2"/>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xmlns="" id="{2702EDFB-D827-5D78-0723-795B30D7F8A2}"/>
              </a:ext>
            </a:extLst>
          </p:cNvPr>
          <p:cNvSpPr>
            <a:spLocks noGrp="1" noChangeArrowheads="1"/>
          </p:cNvSpPr>
          <p:nvPr>
            <p:ph type="title"/>
          </p:nvPr>
        </p:nvSpPr>
        <p:spPr/>
        <p:txBody>
          <a:bodyPr/>
          <a:lstStyle/>
          <a:p>
            <a:pPr>
              <a:defRPr/>
            </a:pPr>
            <a:r>
              <a:rPr lang="en-US"/>
              <a:t>Distribution of Effort</a:t>
            </a:r>
          </a:p>
        </p:txBody>
      </p:sp>
      <p:sp>
        <p:nvSpPr>
          <p:cNvPr id="41987" name="Rectangle 3">
            <a:extLst>
              <a:ext uri="{FF2B5EF4-FFF2-40B4-BE49-F238E27FC236}">
                <a16:creationId xmlns:a16="http://schemas.microsoft.com/office/drawing/2014/main" xmlns="" id="{573CDE73-C7D9-3B1A-C845-30E9FAEE0BD4}"/>
              </a:ext>
            </a:extLst>
          </p:cNvPr>
          <p:cNvSpPr>
            <a:spLocks noGrp="1" noChangeArrowheads="1"/>
          </p:cNvSpPr>
          <p:nvPr>
            <p:ph type="body" idx="1"/>
          </p:nvPr>
        </p:nvSpPr>
        <p:spPr/>
        <p:txBody>
          <a:bodyPr/>
          <a:lstStyle/>
          <a:p>
            <a:r>
              <a:rPr lang="en-CA" altLang="en-US">
                <a:latin typeface="Arial" panose="020B0604020202020204" pitchFamily="34" charset="0"/>
                <a:cs typeface="Arial" panose="020B0604020202020204" pitchFamily="34" charset="0"/>
              </a:rPr>
              <a:t>A development process typically consists of the following stages:</a:t>
            </a:r>
            <a:endParaRPr lang="en-CA" altLang="en-US">
              <a:ea typeface="Arial Unicode MS"/>
              <a:cs typeface="Arial Unicode MS"/>
            </a:endParaRPr>
          </a:p>
          <a:p>
            <a:r>
              <a:rPr lang="en-CA" altLang="en-US" sz="2400">
                <a:ea typeface="Arial Unicode MS"/>
                <a:cs typeface="Arial Unicode MS"/>
              </a:rPr>
              <a:t>-</a:t>
            </a:r>
            <a:r>
              <a:rPr lang="en-CA" altLang="en-US" sz="2400">
                <a:cs typeface="Times New Roman" panose="02020603050405020304" pitchFamily="18" charset="0"/>
              </a:rPr>
              <a:t>         </a:t>
            </a:r>
            <a:r>
              <a:rPr lang="en-CA" altLang="en-US" sz="2400" b="1">
                <a:latin typeface="Arial" panose="020B0604020202020204" pitchFamily="34" charset="0"/>
                <a:cs typeface="Arial" panose="020B0604020202020204" pitchFamily="34" charset="0"/>
              </a:rPr>
              <a:t>Requirements Analysis</a:t>
            </a:r>
            <a:endParaRPr lang="en-CA" altLang="en-US" sz="2400">
              <a:ea typeface="Arial Unicode MS"/>
              <a:cs typeface="Arial Unicode MS"/>
            </a:endParaRPr>
          </a:p>
          <a:p>
            <a:r>
              <a:rPr lang="en-CA" altLang="en-US" sz="2400">
                <a:ea typeface="Arial Unicode MS"/>
                <a:cs typeface="Arial Unicode MS"/>
              </a:rPr>
              <a:t>-</a:t>
            </a:r>
            <a:r>
              <a:rPr lang="en-CA" altLang="en-US" sz="2400">
                <a:cs typeface="Times New Roman" panose="02020603050405020304" pitchFamily="18" charset="0"/>
              </a:rPr>
              <a:t>         </a:t>
            </a:r>
            <a:r>
              <a:rPr lang="en-CA" altLang="en-US" sz="2400" b="1">
                <a:latin typeface="Arial" panose="020B0604020202020204" pitchFamily="34" charset="0"/>
                <a:cs typeface="Arial" panose="020B0604020202020204" pitchFamily="34" charset="0"/>
              </a:rPr>
              <a:t>Design (High Level + Detailed)</a:t>
            </a:r>
            <a:endParaRPr lang="en-CA" altLang="en-US" sz="2400">
              <a:ea typeface="Arial Unicode MS"/>
              <a:cs typeface="Arial Unicode MS"/>
            </a:endParaRPr>
          </a:p>
          <a:p>
            <a:r>
              <a:rPr lang="en-CA" altLang="en-US" sz="2400">
                <a:ea typeface="Arial Unicode MS"/>
                <a:cs typeface="Arial Unicode MS"/>
              </a:rPr>
              <a:t>-</a:t>
            </a:r>
            <a:r>
              <a:rPr lang="en-CA" altLang="en-US" sz="2400">
                <a:cs typeface="Times New Roman" panose="02020603050405020304" pitchFamily="18" charset="0"/>
              </a:rPr>
              <a:t>         </a:t>
            </a:r>
            <a:r>
              <a:rPr lang="en-CA" altLang="en-US" sz="2400" b="1">
                <a:latin typeface="Arial" panose="020B0604020202020204" pitchFamily="34" charset="0"/>
                <a:cs typeface="Arial" panose="020B0604020202020204" pitchFamily="34" charset="0"/>
              </a:rPr>
              <a:t>Implementation &amp; Coding</a:t>
            </a:r>
            <a:endParaRPr lang="en-CA" altLang="en-US" sz="2400">
              <a:ea typeface="Arial Unicode MS"/>
              <a:cs typeface="Arial Unicode MS"/>
            </a:endParaRPr>
          </a:p>
          <a:p>
            <a:r>
              <a:rPr lang="en-CA" altLang="en-US" sz="2400">
                <a:ea typeface="Arial Unicode MS"/>
                <a:cs typeface="Arial Unicode MS"/>
              </a:rPr>
              <a:t>-</a:t>
            </a:r>
            <a:r>
              <a:rPr lang="en-CA" altLang="en-US" sz="2400">
                <a:cs typeface="Times New Roman" panose="02020603050405020304" pitchFamily="18" charset="0"/>
              </a:rPr>
              <a:t>         </a:t>
            </a:r>
            <a:r>
              <a:rPr lang="en-CA" altLang="en-US" sz="2400" b="1">
                <a:latin typeface="Arial" panose="020B0604020202020204" pitchFamily="34" charset="0"/>
                <a:cs typeface="Arial" panose="020B0604020202020204" pitchFamily="34" charset="0"/>
              </a:rPr>
              <a:t>Testing (Unit + Integration)</a:t>
            </a:r>
            <a:endParaRPr lang="en-CA" altLang="en-US" sz="2400">
              <a:ea typeface="Arial Unicode MS"/>
              <a:cs typeface="Arial Unicode MS"/>
            </a:endParaRPr>
          </a:p>
          <a:p>
            <a:endParaRPr lang="en-US" altLang="en-US" sz="24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xmlns="" id="{5D6102C3-A3E5-A075-A7C9-FD48FE3F8F0C}"/>
              </a:ext>
            </a:extLst>
          </p:cNvPr>
          <p:cNvSpPr>
            <a:spLocks noGrp="1" noChangeArrowheads="1"/>
          </p:cNvSpPr>
          <p:nvPr>
            <p:ph type="title"/>
          </p:nvPr>
        </p:nvSpPr>
        <p:spPr/>
        <p:txBody>
          <a:bodyPr/>
          <a:lstStyle/>
          <a:p>
            <a:pPr>
              <a:defRPr/>
            </a:pPr>
            <a:r>
              <a:rPr lang="en-US"/>
              <a:t>Distribution of Effort (.)</a:t>
            </a:r>
          </a:p>
        </p:txBody>
      </p:sp>
      <p:sp>
        <p:nvSpPr>
          <p:cNvPr id="43011" name="Rectangle 3">
            <a:extLst>
              <a:ext uri="{FF2B5EF4-FFF2-40B4-BE49-F238E27FC236}">
                <a16:creationId xmlns:a16="http://schemas.microsoft.com/office/drawing/2014/main" xmlns="" id="{73326E04-F703-E2FA-6312-B57AE2A5E24A}"/>
              </a:ext>
            </a:extLst>
          </p:cNvPr>
          <p:cNvSpPr>
            <a:spLocks noGrp="1" noChangeArrowheads="1"/>
          </p:cNvSpPr>
          <p:nvPr>
            <p:ph type="body" idx="1"/>
          </p:nvPr>
        </p:nvSpPr>
        <p:spPr/>
        <p:txBody>
          <a:bodyPr/>
          <a:lstStyle/>
          <a:p>
            <a:pPr>
              <a:buFontTx/>
              <a:buNone/>
            </a:pPr>
            <a:r>
              <a:rPr lang="en-CA" altLang="en-US" sz="2000">
                <a:latin typeface="Arial" panose="020B0604020202020204" pitchFamily="34" charset="0"/>
                <a:ea typeface="Arial Unicode MS"/>
                <a:cs typeface="Arial Unicode MS"/>
              </a:rPr>
              <a:t>The following table gives the recommended </a:t>
            </a:r>
            <a:r>
              <a:rPr lang="en-CA" altLang="en-US" sz="2000" b="1">
                <a:latin typeface="Arial" panose="020B0604020202020204" pitchFamily="34" charset="0"/>
                <a:ea typeface="Arial Unicode MS"/>
                <a:cs typeface="Arial Unicode MS"/>
              </a:rPr>
              <a:t>percentage distribution of Effort (APM) </a:t>
            </a:r>
            <a:r>
              <a:rPr lang="en-CA" altLang="en-US" sz="2000">
                <a:latin typeface="Arial" panose="020B0604020202020204" pitchFamily="34" charset="0"/>
                <a:ea typeface="Arial Unicode MS"/>
                <a:cs typeface="Arial Unicode MS"/>
              </a:rPr>
              <a:t>and </a:t>
            </a:r>
            <a:r>
              <a:rPr lang="en-CA" altLang="en-US" sz="2000" b="1">
                <a:latin typeface="Arial" panose="020B0604020202020204" pitchFamily="34" charset="0"/>
                <a:ea typeface="Arial Unicode MS"/>
                <a:cs typeface="Arial Unicode MS"/>
              </a:rPr>
              <a:t>TDEV</a:t>
            </a:r>
            <a:r>
              <a:rPr lang="en-CA" altLang="en-US" sz="2000">
                <a:latin typeface="Arial" panose="020B0604020202020204" pitchFamily="34" charset="0"/>
                <a:ea typeface="Arial Unicode MS"/>
                <a:cs typeface="Arial Unicode MS"/>
              </a:rPr>
              <a:t> for these stages:</a:t>
            </a:r>
          </a:p>
          <a:p>
            <a:pPr>
              <a:buFontTx/>
              <a:buNone/>
            </a:pPr>
            <a:r>
              <a:rPr lang="en-CA" altLang="en-US" sz="2000" b="1">
                <a:latin typeface="Arial" panose="020B0604020202020204" pitchFamily="34" charset="0"/>
                <a:cs typeface="Arial" panose="020B0604020202020204" pitchFamily="34" charset="0"/>
              </a:rPr>
              <a:t> </a:t>
            </a:r>
            <a:endParaRPr lang="en-CA" altLang="en-US" sz="2000">
              <a:ea typeface="Arial Unicode MS"/>
              <a:cs typeface="Arial Unicode MS"/>
            </a:endParaRPr>
          </a:p>
          <a:p>
            <a:pPr>
              <a:buFontTx/>
              <a:buNone/>
            </a:pPr>
            <a:r>
              <a:rPr lang="en-CA" altLang="en-US" sz="2000" b="1" u="sng">
                <a:latin typeface="Arial" panose="020B0604020202020204" pitchFamily="34" charset="0"/>
                <a:cs typeface="Arial" panose="020B0604020202020204" pitchFamily="34" charset="0"/>
              </a:rPr>
              <a:t>Percentage Distribution of Effort and Time Table:</a:t>
            </a:r>
          </a:p>
        </p:txBody>
      </p:sp>
      <p:grpSp>
        <p:nvGrpSpPr>
          <p:cNvPr id="43012" name="Group 60">
            <a:extLst>
              <a:ext uri="{FF2B5EF4-FFF2-40B4-BE49-F238E27FC236}">
                <a16:creationId xmlns:a16="http://schemas.microsoft.com/office/drawing/2014/main" xmlns="" id="{E3B3037C-2AFC-04C4-AB4D-517F2C0626D8}"/>
              </a:ext>
            </a:extLst>
          </p:cNvPr>
          <p:cNvGrpSpPr>
            <a:grpSpLocks/>
          </p:cNvGrpSpPr>
          <p:nvPr/>
        </p:nvGrpSpPr>
        <p:grpSpPr bwMode="auto">
          <a:xfrm>
            <a:off x="2590801" y="3657600"/>
            <a:ext cx="5726113" cy="1143000"/>
            <a:chOff x="-2" y="-2"/>
            <a:chExt cx="3607" cy="1443"/>
          </a:xfrm>
        </p:grpSpPr>
        <p:grpSp>
          <p:nvGrpSpPr>
            <p:cNvPr id="43013" name="Group 58">
              <a:extLst>
                <a:ext uri="{FF2B5EF4-FFF2-40B4-BE49-F238E27FC236}">
                  <a16:creationId xmlns:a16="http://schemas.microsoft.com/office/drawing/2014/main" xmlns="" id="{625EB2C7-0E4A-0A5C-4DF8-3F0334BC525C}"/>
                </a:ext>
              </a:extLst>
            </p:cNvPr>
            <p:cNvGrpSpPr>
              <a:grpSpLocks/>
            </p:cNvGrpSpPr>
            <p:nvPr/>
          </p:nvGrpSpPr>
          <p:grpSpPr bwMode="auto">
            <a:xfrm>
              <a:off x="0" y="0"/>
              <a:ext cx="3603" cy="1439"/>
              <a:chOff x="0" y="0"/>
              <a:chExt cx="3603" cy="1439"/>
            </a:xfrm>
          </p:grpSpPr>
          <p:grpSp>
            <p:nvGrpSpPr>
              <p:cNvPr id="43015" name="Group 23">
                <a:extLst>
                  <a:ext uri="{FF2B5EF4-FFF2-40B4-BE49-F238E27FC236}">
                    <a16:creationId xmlns:a16="http://schemas.microsoft.com/office/drawing/2014/main" xmlns="" id="{1504CCF9-0938-AFB5-CAFC-20ABE0A75563}"/>
                  </a:ext>
                </a:extLst>
              </p:cNvPr>
              <p:cNvGrpSpPr>
                <a:grpSpLocks/>
              </p:cNvGrpSpPr>
              <p:nvPr/>
            </p:nvGrpSpPr>
            <p:grpSpPr bwMode="auto">
              <a:xfrm>
                <a:off x="0" y="0"/>
                <a:ext cx="458" cy="633"/>
                <a:chOff x="0" y="0"/>
                <a:chExt cx="458" cy="633"/>
              </a:xfrm>
            </p:grpSpPr>
            <p:sp>
              <p:nvSpPr>
                <p:cNvPr id="43067" name="Rectangle 4">
                  <a:extLst>
                    <a:ext uri="{FF2B5EF4-FFF2-40B4-BE49-F238E27FC236}">
                      <a16:creationId xmlns:a16="http://schemas.microsoft.com/office/drawing/2014/main" xmlns="" id="{A3E23131-FA4C-73F2-499C-561E52D00FEC}"/>
                    </a:ext>
                  </a:extLst>
                </p:cNvPr>
                <p:cNvSpPr>
                  <a:spLocks noChangeArrowheads="1"/>
                </p:cNvSpPr>
                <p:nvPr/>
              </p:nvSpPr>
              <p:spPr bwMode="auto">
                <a:xfrm>
                  <a:off x="43" y="0"/>
                  <a:ext cx="372"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
                  </a:r>
                  <a:br>
                    <a:rPr lang="en-CA" altLang="en-US" sz="1200" b="1">
                      <a:latin typeface="Arial" panose="020B0604020202020204" pitchFamily="34" charset="0"/>
                      <a:cs typeface="Arial" panose="020B0604020202020204" pitchFamily="34" charset="0"/>
                    </a:rPr>
                  </a:br>
                  <a:r>
                    <a:rPr lang="en-CA" altLang="en-US" sz="1200" b="1">
                      <a:latin typeface="Arial" panose="020B0604020202020204" pitchFamily="34" charset="0"/>
                      <a:cs typeface="Arial" panose="020B0604020202020204" pitchFamily="34" charset="0"/>
                    </a:rPr>
                    <a:t/>
                  </a:r>
                  <a:br>
                    <a:rPr lang="en-CA" altLang="en-US" sz="1200" b="1">
                      <a:latin typeface="Arial" panose="020B0604020202020204" pitchFamily="34" charset="0"/>
                      <a:cs typeface="Arial" panose="020B0604020202020204" pitchFamily="34" charset="0"/>
                    </a:rPr>
                  </a:br>
                  <a:endParaRPr lang="en-CA" altLang="en-US" sz="1200">
                    <a:ea typeface="Arial Unicode MS"/>
                    <a:cs typeface="Arial Unicode MS"/>
                  </a:endParaRPr>
                </a:p>
                <a:p>
                  <a:pPr algn="ctr"/>
                  <a:endParaRPr lang="en-CA" altLang="en-US"/>
                </a:p>
              </p:txBody>
            </p:sp>
            <p:sp>
              <p:nvSpPr>
                <p:cNvPr id="43068" name="Rectangle 22">
                  <a:extLst>
                    <a:ext uri="{FF2B5EF4-FFF2-40B4-BE49-F238E27FC236}">
                      <a16:creationId xmlns:a16="http://schemas.microsoft.com/office/drawing/2014/main" xmlns="" id="{959FB99B-9B7B-147B-5F3E-BBB8647A6DD9}"/>
                    </a:ext>
                  </a:extLst>
                </p:cNvPr>
                <p:cNvSpPr>
                  <a:spLocks noChangeArrowheads="1"/>
                </p:cNvSpPr>
                <p:nvPr/>
              </p:nvSpPr>
              <p:spPr bwMode="auto">
                <a:xfrm>
                  <a:off x="0" y="0"/>
                  <a:ext cx="458"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16" name="Group 25">
                <a:extLst>
                  <a:ext uri="{FF2B5EF4-FFF2-40B4-BE49-F238E27FC236}">
                    <a16:creationId xmlns:a16="http://schemas.microsoft.com/office/drawing/2014/main" xmlns="" id="{59A9A116-2B44-4332-A3C2-9415BD1A617F}"/>
                  </a:ext>
                </a:extLst>
              </p:cNvPr>
              <p:cNvGrpSpPr>
                <a:grpSpLocks/>
              </p:cNvGrpSpPr>
              <p:nvPr/>
            </p:nvGrpSpPr>
            <p:grpSpPr bwMode="auto">
              <a:xfrm>
                <a:off x="458" y="0"/>
                <a:ext cx="596" cy="633"/>
                <a:chOff x="458" y="0"/>
                <a:chExt cx="596" cy="633"/>
              </a:xfrm>
            </p:grpSpPr>
            <p:sp>
              <p:nvSpPr>
                <p:cNvPr id="43065" name="Rectangle 5">
                  <a:extLst>
                    <a:ext uri="{FF2B5EF4-FFF2-40B4-BE49-F238E27FC236}">
                      <a16:creationId xmlns:a16="http://schemas.microsoft.com/office/drawing/2014/main" xmlns="" id="{3B87ADEA-1F00-DBE5-CED1-CFECAD6CC9EE}"/>
                    </a:ext>
                  </a:extLst>
                </p:cNvPr>
                <p:cNvSpPr>
                  <a:spLocks noChangeArrowheads="1"/>
                </p:cNvSpPr>
                <p:nvPr/>
              </p:nvSpPr>
              <p:spPr bwMode="auto">
                <a:xfrm>
                  <a:off x="501" y="0"/>
                  <a:ext cx="510"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Req </a:t>
                  </a:r>
                  <a:br>
                    <a:rPr lang="en-CA" altLang="en-US" sz="1200" b="1">
                      <a:latin typeface="Arial" panose="020B0604020202020204" pitchFamily="34" charset="0"/>
                      <a:cs typeface="Arial" panose="020B0604020202020204" pitchFamily="34" charset="0"/>
                    </a:rPr>
                  </a:br>
                  <a:r>
                    <a:rPr lang="en-CA" altLang="en-US" sz="1200" b="1">
                      <a:latin typeface="Arial" panose="020B0604020202020204" pitchFamily="34" charset="0"/>
                      <a:cs typeface="Arial" panose="020B0604020202020204" pitchFamily="34" charset="0"/>
                    </a:rPr>
                    <a:t>Analysis</a:t>
                  </a:r>
                  <a:endParaRPr lang="en-CA" altLang="en-US" sz="1200">
                    <a:ea typeface="Arial Unicode MS"/>
                    <a:cs typeface="Arial Unicode MS"/>
                  </a:endParaRPr>
                </a:p>
                <a:p>
                  <a:pPr algn="ctr"/>
                  <a:endParaRPr lang="en-CA" altLang="en-US"/>
                </a:p>
              </p:txBody>
            </p:sp>
            <p:sp>
              <p:nvSpPr>
                <p:cNvPr id="43066" name="Rectangle 24">
                  <a:extLst>
                    <a:ext uri="{FF2B5EF4-FFF2-40B4-BE49-F238E27FC236}">
                      <a16:creationId xmlns:a16="http://schemas.microsoft.com/office/drawing/2014/main" xmlns="" id="{5B268C9E-9EC4-C08F-F585-83C3DEAFAF3C}"/>
                    </a:ext>
                  </a:extLst>
                </p:cNvPr>
                <p:cNvSpPr>
                  <a:spLocks noChangeArrowheads="1"/>
                </p:cNvSpPr>
                <p:nvPr/>
              </p:nvSpPr>
              <p:spPr bwMode="auto">
                <a:xfrm>
                  <a:off x="458" y="0"/>
                  <a:ext cx="596"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17" name="Group 27">
                <a:extLst>
                  <a:ext uri="{FF2B5EF4-FFF2-40B4-BE49-F238E27FC236}">
                    <a16:creationId xmlns:a16="http://schemas.microsoft.com/office/drawing/2014/main" xmlns="" id="{2593602F-86CE-BBBB-F3C6-93170CC91203}"/>
                  </a:ext>
                </a:extLst>
              </p:cNvPr>
              <p:cNvGrpSpPr>
                <a:grpSpLocks/>
              </p:cNvGrpSpPr>
              <p:nvPr/>
            </p:nvGrpSpPr>
            <p:grpSpPr bwMode="auto">
              <a:xfrm>
                <a:off x="1054" y="0"/>
                <a:ext cx="647" cy="633"/>
                <a:chOff x="1054" y="0"/>
                <a:chExt cx="647" cy="633"/>
              </a:xfrm>
            </p:grpSpPr>
            <p:sp>
              <p:nvSpPr>
                <p:cNvPr id="43063" name="Rectangle 6">
                  <a:extLst>
                    <a:ext uri="{FF2B5EF4-FFF2-40B4-BE49-F238E27FC236}">
                      <a16:creationId xmlns:a16="http://schemas.microsoft.com/office/drawing/2014/main" xmlns="" id="{222A7202-88AB-3763-FF67-A04B9DD612F7}"/>
                    </a:ext>
                  </a:extLst>
                </p:cNvPr>
                <p:cNvSpPr>
                  <a:spLocks noChangeArrowheads="1"/>
                </p:cNvSpPr>
                <p:nvPr/>
              </p:nvSpPr>
              <p:spPr bwMode="auto">
                <a:xfrm>
                  <a:off x="1097" y="0"/>
                  <a:ext cx="561"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Design, </a:t>
                  </a:r>
                  <a:br>
                    <a:rPr lang="en-CA" altLang="en-US" sz="1200" b="1">
                      <a:latin typeface="Arial" panose="020B0604020202020204" pitchFamily="34" charset="0"/>
                      <a:cs typeface="Arial" panose="020B0604020202020204" pitchFamily="34" charset="0"/>
                    </a:rPr>
                  </a:br>
                  <a:r>
                    <a:rPr lang="en-CA" altLang="en-US" sz="1200" b="1">
                      <a:latin typeface="Arial" panose="020B0604020202020204" pitchFamily="34" charset="0"/>
                      <a:cs typeface="Arial" panose="020B0604020202020204" pitchFamily="34" charset="0"/>
                    </a:rPr>
                    <a:t>HLD + DD</a:t>
                  </a:r>
                  <a:endParaRPr lang="en-CA" altLang="en-US" sz="1200">
                    <a:ea typeface="Arial Unicode MS"/>
                    <a:cs typeface="Arial Unicode MS"/>
                  </a:endParaRPr>
                </a:p>
                <a:p>
                  <a:pPr algn="ctr"/>
                  <a:endParaRPr lang="en-CA" altLang="en-US"/>
                </a:p>
              </p:txBody>
            </p:sp>
            <p:sp>
              <p:nvSpPr>
                <p:cNvPr id="43064" name="Rectangle 26">
                  <a:extLst>
                    <a:ext uri="{FF2B5EF4-FFF2-40B4-BE49-F238E27FC236}">
                      <a16:creationId xmlns:a16="http://schemas.microsoft.com/office/drawing/2014/main" xmlns="" id="{140F5CA3-AF8F-8C07-A4D4-C1335E778B04}"/>
                    </a:ext>
                  </a:extLst>
                </p:cNvPr>
                <p:cNvSpPr>
                  <a:spLocks noChangeArrowheads="1"/>
                </p:cNvSpPr>
                <p:nvPr/>
              </p:nvSpPr>
              <p:spPr bwMode="auto">
                <a:xfrm>
                  <a:off x="1054" y="0"/>
                  <a:ext cx="647"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18" name="Group 29">
                <a:extLst>
                  <a:ext uri="{FF2B5EF4-FFF2-40B4-BE49-F238E27FC236}">
                    <a16:creationId xmlns:a16="http://schemas.microsoft.com/office/drawing/2014/main" xmlns="" id="{26C0B2A5-5F08-C2AD-14E0-08A93B8CE972}"/>
                  </a:ext>
                </a:extLst>
              </p:cNvPr>
              <p:cNvGrpSpPr>
                <a:grpSpLocks/>
              </p:cNvGrpSpPr>
              <p:nvPr/>
            </p:nvGrpSpPr>
            <p:grpSpPr bwMode="auto">
              <a:xfrm>
                <a:off x="1701" y="0"/>
                <a:ext cx="912" cy="633"/>
                <a:chOff x="1701" y="0"/>
                <a:chExt cx="912" cy="633"/>
              </a:xfrm>
            </p:grpSpPr>
            <p:sp>
              <p:nvSpPr>
                <p:cNvPr id="43061" name="Rectangle 7">
                  <a:extLst>
                    <a:ext uri="{FF2B5EF4-FFF2-40B4-BE49-F238E27FC236}">
                      <a16:creationId xmlns:a16="http://schemas.microsoft.com/office/drawing/2014/main" xmlns="" id="{065F0938-049F-D9F5-E5C6-A8D59D4E4540}"/>
                    </a:ext>
                  </a:extLst>
                </p:cNvPr>
                <p:cNvSpPr>
                  <a:spLocks noChangeArrowheads="1"/>
                </p:cNvSpPr>
                <p:nvPr/>
              </p:nvSpPr>
              <p:spPr bwMode="auto">
                <a:xfrm>
                  <a:off x="1744" y="0"/>
                  <a:ext cx="826"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Implementation</a:t>
                  </a:r>
                  <a:endParaRPr lang="en-CA" altLang="en-US" sz="1200">
                    <a:ea typeface="Arial Unicode MS"/>
                    <a:cs typeface="Arial Unicode MS"/>
                  </a:endParaRPr>
                </a:p>
                <a:p>
                  <a:pPr algn="ctr"/>
                  <a:endParaRPr lang="en-CA" altLang="en-US"/>
                </a:p>
              </p:txBody>
            </p:sp>
            <p:sp>
              <p:nvSpPr>
                <p:cNvPr id="43062" name="Rectangle 28">
                  <a:extLst>
                    <a:ext uri="{FF2B5EF4-FFF2-40B4-BE49-F238E27FC236}">
                      <a16:creationId xmlns:a16="http://schemas.microsoft.com/office/drawing/2014/main" xmlns="" id="{31C61A66-36BC-5ACF-30C1-FBFD57E11E92}"/>
                    </a:ext>
                  </a:extLst>
                </p:cNvPr>
                <p:cNvSpPr>
                  <a:spLocks noChangeArrowheads="1"/>
                </p:cNvSpPr>
                <p:nvPr/>
              </p:nvSpPr>
              <p:spPr bwMode="auto">
                <a:xfrm>
                  <a:off x="1701" y="0"/>
                  <a:ext cx="912"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19" name="Group 31">
                <a:extLst>
                  <a:ext uri="{FF2B5EF4-FFF2-40B4-BE49-F238E27FC236}">
                    <a16:creationId xmlns:a16="http://schemas.microsoft.com/office/drawing/2014/main" xmlns="" id="{CD9310A4-90E1-CB59-7D27-CA016F6F5979}"/>
                  </a:ext>
                </a:extLst>
              </p:cNvPr>
              <p:cNvGrpSpPr>
                <a:grpSpLocks/>
              </p:cNvGrpSpPr>
              <p:nvPr/>
            </p:nvGrpSpPr>
            <p:grpSpPr bwMode="auto">
              <a:xfrm>
                <a:off x="2613" y="0"/>
                <a:ext cx="544" cy="633"/>
                <a:chOff x="2613" y="0"/>
                <a:chExt cx="544" cy="633"/>
              </a:xfrm>
            </p:grpSpPr>
            <p:sp>
              <p:nvSpPr>
                <p:cNvPr id="43059" name="Rectangle 8">
                  <a:extLst>
                    <a:ext uri="{FF2B5EF4-FFF2-40B4-BE49-F238E27FC236}">
                      <a16:creationId xmlns:a16="http://schemas.microsoft.com/office/drawing/2014/main" xmlns="" id="{37C3E653-06AB-3BEE-2B2C-A23E9509DC1A}"/>
                    </a:ext>
                  </a:extLst>
                </p:cNvPr>
                <p:cNvSpPr>
                  <a:spLocks noChangeArrowheads="1"/>
                </p:cNvSpPr>
                <p:nvPr/>
              </p:nvSpPr>
              <p:spPr bwMode="auto">
                <a:xfrm>
                  <a:off x="2656" y="0"/>
                  <a:ext cx="458"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Testing</a:t>
                  </a:r>
                  <a:endParaRPr lang="en-CA" altLang="en-US" sz="1200">
                    <a:ea typeface="Arial Unicode MS"/>
                    <a:cs typeface="Arial Unicode MS"/>
                  </a:endParaRPr>
                </a:p>
                <a:p>
                  <a:pPr algn="ctr"/>
                  <a:endParaRPr lang="en-CA" altLang="en-US"/>
                </a:p>
              </p:txBody>
            </p:sp>
            <p:sp>
              <p:nvSpPr>
                <p:cNvPr id="43060" name="Rectangle 30">
                  <a:extLst>
                    <a:ext uri="{FF2B5EF4-FFF2-40B4-BE49-F238E27FC236}">
                      <a16:creationId xmlns:a16="http://schemas.microsoft.com/office/drawing/2014/main" xmlns="" id="{7AB2C87A-8E5B-663C-C78B-8BE882DA1153}"/>
                    </a:ext>
                  </a:extLst>
                </p:cNvPr>
                <p:cNvSpPr>
                  <a:spLocks noChangeArrowheads="1"/>
                </p:cNvSpPr>
                <p:nvPr/>
              </p:nvSpPr>
              <p:spPr bwMode="auto">
                <a:xfrm>
                  <a:off x="2613" y="0"/>
                  <a:ext cx="544"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0" name="Group 33">
                <a:extLst>
                  <a:ext uri="{FF2B5EF4-FFF2-40B4-BE49-F238E27FC236}">
                    <a16:creationId xmlns:a16="http://schemas.microsoft.com/office/drawing/2014/main" xmlns="" id="{1E61D1DE-AEED-A88B-0B6C-C72A787B8CE3}"/>
                  </a:ext>
                </a:extLst>
              </p:cNvPr>
              <p:cNvGrpSpPr>
                <a:grpSpLocks/>
              </p:cNvGrpSpPr>
              <p:nvPr/>
            </p:nvGrpSpPr>
            <p:grpSpPr bwMode="auto">
              <a:xfrm>
                <a:off x="3157" y="0"/>
                <a:ext cx="446" cy="633"/>
                <a:chOff x="3157" y="0"/>
                <a:chExt cx="446" cy="633"/>
              </a:xfrm>
            </p:grpSpPr>
            <p:sp>
              <p:nvSpPr>
                <p:cNvPr id="43057" name="Rectangle 9">
                  <a:extLst>
                    <a:ext uri="{FF2B5EF4-FFF2-40B4-BE49-F238E27FC236}">
                      <a16:creationId xmlns:a16="http://schemas.microsoft.com/office/drawing/2014/main" xmlns="" id="{4E7595D0-B4ED-D1A3-D07A-433973E75C86}"/>
                    </a:ext>
                  </a:extLst>
                </p:cNvPr>
                <p:cNvSpPr>
                  <a:spLocks noChangeArrowheads="1"/>
                </p:cNvSpPr>
                <p:nvPr/>
              </p:nvSpPr>
              <p:spPr bwMode="auto">
                <a:xfrm>
                  <a:off x="3200" y="0"/>
                  <a:ext cx="360" cy="6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a:ea typeface="Arial Unicode MS"/>
                      <a:cs typeface="Arial Unicode MS"/>
                    </a:rPr>
                    <a:t> </a:t>
                  </a:r>
                </a:p>
                <a:p>
                  <a:pPr algn="ctr"/>
                  <a:endParaRPr lang="en-CA" altLang="en-US"/>
                </a:p>
              </p:txBody>
            </p:sp>
            <p:sp>
              <p:nvSpPr>
                <p:cNvPr id="43058" name="Rectangle 32">
                  <a:extLst>
                    <a:ext uri="{FF2B5EF4-FFF2-40B4-BE49-F238E27FC236}">
                      <a16:creationId xmlns:a16="http://schemas.microsoft.com/office/drawing/2014/main" xmlns="" id="{39AE0EDD-EFC3-6EF1-94C5-88E82C3D9400}"/>
                    </a:ext>
                  </a:extLst>
                </p:cNvPr>
                <p:cNvSpPr>
                  <a:spLocks noChangeArrowheads="1"/>
                </p:cNvSpPr>
                <p:nvPr/>
              </p:nvSpPr>
              <p:spPr bwMode="auto">
                <a:xfrm>
                  <a:off x="3157" y="0"/>
                  <a:ext cx="446" cy="63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1" name="Group 35">
                <a:extLst>
                  <a:ext uri="{FF2B5EF4-FFF2-40B4-BE49-F238E27FC236}">
                    <a16:creationId xmlns:a16="http://schemas.microsoft.com/office/drawing/2014/main" xmlns="" id="{8254B734-4351-EF21-8AA8-01A7A7887DB2}"/>
                  </a:ext>
                </a:extLst>
              </p:cNvPr>
              <p:cNvGrpSpPr>
                <a:grpSpLocks/>
              </p:cNvGrpSpPr>
              <p:nvPr/>
            </p:nvGrpSpPr>
            <p:grpSpPr bwMode="auto">
              <a:xfrm>
                <a:off x="0" y="633"/>
                <a:ext cx="458" cy="403"/>
                <a:chOff x="0" y="633"/>
                <a:chExt cx="458" cy="403"/>
              </a:xfrm>
            </p:grpSpPr>
            <p:sp>
              <p:nvSpPr>
                <p:cNvPr id="43055" name="Rectangle 10">
                  <a:extLst>
                    <a:ext uri="{FF2B5EF4-FFF2-40B4-BE49-F238E27FC236}">
                      <a16:creationId xmlns:a16="http://schemas.microsoft.com/office/drawing/2014/main" xmlns="" id="{FCD69EE7-2BC0-83A5-0F7B-538164374303}"/>
                    </a:ext>
                  </a:extLst>
                </p:cNvPr>
                <p:cNvSpPr>
                  <a:spLocks noChangeArrowheads="1"/>
                </p:cNvSpPr>
                <p:nvPr/>
              </p:nvSpPr>
              <p:spPr bwMode="auto">
                <a:xfrm>
                  <a:off x="43" y="633"/>
                  <a:ext cx="372"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Effort</a:t>
                  </a:r>
                  <a:endParaRPr lang="en-CA" altLang="en-US" sz="1200">
                    <a:ea typeface="Arial Unicode MS"/>
                    <a:cs typeface="Arial Unicode MS"/>
                  </a:endParaRPr>
                </a:p>
                <a:p>
                  <a:pPr algn="ctr"/>
                  <a:endParaRPr lang="en-CA" altLang="en-US"/>
                </a:p>
              </p:txBody>
            </p:sp>
            <p:sp>
              <p:nvSpPr>
                <p:cNvPr id="43056" name="Rectangle 34">
                  <a:extLst>
                    <a:ext uri="{FF2B5EF4-FFF2-40B4-BE49-F238E27FC236}">
                      <a16:creationId xmlns:a16="http://schemas.microsoft.com/office/drawing/2014/main" xmlns="" id="{49ECD602-5CE5-144A-AEF7-33E65AA7696B}"/>
                    </a:ext>
                  </a:extLst>
                </p:cNvPr>
                <p:cNvSpPr>
                  <a:spLocks noChangeArrowheads="1"/>
                </p:cNvSpPr>
                <p:nvPr/>
              </p:nvSpPr>
              <p:spPr bwMode="auto">
                <a:xfrm>
                  <a:off x="0" y="633"/>
                  <a:ext cx="458"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2" name="Group 37">
                <a:extLst>
                  <a:ext uri="{FF2B5EF4-FFF2-40B4-BE49-F238E27FC236}">
                    <a16:creationId xmlns:a16="http://schemas.microsoft.com/office/drawing/2014/main" xmlns="" id="{173F5C1D-1440-3D0E-2268-A31795E0ADDE}"/>
                  </a:ext>
                </a:extLst>
              </p:cNvPr>
              <p:cNvGrpSpPr>
                <a:grpSpLocks/>
              </p:cNvGrpSpPr>
              <p:nvPr/>
            </p:nvGrpSpPr>
            <p:grpSpPr bwMode="auto">
              <a:xfrm>
                <a:off x="458" y="633"/>
                <a:ext cx="596" cy="403"/>
                <a:chOff x="458" y="633"/>
                <a:chExt cx="596" cy="403"/>
              </a:xfrm>
            </p:grpSpPr>
            <p:sp>
              <p:nvSpPr>
                <p:cNvPr id="43053" name="Rectangle 11">
                  <a:extLst>
                    <a:ext uri="{FF2B5EF4-FFF2-40B4-BE49-F238E27FC236}">
                      <a16:creationId xmlns:a16="http://schemas.microsoft.com/office/drawing/2014/main" xmlns="" id="{DC6C1B85-2B6C-B84E-008D-3C1578230D20}"/>
                    </a:ext>
                  </a:extLst>
                </p:cNvPr>
                <p:cNvSpPr>
                  <a:spLocks noChangeArrowheads="1"/>
                </p:cNvSpPr>
                <p:nvPr/>
              </p:nvSpPr>
              <p:spPr bwMode="auto">
                <a:xfrm>
                  <a:off x="501" y="633"/>
                  <a:ext cx="51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23%</a:t>
                  </a:r>
                  <a:endParaRPr lang="en-CA" altLang="en-US" sz="1200">
                    <a:ea typeface="Arial Unicode MS"/>
                    <a:cs typeface="Arial Unicode MS"/>
                  </a:endParaRPr>
                </a:p>
                <a:p>
                  <a:pPr algn="ctr"/>
                  <a:endParaRPr lang="en-CA" altLang="en-US"/>
                </a:p>
              </p:txBody>
            </p:sp>
            <p:sp>
              <p:nvSpPr>
                <p:cNvPr id="43054" name="Rectangle 36">
                  <a:extLst>
                    <a:ext uri="{FF2B5EF4-FFF2-40B4-BE49-F238E27FC236}">
                      <a16:creationId xmlns:a16="http://schemas.microsoft.com/office/drawing/2014/main" xmlns="" id="{7772A658-B77C-3F3E-EAE3-4391D7D9E823}"/>
                    </a:ext>
                  </a:extLst>
                </p:cNvPr>
                <p:cNvSpPr>
                  <a:spLocks noChangeArrowheads="1"/>
                </p:cNvSpPr>
                <p:nvPr/>
              </p:nvSpPr>
              <p:spPr bwMode="auto">
                <a:xfrm>
                  <a:off x="458" y="633"/>
                  <a:ext cx="59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3" name="Group 39">
                <a:extLst>
                  <a:ext uri="{FF2B5EF4-FFF2-40B4-BE49-F238E27FC236}">
                    <a16:creationId xmlns:a16="http://schemas.microsoft.com/office/drawing/2014/main" xmlns="" id="{EE19E68B-EDFA-8B5C-7BAA-850DEC8A415B}"/>
                  </a:ext>
                </a:extLst>
              </p:cNvPr>
              <p:cNvGrpSpPr>
                <a:grpSpLocks/>
              </p:cNvGrpSpPr>
              <p:nvPr/>
            </p:nvGrpSpPr>
            <p:grpSpPr bwMode="auto">
              <a:xfrm>
                <a:off x="1054" y="633"/>
                <a:ext cx="647" cy="403"/>
                <a:chOff x="1054" y="633"/>
                <a:chExt cx="647" cy="403"/>
              </a:xfrm>
            </p:grpSpPr>
            <p:sp>
              <p:nvSpPr>
                <p:cNvPr id="43051" name="Rectangle 12">
                  <a:extLst>
                    <a:ext uri="{FF2B5EF4-FFF2-40B4-BE49-F238E27FC236}">
                      <a16:creationId xmlns:a16="http://schemas.microsoft.com/office/drawing/2014/main" xmlns="" id="{8BFCEF17-137F-89AC-B662-D1D474859F5F}"/>
                    </a:ext>
                  </a:extLst>
                </p:cNvPr>
                <p:cNvSpPr>
                  <a:spLocks noChangeArrowheads="1"/>
                </p:cNvSpPr>
                <p:nvPr/>
              </p:nvSpPr>
              <p:spPr bwMode="auto">
                <a:xfrm>
                  <a:off x="1097" y="633"/>
                  <a:ext cx="561"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29%</a:t>
                  </a:r>
                  <a:endParaRPr lang="en-CA" altLang="en-US" sz="1200">
                    <a:ea typeface="Arial Unicode MS"/>
                    <a:cs typeface="Arial Unicode MS"/>
                  </a:endParaRPr>
                </a:p>
                <a:p>
                  <a:pPr algn="ctr"/>
                  <a:endParaRPr lang="en-CA" altLang="en-US"/>
                </a:p>
              </p:txBody>
            </p:sp>
            <p:sp>
              <p:nvSpPr>
                <p:cNvPr id="43052" name="Rectangle 38">
                  <a:extLst>
                    <a:ext uri="{FF2B5EF4-FFF2-40B4-BE49-F238E27FC236}">
                      <a16:creationId xmlns:a16="http://schemas.microsoft.com/office/drawing/2014/main" xmlns="" id="{FE53193E-3702-6C33-BD56-5AD6BEFF656B}"/>
                    </a:ext>
                  </a:extLst>
                </p:cNvPr>
                <p:cNvSpPr>
                  <a:spLocks noChangeArrowheads="1"/>
                </p:cNvSpPr>
                <p:nvPr/>
              </p:nvSpPr>
              <p:spPr bwMode="auto">
                <a:xfrm>
                  <a:off x="1054" y="633"/>
                  <a:ext cx="647"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4" name="Group 41">
                <a:extLst>
                  <a:ext uri="{FF2B5EF4-FFF2-40B4-BE49-F238E27FC236}">
                    <a16:creationId xmlns:a16="http://schemas.microsoft.com/office/drawing/2014/main" xmlns="" id="{B349A267-79E2-EFD5-7AEF-6D386B2C5BDE}"/>
                  </a:ext>
                </a:extLst>
              </p:cNvPr>
              <p:cNvGrpSpPr>
                <a:grpSpLocks/>
              </p:cNvGrpSpPr>
              <p:nvPr/>
            </p:nvGrpSpPr>
            <p:grpSpPr bwMode="auto">
              <a:xfrm>
                <a:off x="1701" y="633"/>
                <a:ext cx="912" cy="403"/>
                <a:chOff x="1701" y="633"/>
                <a:chExt cx="912" cy="403"/>
              </a:xfrm>
            </p:grpSpPr>
            <p:sp>
              <p:nvSpPr>
                <p:cNvPr id="43049" name="Rectangle 13">
                  <a:extLst>
                    <a:ext uri="{FF2B5EF4-FFF2-40B4-BE49-F238E27FC236}">
                      <a16:creationId xmlns:a16="http://schemas.microsoft.com/office/drawing/2014/main" xmlns="" id="{CD46ACFC-3897-455E-A322-DD61E9D51707}"/>
                    </a:ext>
                  </a:extLst>
                </p:cNvPr>
                <p:cNvSpPr>
                  <a:spLocks noChangeArrowheads="1"/>
                </p:cNvSpPr>
                <p:nvPr/>
              </p:nvSpPr>
              <p:spPr bwMode="auto">
                <a:xfrm>
                  <a:off x="1744" y="633"/>
                  <a:ext cx="826"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22%</a:t>
                  </a:r>
                  <a:endParaRPr lang="en-CA" altLang="en-US" sz="1200">
                    <a:ea typeface="Arial Unicode MS"/>
                    <a:cs typeface="Arial Unicode MS"/>
                  </a:endParaRPr>
                </a:p>
                <a:p>
                  <a:pPr algn="ctr"/>
                  <a:endParaRPr lang="en-CA" altLang="en-US"/>
                </a:p>
              </p:txBody>
            </p:sp>
            <p:sp>
              <p:nvSpPr>
                <p:cNvPr id="43050" name="Rectangle 40">
                  <a:extLst>
                    <a:ext uri="{FF2B5EF4-FFF2-40B4-BE49-F238E27FC236}">
                      <a16:creationId xmlns:a16="http://schemas.microsoft.com/office/drawing/2014/main" xmlns="" id="{1E341536-B86B-2BF1-62AC-DF347E762EC0}"/>
                    </a:ext>
                  </a:extLst>
                </p:cNvPr>
                <p:cNvSpPr>
                  <a:spLocks noChangeArrowheads="1"/>
                </p:cNvSpPr>
                <p:nvPr/>
              </p:nvSpPr>
              <p:spPr bwMode="auto">
                <a:xfrm>
                  <a:off x="1701" y="633"/>
                  <a:ext cx="912"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5" name="Group 43">
                <a:extLst>
                  <a:ext uri="{FF2B5EF4-FFF2-40B4-BE49-F238E27FC236}">
                    <a16:creationId xmlns:a16="http://schemas.microsoft.com/office/drawing/2014/main" xmlns="" id="{9D20DB17-8C6D-9C9F-61C1-3956B63F1671}"/>
                  </a:ext>
                </a:extLst>
              </p:cNvPr>
              <p:cNvGrpSpPr>
                <a:grpSpLocks/>
              </p:cNvGrpSpPr>
              <p:nvPr/>
            </p:nvGrpSpPr>
            <p:grpSpPr bwMode="auto">
              <a:xfrm>
                <a:off x="2613" y="633"/>
                <a:ext cx="544" cy="403"/>
                <a:chOff x="2613" y="633"/>
                <a:chExt cx="544" cy="403"/>
              </a:xfrm>
            </p:grpSpPr>
            <p:sp>
              <p:nvSpPr>
                <p:cNvPr id="43047" name="Rectangle 14">
                  <a:extLst>
                    <a:ext uri="{FF2B5EF4-FFF2-40B4-BE49-F238E27FC236}">
                      <a16:creationId xmlns:a16="http://schemas.microsoft.com/office/drawing/2014/main" xmlns="" id="{B7018F95-2004-5A1A-0D9A-AE0E4B93A647}"/>
                    </a:ext>
                  </a:extLst>
                </p:cNvPr>
                <p:cNvSpPr>
                  <a:spLocks noChangeArrowheads="1"/>
                </p:cNvSpPr>
                <p:nvPr/>
              </p:nvSpPr>
              <p:spPr bwMode="auto">
                <a:xfrm>
                  <a:off x="2656" y="633"/>
                  <a:ext cx="45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21%</a:t>
                  </a:r>
                  <a:endParaRPr lang="en-CA" altLang="en-US" sz="1200">
                    <a:ea typeface="Arial Unicode MS"/>
                    <a:cs typeface="Arial Unicode MS"/>
                  </a:endParaRPr>
                </a:p>
                <a:p>
                  <a:pPr algn="ctr"/>
                  <a:endParaRPr lang="en-CA" altLang="en-US"/>
                </a:p>
              </p:txBody>
            </p:sp>
            <p:sp>
              <p:nvSpPr>
                <p:cNvPr id="43048" name="Rectangle 42">
                  <a:extLst>
                    <a:ext uri="{FF2B5EF4-FFF2-40B4-BE49-F238E27FC236}">
                      <a16:creationId xmlns:a16="http://schemas.microsoft.com/office/drawing/2014/main" xmlns="" id="{9705D132-CC97-DA15-3B98-A88E6878BCCC}"/>
                    </a:ext>
                  </a:extLst>
                </p:cNvPr>
                <p:cNvSpPr>
                  <a:spLocks noChangeArrowheads="1"/>
                </p:cNvSpPr>
                <p:nvPr/>
              </p:nvSpPr>
              <p:spPr bwMode="auto">
                <a:xfrm>
                  <a:off x="2613" y="633"/>
                  <a:ext cx="54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6" name="Group 45">
                <a:extLst>
                  <a:ext uri="{FF2B5EF4-FFF2-40B4-BE49-F238E27FC236}">
                    <a16:creationId xmlns:a16="http://schemas.microsoft.com/office/drawing/2014/main" xmlns="" id="{4C289CD3-4192-F4A9-7B0F-7E98313D4B9B}"/>
                  </a:ext>
                </a:extLst>
              </p:cNvPr>
              <p:cNvGrpSpPr>
                <a:grpSpLocks/>
              </p:cNvGrpSpPr>
              <p:nvPr/>
            </p:nvGrpSpPr>
            <p:grpSpPr bwMode="auto">
              <a:xfrm>
                <a:off x="3157" y="633"/>
                <a:ext cx="446" cy="403"/>
                <a:chOff x="3157" y="633"/>
                <a:chExt cx="446" cy="403"/>
              </a:xfrm>
            </p:grpSpPr>
            <p:sp>
              <p:nvSpPr>
                <p:cNvPr id="43045" name="Rectangle 15">
                  <a:extLst>
                    <a:ext uri="{FF2B5EF4-FFF2-40B4-BE49-F238E27FC236}">
                      <a16:creationId xmlns:a16="http://schemas.microsoft.com/office/drawing/2014/main" xmlns="" id="{B0DB4292-6686-875F-A929-67F221AA5422}"/>
                    </a:ext>
                  </a:extLst>
                </p:cNvPr>
                <p:cNvSpPr>
                  <a:spLocks noChangeArrowheads="1"/>
                </p:cNvSpPr>
                <p:nvPr/>
              </p:nvSpPr>
              <p:spPr bwMode="auto">
                <a:xfrm>
                  <a:off x="3200" y="633"/>
                  <a:ext cx="36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100%</a:t>
                  </a:r>
                  <a:endParaRPr lang="en-CA" altLang="en-US" sz="1200">
                    <a:ea typeface="Arial Unicode MS"/>
                    <a:cs typeface="Arial Unicode MS"/>
                  </a:endParaRPr>
                </a:p>
                <a:p>
                  <a:pPr algn="ctr"/>
                  <a:endParaRPr lang="en-CA" altLang="en-US"/>
                </a:p>
              </p:txBody>
            </p:sp>
            <p:sp>
              <p:nvSpPr>
                <p:cNvPr id="43046" name="Rectangle 44">
                  <a:extLst>
                    <a:ext uri="{FF2B5EF4-FFF2-40B4-BE49-F238E27FC236}">
                      <a16:creationId xmlns:a16="http://schemas.microsoft.com/office/drawing/2014/main" xmlns="" id="{5E7D5EC4-5E96-E9F1-C28B-B367C325F326}"/>
                    </a:ext>
                  </a:extLst>
                </p:cNvPr>
                <p:cNvSpPr>
                  <a:spLocks noChangeArrowheads="1"/>
                </p:cNvSpPr>
                <p:nvPr/>
              </p:nvSpPr>
              <p:spPr bwMode="auto">
                <a:xfrm>
                  <a:off x="3157" y="633"/>
                  <a:ext cx="44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7" name="Group 47">
                <a:extLst>
                  <a:ext uri="{FF2B5EF4-FFF2-40B4-BE49-F238E27FC236}">
                    <a16:creationId xmlns:a16="http://schemas.microsoft.com/office/drawing/2014/main" xmlns="" id="{6AF6D2F6-EBAE-3ED4-2262-F0482D8BBAD0}"/>
                  </a:ext>
                </a:extLst>
              </p:cNvPr>
              <p:cNvGrpSpPr>
                <a:grpSpLocks/>
              </p:cNvGrpSpPr>
              <p:nvPr/>
            </p:nvGrpSpPr>
            <p:grpSpPr bwMode="auto">
              <a:xfrm>
                <a:off x="0" y="1036"/>
                <a:ext cx="458" cy="403"/>
                <a:chOff x="0" y="1036"/>
                <a:chExt cx="458" cy="403"/>
              </a:xfrm>
            </p:grpSpPr>
            <p:sp>
              <p:nvSpPr>
                <p:cNvPr id="43043" name="Rectangle 16">
                  <a:extLst>
                    <a:ext uri="{FF2B5EF4-FFF2-40B4-BE49-F238E27FC236}">
                      <a16:creationId xmlns:a16="http://schemas.microsoft.com/office/drawing/2014/main" xmlns="" id="{4C8D7076-3E07-6323-B830-7F035A5FC649}"/>
                    </a:ext>
                  </a:extLst>
                </p:cNvPr>
                <p:cNvSpPr>
                  <a:spLocks noChangeArrowheads="1"/>
                </p:cNvSpPr>
                <p:nvPr/>
              </p:nvSpPr>
              <p:spPr bwMode="auto">
                <a:xfrm>
                  <a:off x="43" y="1036"/>
                  <a:ext cx="372"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TDEV</a:t>
                  </a:r>
                  <a:endParaRPr lang="en-CA" altLang="en-US" sz="1200">
                    <a:ea typeface="Arial Unicode MS"/>
                    <a:cs typeface="Arial Unicode MS"/>
                  </a:endParaRPr>
                </a:p>
                <a:p>
                  <a:pPr algn="ctr"/>
                  <a:endParaRPr lang="en-CA" altLang="en-US"/>
                </a:p>
              </p:txBody>
            </p:sp>
            <p:sp>
              <p:nvSpPr>
                <p:cNvPr id="43044" name="Rectangle 46">
                  <a:extLst>
                    <a:ext uri="{FF2B5EF4-FFF2-40B4-BE49-F238E27FC236}">
                      <a16:creationId xmlns:a16="http://schemas.microsoft.com/office/drawing/2014/main" xmlns="" id="{C1047DAF-1B47-8190-9512-FC44141822B1}"/>
                    </a:ext>
                  </a:extLst>
                </p:cNvPr>
                <p:cNvSpPr>
                  <a:spLocks noChangeArrowheads="1"/>
                </p:cNvSpPr>
                <p:nvPr/>
              </p:nvSpPr>
              <p:spPr bwMode="auto">
                <a:xfrm>
                  <a:off x="0" y="1036"/>
                  <a:ext cx="458"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8" name="Group 49">
                <a:extLst>
                  <a:ext uri="{FF2B5EF4-FFF2-40B4-BE49-F238E27FC236}">
                    <a16:creationId xmlns:a16="http://schemas.microsoft.com/office/drawing/2014/main" xmlns="" id="{0A97C772-3096-B1C4-AF47-AD25BD088813}"/>
                  </a:ext>
                </a:extLst>
              </p:cNvPr>
              <p:cNvGrpSpPr>
                <a:grpSpLocks/>
              </p:cNvGrpSpPr>
              <p:nvPr/>
            </p:nvGrpSpPr>
            <p:grpSpPr bwMode="auto">
              <a:xfrm>
                <a:off x="458" y="1036"/>
                <a:ext cx="596" cy="403"/>
                <a:chOff x="458" y="1036"/>
                <a:chExt cx="596" cy="403"/>
              </a:xfrm>
            </p:grpSpPr>
            <p:sp>
              <p:nvSpPr>
                <p:cNvPr id="43041" name="Rectangle 17">
                  <a:extLst>
                    <a:ext uri="{FF2B5EF4-FFF2-40B4-BE49-F238E27FC236}">
                      <a16:creationId xmlns:a16="http://schemas.microsoft.com/office/drawing/2014/main" xmlns="" id="{7A2AF950-A727-02A9-6714-93C3E01BBC4F}"/>
                    </a:ext>
                  </a:extLst>
                </p:cNvPr>
                <p:cNvSpPr>
                  <a:spLocks noChangeArrowheads="1"/>
                </p:cNvSpPr>
                <p:nvPr/>
              </p:nvSpPr>
              <p:spPr bwMode="auto">
                <a:xfrm>
                  <a:off x="501" y="1036"/>
                  <a:ext cx="51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39%</a:t>
                  </a:r>
                  <a:endParaRPr lang="en-CA" altLang="en-US" sz="1200">
                    <a:ea typeface="Arial Unicode MS"/>
                    <a:cs typeface="Arial Unicode MS"/>
                  </a:endParaRPr>
                </a:p>
                <a:p>
                  <a:pPr algn="ctr"/>
                  <a:endParaRPr lang="en-CA" altLang="en-US"/>
                </a:p>
              </p:txBody>
            </p:sp>
            <p:sp>
              <p:nvSpPr>
                <p:cNvPr id="43042" name="Rectangle 48">
                  <a:extLst>
                    <a:ext uri="{FF2B5EF4-FFF2-40B4-BE49-F238E27FC236}">
                      <a16:creationId xmlns:a16="http://schemas.microsoft.com/office/drawing/2014/main" xmlns="" id="{8EA1D56F-BE8E-2907-E079-F8B1F3F910CF}"/>
                    </a:ext>
                  </a:extLst>
                </p:cNvPr>
                <p:cNvSpPr>
                  <a:spLocks noChangeArrowheads="1"/>
                </p:cNvSpPr>
                <p:nvPr/>
              </p:nvSpPr>
              <p:spPr bwMode="auto">
                <a:xfrm>
                  <a:off x="458" y="1036"/>
                  <a:ext cx="59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29" name="Group 51">
                <a:extLst>
                  <a:ext uri="{FF2B5EF4-FFF2-40B4-BE49-F238E27FC236}">
                    <a16:creationId xmlns:a16="http://schemas.microsoft.com/office/drawing/2014/main" xmlns="" id="{3C51CDD0-CC2B-9029-B05A-D43B8EC106BD}"/>
                  </a:ext>
                </a:extLst>
              </p:cNvPr>
              <p:cNvGrpSpPr>
                <a:grpSpLocks/>
              </p:cNvGrpSpPr>
              <p:nvPr/>
            </p:nvGrpSpPr>
            <p:grpSpPr bwMode="auto">
              <a:xfrm>
                <a:off x="1054" y="1036"/>
                <a:ext cx="647" cy="403"/>
                <a:chOff x="1054" y="1036"/>
                <a:chExt cx="647" cy="403"/>
              </a:xfrm>
            </p:grpSpPr>
            <p:sp>
              <p:nvSpPr>
                <p:cNvPr id="43039" name="Rectangle 18">
                  <a:extLst>
                    <a:ext uri="{FF2B5EF4-FFF2-40B4-BE49-F238E27FC236}">
                      <a16:creationId xmlns:a16="http://schemas.microsoft.com/office/drawing/2014/main" xmlns="" id="{68A50249-EA86-C40C-CB9C-3AC2C986DB23}"/>
                    </a:ext>
                  </a:extLst>
                </p:cNvPr>
                <p:cNvSpPr>
                  <a:spLocks noChangeArrowheads="1"/>
                </p:cNvSpPr>
                <p:nvPr/>
              </p:nvSpPr>
              <p:spPr bwMode="auto">
                <a:xfrm>
                  <a:off x="1097" y="1036"/>
                  <a:ext cx="561"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25%</a:t>
                  </a:r>
                  <a:endParaRPr lang="en-CA" altLang="en-US" sz="1200">
                    <a:ea typeface="Arial Unicode MS"/>
                    <a:cs typeface="Arial Unicode MS"/>
                  </a:endParaRPr>
                </a:p>
                <a:p>
                  <a:pPr algn="ctr"/>
                  <a:endParaRPr lang="en-CA" altLang="en-US"/>
                </a:p>
              </p:txBody>
            </p:sp>
            <p:sp>
              <p:nvSpPr>
                <p:cNvPr id="43040" name="Rectangle 50">
                  <a:extLst>
                    <a:ext uri="{FF2B5EF4-FFF2-40B4-BE49-F238E27FC236}">
                      <a16:creationId xmlns:a16="http://schemas.microsoft.com/office/drawing/2014/main" xmlns="" id="{5CC6B267-4E59-C56D-3213-3EB21797B7DB}"/>
                    </a:ext>
                  </a:extLst>
                </p:cNvPr>
                <p:cNvSpPr>
                  <a:spLocks noChangeArrowheads="1"/>
                </p:cNvSpPr>
                <p:nvPr/>
              </p:nvSpPr>
              <p:spPr bwMode="auto">
                <a:xfrm>
                  <a:off x="1054" y="1036"/>
                  <a:ext cx="647"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30" name="Group 53">
                <a:extLst>
                  <a:ext uri="{FF2B5EF4-FFF2-40B4-BE49-F238E27FC236}">
                    <a16:creationId xmlns:a16="http://schemas.microsoft.com/office/drawing/2014/main" xmlns="" id="{3D562C66-8E91-90AA-80E7-FC53384081C7}"/>
                  </a:ext>
                </a:extLst>
              </p:cNvPr>
              <p:cNvGrpSpPr>
                <a:grpSpLocks/>
              </p:cNvGrpSpPr>
              <p:nvPr/>
            </p:nvGrpSpPr>
            <p:grpSpPr bwMode="auto">
              <a:xfrm>
                <a:off x="1701" y="1036"/>
                <a:ext cx="912" cy="403"/>
                <a:chOff x="1701" y="1036"/>
                <a:chExt cx="912" cy="403"/>
              </a:xfrm>
            </p:grpSpPr>
            <p:sp>
              <p:nvSpPr>
                <p:cNvPr id="43037" name="Rectangle 19">
                  <a:extLst>
                    <a:ext uri="{FF2B5EF4-FFF2-40B4-BE49-F238E27FC236}">
                      <a16:creationId xmlns:a16="http://schemas.microsoft.com/office/drawing/2014/main" xmlns="" id="{625A0C78-CA3E-0B5F-817D-069BDC07C3BD}"/>
                    </a:ext>
                  </a:extLst>
                </p:cNvPr>
                <p:cNvSpPr>
                  <a:spLocks noChangeArrowheads="1"/>
                </p:cNvSpPr>
                <p:nvPr/>
              </p:nvSpPr>
              <p:spPr bwMode="auto">
                <a:xfrm>
                  <a:off x="1744" y="1036"/>
                  <a:ext cx="826"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15%</a:t>
                  </a:r>
                  <a:endParaRPr lang="en-CA" altLang="en-US" sz="1200">
                    <a:ea typeface="Arial Unicode MS"/>
                    <a:cs typeface="Arial Unicode MS"/>
                  </a:endParaRPr>
                </a:p>
                <a:p>
                  <a:pPr algn="ctr"/>
                  <a:endParaRPr lang="en-CA" altLang="en-US"/>
                </a:p>
              </p:txBody>
            </p:sp>
            <p:sp>
              <p:nvSpPr>
                <p:cNvPr id="43038" name="Rectangle 52">
                  <a:extLst>
                    <a:ext uri="{FF2B5EF4-FFF2-40B4-BE49-F238E27FC236}">
                      <a16:creationId xmlns:a16="http://schemas.microsoft.com/office/drawing/2014/main" xmlns="" id="{69B4A2B7-FE00-CE10-F26D-9FAFB6A8F4CF}"/>
                    </a:ext>
                  </a:extLst>
                </p:cNvPr>
                <p:cNvSpPr>
                  <a:spLocks noChangeArrowheads="1"/>
                </p:cNvSpPr>
                <p:nvPr/>
              </p:nvSpPr>
              <p:spPr bwMode="auto">
                <a:xfrm>
                  <a:off x="1701" y="1036"/>
                  <a:ext cx="912"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31" name="Group 55">
                <a:extLst>
                  <a:ext uri="{FF2B5EF4-FFF2-40B4-BE49-F238E27FC236}">
                    <a16:creationId xmlns:a16="http://schemas.microsoft.com/office/drawing/2014/main" xmlns="" id="{8DF57D34-D03A-B61B-D8BA-00023DA62BCA}"/>
                  </a:ext>
                </a:extLst>
              </p:cNvPr>
              <p:cNvGrpSpPr>
                <a:grpSpLocks/>
              </p:cNvGrpSpPr>
              <p:nvPr/>
            </p:nvGrpSpPr>
            <p:grpSpPr bwMode="auto">
              <a:xfrm>
                <a:off x="2613" y="1036"/>
                <a:ext cx="544" cy="403"/>
                <a:chOff x="2613" y="1036"/>
                <a:chExt cx="544" cy="403"/>
              </a:xfrm>
            </p:grpSpPr>
            <p:sp>
              <p:nvSpPr>
                <p:cNvPr id="43035" name="Rectangle 20">
                  <a:extLst>
                    <a:ext uri="{FF2B5EF4-FFF2-40B4-BE49-F238E27FC236}">
                      <a16:creationId xmlns:a16="http://schemas.microsoft.com/office/drawing/2014/main" xmlns="" id="{15714E10-9475-FDE9-BC83-CE8B66628700}"/>
                    </a:ext>
                  </a:extLst>
                </p:cNvPr>
                <p:cNvSpPr>
                  <a:spLocks noChangeArrowheads="1"/>
                </p:cNvSpPr>
                <p:nvPr/>
              </p:nvSpPr>
              <p:spPr bwMode="auto">
                <a:xfrm>
                  <a:off x="2656" y="1036"/>
                  <a:ext cx="458"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21%</a:t>
                  </a:r>
                  <a:endParaRPr lang="en-CA" altLang="en-US" sz="1200">
                    <a:ea typeface="Arial Unicode MS"/>
                    <a:cs typeface="Arial Unicode MS"/>
                  </a:endParaRPr>
                </a:p>
                <a:p>
                  <a:pPr algn="ctr"/>
                  <a:endParaRPr lang="en-CA" altLang="en-US"/>
                </a:p>
              </p:txBody>
            </p:sp>
            <p:sp>
              <p:nvSpPr>
                <p:cNvPr id="43036" name="Rectangle 54">
                  <a:extLst>
                    <a:ext uri="{FF2B5EF4-FFF2-40B4-BE49-F238E27FC236}">
                      <a16:creationId xmlns:a16="http://schemas.microsoft.com/office/drawing/2014/main" xmlns="" id="{E5046001-DE79-F935-D8F6-CFAB7E5E58E4}"/>
                    </a:ext>
                  </a:extLst>
                </p:cNvPr>
                <p:cNvSpPr>
                  <a:spLocks noChangeArrowheads="1"/>
                </p:cNvSpPr>
                <p:nvPr/>
              </p:nvSpPr>
              <p:spPr bwMode="auto">
                <a:xfrm>
                  <a:off x="2613" y="1036"/>
                  <a:ext cx="544"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nvGrpSpPr>
              <p:cNvPr id="43032" name="Group 57">
                <a:extLst>
                  <a:ext uri="{FF2B5EF4-FFF2-40B4-BE49-F238E27FC236}">
                    <a16:creationId xmlns:a16="http://schemas.microsoft.com/office/drawing/2014/main" xmlns="" id="{2FE559CC-26CD-2568-CE48-3985CC86341C}"/>
                  </a:ext>
                </a:extLst>
              </p:cNvPr>
              <p:cNvGrpSpPr>
                <a:grpSpLocks/>
              </p:cNvGrpSpPr>
              <p:nvPr/>
            </p:nvGrpSpPr>
            <p:grpSpPr bwMode="auto">
              <a:xfrm>
                <a:off x="3157" y="1036"/>
                <a:ext cx="446" cy="403"/>
                <a:chOff x="3157" y="1036"/>
                <a:chExt cx="446" cy="403"/>
              </a:xfrm>
            </p:grpSpPr>
            <p:sp>
              <p:nvSpPr>
                <p:cNvPr id="43033" name="Rectangle 21">
                  <a:extLst>
                    <a:ext uri="{FF2B5EF4-FFF2-40B4-BE49-F238E27FC236}">
                      <a16:creationId xmlns:a16="http://schemas.microsoft.com/office/drawing/2014/main" xmlns="" id="{9485C945-8FCC-68EE-6470-32528409144C}"/>
                    </a:ext>
                  </a:extLst>
                </p:cNvPr>
                <p:cNvSpPr>
                  <a:spLocks noChangeArrowheads="1"/>
                </p:cNvSpPr>
                <p:nvPr/>
              </p:nvSpPr>
              <p:spPr bwMode="auto">
                <a:xfrm>
                  <a:off x="3200" y="1036"/>
                  <a:ext cx="360" cy="4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CA" altLang="en-US" sz="1200" b="1">
                      <a:latin typeface="Arial" panose="020B0604020202020204" pitchFamily="34" charset="0"/>
                      <a:cs typeface="Arial" panose="020B0604020202020204" pitchFamily="34" charset="0"/>
                    </a:rPr>
                    <a:t>100%</a:t>
                  </a:r>
                  <a:endParaRPr lang="en-CA" altLang="en-US" sz="1200">
                    <a:ea typeface="Arial Unicode MS"/>
                    <a:cs typeface="Arial Unicode MS"/>
                  </a:endParaRPr>
                </a:p>
                <a:p>
                  <a:pPr algn="ctr"/>
                  <a:endParaRPr lang="en-CA" altLang="en-US"/>
                </a:p>
              </p:txBody>
            </p:sp>
            <p:sp>
              <p:nvSpPr>
                <p:cNvPr id="43034" name="Rectangle 56">
                  <a:extLst>
                    <a:ext uri="{FF2B5EF4-FFF2-40B4-BE49-F238E27FC236}">
                      <a16:creationId xmlns:a16="http://schemas.microsoft.com/office/drawing/2014/main" xmlns="" id="{B47B9A2A-245C-6CE9-129C-6696D170AD2E}"/>
                    </a:ext>
                  </a:extLst>
                </p:cNvPr>
                <p:cNvSpPr>
                  <a:spLocks noChangeArrowheads="1"/>
                </p:cNvSpPr>
                <p:nvPr/>
              </p:nvSpPr>
              <p:spPr bwMode="auto">
                <a:xfrm>
                  <a:off x="3157" y="1036"/>
                  <a:ext cx="446" cy="403"/>
                </a:xfrm>
                <a:prstGeom prst="rect">
                  <a:avLst/>
                </a:prstGeom>
                <a:noFill/>
                <a:ln w="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grpSp>
        <p:sp>
          <p:nvSpPr>
            <p:cNvPr id="43014" name="Rectangle 59">
              <a:extLst>
                <a:ext uri="{FF2B5EF4-FFF2-40B4-BE49-F238E27FC236}">
                  <a16:creationId xmlns:a16="http://schemas.microsoft.com/office/drawing/2014/main" xmlns="" id="{34E45B73-1C3F-2344-A573-97F2DC077264}"/>
                </a:ext>
              </a:extLst>
            </p:cNvPr>
            <p:cNvSpPr>
              <a:spLocks noChangeArrowheads="1"/>
            </p:cNvSpPr>
            <p:nvPr/>
          </p:nvSpPr>
          <p:spPr bwMode="auto">
            <a:xfrm>
              <a:off x="-2" y="-2"/>
              <a:ext cx="3607" cy="1443"/>
            </a:xfrm>
            <a:prstGeom prst="rect">
              <a:avLst/>
            </a:prstGeom>
            <a:noFill/>
            <a:ln w="7937">
              <a:solidFill>
                <a:srgbClr val="A0A0A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xmlns="" id="{DD8450B1-5D0C-9739-97C2-7C8EABF3459D}"/>
              </a:ext>
            </a:extLst>
          </p:cNvPr>
          <p:cNvSpPr>
            <a:spLocks noGrp="1" noChangeArrowheads="1"/>
          </p:cNvSpPr>
          <p:nvPr>
            <p:ph type="title"/>
          </p:nvPr>
        </p:nvSpPr>
        <p:spPr/>
        <p:txBody>
          <a:bodyPr/>
          <a:lstStyle/>
          <a:p>
            <a:pPr>
              <a:defRPr/>
            </a:pPr>
            <a:r>
              <a:rPr lang="en-US"/>
              <a:t>Error Estimation</a:t>
            </a:r>
          </a:p>
        </p:txBody>
      </p:sp>
      <p:sp>
        <p:nvSpPr>
          <p:cNvPr id="44035" name="Rectangle 3">
            <a:extLst>
              <a:ext uri="{FF2B5EF4-FFF2-40B4-BE49-F238E27FC236}">
                <a16:creationId xmlns:a16="http://schemas.microsoft.com/office/drawing/2014/main" xmlns="" id="{753148F9-6DC4-D8B7-9B8E-4A46A446ACE5}"/>
              </a:ext>
            </a:extLst>
          </p:cNvPr>
          <p:cNvSpPr>
            <a:spLocks noGrp="1" noChangeArrowheads="1"/>
          </p:cNvSpPr>
          <p:nvPr>
            <p:ph type="body" idx="1"/>
          </p:nvPr>
        </p:nvSpPr>
        <p:spPr/>
        <p:txBody>
          <a:bodyPr/>
          <a:lstStyle/>
          <a:p>
            <a:r>
              <a:rPr lang="en-US" altLang="zh-CN" sz="1600">
                <a:ea typeface="SimSun" panose="02010600030101010101" pitchFamily="2" charset="-122"/>
              </a:rPr>
              <a:t>Calculate the estimated number of errors in your design, i.e.total errors found in requirements, specifications, code, user manuals, and bad fixes:</a:t>
            </a:r>
          </a:p>
          <a:p>
            <a:pPr lvl="1"/>
            <a:r>
              <a:rPr lang="en-US" altLang="zh-CN" sz="1600">
                <a:ea typeface="SimSun" panose="02010600030101010101" pitchFamily="2" charset="-122"/>
              </a:rPr>
              <a:t>Adjust the </a:t>
            </a:r>
            <a:r>
              <a:rPr lang="en-US" altLang="zh-CN" sz="1600" b="1">
                <a:ea typeface="SimSun" panose="02010600030101010101" pitchFamily="2" charset="-122"/>
              </a:rPr>
              <a:t>Function Point</a:t>
            </a:r>
            <a:r>
              <a:rPr lang="en-US" altLang="zh-CN" sz="1600">
                <a:ea typeface="SimSun" panose="02010600030101010101" pitchFamily="2" charset="-122"/>
              </a:rPr>
              <a:t> calculated in step1</a:t>
            </a:r>
          </a:p>
          <a:p>
            <a:pPr lvl="1"/>
            <a:endParaRPr lang="en-US" altLang="zh-CN" sz="1600">
              <a:ea typeface="SimSun" panose="02010600030101010101" pitchFamily="2" charset="-122"/>
            </a:endParaRPr>
          </a:p>
          <a:p>
            <a:pPr algn="ctr">
              <a:buFontTx/>
              <a:buNone/>
            </a:pPr>
            <a:r>
              <a:rPr lang="en-US" altLang="zh-CN" sz="2000" b="1" i="1">
                <a:ea typeface="SimSun" panose="02010600030101010101" pitchFamily="2" charset="-122"/>
              </a:rPr>
              <a:t>AFP = FP ** 1.25</a:t>
            </a:r>
            <a:endParaRPr lang="en-US" altLang="zh-CN" sz="2400" b="1" i="1">
              <a:ea typeface="SimSun" panose="02010600030101010101" pitchFamily="2" charset="-122"/>
            </a:endParaRPr>
          </a:p>
          <a:p>
            <a:pPr lvl="1"/>
            <a:r>
              <a:rPr lang="en-US" altLang="zh-CN" sz="1600">
                <a:ea typeface="SimSun" panose="02010600030101010101" pitchFamily="2" charset="-122"/>
              </a:rPr>
              <a:t>Use the following table for calculating error estimates</a:t>
            </a:r>
          </a:p>
          <a:p>
            <a:endParaRPr lang="en-US" altLang="en-US" sz="1600"/>
          </a:p>
        </p:txBody>
      </p:sp>
      <p:graphicFrame>
        <p:nvGraphicFramePr>
          <p:cNvPr id="50180" name="Group 4">
            <a:extLst>
              <a:ext uri="{FF2B5EF4-FFF2-40B4-BE49-F238E27FC236}">
                <a16:creationId xmlns:a16="http://schemas.microsoft.com/office/drawing/2014/main" xmlns="" id="{D895FCA2-46B6-332F-BFEF-7ED3D06B2113}"/>
              </a:ext>
            </a:extLst>
          </p:cNvPr>
          <p:cNvGraphicFramePr>
            <a:graphicFrameLocks noGrp="1"/>
          </p:cNvGraphicFramePr>
          <p:nvPr/>
        </p:nvGraphicFramePr>
        <p:xfrm>
          <a:off x="4211638" y="4191000"/>
          <a:ext cx="3941762" cy="2194284"/>
        </p:xfrm>
        <a:graphic>
          <a:graphicData uri="http://schemas.openxmlformats.org/drawingml/2006/table">
            <a:tbl>
              <a:tblPr/>
              <a:tblGrid>
                <a:gridCol w="2354262">
                  <a:extLst>
                    <a:ext uri="{9D8B030D-6E8A-4147-A177-3AD203B41FA5}">
                      <a16:colId xmlns:a16="http://schemas.microsoft.com/office/drawing/2014/main" xmlns="" val="20000"/>
                    </a:ext>
                  </a:extLst>
                </a:gridCol>
                <a:gridCol w="1587500">
                  <a:extLst>
                    <a:ext uri="{9D8B030D-6E8A-4147-A177-3AD203B41FA5}">
                      <a16:colId xmlns:a16="http://schemas.microsoft.com/office/drawing/2014/main" xmlns="" val="20001"/>
                    </a:ext>
                  </a:extLst>
                </a:gridCol>
              </a:tblGrid>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Error Type</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Error / AFP</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0"/>
                  </a:ext>
                </a:extLst>
              </a:tr>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Requirements</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1</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1"/>
                  </a:ext>
                </a:extLst>
              </a:tr>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Design</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1.25</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2"/>
                  </a:ext>
                </a:extLst>
              </a:tr>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Implementation</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1.75</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3"/>
                  </a:ext>
                </a:extLst>
              </a:tr>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Documentation</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0.6</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4"/>
                  </a:ext>
                </a:extLst>
              </a:tr>
              <a:tr h="36565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Due to Bug Fixes</a:t>
                      </a:r>
                    </a:p>
                  </a:txBody>
                  <a:tcPr marT="45697" marB="45697"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zh-CN" sz="1800" b="0" i="0" u="none" strike="noStrike" cap="none" normalizeH="0" baseline="0">
                          <a:ln>
                            <a:noFill/>
                          </a:ln>
                          <a:solidFill>
                            <a:schemeClr val="tx1"/>
                          </a:solidFill>
                          <a:effectLst/>
                          <a:latin typeface="Times New Roman" pitchFamily="18" charset="0"/>
                          <a:ea typeface="SimSun" pitchFamily="2" charset="-122"/>
                        </a:rPr>
                        <a:t>0.4</a:t>
                      </a:r>
                    </a:p>
                  </a:txBody>
                  <a:tcPr marT="45697" marB="45697" anchor="ct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xmlns="" val="10005"/>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1404</Words>
  <Application>Microsoft Office PowerPoint</Application>
  <PresentationFormat>Widescreen</PresentationFormat>
  <Paragraphs>405</Paragraphs>
  <Slides>41</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2</vt:i4>
      </vt:variant>
      <vt:variant>
        <vt:lpstr>Slide Titles</vt:lpstr>
      </vt:variant>
      <vt:variant>
        <vt:i4>41</vt:i4>
      </vt:variant>
    </vt:vector>
  </HeadingPairs>
  <TitlesOfParts>
    <vt:vector size="54" baseType="lpstr">
      <vt:lpstr>Arial Unicode MS</vt:lpstr>
      <vt:lpstr>BatangChe</vt:lpstr>
      <vt:lpstr>SimSun</vt:lpstr>
      <vt:lpstr>Aptos</vt:lpstr>
      <vt:lpstr>Aptos Display</vt:lpstr>
      <vt:lpstr>Arial</vt:lpstr>
      <vt:lpstr>Helvetica</vt:lpstr>
      <vt:lpstr>Symbol</vt:lpstr>
      <vt:lpstr>Times New Roman</vt:lpstr>
      <vt:lpstr>Verdana</vt:lpstr>
      <vt:lpstr>Office Theme</vt:lpstr>
      <vt:lpstr>Bitmap Image</vt:lpstr>
      <vt:lpstr>Document</vt:lpstr>
      <vt:lpstr>Project Costings</vt:lpstr>
      <vt:lpstr>Motivation</vt:lpstr>
      <vt:lpstr>Cost of a project</vt:lpstr>
      <vt:lpstr>Cost of a project (.)</vt:lpstr>
      <vt:lpstr>Software Cost Estimation</vt:lpstr>
      <vt:lpstr>Introduction to COCOMO models</vt:lpstr>
      <vt:lpstr>Effort</vt:lpstr>
      <vt:lpstr>Productivity</vt:lpstr>
      <vt:lpstr>Schedule</vt:lpstr>
      <vt:lpstr>Average Staffing</vt:lpstr>
      <vt:lpstr>COCOMO Models</vt:lpstr>
      <vt:lpstr>The Development mode</vt:lpstr>
      <vt:lpstr>The Development mode</vt:lpstr>
      <vt:lpstr>Modes </vt:lpstr>
      <vt:lpstr>Modes (.) </vt:lpstr>
      <vt:lpstr>Cost Estimation Process</vt:lpstr>
      <vt:lpstr>Cost Estimation Process</vt:lpstr>
      <vt:lpstr>Project Size - Metrics</vt:lpstr>
      <vt:lpstr>Project Size – Metrics(.)</vt:lpstr>
      <vt:lpstr>Function Points</vt:lpstr>
      <vt:lpstr>Function Points(.)</vt:lpstr>
      <vt:lpstr>Function Points(..)</vt:lpstr>
      <vt:lpstr>Function Points(...)</vt:lpstr>
      <vt:lpstr>Function Points(....)</vt:lpstr>
      <vt:lpstr>Function Points(.....)</vt:lpstr>
      <vt:lpstr>Example</vt:lpstr>
      <vt:lpstr>Example (.)</vt:lpstr>
      <vt:lpstr>Example  (..)</vt:lpstr>
      <vt:lpstr>Example (…)</vt:lpstr>
      <vt:lpstr>Relation between LOC and FP</vt:lpstr>
      <vt:lpstr>Relation between LOC and FP(.)</vt:lpstr>
      <vt:lpstr>Effort Computation</vt:lpstr>
      <vt:lpstr>Example</vt:lpstr>
      <vt:lpstr>Effort Computation</vt:lpstr>
      <vt:lpstr>Effort computation(.)</vt:lpstr>
      <vt:lpstr>Effort Computation (..)</vt:lpstr>
      <vt:lpstr>Example</vt:lpstr>
      <vt:lpstr>Software Development Time</vt:lpstr>
      <vt:lpstr>Distribution of Effort</vt:lpstr>
      <vt:lpstr>Distribution of Effort (.)</vt:lpstr>
      <vt:lpstr>Error Estimation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Costings</dc:title>
  <dc:creator>Tectonic Admin</dc:creator>
  <cp:lastModifiedBy>asim iqbal</cp:lastModifiedBy>
  <cp:revision>2</cp:revision>
  <dcterms:created xsi:type="dcterms:W3CDTF">2024-05-05T14:42:19Z</dcterms:created>
  <dcterms:modified xsi:type="dcterms:W3CDTF">2024-05-16T06:59:21Z</dcterms:modified>
</cp:coreProperties>
</file>