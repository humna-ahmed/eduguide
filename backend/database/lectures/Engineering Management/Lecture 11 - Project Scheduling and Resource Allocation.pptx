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4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144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8AC6B-0F4E-A23C-C06C-A599D25D2A7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# 09</a:t>
            </a:r>
            <a:br>
              <a:rPr lang="en-US" dirty="0"/>
            </a:br>
            <a:r>
              <a:rPr lang="en-US" dirty="0"/>
              <a:t>Week # 10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8B3E1F-62F4-AB6B-AA13-4625CA851E0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pPr algn="l"/>
            <a:r>
              <a:rPr lang="en-US" sz="20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Managing Engineering Design </a:t>
            </a:r>
            <a:endParaRPr lang="en-US" sz="20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l"/>
            <a:r>
              <a:rPr lang="en-US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 Nature of Engineering Design </a:t>
            </a:r>
          </a:p>
          <a:p>
            <a:pPr algn="l"/>
            <a:r>
              <a:rPr lang="en-US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 Systems Engineering/New Product Development </a:t>
            </a:r>
          </a:p>
          <a:p>
            <a:pPr algn="l"/>
            <a:r>
              <a:rPr lang="en-US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 Concurrent Engineering </a:t>
            </a:r>
          </a:p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	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74718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1-engineering-design-process-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2-engineering-design-process-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3-engineering-design-process-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4-engineering-design-process-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5-engineering-design-process-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6-engineering-design-process-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7-engineering-design-process-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8-engineering-design-process-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9-engineering-design-process-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-engineering-design-process-1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1-engineering-design-process-1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2-engineering-design-process-1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3-engineering-design-process-1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4-engineering-design-process-1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5-engineering-design-process-1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6-engineering-design-process-1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7-engineering-design-process-1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8-engineering-design-process-1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26</Words>
  <Application>Microsoft Office PowerPoint</Application>
  <PresentationFormat>On-screen Show (4:3)</PresentationFormat>
  <Paragraphs>6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Times New Roman</vt:lpstr>
      <vt:lpstr>Office Theme</vt:lpstr>
      <vt:lpstr>Lecture # 09 Week # 10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# 09 Week # 10</dc:title>
  <dc:subject/>
  <dc:creator>Home</dc:creator>
  <cp:keywords/>
  <dc:description>generated using python-pptx</dc:description>
  <cp:lastModifiedBy>Home</cp:lastModifiedBy>
  <cp:revision>2</cp:revision>
  <dcterms:created xsi:type="dcterms:W3CDTF">2013-01-27T09:14:16Z</dcterms:created>
  <dcterms:modified xsi:type="dcterms:W3CDTF">2024-04-21T15:40:25Z</dcterms:modified>
  <cp:category/>
</cp:coreProperties>
</file>