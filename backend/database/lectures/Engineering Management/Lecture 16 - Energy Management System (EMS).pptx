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Energy-management-system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Energy-management-system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Energy-management-system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Energy-management-system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Energy-management-system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Energy-management-system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Energy-management-system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Energy-management-system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Energy-management-system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Energy-management-system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Energy-management-system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Energy-management-system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Energy-management-system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Energy-management-system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Energy-management-system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Energy-management-system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Energy-management-system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Energy-management-system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Energy-management-system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Energy-management-system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Energy-management-system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Energy-management-system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Energy-management-system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Energy-management-system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Energy-management-system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asim iqbal</dc:creator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2024-05-26T20:20:00Z</dcterms:modified>
  <cp:category/>
</cp:coreProperties>
</file>