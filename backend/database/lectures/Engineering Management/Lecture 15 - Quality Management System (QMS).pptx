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141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1-Qms-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2-Qms-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-Qms-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4-Qms-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5-Qms-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6-Qms-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-Qms-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8-Qms-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9-Qms-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0-Qms-1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1-Qms-1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2-Qms-1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3-Qms-1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4-Qms-1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5-Qms-1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6-Qms-1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-Qms-1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8-Qms-1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9-Qms-1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0-Qms-2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1-Qms-2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2-Qms-2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3-Qms-2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4-Qms-2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5-Qms-2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6-Qms-2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7-Qms-2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8-Qms-28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29-Qms-29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0-Qms-30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1-Qms-31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2-Qms-32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3-Qms-33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4-Qms-34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5-Qms-35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6-Qms-36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37-Qms-37-6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1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On-screen Show (4:3)</PresentationFormat>
  <Paragraphs>0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asim iqbal</dc:creator>
  <cp:keywords/>
  <dc:description>generated using python-pptx</dc:description>
  <cp:lastModifiedBy>Microsoft account</cp:lastModifiedBy>
  <cp:revision>2</cp:revision>
  <dcterms:created xsi:type="dcterms:W3CDTF">2013-01-27T09:14:16Z</dcterms:created>
  <dcterms:modified xsi:type="dcterms:W3CDTF">2024-05-26T20:18:42Z</dcterms:modified>
  <cp:category/>
</cp:coreProperties>
</file>