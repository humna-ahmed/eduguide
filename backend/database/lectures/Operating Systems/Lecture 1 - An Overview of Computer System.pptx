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741" r:id="rId2"/>
  </p:sldMasterIdLst>
  <p:notesMasterIdLst>
    <p:notesMasterId r:id="rId24"/>
  </p:notesMasterIdLst>
  <p:sldIdLst>
    <p:sldId id="334" r:id="rId3"/>
    <p:sldId id="257" r:id="rId4"/>
    <p:sldId id="309" r:id="rId5"/>
    <p:sldId id="261" r:id="rId6"/>
    <p:sldId id="258" r:id="rId7"/>
    <p:sldId id="259" r:id="rId8"/>
    <p:sldId id="311" r:id="rId9"/>
    <p:sldId id="260" r:id="rId10"/>
    <p:sldId id="330" r:id="rId11"/>
    <p:sldId id="331" r:id="rId12"/>
    <p:sldId id="332" r:id="rId13"/>
    <p:sldId id="33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47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740A"/>
    <a:srgbClr val="600000"/>
    <a:srgbClr val="36FF37"/>
    <a:srgbClr val="298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8" autoAdjust="0"/>
    <p:restoredTop sz="89824" autoAdjust="0"/>
  </p:normalViewPr>
  <p:slideViewPr>
    <p:cSldViewPr>
      <p:cViewPr varScale="1">
        <p:scale>
          <a:sx n="96" d="100"/>
          <a:sy n="96" d="100"/>
        </p:scale>
        <p:origin x="4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568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01520-DA4B-6A4F-937F-F2E7D335BA54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4B7A2E-F111-6149-BD6E-F00E0838A63A}">
      <dgm:prSet/>
      <dgm:spPr/>
      <dgm:t>
        <a:bodyPr/>
        <a:lstStyle/>
        <a:p>
          <a:pPr rtl="0"/>
          <a:r>
            <a:rPr lang="en-US" b="1" i="0" dirty="0">
              <a:solidFill>
                <a:schemeClr val="tx1"/>
              </a:solidFill>
            </a:rPr>
            <a:t>Processor</a:t>
          </a:r>
        </a:p>
      </dgm:t>
    </dgm:pt>
    <dgm:pt modelId="{85DFB5E0-E5AB-F54D-A25F-BAE2FD128AA9}" type="parTrans" cxnId="{8F4EA9DF-8E54-A74C-A41D-CA037B53B585}">
      <dgm:prSet/>
      <dgm:spPr/>
      <dgm:t>
        <a:bodyPr/>
        <a:lstStyle/>
        <a:p>
          <a:endParaRPr lang="en-US"/>
        </a:p>
      </dgm:t>
    </dgm:pt>
    <dgm:pt modelId="{549A1A1D-50E5-6846-86C7-1070E5F244D3}" type="sibTrans" cxnId="{8F4EA9DF-8E54-A74C-A41D-CA037B53B585}">
      <dgm:prSet/>
      <dgm:spPr/>
      <dgm:t>
        <a:bodyPr/>
        <a:lstStyle/>
        <a:p>
          <a:endParaRPr lang="en-US"/>
        </a:p>
      </dgm:t>
    </dgm:pt>
    <dgm:pt modelId="{43FFB74A-612C-4B4F-A3EA-E0677208A2BD}">
      <dgm:prSet/>
      <dgm:spPr/>
      <dgm:t>
        <a:bodyPr/>
        <a:lstStyle/>
        <a:p>
          <a:pPr rtl="0"/>
          <a:r>
            <a:rPr lang="en-US" b="1" i="0" dirty="0">
              <a:solidFill>
                <a:schemeClr val="tx1"/>
              </a:solidFill>
            </a:rPr>
            <a:t>Main Memory</a:t>
          </a:r>
        </a:p>
      </dgm:t>
    </dgm:pt>
    <dgm:pt modelId="{3CF37361-C97A-BA42-89B5-F22603EA6A00}" type="parTrans" cxnId="{9884DC52-DD07-154D-BCC7-CAD8C601580A}">
      <dgm:prSet/>
      <dgm:spPr/>
      <dgm:t>
        <a:bodyPr/>
        <a:lstStyle/>
        <a:p>
          <a:endParaRPr lang="en-US"/>
        </a:p>
      </dgm:t>
    </dgm:pt>
    <dgm:pt modelId="{AB1E4592-B2BB-4742-AEEA-80F7508571B1}" type="sibTrans" cxnId="{9884DC52-DD07-154D-BCC7-CAD8C601580A}">
      <dgm:prSet/>
      <dgm:spPr/>
      <dgm:t>
        <a:bodyPr/>
        <a:lstStyle/>
        <a:p>
          <a:endParaRPr lang="en-US"/>
        </a:p>
      </dgm:t>
    </dgm:pt>
    <dgm:pt modelId="{D542C43F-977F-4748-9FAD-A3A4F288EB1A}">
      <dgm:prSet/>
      <dgm:spPr/>
      <dgm:t>
        <a:bodyPr/>
        <a:lstStyle/>
        <a:p>
          <a:pPr rtl="0"/>
          <a:r>
            <a:rPr lang="en-US" b="1" i="0" dirty="0">
              <a:solidFill>
                <a:schemeClr val="tx1"/>
              </a:solidFill>
            </a:rPr>
            <a:t>I/O Modules</a:t>
          </a:r>
        </a:p>
      </dgm:t>
    </dgm:pt>
    <dgm:pt modelId="{EDDD905E-ABD7-9B4D-86AB-AF4A35FC8CE5}" type="parTrans" cxnId="{5096D804-7E47-F745-843B-8229E1246BF4}">
      <dgm:prSet/>
      <dgm:spPr/>
      <dgm:t>
        <a:bodyPr/>
        <a:lstStyle/>
        <a:p>
          <a:endParaRPr lang="en-US"/>
        </a:p>
      </dgm:t>
    </dgm:pt>
    <dgm:pt modelId="{9393BF2F-7D6B-0149-80E9-589F0F666EBE}" type="sibTrans" cxnId="{5096D804-7E47-F745-843B-8229E1246BF4}">
      <dgm:prSet/>
      <dgm:spPr/>
      <dgm:t>
        <a:bodyPr/>
        <a:lstStyle/>
        <a:p>
          <a:endParaRPr lang="en-US"/>
        </a:p>
      </dgm:t>
    </dgm:pt>
    <dgm:pt modelId="{4FF0682A-7A72-AA45-874A-3D82461EAAF8}">
      <dgm:prSet/>
      <dgm:spPr/>
      <dgm:t>
        <a:bodyPr/>
        <a:lstStyle/>
        <a:p>
          <a:pPr rtl="0"/>
          <a:r>
            <a:rPr lang="en-NZ" b="1" i="0" dirty="0">
              <a:solidFill>
                <a:schemeClr val="tx1"/>
              </a:solidFill>
            </a:rPr>
            <a:t>System Bus</a:t>
          </a:r>
        </a:p>
      </dgm:t>
    </dgm:pt>
    <dgm:pt modelId="{2D361571-D644-4E4D-98B6-7B751354F9F6}" type="parTrans" cxnId="{EB6406F6-0ACE-A644-AEFD-396112994E39}">
      <dgm:prSet/>
      <dgm:spPr/>
      <dgm:t>
        <a:bodyPr/>
        <a:lstStyle/>
        <a:p>
          <a:endParaRPr lang="en-US"/>
        </a:p>
      </dgm:t>
    </dgm:pt>
    <dgm:pt modelId="{937AABB6-A09B-BF41-B997-B574BB0EB45F}" type="sibTrans" cxnId="{EB6406F6-0ACE-A644-AEFD-396112994E39}">
      <dgm:prSet/>
      <dgm:spPr/>
      <dgm:t>
        <a:bodyPr/>
        <a:lstStyle/>
        <a:p>
          <a:endParaRPr lang="en-US"/>
        </a:p>
      </dgm:t>
    </dgm:pt>
    <dgm:pt modelId="{22EE6820-3E11-8A41-8A05-3A03B5E5E62B}" type="pres">
      <dgm:prSet presAssocID="{4A201520-DA4B-6A4F-937F-F2E7D335BA5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EFEB27-857C-EA41-9C05-4933DCAF3BF3}" type="pres">
      <dgm:prSet presAssocID="{B14B7A2E-F111-6149-BD6E-F00E0838A63A}" presName="hierRoot1" presStyleCnt="0"/>
      <dgm:spPr/>
    </dgm:pt>
    <dgm:pt modelId="{016E94C7-C934-0243-B843-039F2F5C8AE1}" type="pres">
      <dgm:prSet presAssocID="{B14B7A2E-F111-6149-BD6E-F00E0838A63A}" presName="composite" presStyleCnt="0"/>
      <dgm:spPr/>
    </dgm:pt>
    <dgm:pt modelId="{CE030FF1-2507-9F49-A591-07E6CEF78234}" type="pres">
      <dgm:prSet presAssocID="{B14B7A2E-F111-6149-BD6E-F00E0838A63A}" presName="background" presStyleLbl="node0" presStyleIdx="0" presStyleCnt="4"/>
      <dgm:spPr/>
    </dgm:pt>
    <dgm:pt modelId="{3F419C36-6726-324B-979F-AB0836BDCF1F}" type="pres">
      <dgm:prSet presAssocID="{B14B7A2E-F111-6149-BD6E-F00E0838A63A}" presName="text" presStyleLbl="fgAcc0" presStyleIdx="0" presStyleCnt="4" custLinFactY="-1075" custLinFactNeighborX="60156" custLinFactNeighborY="-100000">
        <dgm:presLayoutVars>
          <dgm:chPref val="3"/>
        </dgm:presLayoutVars>
      </dgm:prSet>
      <dgm:spPr/>
    </dgm:pt>
    <dgm:pt modelId="{BCB6117F-BCB3-3047-8ED4-7DA03412FE61}" type="pres">
      <dgm:prSet presAssocID="{B14B7A2E-F111-6149-BD6E-F00E0838A63A}" presName="hierChild2" presStyleCnt="0"/>
      <dgm:spPr/>
    </dgm:pt>
    <dgm:pt modelId="{2645F9A3-732B-8544-9EAC-F399FBF4095E}" type="pres">
      <dgm:prSet presAssocID="{43FFB74A-612C-4B4F-A3EA-E0677208A2BD}" presName="hierRoot1" presStyleCnt="0"/>
      <dgm:spPr/>
    </dgm:pt>
    <dgm:pt modelId="{A67B3114-7C01-F049-AD35-329E8EEA9F57}" type="pres">
      <dgm:prSet presAssocID="{43FFB74A-612C-4B4F-A3EA-E0677208A2BD}" presName="composite" presStyleCnt="0"/>
      <dgm:spPr/>
    </dgm:pt>
    <dgm:pt modelId="{E9749119-7A06-4840-B0C1-953DEC1D0D5B}" type="pres">
      <dgm:prSet presAssocID="{43FFB74A-612C-4B4F-A3EA-E0677208A2BD}" presName="background" presStyleLbl="node0" presStyleIdx="1" presStyleCnt="4"/>
      <dgm:spPr/>
    </dgm:pt>
    <dgm:pt modelId="{A314E1AC-3785-F44A-B4FB-B71FE99B7F60}" type="pres">
      <dgm:prSet presAssocID="{43FFB74A-612C-4B4F-A3EA-E0677208A2BD}" presName="text" presStyleLbl="fgAcc0" presStyleIdx="1" presStyleCnt="4" custLinFactNeighborX="-53453" custLinFactNeighborY="95615">
        <dgm:presLayoutVars>
          <dgm:chPref val="3"/>
        </dgm:presLayoutVars>
      </dgm:prSet>
      <dgm:spPr/>
    </dgm:pt>
    <dgm:pt modelId="{804F807C-EB3D-A449-9FA3-0A7C4C5FD11C}" type="pres">
      <dgm:prSet presAssocID="{43FFB74A-612C-4B4F-A3EA-E0677208A2BD}" presName="hierChild2" presStyleCnt="0"/>
      <dgm:spPr/>
    </dgm:pt>
    <dgm:pt modelId="{A5A15629-CD2E-B148-8273-EFAEC6212C6D}" type="pres">
      <dgm:prSet presAssocID="{D542C43F-977F-4748-9FAD-A3A4F288EB1A}" presName="hierRoot1" presStyleCnt="0"/>
      <dgm:spPr/>
    </dgm:pt>
    <dgm:pt modelId="{7D87A418-044B-4247-AB8F-FDD245F0460E}" type="pres">
      <dgm:prSet presAssocID="{D542C43F-977F-4748-9FAD-A3A4F288EB1A}" presName="composite" presStyleCnt="0"/>
      <dgm:spPr/>
    </dgm:pt>
    <dgm:pt modelId="{14FC8863-8EE5-694D-9DC7-A04C4A3B1E88}" type="pres">
      <dgm:prSet presAssocID="{D542C43F-977F-4748-9FAD-A3A4F288EB1A}" presName="background" presStyleLbl="node0" presStyleIdx="2" presStyleCnt="4"/>
      <dgm:spPr/>
    </dgm:pt>
    <dgm:pt modelId="{D2104015-BE93-8649-B182-2B94DB828B9A}" type="pres">
      <dgm:prSet presAssocID="{D542C43F-977F-4748-9FAD-A3A4F288EB1A}" presName="text" presStyleLbl="fgAcc0" presStyleIdx="2" presStyleCnt="4" custLinFactY="-7857" custLinFactNeighborX="52587" custLinFactNeighborY="-100000">
        <dgm:presLayoutVars>
          <dgm:chPref val="3"/>
        </dgm:presLayoutVars>
      </dgm:prSet>
      <dgm:spPr/>
    </dgm:pt>
    <dgm:pt modelId="{0DDC8FDE-DBCC-194D-95E4-2F92AD432812}" type="pres">
      <dgm:prSet presAssocID="{D542C43F-977F-4748-9FAD-A3A4F288EB1A}" presName="hierChild2" presStyleCnt="0"/>
      <dgm:spPr/>
    </dgm:pt>
    <dgm:pt modelId="{80E096EA-CB6B-9745-A756-2DDFC9C43BEC}" type="pres">
      <dgm:prSet presAssocID="{4FF0682A-7A72-AA45-874A-3D82461EAAF8}" presName="hierRoot1" presStyleCnt="0"/>
      <dgm:spPr/>
    </dgm:pt>
    <dgm:pt modelId="{F09A3D20-31B1-CB4E-A818-95E873D3E4B3}" type="pres">
      <dgm:prSet presAssocID="{4FF0682A-7A72-AA45-874A-3D82461EAAF8}" presName="composite" presStyleCnt="0"/>
      <dgm:spPr/>
    </dgm:pt>
    <dgm:pt modelId="{E9069BF9-D401-8E46-967F-B79DD53E6C14}" type="pres">
      <dgm:prSet presAssocID="{4FF0682A-7A72-AA45-874A-3D82461EAAF8}" presName="background" presStyleLbl="node0" presStyleIdx="3" presStyleCnt="4"/>
      <dgm:spPr/>
    </dgm:pt>
    <dgm:pt modelId="{952688EA-822B-DD4F-B66D-B56BACAC091A}" type="pres">
      <dgm:prSet presAssocID="{4FF0682A-7A72-AA45-874A-3D82461EAAF8}" presName="text" presStyleLbl="fgAcc0" presStyleIdx="3" presStyleCnt="4" custLinFactNeighborX="-56715" custLinFactNeighborY="82050">
        <dgm:presLayoutVars>
          <dgm:chPref val="3"/>
        </dgm:presLayoutVars>
      </dgm:prSet>
      <dgm:spPr/>
    </dgm:pt>
    <dgm:pt modelId="{1E1F2C4A-2BDB-2845-B636-4FD5F2A42CA9}" type="pres">
      <dgm:prSet presAssocID="{4FF0682A-7A72-AA45-874A-3D82461EAAF8}" presName="hierChild2" presStyleCnt="0"/>
      <dgm:spPr/>
    </dgm:pt>
  </dgm:ptLst>
  <dgm:cxnLst>
    <dgm:cxn modelId="{5096D804-7E47-F745-843B-8229E1246BF4}" srcId="{4A201520-DA4B-6A4F-937F-F2E7D335BA54}" destId="{D542C43F-977F-4748-9FAD-A3A4F288EB1A}" srcOrd="2" destOrd="0" parTransId="{EDDD905E-ABD7-9B4D-86AB-AF4A35FC8CE5}" sibTransId="{9393BF2F-7D6B-0149-80E9-589F0F666EBE}"/>
    <dgm:cxn modelId="{FA3D2240-7243-D04F-8642-C1AC58E1A379}" type="presOf" srcId="{43FFB74A-612C-4B4F-A3EA-E0677208A2BD}" destId="{A314E1AC-3785-F44A-B4FB-B71FE99B7F60}" srcOrd="0" destOrd="0" presId="urn:microsoft.com/office/officeart/2005/8/layout/hierarchy1"/>
    <dgm:cxn modelId="{9884DC52-DD07-154D-BCC7-CAD8C601580A}" srcId="{4A201520-DA4B-6A4F-937F-F2E7D335BA54}" destId="{43FFB74A-612C-4B4F-A3EA-E0677208A2BD}" srcOrd="1" destOrd="0" parTransId="{3CF37361-C97A-BA42-89B5-F22603EA6A00}" sibTransId="{AB1E4592-B2BB-4742-AEEA-80F7508571B1}"/>
    <dgm:cxn modelId="{5F21D57F-2A0A-534C-A524-C22FB48CC7D1}" type="presOf" srcId="{D542C43F-977F-4748-9FAD-A3A4F288EB1A}" destId="{D2104015-BE93-8649-B182-2B94DB828B9A}" srcOrd="0" destOrd="0" presId="urn:microsoft.com/office/officeart/2005/8/layout/hierarchy1"/>
    <dgm:cxn modelId="{3959D9B2-22F3-E24D-882E-F15819FE0AFD}" type="presOf" srcId="{4FF0682A-7A72-AA45-874A-3D82461EAAF8}" destId="{952688EA-822B-DD4F-B66D-B56BACAC091A}" srcOrd="0" destOrd="0" presId="urn:microsoft.com/office/officeart/2005/8/layout/hierarchy1"/>
    <dgm:cxn modelId="{B56056DF-0963-4146-874B-962F4E5B58BA}" type="presOf" srcId="{B14B7A2E-F111-6149-BD6E-F00E0838A63A}" destId="{3F419C36-6726-324B-979F-AB0836BDCF1F}" srcOrd="0" destOrd="0" presId="urn:microsoft.com/office/officeart/2005/8/layout/hierarchy1"/>
    <dgm:cxn modelId="{8F4EA9DF-8E54-A74C-A41D-CA037B53B585}" srcId="{4A201520-DA4B-6A4F-937F-F2E7D335BA54}" destId="{B14B7A2E-F111-6149-BD6E-F00E0838A63A}" srcOrd="0" destOrd="0" parTransId="{85DFB5E0-E5AB-F54D-A25F-BAE2FD128AA9}" sibTransId="{549A1A1D-50E5-6846-86C7-1070E5F244D3}"/>
    <dgm:cxn modelId="{CBECC3E9-A3CF-7448-BDBA-DD3D0092BECF}" type="presOf" srcId="{4A201520-DA4B-6A4F-937F-F2E7D335BA54}" destId="{22EE6820-3E11-8A41-8A05-3A03B5E5E62B}" srcOrd="0" destOrd="0" presId="urn:microsoft.com/office/officeart/2005/8/layout/hierarchy1"/>
    <dgm:cxn modelId="{EB6406F6-0ACE-A644-AEFD-396112994E39}" srcId="{4A201520-DA4B-6A4F-937F-F2E7D335BA54}" destId="{4FF0682A-7A72-AA45-874A-3D82461EAAF8}" srcOrd="3" destOrd="0" parTransId="{2D361571-D644-4E4D-98B6-7B751354F9F6}" sibTransId="{937AABB6-A09B-BF41-B997-B574BB0EB45F}"/>
    <dgm:cxn modelId="{6832ABF1-1C5C-9B4D-A68F-60F463FA6BD9}" type="presParOf" srcId="{22EE6820-3E11-8A41-8A05-3A03B5E5E62B}" destId="{52EFEB27-857C-EA41-9C05-4933DCAF3BF3}" srcOrd="0" destOrd="0" presId="urn:microsoft.com/office/officeart/2005/8/layout/hierarchy1"/>
    <dgm:cxn modelId="{F41B0D9A-768D-3447-8416-B23BE98B67A5}" type="presParOf" srcId="{52EFEB27-857C-EA41-9C05-4933DCAF3BF3}" destId="{016E94C7-C934-0243-B843-039F2F5C8AE1}" srcOrd="0" destOrd="0" presId="urn:microsoft.com/office/officeart/2005/8/layout/hierarchy1"/>
    <dgm:cxn modelId="{6365673A-F77A-B549-AD63-550AE980BC10}" type="presParOf" srcId="{016E94C7-C934-0243-B843-039F2F5C8AE1}" destId="{CE030FF1-2507-9F49-A591-07E6CEF78234}" srcOrd="0" destOrd="0" presId="urn:microsoft.com/office/officeart/2005/8/layout/hierarchy1"/>
    <dgm:cxn modelId="{9FDAB0C3-CA58-834E-BAAA-7772D7EB30BE}" type="presParOf" srcId="{016E94C7-C934-0243-B843-039F2F5C8AE1}" destId="{3F419C36-6726-324B-979F-AB0836BDCF1F}" srcOrd="1" destOrd="0" presId="urn:microsoft.com/office/officeart/2005/8/layout/hierarchy1"/>
    <dgm:cxn modelId="{EE4B132D-A67C-3D4F-8C61-5490E84A92F1}" type="presParOf" srcId="{52EFEB27-857C-EA41-9C05-4933DCAF3BF3}" destId="{BCB6117F-BCB3-3047-8ED4-7DA03412FE61}" srcOrd="1" destOrd="0" presId="urn:microsoft.com/office/officeart/2005/8/layout/hierarchy1"/>
    <dgm:cxn modelId="{97043784-4072-3746-9255-2BB737E3A282}" type="presParOf" srcId="{22EE6820-3E11-8A41-8A05-3A03B5E5E62B}" destId="{2645F9A3-732B-8544-9EAC-F399FBF4095E}" srcOrd="1" destOrd="0" presId="urn:microsoft.com/office/officeart/2005/8/layout/hierarchy1"/>
    <dgm:cxn modelId="{153A6D58-E221-BD46-B14F-BD6443255B7E}" type="presParOf" srcId="{2645F9A3-732B-8544-9EAC-F399FBF4095E}" destId="{A67B3114-7C01-F049-AD35-329E8EEA9F57}" srcOrd="0" destOrd="0" presId="urn:microsoft.com/office/officeart/2005/8/layout/hierarchy1"/>
    <dgm:cxn modelId="{2177A2E5-B7F1-9A4C-8708-3CD372095478}" type="presParOf" srcId="{A67B3114-7C01-F049-AD35-329E8EEA9F57}" destId="{E9749119-7A06-4840-B0C1-953DEC1D0D5B}" srcOrd="0" destOrd="0" presId="urn:microsoft.com/office/officeart/2005/8/layout/hierarchy1"/>
    <dgm:cxn modelId="{46BED5BE-B238-9D4B-B950-E500DE08C0BA}" type="presParOf" srcId="{A67B3114-7C01-F049-AD35-329E8EEA9F57}" destId="{A314E1AC-3785-F44A-B4FB-B71FE99B7F60}" srcOrd="1" destOrd="0" presId="urn:microsoft.com/office/officeart/2005/8/layout/hierarchy1"/>
    <dgm:cxn modelId="{C0E9CB1C-888D-0C40-A5E9-23184B7B5368}" type="presParOf" srcId="{2645F9A3-732B-8544-9EAC-F399FBF4095E}" destId="{804F807C-EB3D-A449-9FA3-0A7C4C5FD11C}" srcOrd="1" destOrd="0" presId="urn:microsoft.com/office/officeart/2005/8/layout/hierarchy1"/>
    <dgm:cxn modelId="{7F990104-FEDF-0749-84B7-C42C4F3A2000}" type="presParOf" srcId="{22EE6820-3E11-8A41-8A05-3A03B5E5E62B}" destId="{A5A15629-CD2E-B148-8273-EFAEC6212C6D}" srcOrd="2" destOrd="0" presId="urn:microsoft.com/office/officeart/2005/8/layout/hierarchy1"/>
    <dgm:cxn modelId="{75A96060-3854-D547-81A4-FF639068FFDE}" type="presParOf" srcId="{A5A15629-CD2E-B148-8273-EFAEC6212C6D}" destId="{7D87A418-044B-4247-AB8F-FDD245F0460E}" srcOrd="0" destOrd="0" presId="urn:microsoft.com/office/officeart/2005/8/layout/hierarchy1"/>
    <dgm:cxn modelId="{76567991-9CE0-6049-A996-854562658E41}" type="presParOf" srcId="{7D87A418-044B-4247-AB8F-FDD245F0460E}" destId="{14FC8863-8EE5-694D-9DC7-A04C4A3B1E88}" srcOrd="0" destOrd="0" presId="urn:microsoft.com/office/officeart/2005/8/layout/hierarchy1"/>
    <dgm:cxn modelId="{55412887-79F6-B848-BB50-4C7A28C896ED}" type="presParOf" srcId="{7D87A418-044B-4247-AB8F-FDD245F0460E}" destId="{D2104015-BE93-8649-B182-2B94DB828B9A}" srcOrd="1" destOrd="0" presId="urn:microsoft.com/office/officeart/2005/8/layout/hierarchy1"/>
    <dgm:cxn modelId="{43FB8779-4F69-F448-B4D8-601F39737A8D}" type="presParOf" srcId="{A5A15629-CD2E-B148-8273-EFAEC6212C6D}" destId="{0DDC8FDE-DBCC-194D-95E4-2F92AD432812}" srcOrd="1" destOrd="0" presId="urn:microsoft.com/office/officeart/2005/8/layout/hierarchy1"/>
    <dgm:cxn modelId="{1E98A939-879A-7640-BEDD-3F7525E11EC9}" type="presParOf" srcId="{22EE6820-3E11-8A41-8A05-3A03B5E5E62B}" destId="{80E096EA-CB6B-9745-A756-2DDFC9C43BEC}" srcOrd="3" destOrd="0" presId="urn:microsoft.com/office/officeart/2005/8/layout/hierarchy1"/>
    <dgm:cxn modelId="{68C440E1-6E95-344F-96B6-E7FE9B18484E}" type="presParOf" srcId="{80E096EA-CB6B-9745-A756-2DDFC9C43BEC}" destId="{F09A3D20-31B1-CB4E-A818-95E873D3E4B3}" srcOrd="0" destOrd="0" presId="urn:microsoft.com/office/officeart/2005/8/layout/hierarchy1"/>
    <dgm:cxn modelId="{D8FD8A5C-EF57-1649-B55C-78B8C4F64E89}" type="presParOf" srcId="{F09A3D20-31B1-CB4E-A818-95E873D3E4B3}" destId="{E9069BF9-D401-8E46-967F-B79DD53E6C14}" srcOrd="0" destOrd="0" presId="urn:microsoft.com/office/officeart/2005/8/layout/hierarchy1"/>
    <dgm:cxn modelId="{D7829720-3435-0742-9716-546F44BD485E}" type="presParOf" srcId="{F09A3D20-31B1-CB4E-A818-95E873D3E4B3}" destId="{952688EA-822B-DD4F-B66D-B56BACAC091A}" srcOrd="1" destOrd="0" presId="urn:microsoft.com/office/officeart/2005/8/layout/hierarchy1"/>
    <dgm:cxn modelId="{8A45822E-59C8-204C-9F6A-A78C1827EA5B}" type="presParOf" srcId="{80E096EA-CB6B-9745-A756-2DDFC9C43BEC}" destId="{1E1F2C4A-2BDB-2845-B636-4FD5F2A42CA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06A2E3-1043-9D46-A25F-90ADF1BF5E20}" type="doc">
      <dgm:prSet loTypeId="urn:microsoft.com/office/officeart/2005/8/layout/default#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1B828E-6174-D747-8D45-31F211622F30}">
      <dgm:prSet/>
      <dgm:spPr/>
      <dgm:t>
        <a:bodyPr/>
        <a:lstStyle/>
        <a:p>
          <a:pPr rtl="0"/>
          <a:r>
            <a:rPr lang="en-US" dirty="0"/>
            <a:t>Controls the operation of the computer</a:t>
          </a:r>
        </a:p>
      </dgm:t>
    </dgm:pt>
    <dgm:pt modelId="{D262110A-53C7-D04E-9899-94616493F444}" type="parTrans" cxnId="{0A9F465B-BCE9-1D46-AC40-955CFFE641FA}">
      <dgm:prSet/>
      <dgm:spPr/>
      <dgm:t>
        <a:bodyPr/>
        <a:lstStyle/>
        <a:p>
          <a:endParaRPr lang="en-US"/>
        </a:p>
      </dgm:t>
    </dgm:pt>
    <dgm:pt modelId="{D1D77116-E4EE-B248-98DC-CC50A1BF792F}" type="sibTrans" cxnId="{0A9F465B-BCE9-1D46-AC40-955CFFE641FA}">
      <dgm:prSet/>
      <dgm:spPr/>
      <dgm:t>
        <a:bodyPr/>
        <a:lstStyle/>
        <a:p>
          <a:endParaRPr lang="en-US"/>
        </a:p>
      </dgm:t>
    </dgm:pt>
    <dgm:pt modelId="{5F43A7C9-4D9F-D54F-82D7-4C7F6618EC72}">
      <dgm:prSet/>
      <dgm:spPr/>
      <dgm:t>
        <a:bodyPr/>
        <a:lstStyle/>
        <a:p>
          <a:pPr rtl="0"/>
          <a:r>
            <a:rPr lang="en-US" dirty="0"/>
            <a:t>Performs the data processing functions</a:t>
          </a:r>
        </a:p>
      </dgm:t>
    </dgm:pt>
    <dgm:pt modelId="{F6B8B4DF-DEC1-DD46-9450-5F52CCBEB5FB}" type="parTrans" cxnId="{C322C727-EDC1-5B42-81FC-BC9F2C2670D7}">
      <dgm:prSet/>
      <dgm:spPr/>
      <dgm:t>
        <a:bodyPr/>
        <a:lstStyle/>
        <a:p>
          <a:endParaRPr lang="en-US"/>
        </a:p>
      </dgm:t>
    </dgm:pt>
    <dgm:pt modelId="{EB084FCC-6BD8-4F47-A104-FAE3DD568DEC}" type="sibTrans" cxnId="{C322C727-EDC1-5B42-81FC-BC9F2C2670D7}">
      <dgm:prSet/>
      <dgm:spPr/>
      <dgm:t>
        <a:bodyPr/>
        <a:lstStyle/>
        <a:p>
          <a:endParaRPr lang="en-US"/>
        </a:p>
      </dgm:t>
    </dgm:pt>
    <dgm:pt modelId="{E6ACA15B-D42E-E24B-B4D7-4D933CAD95F5}">
      <dgm:prSet/>
      <dgm:spPr/>
      <dgm:t>
        <a:bodyPr/>
        <a:lstStyle/>
        <a:p>
          <a:pPr rtl="0"/>
          <a:r>
            <a:rPr lang="en-US" dirty="0"/>
            <a:t>Referred to as the </a:t>
          </a:r>
          <a:r>
            <a:rPr lang="en-US" i="1" dirty="0"/>
            <a:t>Central Processing Unit </a:t>
          </a:r>
          <a:r>
            <a:rPr lang="en-US" dirty="0"/>
            <a:t>(CPU)</a:t>
          </a:r>
        </a:p>
      </dgm:t>
    </dgm:pt>
    <dgm:pt modelId="{FD37EBE6-185D-CE4B-B255-F22213F2AC18}" type="parTrans" cxnId="{48C00C8E-9A5D-8A44-94D2-488E6370981A}">
      <dgm:prSet/>
      <dgm:spPr/>
      <dgm:t>
        <a:bodyPr/>
        <a:lstStyle/>
        <a:p>
          <a:endParaRPr lang="en-US"/>
        </a:p>
      </dgm:t>
    </dgm:pt>
    <dgm:pt modelId="{4FD171B1-434C-784F-938A-2595CC0C420D}" type="sibTrans" cxnId="{48C00C8E-9A5D-8A44-94D2-488E6370981A}">
      <dgm:prSet/>
      <dgm:spPr/>
      <dgm:t>
        <a:bodyPr/>
        <a:lstStyle/>
        <a:p>
          <a:endParaRPr lang="en-US"/>
        </a:p>
      </dgm:t>
    </dgm:pt>
    <dgm:pt modelId="{97CEFB03-0ACD-6E46-B3D3-4AF3F2AEFC9F}" type="pres">
      <dgm:prSet presAssocID="{6606A2E3-1043-9D46-A25F-90ADF1BF5E20}" presName="diagram" presStyleCnt="0">
        <dgm:presLayoutVars>
          <dgm:dir/>
          <dgm:resizeHandles val="exact"/>
        </dgm:presLayoutVars>
      </dgm:prSet>
      <dgm:spPr/>
    </dgm:pt>
    <dgm:pt modelId="{421477D8-87FB-CB46-800C-AF5BE18708CF}" type="pres">
      <dgm:prSet presAssocID="{211B828E-6174-D747-8D45-31F211622F30}" presName="node" presStyleLbl="node1" presStyleIdx="0" presStyleCnt="3" custLinFactNeighborX="-11426" custLinFactNeighborY="-103">
        <dgm:presLayoutVars>
          <dgm:bulletEnabled val="1"/>
        </dgm:presLayoutVars>
      </dgm:prSet>
      <dgm:spPr/>
    </dgm:pt>
    <dgm:pt modelId="{5B4C77BF-B560-244E-8C63-9174112AB3FD}" type="pres">
      <dgm:prSet presAssocID="{D1D77116-E4EE-B248-98DC-CC50A1BF792F}" presName="sibTrans" presStyleCnt="0"/>
      <dgm:spPr/>
    </dgm:pt>
    <dgm:pt modelId="{FB16DC6B-9AEC-7E4A-825E-4890CE4FF49B}" type="pres">
      <dgm:prSet presAssocID="{5F43A7C9-4D9F-D54F-82D7-4C7F6618EC72}" presName="node" presStyleLbl="node1" presStyleIdx="1" presStyleCnt="3" custLinFactNeighborX="10980" custLinFactNeighborY="-103">
        <dgm:presLayoutVars>
          <dgm:bulletEnabled val="1"/>
        </dgm:presLayoutVars>
      </dgm:prSet>
      <dgm:spPr/>
    </dgm:pt>
    <dgm:pt modelId="{96322CF8-6DD8-0B44-8A58-209DFBCF5C01}" type="pres">
      <dgm:prSet presAssocID="{EB084FCC-6BD8-4F47-A104-FAE3DD568DEC}" presName="sibTrans" presStyleCnt="0"/>
      <dgm:spPr/>
    </dgm:pt>
    <dgm:pt modelId="{C1868225-F9F8-5B4B-8DA1-9E5EAF33AFC1}" type="pres">
      <dgm:prSet presAssocID="{E6ACA15B-D42E-E24B-B4D7-4D933CAD95F5}" presName="node" presStyleLbl="node1" presStyleIdx="2" presStyleCnt="3" custLinFactNeighborX="11191" custLinFactNeighborY="-2626">
        <dgm:presLayoutVars>
          <dgm:bulletEnabled val="1"/>
        </dgm:presLayoutVars>
      </dgm:prSet>
      <dgm:spPr/>
    </dgm:pt>
  </dgm:ptLst>
  <dgm:cxnLst>
    <dgm:cxn modelId="{4F2DEC1C-EAD3-0246-AA71-1695873C1CCA}" type="presOf" srcId="{E6ACA15B-D42E-E24B-B4D7-4D933CAD95F5}" destId="{C1868225-F9F8-5B4B-8DA1-9E5EAF33AFC1}" srcOrd="0" destOrd="0" presId="urn:microsoft.com/office/officeart/2005/8/layout/default#2"/>
    <dgm:cxn modelId="{C322C727-EDC1-5B42-81FC-BC9F2C2670D7}" srcId="{6606A2E3-1043-9D46-A25F-90ADF1BF5E20}" destId="{5F43A7C9-4D9F-D54F-82D7-4C7F6618EC72}" srcOrd="1" destOrd="0" parTransId="{F6B8B4DF-DEC1-DD46-9450-5F52CCBEB5FB}" sibTransId="{EB084FCC-6BD8-4F47-A104-FAE3DD568DEC}"/>
    <dgm:cxn modelId="{3AF7A72D-2387-6C47-A70F-E1F796B647E6}" type="presOf" srcId="{6606A2E3-1043-9D46-A25F-90ADF1BF5E20}" destId="{97CEFB03-0ACD-6E46-B3D3-4AF3F2AEFC9F}" srcOrd="0" destOrd="0" presId="urn:microsoft.com/office/officeart/2005/8/layout/default#2"/>
    <dgm:cxn modelId="{0A9F465B-BCE9-1D46-AC40-955CFFE641FA}" srcId="{6606A2E3-1043-9D46-A25F-90ADF1BF5E20}" destId="{211B828E-6174-D747-8D45-31F211622F30}" srcOrd="0" destOrd="0" parTransId="{D262110A-53C7-D04E-9899-94616493F444}" sibTransId="{D1D77116-E4EE-B248-98DC-CC50A1BF792F}"/>
    <dgm:cxn modelId="{69BCB76B-8763-F14E-A48D-2633EDA45A05}" type="presOf" srcId="{211B828E-6174-D747-8D45-31F211622F30}" destId="{421477D8-87FB-CB46-800C-AF5BE18708CF}" srcOrd="0" destOrd="0" presId="urn:microsoft.com/office/officeart/2005/8/layout/default#2"/>
    <dgm:cxn modelId="{A238136E-AFC0-C74C-A145-A1CBF5648E86}" type="presOf" srcId="{5F43A7C9-4D9F-D54F-82D7-4C7F6618EC72}" destId="{FB16DC6B-9AEC-7E4A-825E-4890CE4FF49B}" srcOrd="0" destOrd="0" presId="urn:microsoft.com/office/officeart/2005/8/layout/default#2"/>
    <dgm:cxn modelId="{48C00C8E-9A5D-8A44-94D2-488E6370981A}" srcId="{6606A2E3-1043-9D46-A25F-90ADF1BF5E20}" destId="{E6ACA15B-D42E-E24B-B4D7-4D933CAD95F5}" srcOrd="2" destOrd="0" parTransId="{FD37EBE6-185D-CE4B-B255-F22213F2AC18}" sibTransId="{4FD171B1-434C-784F-938A-2595CC0C420D}"/>
    <dgm:cxn modelId="{1F5EE3DF-04A5-2946-ACA0-5C8520487C89}" type="presParOf" srcId="{97CEFB03-0ACD-6E46-B3D3-4AF3F2AEFC9F}" destId="{421477D8-87FB-CB46-800C-AF5BE18708CF}" srcOrd="0" destOrd="0" presId="urn:microsoft.com/office/officeart/2005/8/layout/default#2"/>
    <dgm:cxn modelId="{C801CDF4-1EFD-8D49-A1A6-B80D7E1EEC06}" type="presParOf" srcId="{97CEFB03-0ACD-6E46-B3D3-4AF3F2AEFC9F}" destId="{5B4C77BF-B560-244E-8C63-9174112AB3FD}" srcOrd="1" destOrd="0" presId="urn:microsoft.com/office/officeart/2005/8/layout/default#2"/>
    <dgm:cxn modelId="{774A2048-94F3-C946-8DA4-A5E8330A06C6}" type="presParOf" srcId="{97CEFB03-0ACD-6E46-B3D3-4AF3F2AEFC9F}" destId="{FB16DC6B-9AEC-7E4A-825E-4890CE4FF49B}" srcOrd="2" destOrd="0" presId="urn:microsoft.com/office/officeart/2005/8/layout/default#2"/>
    <dgm:cxn modelId="{C024FFD7-DF17-334A-BE37-C06E0ECA92F9}" type="presParOf" srcId="{97CEFB03-0ACD-6E46-B3D3-4AF3F2AEFC9F}" destId="{96322CF8-6DD8-0B44-8A58-209DFBCF5C01}" srcOrd="3" destOrd="0" presId="urn:microsoft.com/office/officeart/2005/8/layout/default#2"/>
    <dgm:cxn modelId="{753102E2-D019-8F4A-B59A-B537F9E63F1E}" type="presParOf" srcId="{97CEFB03-0ACD-6E46-B3D3-4AF3F2AEFC9F}" destId="{C1868225-F9F8-5B4B-8DA1-9E5EAF33AFC1}" srcOrd="4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213B13-A9D0-2E41-AD45-11CE6B30FA63}" type="doc">
      <dgm:prSet loTypeId="urn:microsoft.com/office/officeart/2005/8/layout/hierarchy5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FA41DF-5A8B-3D4D-97A0-FB4A48D62AEB}">
      <dgm:prSet custT="1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3200" dirty="0">
              <a:solidFill>
                <a:schemeClr val="tx1"/>
              </a:solidFill>
            </a:rPr>
            <a:t>Moves data between the computer and  external environments such as:</a:t>
          </a:r>
        </a:p>
      </dgm:t>
    </dgm:pt>
    <dgm:pt modelId="{0E850D74-1A5F-3B42-90F5-BA9370A679D1}" type="parTrans" cxnId="{589D1413-7611-CB45-BDA8-966152F053BA}">
      <dgm:prSet/>
      <dgm:spPr/>
      <dgm:t>
        <a:bodyPr/>
        <a:lstStyle/>
        <a:p>
          <a:endParaRPr lang="en-US"/>
        </a:p>
      </dgm:t>
    </dgm:pt>
    <dgm:pt modelId="{8A364EA6-BC24-5246-8DBB-5E40E1A455F4}" type="sibTrans" cxnId="{589D1413-7611-CB45-BDA8-966152F053BA}">
      <dgm:prSet/>
      <dgm:spPr/>
      <dgm:t>
        <a:bodyPr/>
        <a:lstStyle/>
        <a:p>
          <a:endParaRPr lang="en-US"/>
        </a:p>
      </dgm:t>
    </dgm:pt>
    <dgm:pt modelId="{62798AD3-A234-374F-872D-8C94832D946E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</a:rPr>
            <a:t>storage (e.g. hard drive)</a:t>
          </a:r>
        </a:p>
      </dgm:t>
    </dgm:pt>
    <dgm:pt modelId="{D597B50C-11BB-394D-B818-DA50C2C7943D}" type="parTrans" cxnId="{A69D36B7-6F1B-1E43-BF0D-63D7AA0F17BA}">
      <dgm:prSet/>
      <dgm:spPr/>
      <dgm:t>
        <a:bodyPr/>
        <a:lstStyle/>
        <a:p>
          <a:endParaRPr lang="en-US" dirty="0"/>
        </a:p>
      </dgm:t>
    </dgm:pt>
    <dgm:pt modelId="{ABFE6964-F7ED-9245-9D24-A747C1790289}" type="sibTrans" cxnId="{A69D36B7-6F1B-1E43-BF0D-63D7AA0F17BA}">
      <dgm:prSet/>
      <dgm:spPr/>
      <dgm:t>
        <a:bodyPr/>
        <a:lstStyle/>
        <a:p>
          <a:endParaRPr lang="en-US"/>
        </a:p>
      </dgm:t>
    </dgm:pt>
    <dgm:pt modelId="{4B479AE9-1E14-9B4B-B58C-2BE94915783B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</a:rPr>
            <a:t>communications equipment</a:t>
          </a:r>
        </a:p>
      </dgm:t>
    </dgm:pt>
    <dgm:pt modelId="{9F53347B-0A37-9E47-8A36-A015DFA4688A}" type="parTrans" cxnId="{AB11E6F6-BAC8-AD43-B037-A4E36CB6552F}">
      <dgm:prSet/>
      <dgm:spPr/>
      <dgm:t>
        <a:bodyPr/>
        <a:lstStyle/>
        <a:p>
          <a:endParaRPr lang="en-US" dirty="0"/>
        </a:p>
      </dgm:t>
    </dgm:pt>
    <dgm:pt modelId="{1AD8A2FB-CD95-6442-9623-F46076432985}" type="sibTrans" cxnId="{AB11E6F6-BAC8-AD43-B037-A4E36CB6552F}">
      <dgm:prSet/>
      <dgm:spPr/>
      <dgm:t>
        <a:bodyPr/>
        <a:lstStyle/>
        <a:p>
          <a:endParaRPr lang="en-US"/>
        </a:p>
      </dgm:t>
    </dgm:pt>
    <dgm:pt modelId="{E00AFB1C-568F-9E45-BEB4-364298F15AA3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</a:rPr>
            <a:t>terminals</a:t>
          </a:r>
        </a:p>
      </dgm:t>
    </dgm:pt>
    <dgm:pt modelId="{B09460E4-89CE-EB46-9D27-B834E60B077C}" type="parTrans" cxnId="{0DDDE72D-5141-E248-9662-5548498B977E}">
      <dgm:prSet/>
      <dgm:spPr/>
      <dgm:t>
        <a:bodyPr/>
        <a:lstStyle/>
        <a:p>
          <a:endParaRPr lang="en-US" dirty="0"/>
        </a:p>
      </dgm:t>
    </dgm:pt>
    <dgm:pt modelId="{9E0D131D-B2BE-6646-82BE-A97FE5C813A2}" type="sibTrans" cxnId="{0DDDE72D-5141-E248-9662-5548498B977E}">
      <dgm:prSet/>
      <dgm:spPr/>
      <dgm:t>
        <a:bodyPr/>
        <a:lstStyle/>
        <a:p>
          <a:endParaRPr lang="en-US"/>
        </a:p>
      </dgm:t>
    </dgm:pt>
    <dgm:pt modelId="{6D85F9F4-607F-AF45-9E26-9F3415EED225}" type="pres">
      <dgm:prSet presAssocID="{C6213B13-A9D0-2E41-AD45-11CE6B30FA6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E49C39E-BA41-004A-BDF3-2968C3B52597}" type="pres">
      <dgm:prSet presAssocID="{C6213B13-A9D0-2E41-AD45-11CE6B30FA63}" presName="hierFlow" presStyleCnt="0"/>
      <dgm:spPr/>
    </dgm:pt>
    <dgm:pt modelId="{BBA44117-5936-4E47-A125-D2E628BB1173}" type="pres">
      <dgm:prSet presAssocID="{C6213B13-A9D0-2E41-AD45-11CE6B30FA6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13F1D97-9E90-E740-AEDB-3443BAD9AB1F}" type="pres">
      <dgm:prSet presAssocID="{EEFA41DF-5A8B-3D4D-97A0-FB4A48D62AEB}" presName="Name17" presStyleCnt="0"/>
      <dgm:spPr/>
    </dgm:pt>
    <dgm:pt modelId="{F1D063C7-04B4-6B47-9C23-C6F87DF56C95}" type="pres">
      <dgm:prSet presAssocID="{EEFA41DF-5A8B-3D4D-97A0-FB4A48D62AEB}" presName="level1Shape" presStyleLbl="node0" presStyleIdx="0" presStyleCnt="1" custScaleX="124258" custScaleY="306299">
        <dgm:presLayoutVars>
          <dgm:chPref val="3"/>
        </dgm:presLayoutVars>
      </dgm:prSet>
      <dgm:spPr/>
    </dgm:pt>
    <dgm:pt modelId="{644C255F-5764-AD44-B363-582F0246F339}" type="pres">
      <dgm:prSet presAssocID="{EEFA41DF-5A8B-3D4D-97A0-FB4A48D62AEB}" presName="hierChild2" presStyleCnt="0"/>
      <dgm:spPr/>
    </dgm:pt>
    <dgm:pt modelId="{9F422072-8793-3945-A574-9BEF2CA9AF69}" type="pres">
      <dgm:prSet presAssocID="{D597B50C-11BB-394D-B818-DA50C2C7943D}" presName="Name25" presStyleLbl="parChTrans1D2" presStyleIdx="0" presStyleCnt="3"/>
      <dgm:spPr/>
    </dgm:pt>
    <dgm:pt modelId="{7DFDED8C-5B5E-3248-9C35-343FAC1D1ED5}" type="pres">
      <dgm:prSet presAssocID="{D597B50C-11BB-394D-B818-DA50C2C7943D}" presName="connTx" presStyleLbl="parChTrans1D2" presStyleIdx="0" presStyleCnt="3"/>
      <dgm:spPr/>
    </dgm:pt>
    <dgm:pt modelId="{CB0681EA-9380-414A-BDD5-5D45B14FAC23}" type="pres">
      <dgm:prSet presAssocID="{62798AD3-A234-374F-872D-8C94832D946E}" presName="Name30" presStyleCnt="0"/>
      <dgm:spPr/>
    </dgm:pt>
    <dgm:pt modelId="{27072FB2-AA70-0B42-8209-40CD36EC0342}" type="pres">
      <dgm:prSet presAssocID="{62798AD3-A234-374F-872D-8C94832D946E}" presName="level2Shape" presStyleLbl="node2" presStyleIdx="0" presStyleCnt="3"/>
      <dgm:spPr/>
    </dgm:pt>
    <dgm:pt modelId="{75968C84-FE25-F24E-A0DD-5BA3DEC2AA06}" type="pres">
      <dgm:prSet presAssocID="{62798AD3-A234-374F-872D-8C94832D946E}" presName="hierChild3" presStyleCnt="0"/>
      <dgm:spPr/>
    </dgm:pt>
    <dgm:pt modelId="{6B6E02F7-EF8A-014D-B232-4B4AF36796C0}" type="pres">
      <dgm:prSet presAssocID="{9F53347B-0A37-9E47-8A36-A015DFA4688A}" presName="Name25" presStyleLbl="parChTrans1D2" presStyleIdx="1" presStyleCnt="3"/>
      <dgm:spPr/>
    </dgm:pt>
    <dgm:pt modelId="{EE4943FE-39BA-C44A-9739-E30FFB19C540}" type="pres">
      <dgm:prSet presAssocID="{9F53347B-0A37-9E47-8A36-A015DFA4688A}" presName="connTx" presStyleLbl="parChTrans1D2" presStyleIdx="1" presStyleCnt="3"/>
      <dgm:spPr/>
    </dgm:pt>
    <dgm:pt modelId="{827DF238-F01B-AF4B-A736-02BFA401948D}" type="pres">
      <dgm:prSet presAssocID="{4B479AE9-1E14-9B4B-B58C-2BE94915783B}" presName="Name30" presStyleCnt="0"/>
      <dgm:spPr/>
    </dgm:pt>
    <dgm:pt modelId="{0A4B2E8D-11E8-0B43-B8E6-B0FC31F8806C}" type="pres">
      <dgm:prSet presAssocID="{4B479AE9-1E14-9B4B-B58C-2BE94915783B}" presName="level2Shape" presStyleLbl="node2" presStyleIdx="1" presStyleCnt="3"/>
      <dgm:spPr/>
    </dgm:pt>
    <dgm:pt modelId="{1C223557-383B-BE48-9ABE-D0A02DF0FC92}" type="pres">
      <dgm:prSet presAssocID="{4B479AE9-1E14-9B4B-B58C-2BE94915783B}" presName="hierChild3" presStyleCnt="0"/>
      <dgm:spPr/>
    </dgm:pt>
    <dgm:pt modelId="{6BEF47CA-0CBD-2B44-96A6-C027A82559FD}" type="pres">
      <dgm:prSet presAssocID="{B09460E4-89CE-EB46-9D27-B834E60B077C}" presName="Name25" presStyleLbl="parChTrans1D2" presStyleIdx="2" presStyleCnt="3"/>
      <dgm:spPr/>
    </dgm:pt>
    <dgm:pt modelId="{8FB34180-4636-BB45-9DD3-07197FCC8D9A}" type="pres">
      <dgm:prSet presAssocID="{B09460E4-89CE-EB46-9D27-B834E60B077C}" presName="connTx" presStyleLbl="parChTrans1D2" presStyleIdx="2" presStyleCnt="3"/>
      <dgm:spPr/>
    </dgm:pt>
    <dgm:pt modelId="{053071C9-6D24-774F-8CEB-FB100F3C4CE4}" type="pres">
      <dgm:prSet presAssocID="{E00AFB1C-568F-9E45-BEB4-364298F15AA3}" presName="Name30" presStyleCnt="0"/>
      <dgm:spPr/>
    </dgm:pt>
    <dgm:pt modelId="{71F696A8-4BBA-284A-A6A9-6E6BB10325F2}" type="pres">
      <dgm:prSet presAssocID="{E00AFB1C-568F-9E45-BEB4-364298F15AA3}" presName="level2Shape" presStyleLbl="node2" presStyleIdx="2" presStyleCnt="3"/>
      <dgm:spPr/>
    </dgm:pt>
    <dgm:pt modelId="{AAF27DB8-D460-4C43-B054-EB3140EA55A6}" type="pres">
      <dgm:prSet presAssocID="{E00AFB1C-568F-9E45-BEB4-364298F15AA3}" presName="hierChild3" presStyleCnt="0"/>
      <dgm:spPr/>
    </dgm:pt>
    <dgm:pt modelId="{7E4385E9-8DDD-9946-8CBF-7161DBE0DB0A}" type="pres">
      <dgm:prSet presAssocID="{C6213B13-A9D0-2E41-AD45-11CE6B30FA63}" presName="bgShapesFlow" presStyleCnt="0"/>
      <dgm:spPr/>
    </dgm:pt>
  </dgm:ptLst>
  <dgm:cxnLst>
    <dgm:cxn modelId="{4E8BCC0A-9B34-264C-8958-C0BCFC2BEBCD}" type="presOf" srcId="{4B479AE9-1E14-9B4B-B58C-2BE94915783B}" destId="{0A4B2E8D-11E8-0B43-B8E6-B0FC31F8806C}" srcOrd="0" destOrd="0" presId="urn:microsoft.com/office/officeart/2005/8/layout/hierarchy5"/>
    <dgm:cxn modelId="{589D1413-7611-CB45-BDA8-966152F053BA}" srcId="{C6213B13-A9D0-2E41-AD45-11CE6B30FA63}" destId="{EEFA41DF-5A8B-3D4D-97A0-FB4A48D62AEB}" srcOrd="0" destOrd="0" parTransId="{0E850D74-1A5F-3B42-90F5-BA9370A679D1}" sibTransId="{8A364EA6-BC24-5246-8DBB-5E40E1A455F4}"/>
    <dgm:cxn modelId="{43899724-4203-2E4B-9E7D-435C1478A384}" type="presOf" srcId="{B09460E4-89CE-EB46-9D27-B834E60B077C}" destId="{8FB34180-4636-BB45-9DD3-07197FCC8D9A}" srcOrd="1" destOrd="0" presId="urn:microsoft.com/office/officeart/2005/8/layout/hierarchy5"/>
    <dgm:cxn modelId="{0DDDE72D-5141-E248-9662-5548498B977E}" srcId="{EEFA41DF-5A8B-3D4D-97A0-FB4A48D62AEB}" destId="{E00AFB1C-568F-9E45-BEB4-364298F15AA3}" srcOrd="2" destOrd="0" parTransId="{B09460E4-89CE-EB46-9D27-B834E60B077C}" sibTransId="{9E0D131D-B2BE-6646-82BE-A97FE5C813A2}"/>
    <dgm:cxn modelId="{89545939-D653-F348-9BC1-8812F89B80EF}" type="presOf" srcId="{9F53347B-0A37-9E47-8A36-A015DFA4688A}" destId="{EE4943FE-39BA-C44A-9739-E30FFB19C540}" srcOrd="1" destOrd="0" presId="urn:microsoft.com/office/officeart/2005/8/layout/hierarchy5"/>
    <dgm:cxn modelId="{F32A126D-037E-B34E-8F86-CE432C36C73E}" type="presOf" srcId="{9F53347B-0A37-9E47-8A36-A015DFA4688A}" destId="{6B6E02F7-EF8A-014D-B232-4B4AF36796C0}" srcOrd="0" destOrd="0" presId="urn:microsoft.com/office/officeart/2005/8/layout/hierarchy5"/>
    <dgm:cxn modelId="{DE65F677-058C-F44D-B9AB-DD49843E1A76}" type="presOf" srcId="{E00AFB1C-568F-9E45-BEB4-364298F15AA3}" destId="{71F696A8-4BBA-284A-A6A9-6E6BB10325F2}" srcOrd="0" destOrd="0" presId="urn:microsoft.com/office/officeart/2005/8/layout/hierarchy5"/>
    <dgm:cxn modelId="{DB7BC4AA-9301-374F-A42C-C81D94B5952F}" type="presOf" srcId="{C6213B13-A9D0-2E41-AD45-11CE6B30FA63}" destId="{6D85F9F4-607F-AF45-9E26-9F3415EED225}" srcOrd="0" destOrd="0" presId="urn:microsoft.com/office/officeart/2005/8/layout/hierarchy5"/>
    <dgm:cxn modelId="{1A8CF6AA-B0F3-9244-A56D-CD03A214BB42}" type="presOf" srcId="{B09460E4-89CE-EB46-9D27-B834E60B077C}" destId="{6BEF47CA-0CBD-2B44-96A6-C027A82559FD}" srcOrd="0" destOrd="0" presId="urn:microsoft.com/office/officeart/2005/8/layout/hierarchy5"/>
    <dgm:cxn modelId="{A69D36B7-6F1B-1E43-BF0D-63D7AA0F17BA}" srcId="{EEFA41DF-5A8B-3D4D-97A0-FB4A48D62AEB}" destId="{62798AD3-A234-374F-872D-8C94832D946E}" srcOrd="0" destOrd="0" parTransId="{D597B50C-11BB-394D-B818-DA50C2C7943D}" sibTransId="{ABFE6964-F7ED-9245-9D24-A747C1790289}"/>
    <dgm:cxn modelId="{136350BB-A00D-8E43-9FBC-CD01B433F155}" type="presOf" srcId="{62798AD3-A234-374F-872D-8C94832D946E}" destId="{27072FB2-AA70-0B42-8209-40CD36EC0342}" srcOrd="0" destOrd="0" presId="urn:microsoft.com/office/officeart/2005/8/layout/hierarchy5"/>
    <dgm:cxn modelId="{ECA12FBF-FC4D-7B49-A67A-4FE523C5FC41}" type="presOf" srcId="{D597B50C-11BB-394D-B818-DA50C2C7943D}" destId="{9F422072-8793-3945-A574-9BEF2CA9AF69}" srcOrd="0" destOrd="0" presId="urn:microsoft.com/office/officeart/2005/8/layout/hierarchy5"/>
    <dgm:cxn modelId="{056E4FD8-7A82-2842-A67E-6DB7BBBE3EBA}" type="presOf" srcId="{EEFA41DF-5A8B-3D4D-97A0-FB4A48D62AEB}" destId="{F1D063C7-04B4-6B47-9C23-C6F87DF56C95}" srcOrd="0" destOrd="0" presId="urn:microsoft.com/office/officeart/2005/8/layout/hierarchy5"/>
    <dgm:cxn modelId="{AB11E6F6-BAC8-AD43-B037-A4E36CB6552F}" srcId="{EEFA41DF-5A8B-3D4D-97A0-FB4A48D62AEB}" destId="{4B479AE9-1E14-9B4B-B58C-2BE94915783B}" srcOrd="1" destOrd="0" parTransId="{9F53347B-0A37-9E47-8A36-A015DFA4688A}" sibTransId="{1AD8A2FB-CD95-6442-9623-F46076432985}"/>
    <dgm:cxn modelId="{DC4292FA-C50D-C54E-A793-22AA83E9B774}" type="presOf" srcId="{D597B50C-11BB-394D-B818-DA50C2C7943D}" destId="{7DFDED8C-5B5E-3248-9C35-343FAC1D1ED5}" srcOrd="1" destOrd="0" presId="urn:microsoft.com/office/officeart/2005/8/layout/hierarchy5"/>
    <dgm:cxn modelId="{C832C429-EDEC-2B40-90FD-5EE41960561C}" type="presParOf" srcId="{6D85F9F4-607F-AF45-9E26-9F3415EED225}" destId="{3E49C39E-BA41-004A-BDF3-2968C3B52597}" srcOrd="0" destOrd="0" presId="urn:microsoft.com/office/officeart/2005/8/layout/hierarchy5"/>
    <dgm:cxn modelId="{6B5AB48A-CE51-B04F-BCC2-34E6151598B7}" type="presParOf" srcId="{3E49C39E-BA41-004A-BDF3-2968C3B52597}" destId="{BBA44117-5936-4E47-A125-D2E628BB1173}" srcOrd="0" destOrd="0" presId="urn:microsoft.com/office/officeart/2005/8/layout/hierarchy5"/>
    <dgm:cxn modelId="{EF838792-D17B-A845-A123-D696815DF99F}" type="presParOf" srcId="{BBA44117-5936-4E47-A125-D2E628BB1173}" destId="{113F1D97-9E90-E740-AEDB-3443BAD9AB1F}" srcOrd="0" destOrd="0" presId="urn:microsoft.com/office/officeart/2005/8/layout/hierarchy5"/>
    <dgm:cxn modelId="{A04BCBA9-8862-2E48-97B9-7BBF0A8C2672}" type="presParOf" srcId="{113F1D97-9E90-E740-AEDB-3443BAD9AB1F}" destId="{F1D063C7-04B4-6B47-9C23-C6F87DF56C95}" srcOrd="0" destOrd="0" presId="urn:microsoft.com/office/officeart/2005/8/layout/hierarchy5"/>
    <dgm:cxn modelId="{5D443C9B-CCF0-8941-AF6F-402356C2498C}" type="presParOf" srcId="{113F1D97-9E90-E740-AEDB-3443BAD9AB1F}" destId="{644C255F-5764-AD44-B363-582F0246F339}" srcOrd="1" destOrd="0" presId="urn:microsoft.com/office/officeart/2005/8/layout/hierarchy5"/>
    <dgm:cxn modelId="{FAEE39E0-343B-554B-AA15-CB7237CE6E77}" type="presParOf" srcId="{644C255F-5764-AD44-B363-582F0246F339}" destId="{9F422072-8793-3945-A574-9BEF2CA9AF69}" srcOrd="0" destOrd="0" presId="urn:microsoft.com/office/officeart/2005/8/layout/hierarchy5"/>
    <dgm:cxn modelId="{CD82B3C7-6E6F-1D43-9EA9-78A20C3A8B1A}" type="presParOf" srcId="{9F422072-8793-3945-A574-9BEF2CA9AF69}" destId="{7DFDED8C-5B5E-3248-9C35-343FAC1D1ED5}" srcOrd="0" destOrd="0" presId="urn:microsoft.com/office/officeart/2005/8/layout/hierarchy5"/>
    <dgm:cxn modelId="{642532F1-45E6-E14B-B3AA-D0C1D9CE9BF7}" type="presParOf" srcId="{644C255F-5764-AD44-B363-582F0246F339}" destId="{CB0681EA-9380-414A-BDD5-5D45B14FAC23}" srcOrd="1" destOrd="0" presId="urn:microsoft.com/office/officeart/2005/8/layout/hierarchy5"/>
    <dgm:cxn modelId="{D12075A0-DF96-3E4F-AC4C-289746F5CE8D}" type="presParOf" srcId="{CB0681EA-9380-414A-BDD5-5D45B14FAC23}" destId="{27072FB2-AA70-0B42-8209-40CD36EC0342}" srcOrd="0" destOrd="0" presId="urn:microsoft.com/office/officeart/2005/8/layout/hierarchy5"/>
    <dgm:cxn modelId="{77E25EFF-9F8C-E54E-9486-C687434EE5E0}" type="presParOf" srcId="{CB0681EA-9380-414A-BDD5-5D45B14FAC23}" destId="{75968C84-FE25-F24E-A0DD-5BA3DEC2AA06}" srcOrd="1" destOrd="0" presId="urn:microsoft.com/office/officeart/2005/8/layout/hierarchy5"/>
    <dgm:cxn modelId="{DAC86E7A-71A8-0D45-84A8-0EACD81AFA11}" type="presParOf" srcId="{644C255F-5764-AD44-B363-582F0246F339}" destId="{6B6E02F7-EF8A-014D-B232-4B4AF36796C0}" srcOrd="2" destOrd="0" presId="urn:microsoft.com/office/officeart/2005/8/layout/hierarchy5"/>
    <dgm:cxn modelId="{E0BD5999-CE6C-9E42-99B9-15EC9429B30D}" type="presParOf" srcId="{6B6E02F7-EF8A-014D-B232-4B4AF36796C0}" destId="{EE4943FE-39BA-C44A-9739-E30FFB19C540}" srcOrd="0" destOrd="0" presId="urn:microsoft.com/office/officeart/2005/8/layout/hierarchy5"/>
    <dgm:cxn modelId="{31055325-FFF8-B647-BEDE-6458594DD4F6}" type="presParOf" srcId="{644C255F-5764-AD44-B363-582F0246F339}" destId="{827DF238-F01B-AF4B-A736-02BFA401948D}" srcOrd="3" destOrd="0" presId="urn:microsoft.com/office/officeart/2005/8/layout/hierarchy5"/>
    <dgm:cxn modelId="{282C01F4-B520-834A-AC7B-404D4C8374AB}" type="presParOf" srcId="{827DF238-F01B-AF4B-A736-02BFA401948D}" destId="{0A4B2E8D-11E8-0B43-B8E6-B0FC31F8806C}" srcOrd="0" destOrd="0" presId="urn:microsoft.com/office/officeart/2005/8/layout/hierarchy5"/>
    <dgm:cxn modelId="{B2A36F02-910F-2C4F-89AA-8BF209B5A317}" type="presParOf" srcId="{827DF238-F01B-AF4B-A736-02BFA401948D}" destId="{1C223557-383B-BE48-9ABE-D0A02DF0FC92}" srcOrd="1" destOrd="0" presId="urn:microsoft.com/office/officeart/2005/8/layout/hierarchy5"/>
    <dgm:cxn modelId="{CD5C42E2-89C5-E649-9255-FF1242C17E96}" type="presParOf" srcId="{644C255F-5764-AD44-B363-582F0246F339}" destId="{6BEF47CA-0CBD-2B44-96A6-C027A82559FD}" srcOrd="4" destOrd="0" presId="urn:microsoft.com/office/officeart/2005/8/layout/hierarchy5"/>
    <dgm:cxn modelId="{2D424DD3-3EB1-4D43-91B1-A8C9AF2857F7}" type="presParOf" srcId="{6BEF47CA-0CBD-2B44-96A6-C027A82559FD}" destId="{8FB34180-4636-BB45-9DD3-07197FCC8D9A}" srcOrd="0" destOrd="0" presId="urn:microsoft.com/office/officeart/2005/8/layout/hierarchy5"/>
    <dgm:cxn modelId="{06F9B33D-3FF6-1E4A-809A-AEE987FE87E9}" type="presParOf" srcId="{644C255F-5764-AD44-B363-582F0246F339}" destId="{053071C9-6D24-774F-8CEB-FB100F3C4CE4}" srcOrd="5" destOrd="0" presId="urn:microsoft.com/office/officeart/2005/8/layout/hierarchy5"/>
    <dgm:cxn modelId="{39B1759B-5914-2B4B-9786-F566C9CD61EE}" type="presParOf" srcId="{053071C9-6D24-774F-8CEB-FB100F3C4CE4}" destId="{71F696A8-4BBA-284A-A6A9-6E6BB10325F2}" srcOrd="0" destOrd="0" presId="urn:microsoft.com/office/officeart/2005/8/layout/hierarchy5"/>
    <dgm:cxn modelId="{4C1D4E5F-720C-1D4A-BE30-E54D9344DB35}" type="presParOf" srcId="{053071C9-6D24-774F-8CEB-FB100F3C4CE4}" destId="{AAF27DB8-D460-4C43-B054-EB3140EA55A6}" srcOrd="1" destOrd="0" presId="urn:microsoft.com/office/officeart/2005/8/layout/hierarchy5"/>
    <dgm:cxn modelId="{3E950B42-756B-FD4B-81FD-89AE7C3A22E6}" type="presParOf" srcId="{6D85F9F4-607F-AF45-9E26-9F3415EED225}" destId="{7E4385E9-8DDD-9946-8CBF-7161DBE0DB0A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9EE2F2-96E3-E94E-AAF2-CDDA508BAD94}" type="doc">
      <dgm:prSet loTypeId="urn:microsoft.com/office/officeart/2005/8/layout/hProcess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8F9867-988D-4B45-AAFF-E032C295F482}">
      <dgm:prSet/>
      <dgm:spPr/>
      <dgm:t>
        <a:bodyPr/>
        <a:lstStyle/>
        <a:p>
          <a:r>
            <a:rPr lang="en-US" dirty="0"/>
            <a:t>processor reads (fetches) instructions from memory</a:t>
          </a:r>
        </a:p>
      </dgm:t>
    </dgm:pt>
    <dgm:pt modelId="{15BBB3AD-BACE-824E-B823-9A0F8B0B731B}" type="parTrans" cxnId="{FF74B327-0DB8-9E46-9C2D-0EC4EB488474}">
      <dgm:prSet/>
      <dgm:spPr/>
      <dgm:t>
        <a:bodyPr/>
        <a:lstStyle/>
        <a:p>
          <a:endParaRPr lang="en-US"/>
        </a:p>
      </dgm:t>
    </dgm:pt>
    <dgm:pt modelId="{694342DE-2DFE-DA4D-B949-20B362624EF5}" type="sibTrans" cxnId="{FF74B327-0DB8-9E46-9C2D-0EC4EB488474}">
      <dgm:prSet/>
      <dgm:spPr/>
      <dgm:t>
        <a:bodyPr/>
        <a:lstStyle/>
        <a:p>
          <a:endParaRPr lang="en-US"/>
        </a:p>
      </dgm:t>
    </dgm:pt>
    <dgm:pt modelId="{CE52B32C-06C4-6443-AD16-DB864EB959C0}">
      <dgm:prSet/>
      <dgm:spPr/>
      <dgm:t>
        <a:bodyPr/>
        <a:lstStyle/>
        <a:p>
          <a:r>
            <a:rPr lang="en-US" dirty="0"/>
            <a:t>processor executes each instruction</a:t>
          </a:r>
        </a:p>
      </dgm:t>
    </dgm:pt>
    <dgm:pt modelId="{FB739005-8423-0B42-914A-553E152678D6}" type="parTrans" cxnId="{B55F1616-839C-AA48-8DFB-1AB748CEE23B}">
      <dgm:prSet/>
      <dgm:spPr/>
      <dgm:t>
        <a:bodyPr/>
        <a:lstStyle/>
        <a:p>
          <a:endParaRPr lang="en-US"/>
        </a:p>
      </dgm:t>
    </dgm:pt>
    <dgm:pt modelId="{AC400D9B-818A-D544-85DA-EA297AC9D299}" type="sibTrans" cxnId="{B55F1616-839C-AA48-8DFB-1AB748CEE23B}">
      <dgm:prSet/>
      <dgm:spPr/>
      <dgm:t>
        <a:bodyPr/>
        <a:lstStyle/>
        <a:p>
          <a:endParaRPr lang="en-US"/>
        </a:p>
      </dgm:t>
    </dgm:pt>
    <dgm:pt modelId="{43B9C9C2-F8C7-0749-9652-0164D1693909}" type="pres">
      <dgm:prSet presAssocID="{A99EE2F2-96E3-E94E-AAF2-CDDA508BAD94}" presName="CompostProcess" presStyleCnt="0">
        <dgm:presLayoutVars>
          <dgm:dir/>
          <dgm:resizeHandles val="exact"/>
        </dgm:presLayoutVars>
      </dgm:prSet>
      <dgm:spPr/>
    </dgm:pt>
    <dgm:pt modelId="{36DB873E-21A1-144A-9AD7-E6EBFB71C30C}" type="pres">
      <dgm:prSet presAssocID="{A99EE2F2-96E3-E94E-AAF2-CDDA508BAD94}" presName="arrow" presStyleLbl="bgShp" presStyleIdx="0" presStyleCnt="1"/>
      <dgm:spPr>
        <a:solidFill>
          <a:schemeClr val="bg1"/>
        </a:solidFill>
        <a:ln>
          <a:solidFill>
            <a:schemeClr val="accent1"/>
          </a:solidFill>
        </a:ln>
      </dgm:spPr>
    </dgm:pt>
    <dgm:pt modelId="{A586CFED-CCBF-DB4B-8AE1-64958958146A}" type="pres">
      <dgm:prSet presAssocID="{A99EE2F2-96E3-E94E-AAF2-CDDA508BAD94}" presName="linearProcess" presStyleCnt="0"/>
      <dgm:spPr/>
    </dgm:pt>
    <dgm:pt modelId="{559AD022-6B47-494A-989A-66B40C1EA3D9}" type="pres">
      <dgm:prSet presAssocID="{EC8F9867-988D-4B45-AAFF-E032C295F482}" presName="textNode" presStyleLbl="node1" presStyleIdx="0" presStyleCnt="2">
        <dgm:presLayoutVars>
          <dgm:bulletEnabled val="1"/>
        </dgm:presLayoutVars>
      </dgm:prSet>
      <dgm:spPr/>
    </dgm:pt>
    <dgm:pt modelId="{D0D10D6D-9B73-554F-B8B4-33FC07A77D56}" type="pres">
      <dgm:prSet presAssocID="{694342DE-2DFE-DA4D-B949-20B362624EF5}" presName="sibTrans" presStyleCnt="0"/>
      <dgm:spPr/>
    </dgm:pt>
    <dgm:pt modelId="{AA5A79E6-F2A8-FE46-95C5-F961763B77BB}" type="pres">
      <dgm:prSet presAssocID="{CE52B32C-06C4-6443-AD16-DB864EB959C0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B55F1616-839C-AA48-8DFB-1AB748CEE23B}" srcId="{A99EE2F2-96E3-E94E-AAF2-CDDA508BAD94}" destId="{CE52B32C-06C4-6443-AD16-DB864EB959C0}" srcOrd="1" destOrd="0" parTransId="{FB739005-8423-0B42-914A-553E152678D6}" sibTransId="{AC400D9B-818A-D544-85DA-EA297AC9D299}"/>
    <dgm:cxn modelId="{FF74B327-0DB8-9E46-9C2D-0EC4EB488474}" srcId="{A99EE2F2-96E3-E94E-AAF2-CDDA508BAD94}" destId="{EC8F9867-988D-4B45-AAFF-E032C295F482}" srcOrd="0" destOrd="0" parTransId="{15BBB3AD-BACE-824E-B823-9A0F8B0B731B}" sibTransId="{694342DE-2DFE-DA4D-B949-20B362624EF5}"/>
    <dgm:cxn modelId="{743F8849-E515-D143-A8E4-AD3DEDECCD47}" type="presOf" srcId="{CE52B32C-06C4-6443-AD16-DB864EB959C0}" destId="{AA5A79E6-F2A8-FE46-95C5-F961763B77BB}" srcOrd="0" destOrd="0" presId="urn:microsoft.com/office/officeart/2005/8/layout/hProcess9"/>
    <dgm:cxn modelId="{DBC5028D-802E-0844-8A19-213ECF561A26}" type="presOf" srcId="{EC8F9867-988D-4B45-AAFF-E032C295F482}" destId="{559AD022-6B47-494A-989A-66B40C1EA3D9}" srcOrd="0" destOrd="0" presId="urn:microsoft.com/office/officeart/2005/8/layout/hProcess9"/>
    <dgm:cxn modelId="{93E52592-810D-1943-9C80-4E5353568392}" type="presOf" srcId="{A99EE2F2-96E3-E94E-AAF2-CDDA508BAD94}" destId="{43B9C9C2-F8C7-0749-9652-0164D1693909}" srcOrd="0" destOrd="0" presId="urn:microsoft.com/office/officeart/2005/8/layout/hProcess9"/>
    <dgm:cxn modelId="{ADA15697-1C76-6540-A136-9E8F904349A5}" type="presParOf" srcId="{43B9C9C2-F8C7-0749-9652-0164D1693909}" destId="{36DB873E-21A1-144A-9AD7-E6EBFB71C30C}" srcOrd="0" destOrd="0" presId="urn:microsoft.com/office/officeart/2005/8/layout/hProcess9"/>
    <dgm:cxn modelId="{E0DCADAD-68A3-4946-8454-A514ED3F9EF8}" type="presParOf" srcId="{43B9C9C2-F8C7-0749-9652-0164D1693909}" destId="{A586CFED-CCBF-DB4B-8AE1-64958958146A}" srcOrd="1" destOrd="0" presId="urn:microsoft.com/office/officeart/2005/8/layout/hProcess9"/>
    <dgm:cxn modelId="{B3836562-6158-9948-895D-47FFFBF24286}" type="presParOf" srcId="{A586CFED-CCBF-DB4B-8AE1-64958958146A}" destId="{559AD022-6B47-494A-989A-66B40C1EA3D9}" srcOrd="0" destOrd="0" presId="urn:microsoft.com/office/officeart/2005/8/layout/hProcess9"/>
    <dgm:cxn modelId="{CE8ED8F8-04C0-5741-A566-59D4DB56165B}" type="presParOf" srcId="{A586CFED-CCBF-DB4B-8AE1-64958958146A}" destId="{D0D10D6D-9B73-554F-B8B4-33FC07A77D56}" srcOrd="1" destOrd="0" presId="urn:microsoft.com/office/officeart/2005/8/layout/hProcess9"/>
    <dgm:cxn modelId="{1FADC05C-E1FF-FA4F-AA44-F47E0C8CC613}" type="presParOf" srcId="{A586CFED-CCBF-DB4B-8AE1-64958958146A}" destId="{AA5A79E6-F2A8-FE46-95C5-F961763B77BB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30FF1-2507-9F49-A591-07E6CEF78234}">
      <dsp:nvSpPr>
        <dsp:cNvPr id="0" name=""/>
        <dsp:cNvSpPr/>
      </dsp:nvSpPr>
      <dsp:spPr>
        <a:xfrm>
          <a:off x="1066808" y="304800"/>
          <a:ext cx="1769283" cy="11234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419C36-6726-324B-979F-AB0836BDCF1F}">
      <dsp:nvSpPr>
        <dsp:cNvPr id="0" name=""/>
        <dsp:cNvSpPr/>
      </dsp:nvSpPr>
      <dsp:spPr>
        <a:xfrm>
          <a:off x="1263395" y="491558"/>
          <a:ext cx="1769283" cy="112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dirty="0">
              <a:solidFill>
                <a:schemeClr val="tx1"/>
              </a:solidFill>
            </a:rPr>
            <a:t>Processor</a:t>
          </a:r>
        </a:p>
      </dsp:txBody>
      <dsp:txXfrm>
        <a:off x="1296301" y="524464"/>
        <a:ext cx="1703471" cy="1057683"/>
      </dsp:txXfrm>
    </dsp:sp>
    <dsp:sp modelId="{E9749119-7A06-4840-B0C1-953DEC1D0D5B}">
      <dsp:nvSpPr>
        <dsp:cNvPr id="0" name=""/>
        <dsp:cNvSpPr/>
      </dsp:nvSpPr>
      <dsp:spPr>
        <a:xfrm>
          <a:off x="1219200" y="2514603"/>
          <a:ext cx="1769283" cy="11234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14E1AC-3785-F44A-B4FB-B71FE99B7F60}">
      <dsp:nvSpPr>
        <dsp:cNvPr id="0" name=""/>
        <dsp:cNvSpPr/>
      </dsp:nvSpPr>
      <dsp:spPr>
        <a:xfrm>
          <a:off x="1415787" y="2701361"/>
          <a:ext cx="1769283" cy="112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dirty="0">
              <a:solidFill>
                <a:schemeClr val="tx1"/>
              </a:solidFill>
            </a:rPr>
            <a:t>Main Memory</a:t>
          </a:r>
        </a:p>
      </dsp:txBody>
      <dsp:txXfrm>
        <a:off x="1448693" y="2734267"/>
        <a:ext cx="1703471" cy="1057683"/>
      </dsp:txXfrm>
    </dsp:sp>
    <dsp:sp modelId="{14FC8863-8EE5-694D-9DC7-A04C4A3B1E88}">
      <dsp:nvSpPr>
        <dsp:cNvPr id="0" name=""/>
        <dsp:cNvSpPr/>
      </dsp:nvSpPr>
      <dsp:spPr>
        <a:xfrm>
          <a:off x="5257806" y="228605"/>
          <a:ext cx="1769283" cy="11234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104015-BE93-8649-B182-2B94DB828B9A}">
      <dsp:nvSpPr>
        <dsp:cNvPr id="0" name=""/>
        <dsp:cNvSpPr/>
      </dsp:nvSpPr>
      <dsp:spPr>
        <a:xfrm>
          <a:off x="5454393" y="415363"/>
          <a:ext cx="1769283" cy="112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dirty="0">
              <a:solidFill>
                <a:schemeClr val="tx1"/>
              </a:solidFill>
            </a:rPr>
            <a:t>I/O Modules</a:t>
          </a:r>
        </a:p>
      </dsp:txBody>
      <dsp:txXfrm>
        <a:off x="5487299" y="448269"/>
        <a:ext cx="1703471" cy="1057683"/>
      </dsp:txXfrm>
    </dsp:sp>
    <dsp:sp modelId="{E9069BF9-D401-8E46-967F-B79DD53E6C14}">
      <dsp:nvSpPr>
        <dsp:cNvPr id="0" name=""/>
        <dsp:cNvSpPr/>
      </dsp:nvSpPr>
      <dsp:spPr>
        <a:xfrm>
          <a:off x="5486402" y="2362201"/>
          <a:ext cx="1769283" cy="11234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2688EA-822B-DD4F-B66D-B56BACAC091A}">
      <dsp:nvSpPr>
        <dsp:cNvPr id="0" name=""/>
        <dsp:cNvSpPr/>
      </dsp:nvSpPr>
      <dsp:spPr>
        <a:xfrm>
          <a:off x="5682989" y="2548959"/>
          <a:ext cx="1769283" cy="1123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b="1" i="0" kern="1200" dirty="0">
              <a:solidFill>
                <a:schemeClr val="tx1"/>
              </a:solidFill>
            </a:rPr>
            <a:t>System Bus</a:t>
          </a:r>
        </a:p>
      </dsp:txBody>
      <dsp:txXfrm>
        <a:off x="5715895" y="2581865"/>
        <a:ext cx="1703471" cy="1057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477D8-87FB-CB46-800C-AF5BE18708CF}">
      <dsp:nvSpPr>
        <dsp:cNvPr id="0" name=""/>
        <dsp:cNvSpPr/>
      </dsp:nvSpPr>
      <dsp:spPr>
        <a:xfrm>
          <a:off x="380996" y="0"/>
          <a:ext cx="3337917" cy="20027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Controls the operation of the computer</a:t>
          </a:r>
        </a:p>
      </dsp:txBody>
      <dsp:txXfrm>
        <a:off x="380996" y="0"/>
        <a:ext cx="3337917" cy="2002750"/>
      </dsp:txXfrm>
    </dsp:sp>
    <dsp:sp modelId="{FB16DC6B-9AEC-7E4A-825E-4890CE4FF49B}">
      <dsp:nvSpPr>
        <dsp:cNvPr id="0" name=""/>
        <dsp:cNvSpPr/>
      </dsp:nvSpPr>
      <dsp:spPr>
        <a:xfrm>
          <a:off x="4800599" y="0"/>
          <a:ext cx="3337917" cy="20027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Performs the data processing functions</a:t>
          </a:r>
        </a:p>
      </dsp:txBody>
      <dsp:txXfrm>
        <a:off x="4800599" y="0"/>
        <a:ext cx="3337917" cy="2002750"/>
      </dsp:txXfrm>
    </dsp:sp>
    <dsp:sp modelId="{C1868225-F9F8-5B4B-8DA1-9E5EAF33AFC1}">
      <dsp:nvSpPr>
        <dsp:cNvPr id="0" name=""/>
        <dsp:cNvSpPr/>
      </dsp:nvSpPr>
      <dsp:spPr>
        <a:xfrm>
          <a:off x="2971787" y="2286003"/>
          <a:ext cx="3337917" cy="20027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Referred to as the </a:t>
          </a:r>
          <a:r>
            <a:rPr lang="en-US" sz="3300" i="1" kern="1200" dirty="0"/>
            <a:t>Central Processing Unit </a:t>
          </a:r>
          <a:r>
            <a:rPr lang="en-US" sz="3300" kern="1200" dirty="0"/>
            <a:t>(CPU)</a:t>
          </a:r>
        </a:p>
      </dsp:txBody>
      <dsp:txXfrm>
        <a:off x="2971787" y="2286003"/>
        <a:ext cx="3337917" cy="2002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063C7-04B4-6B47-9C23-C6F87DF56C95}">
      <dsp:nvSpPr>
        <dsp:cNvPr id="0" name=""/>
        <dsp:cNvSpPr/>
      </dsp:nvSpPr>
      <dsp:spPr>
        <a:xfrm>
          <a:off x="1318260" y="149629"/>
          <a:ext cx="3095742" cy="3815540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Moves data between the computer and  external environments such as:</a:t>
          </a:r>
        </a:p>
      </dsp:txBody>
      <dsp:txXfrm>
        <a:off x="1408931" y="240300"/>
        <a:ext cx="2914400" cy="3634198"/>
      </dsp:txXfrm>
    </dsp:sp>
    <dsp:sp modelId="{9F422072-8793-3945-A574-9BEF2CA9AF69}">
      <dsp:nvSpPr>
        <dsp:cNvPr id="0" name=""/>
        <dsp:cNvSpPr/>
      </dsp:nvSpPr>
      <dsp:spPr>
        <a:xfrm rot="18289469">
          <a:off x="4039739" y="1313881"/>
          <a:ext cx="174507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5079" y="272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4868652" y="1297500"/>
        <a:ext cx="87253" cy="87253"/>
      </dsp:txXfrm>
    </dsp:sp>
    <dsp:sp modelId="{27072FB2-AA70-0B42-8209-40CD36EC0342}">
      <dsp:nvSpPr>
        <dsp:cNvPr id="0" name=""/>
        <dsp:cNvSpPr/>
      </dsp:nvSpPr>
      <dsp:spPr>
        <a:xfrm>
          <a:off x="5410556" y="2009"/>
          <a:ext cx="2491382" cy="1245691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</a:rPr>
            <a:t>storage (e.g. hard drive)</a:t>
          </a:r>
        </a:p>
      </dsp:txBody>
      <dsp:txXfrm>
        <a:off x="5447041" y="38494"/>
        <a:ext cx="2418412" cy="1172721"/>
      </dsp:txXfrm>
    </dsp:sp>
    <dsp:sp modelId="{6B6E02F7-EF8A-014D-B232-4B4AF36796C0}">
      <dsp:nvSpPr>
        <dsp:cNvPr id="0" name=""/>
        <dsp:cNvSpPr/>
      </dsp:nvSpPr>
      <dsp:spPr>
        <a:xfrm>
          <a:off x="4414003" y="2030153"/>
          <a:ext cx="99655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96553" y="272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887365" y="2032486"/>
        <a:ext cx="49827" cy="49827"/>
      </dsp:txXfrm>
    </dsp:sp>
    <dsp:sp modelId="{0A4B2E8D-11E8-0B43-B8E6-B0FC31F8806C}">
      <dsp:nvSpPr>
        <dsp:cNvPr id="0" name=""/>
        <dsp:cNvSpPr/>
      </dsp:nvSpPr>
      <dsp:spPr>
        <a:xfrm>
          <a:off x="5410556" y="1434554"/>
          <a:ext cx="2491382" cy="1245691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</a:rPr>
            <a:t>communications equipment</a:t>
          </a:r>
        </a:p>
      </dsp:txBody>
      <dsp:txXfrm>
        <a:off x="5447041" y="1471039"/>
        <a:ext cx="2418412" cy="1172721"/>
      </dsp:txXfrm>
    </dsp:sp>
    <dsp:sp modelId="{6BEF47CA-0CBD-2B44-96A6-C027A82559FD}">
      <dsp:nvSpPr>
        <dsp:cNvPr id="0" name=""/>
        <dsp:cNvSpPr/>
      </dsp:nvSpPr>
      <dsp:spPr>
        <a:xfrm rot="3310531">
          <a:off x="4039739" y="2746426"/>
          <a:ext cx="174507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5079" y="2724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4868652" y="2730045"/>
        <a:ext cx="87253" cy="87253"/>
      </dsp:txXfrm>
    </dsp:sp>
    <dsp:sp modelId="{71F696A8-4BBA-284A-A6A9-6E6BB10325F2}">
      <dsp:nvSpPr>
        <dsp:cNvPr id="0" name=""/>
        <dsp:cNvSpPr/>
      </dsp:nvSpPr>
      <dsp:spPr>
        <a:xfrm>
          <a:off x="5410556" y="2867099"/>
          <a:ext cx="2491382" cy="1245691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</a:rPr>
            <a:t>terminals</a:t>
          </a:r>
        </a:p>
      </dsp:txBody>
      <dsp:txXfrm>
        <a:off x="5447041" y="2903584"/>
        <a:ext cx="2418412" cy="11727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B873E-21A1-144A-9AD7-E6EBFB71C30C}">
      <dsp:nvSpPr>
        <dsp:cNvPr id="0" name=""/>
        <dsp:cNvSpPr/>
      </dsp:nvSpPr>
      <dsp:spPr>
        <a:xfrm>
          <a:off x="560069" y="0"/>
          <a:ext cx="6347460" cy="3606800"/>
        </a:xfrm>
        <a:prstGeom prst="rightArrow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9AD022-6B47-494A-989A-66B40C1EA3D9}">
      <dsp:nvSpPr>
        <dsp:cNvPr id="0" name=""/>
        <dsp:cNvSpPr/>
      </dsp:nvSpPr>
      <dsp:spPr>
        <a:xfrm>
          <a:off x="258977" y="1082040"/>
          <a:ext cx="3383756" cy="1442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processor reads (fetches) instructions from memory</a:t>
          </a:r>
        </a:p>
      </dsp:txBody>
      <dsp:txXfrm>
        <a:off x="329405" y="1152468"/>
        <a:ext cx="3242900" cy="1301864"/>
      </dsp:txXfrm>
    </dsp:sp>
    <dsp:sp modelId="{AA5A79E6-F2A8-FE46-95C5-F961763B77BB}">
      <dsp:nvSpPr>
        <dsp:cNvPr id="0" name=""/>
        <dsp:cNvSpPr/>
      </dsp:nvSpPr>
      <dsp:spPr>
        <a:xfrm>
          <a:off x="3824866" y="1082040"/>
          <a:ext cx="3383756" cy="1442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processor executes each instruction</a:t>
          </a:r>
        </a:p>
      </dsp:txBody>
      <dsp:txXfrm>
        <a:off x="3895294" y="1152468"/>
        <a:ext cx="3242900" cy="1301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118C455-DCBE-41F6-9A52-324D6BC54AEC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F781F4-099F-4112-9B1E-8A4E416391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11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CD45C-81C4-4E27-A18A-8835B7066D8D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46AB-72DE-4829-A3EE-183283F17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F4F1D-9F1B-4CA4-932E-311654E99826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17303-0E5B-4E24-BCA3-62F5881C1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E4233-E030-4D82-AE1D-06E871FCE686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17966-739A-4E4E-BEF8-5E9D65CAA6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5EE9E-C85E-43CC-91D6-50F7B4961BB7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75778-597E-43D2-A71E-341C60964E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F8884-1DEA-4C84-A489-E724713CC95E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1189-8D0B-455A-87B2-3A89DCBF68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DFE5A-BFC9-454A-A87C-69BA4FE25A0F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2254-A369-4EE7-927D-AE71362307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A6603-BAC9-4FFA-BE72-57B7C0EDA50D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E04E-7B9E-40CB-AECA-9BEEF7D4B1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F2E53-C0F0-49CC-8B3F-6BA3D019B99D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75EC1-C65E-447A-8CAE-CC74F72434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AA9AB-7925-475F-87E4-57F6EF092961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BC3C-EF4C-4932-8208-7FBB5701A0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C3780-DD3C-46A5-8303-4579155A8DB3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BAF33-582B-4B0D-B27A-32E91EEEB0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C4502-BF88-49E9-A189-5718D68C95C9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35F4E-BD93-49E1-84D0-363BA31979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341086" y="928914"/>
            <a:ext cx="8432800" cy="17707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07" y="968189"/>
            <a:ext cx="7799387" cy="1237130"/>
          </a:xfrm>
        </p:spPr>
        <p:txBody>
          <a:bodyPr anchor="b" anchorCtr="0"/>
          <a:lstStyle>
            <a:lvl1pPr algn="r">
              <a:lnSpc>
                <a:spcPts val="5000"/>
              </a:lnSpc>
              <a:defRPr sz="46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07" y="2209799"/>
            <a:ext cx="7799387" cy="4661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5D2D3F-B0F1-446B-B7CC-19B90EB0017B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5300" y="6492875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FA4F69-47FA-46CC-8030-E13D0EF9E8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16802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664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0601"/>
            <a:ext cx="8229600" cy="3700199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D744-A176-4DCB-9147-2AE7B7E87481}" type="datetimeFigureOut">
              <a:rPr lang="en-US"/>
              <a:pPr/>
              <a:t>2/20/2024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26571" y="362857"/>
            <a:ext cx="8440058" cy="25182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041" y="3575712"/>
            <a:ext cx="5396671" cy="1340467"/>
          </a:xfrm>
        </p:spPr>
        <p:txBody>
          <a:bodyPr tIns="0" bIns="0" anchor="b" anchorCtr="0"/>
          <a:lstStyle>
            <a:lvl1pPr algn="r">
              <a:defRPr sz="4600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8041" y="4980297"/>
            <a:ext cx="5396671" cy="810904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00"/>
              </a:spcBef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F29AB0-274B-47BE-985F-46164E2F9B8D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6824" y="6492240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3238FDB-2D8C-4804-B582-7DB90366B9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457200"/>
            <a:ext cx="2216561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22366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86000"/>
            <a:ext cx="3657600" cy="38401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F0B030-1580-4866-BCBB-5B9DCBDFAB6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7EB8B-B6EB-443D-9CB4-B019CEC8F4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8032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FF0F97-1060-4EBF-B543-874A8397FCDC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104A5-FF6A-4891-8FE3-D539A7A66E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84488" y="4484687"/>
            <a:ext cx="3375025" cy="1588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54050" y="4302966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58906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658906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48A180-20FC-43E6-ACF2-E4D2D7D4238C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012834-41A2-49E3-8762-B14EE3F5CF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355600" y="566057"/>
            <a:ext cx="8396514" cy="25980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242E86-E886-49FE-9E81-CBA74FDF21F4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A6F0D-A611-4358-861D-7B01E8303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33828" y="566057"/>
            <a:ext cx="8454571" cy="2133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5486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E854A5-A6D3-4FF2-A83D-4A92E35723B6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79F47-3AF0-4617-BC60-2E592392BB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55600" y="348343"/>
            <a:ext cx="8432800" cy="2351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5598058" y="3310469"/>
            <a:ext cx="5943600" cy="23706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FCA2E3-A4EC-4D3C-A723-C30C7527518B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B95-FD24-4BC4-B430-69A3136D11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28032" y="457200"/>
            <a:ext cx="3621024" cy="5943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0"/>
            <a:ext cx="7874000" cy="3840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AEB11F-C391-4BDD-82EB-6F3E13A9F9E1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D068-AB96-40B8-9FAA-4228627632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348342" y="362857"/>
            <a:ext cx="8440057" cy="233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668" y="457200"/>
            <a:ext cx="1546230" cy="5943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4074414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9582" y="693738"/>
            <a:ext cx="1491018" cy="5432425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93738"/>
            <a:ext cx="6019800" cy="5432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2669FE-0345-4152-A335-E3D8B60CD5FA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040A0-6A5C-4BDA-AED7-03967CF047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1CF5B1-68BC-4F44-89BE-2F24F67B5729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69DAB5F-4C32-47E8-A254-E438E2D0D3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57200"/>
            <a:ext cx="8229600" cy="138200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3230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2286000"/>
            <a:ext cx="6197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03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666" y="6149788"/>
            <a:ext cx="533400" cy="365125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00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4096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transition/>
  <p:txStyles>
    <p:titleStyle>
      <a:lvl1pPr algn="r" defTabSz="914400" rtl="0" eaLnBrk="1" latinLnBrk="0" hangingPunct="1">
        <a:lnSpc>
          <a:spcPts val="5400"/>
        </a:lnSpc>
        <a:spcBef>
          <a:spcPct val="0"/>
        </a:spcBef>
        <a:buNone/>
        <a:defRPr sz="52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1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Week-1</a:t>
            </a:r>
            <a:br>
              <a:rPr lang="en-US" dirty="0"/>
            </a:br>
            <a:r>
              <a:rPr lang="en-US" dirty="0"/>
              <a:t>Operating System Overview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457200" y="1905000"/>
            <a:ext cx="2133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Operating Systems:</a:t>
            </a:r>
            <a:b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Internals and Design Principles</a:t>
            </a:r>
            <a:b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endParaRPr lang="en-US" sz="3200" i="1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0FB6F-6F99-427B-99DF-143DBCBAA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mv="urn:schemas-microsoft-com:mac:vml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99154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Operating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381000" y="2209800"/>
            <a:ext cx="8458200" cy="4343400"/>
          </a:xfrm>
        </p:spPr>
        <p:txBody>
          <a:bodyPr>
            <a:normAutofit/>
          </a:bodyPr>
          <a:lstStyle/>
          <a:p>
            <a:r>
              <a:rPr lang="en-US" sz="3000" dirty="0"/>
              <a:t>Exploits the hardware resources of one or more processors</a:t>
            </a:r>
          </a:p>
          <a:p>
            <a:r>
              <a:rPr lang="en-US" sz="3000" dirty="0"/>
              <a:t>Provides a set of services to system users</a:t>
            </a:r>
          </a:p>
          <a:p>
            <a:r>
              <a:rPr lang="en-US" sz="3000" dirty="0"/>
              <a:t>Manages secondary memory and I/O devices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648200"/>
            <a:ext cx="2667000" cy="196515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991548"/>
          </a:xfrm>
        </p:spPr>
        <p:txBody>
          <a:bodyPr/>
          <a:lstStyle/>
          <a:p>
            <a:pPr algn="ctr"/>
            <a:r>
              <a:rPr lang="en-NZ" dirty="0"/>
              <a:t>    </a:t>
            </a:r>
            <a:r>
              <a:rPr lang="en-NZ" sz="6000" dirty="0">
                <a:solidFill>
                  <a:schemeClr val="accent1">
                    <a:lumMod val="75000"/>
                  </a:schemeClr>
                </a:solidFill>
              </a:rPr>
              <a:t>Basic Elements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06745705"/>
              </p:ext>
            </p:extLst>
          </p:nvPr>
        </p:nvGraphicFramePr>
        <p:xfrm>
          <a:off x="381000" y="2438400"/>
          <a:ext cx="84582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800" y="3886200"/>
            <a:ext cx="1981200" cy="13538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991548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</a:rPr>
              <a:t>Processor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4294967295"/>
          </p:nvPr>
        </p:nvGraphicFramePr>
        <p:xfrm>
          <a:off x="304800" y="2133600"/>
          <a:ext cx="85344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302454">
            <a:off x="677846" y="4644677"/>
            <a:ext cx="2205364" cy="15733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</a:rPr>
              <a:t>Main Memory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sz="half" idx="4294967295"/>
          </p:nvPr>
        </p:nvSpPr>
        <p:spPr>
          <a:xfrm>
            <a:off x="533400" y="2133600"/>
            <a:ext cx="6781800" cy="4267200"/>
          </a:xfrm>
        </p:spPr>
        <p:txBody>
          <a:bodyPr>
            <a:normAutofit/>
          </a:bodyPr>
          <a:lstStyle/>
          <a:p>
            <a:r>
              <a:rPr lang="en-US" sz="3600" dirty="0"/>
              <a:t>Volatile</a:t>
            </a:r>
          </a:p>
          <a:p>
            <a:pPr marL="282575" lvl="1" indent="-282575">
              <a:spcBef>
                <a:spcPts val="1800"/>
              </a:spcBef>
            </a:pPr>
            <a:r>
              <a:rPr lang="en-US" sz="3600" dirty="0"/>
              <a:t>Contents of the memory is lost when the computer is shut down</a:t>
            </a:r>
          </a:p>
          <a:p>
            <a:r>
              <a:rPr lang="en-US" sz="3600" dirty="0"/>
              <a:t>Referred to as real memory or primary memory</a:t>
            </a:r>
            <a:r>
              <a:rPr lang="en-US" dirty="0"/>
              <a:t>	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787" y="4993242"/>
            <a:ext cx="1827213" cy="186475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I/O Modules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33871609"/>
              </p:ext>
            </p:extLst>
          </p:nvPr>
        </p:nvGraphicFramePr>
        <p:xfrm>
          <a:off x="76200" y="2286000"/>
          <a:ext cx="9220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991547"/>
          </a:xfrm>
        </p:spPr>
        <p:txBody>
          <a:bodyPr/>
          <a:lstStyle/>
          <a:p>
            <a:pPr algn="l"/>
            <a:r>
              <a:rPr lang="en-NZ" dirty="0">
                <a:solidFill>
                  <a:schemeClr val="accent1">
                    <a:lumMod val="75000"/>
                  </a:schemeClr>
                </a:solidFill>
              </a:rPr>
              <a:t>           System Bus</a:t>
            </a:r>
          </a:p>
        </p:txBody>
      </p:sp>
      <p:sp>
        <p:nvSpPr>
          <p:cNvPr id="45" name="Content Placeholder 44"/>
          <p:cNvSpPr>
            <a:spLocks noGrp="1"/>
          </p:cNvSpPr>
          <p:nvPr>
            <p:ph sz="half" idx="1"/>
          </p:nvPr>
        </p:nvSpPr>
        <p:spPr>
          <a:xfrm>
            <a:off x="658904" y="2667000"/>
            <a:ext cx="7189696" cy="3459163"/>
          </a:xfrm>
        </p:spPr>
        <p:txBody>
          <a:bodyPr>
            <a:noAutofit/>
          </a:bodyPr>
          <a:lstStyle/>
          <a:p>
            <a:pPr marL="282575" lvl="1" indent="-282575">
              <a:spcBef>
                <a:spcPts val="1800"/>
              </a:spcBef>
            </a:pPr>
            <a:r>
              <a:rPr lang="en-US" sz="4400" dirty="0"/>
              <a:t>Provides for communication among processors, main memory, and I/O modules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4800"/>
            <a:ext cx="2551044" cy="2514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-228600"/>
            <a:ext cx="6213764" cy="804134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Microprocessor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81000" y="2362200"/>
            <a:ext cx="8382000" cy="4267200"/>
          </a:xfrm>
        </p:spPr>
        <p:txBody>
          <a:bodyPr>
            <a:normAutofit fontScale="85000" lnSpcReduction="20000"/>
          </a:bodyPr>
          <a:lstStyle/>
          <a:p>
            <a:pPr marL="282575" lvl="1" indent="-282575">
              <a:spcBef>
                <a:spcPts val="1800"/>
              </a:spcBef>
            </a:pPr>
            <a:r>
              <a:rPr lang="en-US" sz="4235" dirty="0"/>
              <a:t>Invention that brought about desktop and handheld computing</a:t>
            </a:r>
          </a:p>
          <a:p>
            <a:pPr marL="282575" lvl="1" indent="-282575">
              <a:spcBef>
                <a:spcPts val="1800"/>
              </a:spcBef>
            </a:pPr>
            <a:r>
              <a:rPr lang="en-US" sz="4235" dirty="0"/>
              <a:t>Processor on a single chip</a:t>
            </a:r>
          </a:p>
          <a:p>
            <a:pPr marL="282575" lvl="1" indent="-282575">
              <a:spcBef>
                <a:spcPts val="1800"/>
              </a:spcBef>
            </a:pPr>
            <a:r>
              <a:rPr lang="en-US" sz="4235" dirty="0"/>
              <a:t>Fastest general purpose processor</a:t>
            </a:r>
          </a:p>
          <a:p>
            <a:pPr marL="282575" lvl="1" indent="-282575">
              <a:spcBef>
                <a:spcPts val="1800"/>
              </a:spcBef>
            </a:pPr>
            <a:r>
              <a:rPr lang="en-US" sz="4235" dirty="0"/>
              <a:t>Multiprocessors</a:t>
            </a:r>
          </a:p>
          <a:p>
            <a:pPr marL="282575" lvl="1" indent="-282575">
              <a:spcBef>
                <a:spcPts val="1800"/>
              </a:spcBef>
            </a:pPr>
            <a:r>
              <a:rPr lang="en-US" sz="4235" dirty="0"/>
              <a:t>Each chip (socket) contains multiple processors (cores)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"/>
            <a:ext cx="1752600" cy="1752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Graphical Processing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Units (GPU’s)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04800" y="2362200"/>
            <a:ext cx="8534400" cy="4191000"/>
          </a:xfrm>
        </p:spPr>
        <p:txBody>
          <a:bodyPr>
            <a:normAutofit/>
          </a:bodyPr>
          <a:lstStyle/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Provide efficient computation on arrays of data using Single-Instruction Multiple Data (SIMD) techniques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Used for general numerical processing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Physics simulations for games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Computations on large spreadsheets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Digital Signal Processors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(DSPs)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04800" y="1676400"/>
            <a:ext cx="8534400" cy="441960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Deal with streaming signals such as audio or video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Used to be embedded in devices like modems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Encoding/decoding speech and video (codecs)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600" dirty="0"/>
              <a:t>Support for encryption and security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System on a Chip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(SoC)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4294967295"/>
          </p:nvPr>
        </p:nvSpPr>
        <p:spPr>
          <a:xfrm>
            <a:off x="304800" y="2209800"/>
            <a:ext cx="8534400" cy="4267200"/>
          </a:xfrm>
        </p:spPr>
        <p:txBody>
          <a:bodyPr>
            <a:normAutofit/>
          </a:bodyPr>
          <a:lstStyle/>
          <a:p>
            <a:r>
              <a:rPr lang="en-US" sz="3600" dirty="0"/>
              <a:t>To satisfy the requirements of handheld devices, the microprocessor is giving way to the SoC</a:t>
            </a:r>
          </a:p>
          <a:p>
            <a:r>
              <a:rPr lang="en-US" sz="3600" dirty="0"/>
              <a:t>Components such as DSPs, GPUs, codecs and main memory, in           addition to the CPUs and               caches, are on the same chip</a:t>
            </a:r>
          </a:p>
          <a:p>
            <a:endParaRPr lang="en-US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724400"/>
            <a:ext cx="1828571" cy="182857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99154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Instruction Execution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half" idx="4294967295"/>
          </p:nvPr>
        </p:nvSpPr>
        <p:spPr>
          <a:xfrm>
            <a:off x="685800" y="2209800"/>
            <a:ext cx="7848600" cy="1828800"/>
          </a:xfrm>
        </p:spPr>
        <p:txBody>
          <a:bodyPr>
            <a:normAutofit/>
          </a:bodyPr>
          <a:lstStyle/>
          <a:p>
            <a:r>
              <a:rPr lang="en-US" sz="3200" dirty="0"/>
              <a:t>A program consists of a set of instructions stored in memory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68465900"/>
              </p:ext>
            </p:extLst>
          </p:nvPr>
        </p:nvGraphicFramePr>
        <p:xfrm>
          <a:off x="914400" y="2895600"/>
          <a:ext cx="7467600" cy="360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057400" y="5638800"/>
            <a:ext cx="3810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4000" dirty="0"/>
              <a:t>Two steps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0"/>
            <a:ext cx="9989670" cy="7719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</a:rPr>
              <a:t>Instruction Fetch </a:t>
            </a:r>
            <a:br>
              <a:rPr lang="en-US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</a:rPr>
              <a:t>and Execute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sz="half" idx="4294967295"/>
          </p:nvPr>
        </p:nvSpPr>
        <p:spPr>
          <a:xfrm>
            <a:off x="304800" y="2590800"/>
            <a:ext cx="8534400" cy="4267200"/>
          </a:xfrm>
        </p:spPr>
        <p:txBody>
          <a:bodyPr>
            <a:normAutofit/>
          </a:bodyPr>
          <a:lstStyle/>
          <a:p>
            <a:r>
              <a:rPr lang="en-US" sz="3200" dirty="0"/>
              <a:t>The processor fetches the instruction from memory</a:t>
            </a:r>
          </a:p>
          <a:p>
            <a:r>
              <a:rPr lang="en-US" sz="3200" dirty="0"/>
              <a:t>Program counter (PC) holds address of the instruction to be fetched next</a:t>
            </a:r>
          </a:p>
          <a:p>
            <a:pPr lvl="3">
              <a:buSzPct val="102000"/>
              <a:buFont typeface="Wingdings" charset="2"/>
              <a:buChar char="§"/>
            </a:pPr>
            <a:r>
              <a:rPr lang="en-US" sz="2800" dirty="0"/>
              <a:t>PC is incremented after each fetch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43782">
            <a:off x="6894643" y="4981733"/>
            <a:ext cx="1600159" cy="160015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Callout 12"/>
          <p:cNvSpPr/>
          <p:nvPr/>
        </p:nvSpPr>
        <p:spPr>
          <a:xfrm>
            <a:off x="609600" y="2362200"/>
            <a:ext cx="3733800" cy="1981200"/>
          </a:xfrm>
          <a:prstGeom prst="wedgeEllipseCallou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99154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Instruction Register (IR)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286000"/>
            <a:ext cx="3657600" cy="3840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sz="2400" dirty="0"/>
              <a:t>Fetched instruction is loaded into Instruction Register (IR)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72000" y="2590800"/>
            <a:ext cx="4267200" cy="4572000"/>
          </a:xfrm>
        </p:spPr>
        <p:txBody>
          <a:bodyPr>
            <a:normAutofit/>
          </a:bodyPr>
          <a:lstStyle/>
          <a:p>
            <a:r>
              <a:rPr lang="en-US" sz="2800" dirty="0"/>
              <a:t>Processor interprets the instruction and performs required action:</a:t>
            </a:r>
          </a:p>
          <a:p>
            <a:pPr marL="1370013" lvl="3" indent="-285750"/>
            <a:r>
              <a:rPr lang="en-US" sz="2400" dirty="0"/>
              <a:t>Processor-memory</a:t>
            </a:r>
          </a:p>
          <a:p>
            <a:pPr marL="1370013" lvl="3" indent="-285750"/>
            <a:r>
              <a:rPr lang="en-US" sz="2400" dirty="0"/>
              <a:t>Processor-I/O</a:t>
            </a:r>
          </a:p>
          <a:p>
            <a:pPr marL="1370013" lvl="3" indent="-285750"/>
            <a:r>
              <a:rPr lang="en-US" sz="2400" dirty="0"/>
              <a:t>Data processing</a:t>
            </a:r>
          </a:p>
          <a:p>
            <a:pPr marL="1370013" lvl="3" indent="-285750"/>
            <a:r>
              <a:rPr lang="en-US" sz="2400" dirty="0"/>
              <a:t>Control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4572000"/>
            <a:ext cx="1947608" cy="2057400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>
            <a:off x="4038600" y="4114800"/>
            <a:ext cx="899160" cy="82296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3489739" y="562113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6019800"/>
            <a:ext cx="533400" cy="533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Content Placeholder 3" descr="Fig01_03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rcRect t="-1550" b="-581"/>
          <a:stretch>
            <a:fillRect/>
          </a:stretch>
        </p:blipFill>
        <p:spPr>
          <a:xfrm>
            <a:off x="1676400" y="762000"/>
            <a:ext cx="5791200" cy="578219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mv="urn:schemas-microsoft-com:mac:vml"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-228600"/>
            <a:ext cx="6629400" cy="877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mv="urn:schemas-microsoft-com:mac:vml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Interrupts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sz="half" idx="4294967295"/>
          </p:nvPr>
        </p:nvSpPr>
        <p:spPr>
          <a:xfrm>
            <a:off x="304800" y="2362200"/>
            <a:ext cx="8534400" cy="4191000"/>
          </a:xfrm>
        </p:spPr>
        <p:txBody>
          <a:bodyPr>
            <a:normAutofit/>
          </a:bodyPr>
          <a:lstStyle/>
          <a:p>
            <a:r>
              <a:rPr lang="en-US" sz="3200" dirty="0"/>
              <a:t>Interrupt the normal sequencing of the processor</a:t>
            </a:r>
          </a:p>
          <a:p>
            <a:r>
              <a:rPr lang="en-US" sz="3200" dirty="0"/>
              <a:t>Provided to improve processor utilization</a:t>
            </a:r>
          </a:p>
          <a:p>
            <a:pPr lvl="2"/>
            <a:r>
              <a:rPr lang="en-US" sz="2400" dirty="0"/>
              <a:t>most I/O devices are slower than the processor</a:t>
            </a:r>
          </a:p>
          <a:p>
            <a:pPr lvl="2"/>
            <a:r>
              <a:rPr lang="en-US" sz="2400" dirty="0"/>
              <a:t>processor must pause to wait for device</a:t>
            </a:r>
          </a:p>
          <a:p>
            <a:pPr lvl="2"/>
            <a:r>
              <a:rPr lang="en-US" sz="2400" dirty="0"/>
              <a:t>wasteful use of the processor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4686300"/>
            <a:ext cx="2730500" cy="21717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33400" y="914400"/>
            <a:ext cx="7924800" cy="5293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Table 1.1     Classes of Interrupts</a:t>
            </a:r>
          </a:p>
          <a:p>
            <a:pPr algn="ctr"/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 </a:t>
            </a: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Program</a:t>
            </a:r>
            <a:r>
              <a:rPr lang="en-US" dirty="0">
                <a:latin typeface="+mn-lt"/>
              </a:rPr>
              <a:t>		Generated by some condition that occurs as a result of an 		instruction execution, such as arithmetic overflow, division 		by zero, attempt to execute an illegal machine instruction, 		and reference outside a user's allowed memory space.</a:t>
            </a:r>
          </a:p>
          <a:p>
            <a:r>
              <a:rPr lang="en-US" dirty="0">
                <a:latin typeface="+mn-lt"/>
              </a:rPr>
              <a:t> </a:t>
            </a:r>
          </a:p>
          <a:p>
            <a:r>
              <a:rPr lang="en-US" b="1" dirty="0">
                <a:latin typeface="+mn-lt"/>
              </a:rPr>
              <a:t>Timer</a:t>
            </a:r>
            <a:r>
              <a:rPr lang="en-US" dirty="0">
                <a:latin typeface="+mn-lt"/>
              </a:rPr>
              <a:t>		Generated by a timer within the processor. This allows the 		operating system to perform certain functions on a regular 		basis.</a:t>
            </a:r>
          </a:p>
          <a:p>
            <a:r>
              <a:rPr lang="en-US" dirty="0">
                <a:latin typeface="+mn-lt"/>
              </a:rPr>
              <a:t> </a:t>
            </a:r>
          </a:p>
          <a:p>
            <a:r>
              <a:rPr lang="en-US" b="1" dirty="0">
                <a:latin typeface="+mn-lt"/>
              </a:rPr>
              <a:t>I/O</a:t>
            </a:r>
            <a:r>
              <a:rPr lang="en-US" dirty="0">
                <a:latin typeface="+mn-lt"/>
              </a:rPr>
              <a:t>		Generated by an I/O controller, to signal normal 			completion of an operation or to signal a variety of error 		conditions.</a:t>
            </a:r>
          </a:p>
          <a:p>
            <a:r>
              <a:rPr lang="en-US" dirty="0">
                <a:latin typeface="+mn-lt"/>
              </a:rPr>
              <a:t> </a:t>
            </a:r>
          </a:p>
          <a:p>
            <a:r>
              <a:rPr lang="en-US" b="1" dirty="0">
                <a:latin typeface="+mn-lt"/>
              </a:rPr>
              <a:t>Hardware 	</a:t>
            </a:r>
            <a:r>
              <a:rPr lang="en-US" dirty="0">
                <a:latin typeface="+mn-lt"/>
              </a:rPr>
              <a:t>Generated by a failure, such as power failure or memory </a:t>
            </a:r>
            <a:endParaRPr lang="en-US" b="1" dirty="0">
              <a:latin typeface="+mn-lt"/>
            </a:endParaRPr>
          </a:p>
          <a:p>
            <a:r>
              <a:rPr lang="en-US" b="1" dirty="0">
                <a:latin typeface="+mn-lt"/>
              </a:rPr>
              <a:t>failure</a:t>
            </a:r>
            <a:r>
              <a:rPr lang="en-US" dirty="0">
                <a:latin typeface="+mn-lt"/>
              </a:rPr>
              <a:t>		parity error.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371E-3534-4AA3-B016-91DD5C67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End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5B03-8D52-48A4-8FFE-790B837D00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1C308-BEC4-4ED8-9420-CB8DEEB9E4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92273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On-screen Show (4:3)</PresentationFormat>
  <Paragraphs>102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Calisto MT</vt:lpstr>
      <vt:lpstr>Wingdings</vt:lpstr>
      <vt:lpstr>Custom Design</vt:lpstr>
      <vt:lpstr>Codex</vt:lpstr>
      <vt:lpstr>Week-1 Operating System Overview</vt:lpstr>
      <vt:lpstr>Operating System</vt:lpstr>
      <vt:lpstr>    Basic Elements</vt:lpstr>
      <vt:lpstr>Processor</vt:lpstr>
      <vt:lpstr>Main Memory</vt:lpstr>
      <vt:lpstr>I/O Modules</vt:lpstr>
      <vt:lpstr>           System Bus</vt:lpstr>
      <vt:lpstr>PowerPoint Presentation</vt:lpstr>
      <vt:lpstr>     Microprocessor</vt:lpstr>
      <vt:lpstr>Graphical Processing  Units (GPU’s)</vt:lpstr>
      <vt:lpstr>Digital Signal Processors (DSPs)</vt:lpstr>
      <vt:lpstr>System on a Chip (SoC)</vt:lpstr>
      <vt:lpstr>Instruction Execution</vt:lpstr>
      <vt:lpstr>PowerPoint Presentation</vt:lpstr>
      <vt:lpstr>Instruction Fetch  and Execute</vt:lpstr>
      <vt:lpstr>Instruction Register (IR)</vt:lpstr>
      <vt:lpstr>PowerPoint Presentation</vt:lpstr>
      <vt:lpstr>PowerPoint Presentation</vt:lpstr>
      <vt:lpstr>Interrupts</vt:lpstr>
      <vt:lpstr>PowerPoint Presentation</vt:lpstr>
      <vt:lpstr>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2014-01-31T05:10:07Z</dcterms:created>
  <dcterms:modified xsi:type="dcterms:W3CDTF">2024-02-20T07:01:53Z</dcterms:modified>
</cp:coreProperties>
</file>