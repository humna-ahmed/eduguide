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4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4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45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741" r:id="rId2"/>
  </p:sldMasterIdLst>
  <p:notesMasterIdLst>
    <p:notesMasterId r:id="rId54"/>
  </p:notesMasterIdLst>
  <p:sldIdLst>
    <p:sldId id="370" r:id="rId3"/>
    <p:sldId id="341" r:id="rId4"/>
    <p:sldId id="257" r:id="rId5"/>
    <p:sldId id="260" r:id="rId6"/>
    <p:sldId id="342" r:id="rId7"/>
    <p:sldId id="315" r:id="rId8"/>
    <p:sldId id="264" r:id="rId9"/>
    <p:sldId id="265" r:id="rId10"/>
    <p:sldId id="267" r:id="rId11"/>
    <p:sldId id="317" r:id="rId12"/>
    <p:sldId id="268" r:id="rId13"/>
    <p:sldId id="270" r:id="rId14"/>
    <p:sldId id="318" r:id="rId15"/>
    <p:sldId id="343" r:id="rId16"/>
    <p:sldId id="271" r:id="rId17"/>
    <p:sldId id="272" r:id="rId18"/>
    <p:sldId id="274" r:id="rId19"/>
    <p:sldId id="344" r:id="rId20"/>
    <p:sldId id="319" r:id="rId21"/>
    <p:sldId id="277" r:id="rId22"/>
    <p:sldId id="278" r:id="rId23"/>
    <p:sldId id="279" r:id="rId24"/>
    <p:sldId id="281" r:id="rId25"/>
    <p:sldId id="280" r:id="rId26"/>
    <p:sldId id="282" r:id="rId27"/>
    <p:sldId id="320" r:id="rId28"/>
    <p:sldId id="284" r:id="rId29"/>
    <p:sldId id="323" r:id="rId30"/>
    <p:sldId id="286" r:id="rId31"/>
    <p:sldId id="34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300" r:id="rId41"/>
    <p:sldId id="326" r:id="rId42"/>
    <p:sldId id="308" r:id="rId43"/>
    <p:sldId id="309" r:id="rId44"/>
    <p:sldId id="348" r:id="rId45"/>
    <p:sldId id="351" r:id="rId46"/>
    <p:sldId id="354" r:id="rId47"/>
    <p:sldId id="356" r:id="rId48"/>
    <p:sldId id="357" r:id="rId49"/>
    <p:sldId id="359" r:id="rId50"/>
    <p:sldId id="331" r:id="rId51"/>
    <p:sldId id="368" r:id="rId52"/>
    <p:sldId id="347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67" autoAdjust="0"/>
  </p:normalViewPr>
  <p:slideViewPr>
    <p:cSldViewPr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192CED-5284-6842-A2CE-43637359B0CB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1E5B53-1732-5F47-A578-AB0E3A9B5E4C}">
      <dgm:prSet phldrT="[Text]"/>
      <dgm:spPr/>
      <dgm:t>
        <a:bodyPr/>
        <a:lstStyle/>
        <a:p>
          <a:r>
            <a:rPr lang="en-US" dirty="0"/>
            <a:t>Main objectives of an OS:</a:t>
          </a:r>
        </a:p>
      </dgm:t>
    </dgm:pt>
    <dgm:pt modelId="{6DF8C72F-1C3C-3D43-905B-F9DFAE34F209}" type="parTrans" cxnId="{5B740C4A-9D68-0540-AC76-45932CD65954}">
      <dgm:prSet/>
      <dgm:spPr/>
      <dgm:t>
        <a:bodyPr/>
        <a:lstStyle/>
        <a:p>
          <a:endParaRPr lang="en-US"/>
        </a:p>
      </dgm:t>
    </dgm:pt>
    <dgm:pt modelId="{2FC987E5-D027-8846-8A97-F16D9257E1AC}" type="sibTrans" cxnId="{5B740C4A-9D68-0540-AC76-45932CD65954}">
      <dgm:prSet/>
      <dgm:spPr/>
      <dgm:t>
        <a:bodyPr/>
        <a:lstStyle/>
        <a:p>
          <a:endParaRPr lang="en-US"/>
        </a:p>
      </dgm:t>
    </dgm:pt>
    <dgm:pt modelId="{AE3CB80F-D45F-E54C-B692-4738A2A6039C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/>
            <a:t>Convenience</a:t>
          </a:r>
        </a:p>
      </dgm:t>
    </dgm:pt>
    <dgm:pt modelId="{DB5EC823-6039-A143-9B39-EB225C90CC38}" type="parTrans" cxnId="{47A89D49-60B4-FB40-9C5D-FFE581254201}">
      <dgm:prSet/>
      <dgm:spPr/>
      <dgm:t>
        <a:bodyPr/>
        <a:lstStyle/>
        <a:p>
          <a:endParaRPr lang="en-US"/>
        </a:p>
      </dgm:t>
    </dgm:pt>
    <dgm:pt modelId="{E262F30B-1A1E-F747-A185-5455263EE08A}" type="sibTrans" cxnId="{47A89D49-60B4-FB40-9C5D-FFE581254201}">
      <dgm:prSet/>
      <dgm:spPr/>
      <dgm:t>
        <a:bodyPr/>
        <a:lstStyle/>
        <a:p>
          <a:endParaRPr lang="en-US"/>
        </a:p>
      </dgm:t>
    </dgm:pt>
    <dgm:pt modelId="{3A3FFD4A-4BD3-2543-98AF-A41B2CAE779A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/>
            <a:t>Efficiency</a:t>
          </a:r>
        </a:p>
      </dgm:t>
    </dgm:pt>
    <dgm:pt modelId="{75A774D8-A8A4-404D-9CFE-DAF3C9EE383B}" type="parTrans" cxnId="{73BA040D-3549-934C-A652-24BEA66255F8}">
      <dgm:prSet/>
      <dgm:spPr/>
      <dgm:t>
        <a:bodyPr/>
        <a:lstStyle/>
        <a:p>
          <a:endParaRPr lang="en-US"/>
        </a:p>
      </dgm:t>
    </dgm:pt>
    <dgm:pt modelId="{AE569C84-AD83-C840-9BA6-D0F860817D5B}" type="sibTrans" cxnId="{73BA040D-3549-934C-A652-24BEA66255F8}">
      <dgm:prSet/>
      <dgm:spPr/>
      <dgm:t>
        <a:bodyPr/>
        <a:lstStyle/>
        <a:p>
          <a:endParaRPr lang="en-US"/>
        </a:p>
      </dgm:t>
    </dgm:pt>
    <dgm:pt modelId="{F96F4B0F-02F7-4D4B-9036-26B336493CAE}">
      <dgm:prSet/>
      <dgm:spPr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/>
            <a:t>Ability to evolve</a:t>
          </a:r>
        </a:p>
      </dgm:t>
    </dgm:pt>
    <dgm:pt modelId="{9A2A829F-7768-884C-9C37-31113093ABE1}" type="parTrans" cxnId="{8C55C725-3252-FA46-BC16-D392FA3244E1}">
      <dgm:prSet/>
      <dgm:spPr/>
      <dgm:t>
        <a:bodyPr/>
        <a:lstStyle/>
        <a:p>
          <a:endParaRPr lang="en-US"/>
        </a:p>
      </dgm:t>
    </dgm:pt>
    <dgm:pt modelId="{B8510BF0-F2AE-0444-B9D0-63BA3E5B4B8B}" type="sibTrans" cxnId="{8C55C725-3252-FA46-BC16-D392FA3244E1}">
      <dgm:prSet/>
      <dgm:spPr/>
      <dgm:t>
        <a:bodyPr/>
        <a:lstStyle/>
        <a:p>
          <a:endParaRPr lang="en-US"/>
        </a:p>
      </dgm:t>
    </dgm:pt>
    <dgm:pt modelId="{5C3B6204-B418-A242-B9D0-60EB91680625}" type="pres">
      <dgm:prSet presAssocID="{1C192CED-5284-6842-A2CE-43637359B0CB}" presName="Name0" presStyleCnt="0">
        <dgm:presLayoutVars>
          <dgm:dir/>
          <dgm:animLvl val="lvl"/>
          <dgm:resizeHandles val="exact"/>
        </dgm:presLayoutVars>
      </dgm:prSet>
      <dgm:spPr/>
    </dgm:pt>
    <dgm:pt modelId="{F2E06192-AEAE-0C49-902F-729236FB5629}" type="pres">
      <dgm:prSet presAssocID="{281E5B53-1732-5F47-A578-AB0E3A9B5E4C}" presName="composite" presStyleCnt="0"/>
      <dgm:spPr/>
    </dgm:pt>
    <dgm:pt modelId="{1AE4A990-5AA0-034B-8CCF-8670DC0A0746}" type="pres">
      <dgm:prSet presAssocID="{281E5B53-1732-5F47-A578-AB0E3A9B5E4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D90CF14F-E010-5649-9AC4-6BBF9E914CA0}" type="pres">
      <dgm:prSet presAssocID="{281E5B53-1732-5F47-A578-AB0E3A9B5E4C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72C97C0B-1912-DC41-AF8F-8B9E282AF6FD}" type="presOf" srcId="{281E5B53-1732-5F47-A578-AB0E3A9B5E4C}" destId="{1AE4A990-5AA0-034B-8CCF-8670DC0A0746}" srcOrd="0" destOrd="0" presId="urn:microsoft.com/office/officeart/2005/8/layout/hList1"/>
    <dgm:cxn modelId="{73BA040D-3549-934C-A652-24BEA66255F8}" srcId="{281E5B53-1732-5F47-A578-AB0E3A9B5E4C}" destId="{3A3FFD4A-4BD3-2543-98AF-A41B2CAE779A}" srcOrd="1" destOrd="0" parTransId="{75A774D8-A8A4-404D-9CFE-DAF3C9EE383B}" sibTransId="{AE569C84-AD83-C840-9BA6-D0F860817D5B}"/>
    <dgm:cxn modelId="{8C55C725-3252-FA46-BC16-D392FA3244E1}" srcId="{281E5B53-1732-5F47-A578-AB0E3A9B5E4C}" destId="{F96F4B0F-02F7-4D4B-9036-26B336493CAE}" srcOrd="2" destOrd="0" parTransId="{9A2A829F-7768-884C-9C37-31113093ABE1}" sibTransId="{B8510BF0-F2AE-0444-B9D0-63BA3E5B4B8B}"/>
    <dgm:cxn modelId="{47A89D49-60B4-FB40-9C5D-FFE581254201}" srcId="{281E5B53-1732-5F47-A578-AB0E3A9B5E4C}" destId="{AE3CB80F-D45F-E54C-B692-4738A2A6039C}" srcOrd="0" destOrd="0" parTransId="{DB5EC823-6039-A143-9B39-EB225C90CC38}" sibTransId="{E262F30B-1A1E-F747-A185-5455263EE08A}"/>
    <dgm:cxn modelId="{5B740C4A-9D68-0540-AC76-45932CD65954}" srcId="{1C192CED-5284-6842-A2CE-43637359B0CB}" destId="{281E5B53-1732-5F47-A578-AB0E3A9B5E4C}" srcOrd="0" destOrd="0" parTransId="{6DF8C72F-1C3C-3D43-905B-F9DFAE34F209}" sibTransId="{2FC987E5-D027-8846-8A97-F16D9257E1AC}"/>
    <dgm:cxn modelId="{47C3F956-F19B-C843-99EB-8353B4B3672A}" type="presOf" srcId="{F96F4B0F-02F7-4D4B-9036-26B336493CAE}" destId="{D90CF14F-E010-5649-9AC4-6BBF9E914CA0}" srcOrd="0" destOrd="2" presId="urn:microsoft.com/office/officeart/2005/8/layout/hList1"/>
    <dgm:cxn modelId="{F6A52685-68B4-9E44-B5F2-05FD0D475D15}" type="presOf" srcId="{AE3CB80F-D45F-E54C-B692-4738A2A6039C}" destId="{D90CF14F-E010-5649-9AC4-6BBF9E914CA0}" srcOrd="0" destOrd="0" presId="urn:microsoft.com/office/officeart/2005/8/layout/hList1"/>
    <dgm:cxn modelId="{3A9FA08E-64EA-0D47-AE28-8B305EB8A206}" type="presOf" srcId="{1C192CED-5284-6842-A2CE-43637359B0CB}" destId="{5C3B6204-B418-A242-B9D0-60EB91680625}" srcOrd="0" destOrd="0" presId="urn:microsoft.com/office/officeart/2005/8/layout/hList1"/>
    <dgm:cxn modelId="{689B13D3-DAC2-294E-A08B-39951FEE76A7}" type="presOf" srcId="{3A3FFD4A-4BD3-2543-98AF-A41B2CAE779A}" destId="{D90CF14F-E010-5649-9AC4-6BBF9E914CA0}" srcOrd="0" destOrd="1" presId="urn:microsoft.com/office/officeart/2005/8/layout/hList1"/>
    <dgm:cxn modelId="{A22C2972-2A62-DB4C-A870-D2834B64A72C}" type="presParOf" srcId="{5C3B6204-B418-A242-B9D0-60EB91680625}" destId="{F2E06192-AEAE-0C49-902F-729236FB5629}" srcOrd="0" destOrd="0" presId="urn:microsoft.com/office/officeart/2005/8/layout/hList1"/>
    <dgm:cxn modelId="{699662D9-C356-6E43-8F80-FB763087BF08}" type="presParOf" srcId="{F2E06192-AEAE-0C49-902F-729236FB5629}" destId="{1AE4A990-5AA0-034B-8CCF-8670DC0A0746}" srcOrd="0" destOrd="0" presId="urn:microsoft.com/office/officeart/2005/8/layout/hList1"/>
    <dgm:cxn modelId="{F259A4CD-7B63-B447-8FD9-6E7CA4ECDD16}" type="presParOf" srcId="{F2E06192-AEAE-0C49-902F-729236FB5629}" destId="{D90CF14F-E010-5649-9AC4-6BBF9E914CA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14EA08-61CD-7848-B246-BDCB3393E799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E673D0-600C-1F43-A912-41F12960702E}">
      <dgm:prSet phldrT="[Text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/>
            <a:t>Hardware upgrades</a:t>
          </a:r>
        </a:p>
      </dgm:t>
    </dgm:pt>
    <dgm:pt modelId="{CA9E68CD-FDA6-2947-B506-B9813F3C8F0F}" type="parTrans" cxnId="{8A889DD9-CA01-6344-BAC5-1A2B35B916E9}">
      <dgm:prSet/>
      <dgm:spPr/>
      <dgm:t>
        <a:bodyPr/>
        <a:lstStyle/>
        <a:p>
          <a:endParaRPr lang="en-US"/>
        </a:p>
      </dgm:t>
    </dgm:pt>
    <dgm:pt modelId="{1DFBBD87-248C-7741-B368-FB35329D8AC0}" type="sibTrans" cxnId="{8A889DD9-CA01-6344-BAC5-1A2B35B916E9}">
      <dgm:prSet/>
      <dgm:spPr/>
      <dgm:t>
        <a:bodyPr/>
        <a:lstStyle/>
        <a:p>
          <a:endParaRPr lang="en-US"/>
        </a:p>
      </dgm:t>
    </dgm:pt>
    <dgm:pt modelId="{B4519C2B-736F-3C4D-ABF5-3B13923F7E2E}">
      <dgm:prSet/>
      <dgm:spPr/>
      <dgm:t>
        <a:bodyPr/>
        <a:lstStyle/>
        <a:p>
          <a:r>
            <a:rPr lang="en-US" dirty="0"/>
            <a:t>New types of hardware</a:t>
          </a:r>
        </a:p>
      </dgm:t>
    </dgm:pt>
    <dgm:pt modelId="{F3D30ACB-D10E-384D-9B8E-68A922035356}" type="parTrans" cxnId="{D2968E36-6D67-B34D-8547-C7B465B69170}">
      <dgm:prSet/>
      <dgm:spPr/>
      <dgm:t>
        <a:bodyPr/>
        <a:lstStyle/>
        <a:p>
          <a:endParaRPr lang="en-US"/>
        </a:p>
      </dgm:t>
    </dgm:pt>
    <dgm:pt modelId="{5F964703-FC05-0543-A573-31CF63A3A993}" type="sibTrans" cxnId="{D2968E36-6D67-B34D-8547-C7B465B69170}">
      <dgm:prSet/>
      <dgm:spPr/>
      <dgm:t>
        <a:bodyPr/>
        <a:lstStyle/>
        <a:p>
          <a:endParaRPr lang="en-US"/>
        </a:p>
      </dgm:t>
    </dgm:pt>
    <dgm:pt modelId="{C856B1ED-4F2B-D54C-B1DB-771C149631D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New services</a:t>
          </a:r>
        </a:p>
      </dgm:t>
    </dgm:pt>
    <dgm:pt modelId="{A8F33FE1-9B38-9141-8AA5-72D16AFB336A}" type="parTrans" cxnId="{A093B91E-FEA7-BF4A-9531-31A80072A426}">
      <dgm:prSet/>
      <dgm:spPr/>
      <dgm:t>
        <a:bodyPr/>
        <a:lstStyle/>
        <a:p>
          <a:endParaRPr lang="en-US"/>
        </a:p>
      </dgm:t>
    </dgm:pt>
    <dgm:pt modelId="{DBEAF13A-3D8E-D044-BD68-AC20B82EEF6E}" type="sibTrans" cxnId="{A093B91E-FEA7-BF4A-9531-31A80072A426}">
      <dgm:prSet/>
      <dgm:spPr/>
      <dgm:t>
        <a:bodyPr/>
        <a:lstStyle/>
        <a:p>
          <a:endParaRPr lang="en-US"/>
        </a:p>
      </dgm:t>
    </dgm:pt>
    <dgm:pt modelId="{1EB4E35E-A4FD-A642-812A-4D206E27C3E5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Fixes</a:t>
          </a:r>
        </a:p>
      </dgm:t>
    </dgm:pt>
    <dgm:pt modelId="{30BEAE05-8F33-7C40-854A-38427989693D}" type="parTrans" cxnId="{378DACAE-95AC-324E-B93B-9B9F07F6A4A8}">
      <dgm:prSet/>
      <dgm:spPr/>
      <dgm:t>
        <a:bodyPr/>
        <a:lstStyle/>
        <a:p>
          <a:endParaRPr lang="en-US"/>
        </a:p>
      </dgm:t>
    </dgm:pt>
    <dgm:pt modelId="{2DB22E54-E480-244C-B4CA-9697D00BF6FD}" type="sibTrans" cxnId="{378DACAE-95AC-324E-B93B-9B9F07F6A4A8}">
      <dgm:prSet/>
      <dgm:spPr/>
      <dgm:t>
        <a:bodyPr/>
        <a:lstStyle/>
        <a:p>
          <a:endParaRPr lang="en-US"/>
        </a:p>
      </dgm:t>
    </dgm:pt>
    <dgm:pt modelId="{8272D90A-381D-A943-A863-F7B14E4A2D44}" type="pres">
      <dgm:prSet presAssocID="{4314EA08-61CD-7848-B246-BDCB3393E799}" presName="linear" presStyleCnt="0">
        <dgm:presLayoutVars>
          <dgm:animLvl val="lvl"/>
          <dgm:resizeHandles val="exact"/>
        </dgm:presLayoutVars>
      </dgm:prSet>
      <dgm:spPr/>
    </dgm:pt>
    <dgm:pt modelId="{0C63F472-A208-BC48-9954-72AE57388841}" type="pres">
      <dgm:prSet presAssocID="{4DE673D0-600C-1F43-A912-41F12960702E}" presName="parentText" presStyleLbl="node1" presStyleIdx="0" presStyleCnt="4" custScaleX="29630" custScaleY="84122" custLinFactNeighborX="-34259" custLinFactNeighborY="-9263">
        <dgm:presLayoutVars>
          <dgm:chMax val="0"/>
          <dgm:bulletEnabled val="1"/>
        </dgm:presLayoutVars>
      </dgm:prSet>
      <dgm:spPr/>
    </dgm:pt>
    <dgm:pt modelId="{5C51A478-63FB-6D40-B025-1CB4BCECB8CA}" type="pres">
      <dgm:prSet presAssocID="{1DFBBD87-248C-7741-B368-FB35329D8AC0}" presName="spacer" presStyleCnt="0"/>
      <dgm:spPr/>
    </dgm:pt>
    <dgm:pt modelId="{06E7AF27-17CB-6C41-9B00-422CDBA69BDA}" type="pres">
      <dgm:prSet presAssocID="{B4519C2B-736F-3C4D-ABF5-3B13923F7E2E}" presName="parentText" presStyleLbl="node1" presStyleIdx="1" presStyleCnt="4" custScaleX="33333" custScaleY="89762" custLinFactNeighborX="-20371" custLinFactNeighborY="6715">
        <dgm:presLayoutVars>
          <dgm:chMax val="0"/>
          <dgm:bulletEnabled val="1"/>
        </dgm:presLayoutVars>
      </dgm:prSet>
      <dgm:spPr/>
    </dgm:pt>
    <dgm:pt modelId="{2A0DF51E-479B-F345-AF83-54F3DF408229}" type="pres">
      <dgm:prSet presAssocID="{5F964703-FC05-0543-A573-31CF63A3A993}" presName="spacer" presStyleCnt="0"/>
      <dgm:spPr/>
    </dgm:pt>
    <dgm:pt modelId="{54C39DF2-6921-BB4E-8411-E1AA720107FC}" type="pres">
      <dgm:prSet presAssocID="{C856B1ED-4F2B-D54C-B1DB-771C149631D5}" presName="parentText" presStyleLbl="node1" presStyleIdx="2" presStyleCnt="4" custScaleX="20370" custScaleY="80414" custLinFactNeighborX="-6482" custLinFactNeighborY="-46617">
        <dgm:presLayoutVars>
          <dgm:chMax val="0"/>
          <dgm:bulletEnabled val="1"/>
        </dgm:presLayoutVars>
      </dgm:prSet>
      <dgm:spPr/>
    </dgm:pt>
    <dgm:pt modelId="{8EBEB080-B91F-6B4C-887F-A3D89EB1D39C}" type="pres">
      <dgm:prSet presAssocID="{DBEAF13A-3D8E-D044-BD68-AC20B82EEF6E}" presName="spacer" presStyleCnt="0"/>
      <dgm:spPr/>
    </dgm:pt>
    <dgm:pt modelId="{87EED797-7526-BB4E-8C40-6D097D0CBF95}" type="pres">
      <dgm:prSet presAssocID="{1EB4E35E-A4FD-A642-812A-4D206E27C3E5}" presName="parentText" presStyleLbl="node1" presStyleIdx="3" presStyleCnt="4" custScaleX="14815" custScaleY="68873" custLinFactNeighborX="7408" custLinFactNeighborY="-24335">
        <dgm:presLayoutVars>
          <dgm:chMax val="0"/>
          <dgm:bulletEnabled val="1"/>
        </dgm:presLayoutVars>
      </dgm:prSet>
      <dgm:spPr/>
    </dgm:pt>
  </dgm:ptLst>
  <dgm:cxnLst>
    <dgm:cxn modelId="{A093B91E-FEA7-BF4A-9531-31A80072A426}" srcId="{4314EA08-61CD-7848-B246-BDCB3393E799}" destId="{C856B1ED-4F2B-D54C-B1DB-771C149631D5}" srcOrd="2" destOrd="0" parTransId="{A8F33FE1-9B38-9141-8AA5-72D16AFB336A}" sibTransId="{DBEAF13A-3D8E-D044-BD68-AC20B82EEF6E}"/>
    <dgm:cxn modelId="{D2968E36-6D67-B34D-8547-C7B465B69170}" srcId="{4314EA08-61CD-7848-B246-BDCB3393E799}" destId="{B4519C2B-736F-3C4D-ABF5-3B13923F7E2E}" srcOrd="1" destOrd="0" parTransId="{F3D30ACB-D10E-384D-9B8E-68A922035356}" sibTransId="{5F964703-FC05-0543-A573-31CF63A3A993}"/>
    <dgm:cxn modelId="{12E9DC83-8475-8042-9047-78C0AF9133EB}" type="presOf" srcId="{B4519C2B-736F-3C4D-ABF5-3B13923F7E2E}" destId="{06E7AF27-17CB-6C41-9B00-422CDBA69BDA}" srcOrd="0" destOrd="0" presId="urn:microsoft.com/office/officeart/2005/8/layout/vList2"/>
    <dgm:cxn modelId="{302CEDA2-5BDB-FE41-98FC-DCC6E8118F64}" type="presOf" srcId="{C856B1ED-4F2B-D54C-B1DB-771C149631D5}" destId="{54C39DF2-6921-BB4E-8411-E1AA720107FC}" srcOrd="0" destOrd="0" presId="urn:microsoft.com/office/officeart/2005/8/layout/vList2"/>
    <dgm:cxn modelId="{378DACAE-95AC-324E-B93B-9B9F07F6A4A8}" srcId="{4314EA08-61CD-7848-B246-BDCB3393E799}" destId="{1EB4E35E-A4FD-A642-812A-4D206E27C3E5}" srcOrd="3" destOrd="0" parTransId="{30BEAE05-8F33-7C40-854A-38427989693D}" sibTransId="{2DB22E54-E480-244C-B4CA-9697D00BF6FD}"/>
    <dgm:cxn modelId="{57419CC9-4D68-5040-8DE6-0809FB1E9130}" type="presOf" srcId="{1EB4E35E-A4FD-A642-812A-4D206E27C3E5}" destId="{87EED797-7526-BB4E-8C40-6D097D0CBF95}" srcOrd="0" destOrd="0" presId="urn:microsoft.com/office/officeart/2005/8/layout/vList2"/>
    <dgm:cxn modelId="{AD1BBCCA-AF8E-014D-9239-5EC9BB76C1BB}" type="presOf" srcId="{4314EA08-61CD-7848-B246-BDCB3393E799}" destId="{8272D90A-381D-A943-A863-F7B14E4A2D44}" srcOrd="0" destOrd="0" presId="urn:microsoft.com/office/officeart/2005/8/layout/vList2"/>
    <dgm:cxn modelId="{8A889DD9-CA01-6344-BAC5-1A2B35B916E9}" srcId="{4314EA08-61CD-7848-B246-BDCB3393E799}" destId="{4DE673D0-600C-1F43-A912-41F12960702E}" srcOrd="0" destOrd="0" parTransId="{CA9E68CD-FDA6-2947-B506-B9813F3C8F0F}" sibTransId="{1DFBBD87-248C-7741-B368-FB35329D8AC0}"/>
    <dgm:cxn modelId="{42A3CBF1-4A63-274B-B2FF-3290497153EB}" type="presOf" srcId="{4DE673D0-600C-1F43-A912-41F12960702E}" destId="{0C63F472-A208-BC48-9954-72AE57388841}" srcOrd="0" destOrd="0" presId="urn:microsoft.com/office/officeart/2005/8/layout/vList2"/>
    <dgm:cxn modelId="{5F7D3CB2-34C0-C94D-AD37-72E63BDF2614}" type="presParOf" srcId="{8272D90A-381D-A943-A863-F7B14E4A2D44}" destId="{0C63F472-A208-BC48-9954-72AE57388841}" srcOrd="0" destOrd="0" presId="urn:microsoft.com/office/officeart/2005/8/layout/vList2"/>
    <dgm:cxn modelId="{116C4AA5-0206-8942-BD5B-8308B2835FA2}" type="presParOf" srcId="{8272D90A-381D-A943-A863-F7B14E4A2D44}" destId="{5C51A478-63FB-6D40-B025-1CB4BCECB8CA}" srcOrd="1" destOrd="0" presId="urn:microsoft.com/office/officeart/2005/8/layout/vList2"/>
    <dgm:cxn modelId="{3D4EBBFB-ED6D-BD42-8A7A-53EF28E4FBFB}" type="presParOf" srcId="{8272D90A-381D-A943-A863-F7B14E4A2D44}" destId="{06E7AF27-17CB-6C41-9B00-422CDBA69BDA}" srcOrd="2" destOrd="0" presId="urn:microsoft.com/office/officeart/2005/8/layout/vList2"/>
    <dgm:cxn modelId="{D0F71D5A-8081-3544-BB5B-9AA91BEB8CDF}" type="presParOf" srcId="{8272D90A-381D-A943-A863-F7B14E4A2D44}" destId="{2A0DF51E-479B-F345-AF83-54F3DF408229}" srcOrd="3" destOrd="0" presId="urn:microsoft.com/office/officeart/2005/8/layout/vList2"/>
    <dgm:cxn modelId="{8DEC3395-6BA1-CD4F-919F-6C0B0E3738E4}" type="presParOf" srcId="{8272D90A-381D-A943-A863-F7B14E4A2D44}" destId="{54C39DF2-6921-BB4E-8411-E1AA720107FC}" srcOrd="4" destOrd="0" presId="urn:microsoft.com/office/officeart/2005/8/layout/vList2"/>
    <dgm:cxn modelId="{5017CE91-22AB-4F4E-B335-B3FD1B43BE14}" type="presParOf" srcId="{8272D90A-381D-A943-A863-F7B14E4A2D44}" destId="{8EBEB080-B91F-6B4C-887F-A3D89EB1D39C}" srcOrd="5" destOrd="0" presId="urn:microsoft.com/office/officeart/2005/8/layout/vList2"/>
    <dgm:cxn modelId="{EF06E1AB-736D-4940-859B-48C13F50C0F2}" type="presParOf" srcId="{8272D90A-381D-A943-A863-F7B14E4A2D44}" destId="{87EED797-7526-BB4E-8C40-6D097D0CBF9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ACCD92-B1BC-0A42-953B-F3E640C7BD29}" type="doc">
      <dgm:prSet loTypeId="urn:microsoft.com/office/officeart/2005/8/layout/arrow2" loCatId="process" qsTypeId="urn:microsoft.com/office/officeart/2005/8/quickstyle/simple4" qsCatId="simple" csTypeId="urn:microsoft.com/office/officeart/2005/8/colors/accent1_2" csCatId="accent1" phldr="1"/>
      <dgm:spPr/>
    </dgm:pt>
    <dgm:pt modelId="{38FC8F8D-C424-8146-9E56-AD1DDF760111}">
      <dgm:prSet phldrT="[Text]" custT="1"/>
      <dgm:spPr/>
      <dgm:t>
        <a:bodyPr/>
        <a:lstStyle/>
        <a:p>
          <a:r>
            <a:rPr lang="en-NZ" sz="1800" dirty="0"/>
            <a:t>Serial Processing</a:t>
          </a:r>
          <a:endParaRPr lang="en-US" sz="1800" dirty="0"/>
        </a:p>
      </dgm:t>
    </dgm:pt>
    <dgm:pt modelId="{D0A62D74-7E0B-B242-8B35-D7A6B1083D31}" type="parTrans" cxnId="{7D3C728B-F740-AC43-9F3A-C47B814E5089}">
      <dgm:prSet/>
      <dgm:spPr/>
      <dgm:t>
        <a:bodyPr/>
        <a:lstStyle/>
        <a:p>
          <a:endParaRPr lang="en-US"/>
        </a:p>
      </dgm:t>
    </dgm:pt>
    <dgm:pt modelId="{4BF9B6E4-5CE0-7C40-ACE9-2C6A5EA145F7}" type="sibTrans" cxnId="{7D3C728B-F740-AC43-9F3A-C47B814E5089}">
      <dgm:prSet/>
      <dgm:spPr/>
      <dgm:t>
        <a:bodyPr/>
        <a:lstStyle/>
        <a:p>
          <a:endParaRPr lang="en-US"/>
        </a:p>
      </dgm:t>
    </dgm:pt>
    <dgm:pt modelId="{D9810BAD-2715-BF45-BF3B-6AB8E45EE25A}">
      <dgm:prSet custT="1"/>
      <dgm:spPr/>
      <dgm:t>
        <a:bodyPr/>
        <a:lstStyle/>
        <a:p>
          <a:r>
            <a:rPr lang="en-NZ" sz="1800" dirty="0"/>
            <a:t>Simple Batch Systems</a:t>
          </a:r>
        </a:p>
      </dgm:t>
    </dgm:pt>
    <dgm:pt modelId="{A7494285-C8ED-F248-AEC8-913A1E2E837E}" type="parTrans" cxnId="{1DE82A49-0AB5-0347-85E5-B4E74FB74FCA}">
      <dgm:prSet/>
      <dgm:spPr/>
      <dgm:t>
        <a:bodyPr/>
        <a:lstStyle/>
        <a:p>
          <a:endParaRPr lang="en-US"/>
        </a:p>
      </dgm:t>
    </dgm:pt>
    <dgm:pt modelId="{3253F9A0-6251-A642-AE74-6B9C371975BC}" type="sibTrans" cxnId="{1DE82A49-0AB5-0347-85E5-B4E74FB74FCA}">
      <dgm:prSet/>
      <dgm:spPr/>
      <dgm:t>
        <a:bodyPr/>
        <a:lstStyle/>
        <a:p>
          <a:endParaRPr lang="en-US"/>
        </a:p>
      </dgm:t>
    </dgm:pt>
    <dgm:pt modelId="{A66F7EE8-B277-D248-99D3-4CD126540C8A}">
      <dgm:prSet custT="1"/>
      <dgm:spPr/>
      <dgm:t>
        <a:bodyPr/>
        <a:lstStyle/>
        <a:p>
          <a:r>
            <a:rPr lang="en-NZ" sz="1800" dirty="0"/>
            <a:t>Multiprogrammed Batch Systems</a:t>
          </a:r>
        </a:p>
      </dgm:t>
    </dgm:pt>
    <dgm:pt modelId="{38AC00E7-9EEB-AA46-92D7-B69F40E88CB4}" type="parTrans" cxnId="{451DF095-1C94-234D-A748-F8277292FC1F}">
      <dgm:prSet/>
      <dgm:spPr/>
      <dgm:t>
        <a:bodyPr/>
        <a:lstStyle/>
        <a:p>
          <a:endParaRPr lang="en-US"/>
        </a:p>
      </dgm:t>
    </dgm:pt>
    <dgm:pt modelId="{F51F151C-E8E6-534A-A204-713718F1E875}" type="sibTrans" cxnId="{451DF095-1C94-234D-A748-F8277292FC1F}">
      <dgm:prSet/>
      <dgm:spPr/>
      <dgm:t>
        <a:bodyPr/>
        <a:lstStyle/>
        <a:p>
          <a:endParaRPr lang="en-US"/>
        </a:p>
      </dgm:t>
    </dgm:pt>
    <dgm:pt modelId="{9386885E-542C-A045-80DD-541DAB382580}">
      <dgm:prSet custT="1"/>
      <dgm:spPr/>
      <dgm:t>
        <a:bodyPr/>
        <a:lstStyle/>
        <a:p>
          <a:r>
            <a:rPr lang="en-NZ" sz="1800" dirty="0"/>
            <a:t>Time Sharing Systems</a:t>
          </a:r>
        </a:p>
      </dgm:t>
    </dgm:pt>
    <dgm:pt modelId="{568757CA-AC16-7F43-B8F6-583978CFEC40}" type="parTrans" cxnId="{049F5EB9-BDD5-B249-B755-3016A45FC8DA}">
      <dgm:prSet/>
      <dgm:spPr/>
      <dgm:t>
        <a:bodyPr/>
        <a:lstStyle/>
        <a:p>
          <a:endParaRPr lang="en-US"/>
        </a:p>
      </dgm:t>
    </dgm:pt>
    <dgm:pt modelId="{B3B68821-6B75-224A-99DE-9B3A4C5EF08C}" type="sibTrans" cxnId="{049F5EB9-BDD5-B249-B755-3016A45FC8DA}">
      <dgm:prSet/>
      <dgm:spPr/>
      <dgm:t>
        <a:bodyPr/>
        <a:lstStyle/>
        <a:p>
          <a:endParaRPr lang="en-US"/>
        </a:p>
      </dgm:t>
    </dgm:pt>
    <dgm:pt modelId="{094A77E0-A09E-2B4F-9792-0313B70CB70F}" type="pres">
      <dgm:prSet presAssocID="{6EACCD92-B1BC-0A42-953B-F3E640C7BD29}" presName="arrowDiagram" presStyleCnt="0">
        <dgm:presLayoutVars>
          <dgm:chMax val="5"/>
          <dgm:dir/>
          <dgm:resizeHandles val="exact"/>
        </dgm:presLayoutVars>
      </dgm:prSet>
      <dgm:spPr/>
    </dgm:pt>
    <dgm:pt modelId="{7274B0A6-A780-AC4D-A192-A17A96D7D56B}" type="pres">
      <dgm:prSet presAssocID="{6EACCD92-B1BC-0A42-953B-F3E640C7BD29}" presName="arrow" presStyleLbl="bgShp" presStyleIdx="0" presStyleCnt="1"/>
      <dgm:spPr>
        <a:ln>
          <a:solidFill>
            <a:schemeClr val="accent1">
              <a:lumMod val="75000"/>
            </a:schemeClr>
          </a:solidFill>
        </a:ln>
      </dgm:spPr>
    </dgm:pt>
    <dgm:pt modelId="{AC30B1C0-E642-C343-9491-3D29EF5B9ACA}" type="pres">
      <dgm:prSet presAssocID="{6EACCD92-B1BC-0A42-953B-F3E640C7BD29}" presName="arrowDiagram4" presStyleCnt="0"/>
      <dgm:spPr/>
    </dgm:pt>
    <dgm:pt modelId="{14244A61-2F42-FE4C-B4AE-14F538A72BD4}" type="pres">
      <dgm:prSet presAssocID="{38FC8F8D-C424-8146-9E56-AD1DDF760111}" presName="bullet4a" presStyleLbl="node1" presStyleIdx="0" presStyleCnt="4"/>
      <dgm:spPr/>
    </dgm:pt>
    <dgm:pt modelId="{68990ADE-EECC-A843-9CB8-385F4DCE6884}" type="pres">
      <dgm:prSet presAssocID="{38FC8F8D-C424-8146-9E56-AD1DDF760111}" presName="textBox4a" presStyleLbl="revTx" presStyleIdx="0" presStyleCnt="4" custScaleY="51143">
        <dgm:presLayoutVars>
          <dgm:bulletEnabled val="1"/>
        </dgm:presLayoutVars>
      </dgm:prSet>
      <dgm:spPr/>
    </dgm:pt>
    <dgm:pt modelId="{9AA8AB03-D64A-C342-B37C-4CCC9DA9EB94}" type="pres">
      <dgm:prSet presAssocID="{D9810BAD-2715-BF45-BF3B-6AB8E45EE25A}" presName="bullet4b" presStyleLbl="node1" presStyleIdx="1" presStyleCnt="4"/>
      <dgm:spPr/>
    </dgm:pt>
    <dgm:pt modelId="{CD842123-1D21-A749-9096-4D7D760BAAD9}" type="pres">
      <dgm:prSet presAssocID="{D9810BAD-2715-BF45-BF3B-6AB8E45EE25A}" presName="textBox4b" presStyleLbl="revTx" presStyleIdx="1" presStyleCnt="4" custScaleY="39942" custLinFactNeighborX="-4726" custLinFactNeighborY="-3817">
        <dgm:presLayoutVars>
          <dgm:bulletEnabled val="1"/>
        </dgm:presLayoutVars>
      </dgm:prSet>
      <dgm:spPr/>
    </dgm:pt>
    <dgm:pt modelId="{36778976-587A-8042-87A9-FC1C9FD954F8}" type="pres">
      <dgm:prSet presAssocID="{A66F7EE8-B277-D248-99D3-4CD126540C8A}" presName="bullet4c" presStyleLbl="node1" presStyleIdx="2" presStyleCnt="4"/>
      <dgm:spPr/>
    </dgm:pt>
    <dgm:pt modelId="{D9519E44-3DC2-2543-B587-8A3BE587954F}" type="pres">
      <dgm:prSet presAssocID="{A66F7EE8-B277-D248-99D3-4CD126540C8A}" presName="textBox4c" presStyleLbl="revTx" presStyleIdx="2" presStyleCnt="4" custScaleX="143550" custScaleY="26063" custLinFactNeighborX="-6990" custLinFactNeighborY="-16934">
        <dgm:presLayoutVars>
          <dgm:bulletEnabled val="1"/>
        </dgm:presLayoutVars>
      </dgm:prSet>
      <dgm:spPr/>
    </dgm:pt>
    <dgm:pt modelId="{6C5317EB-E0BB-C646-8AC7-1B8FB3CE6475}" type="pres">
      <dgm:prSet presAssocID="{9386885E-542C-A045-80DD-541DAB382580}" presName="bullet4d" presStyleLbl="node1" presStyleIdx="3" presStyleCnt="4"/>
      <dgm:spPr/>
    </dgm:pt>
    <dgm:pt modelId="{9DBEC3F6-5D1C-984A-A8A3-A5F0342491D8}" type="pres">
      <dgm:prSet presAssocID="{9386885E-542C-A045-80DD-541DAB382580}" presName="textBox4d" presStyleLbl="revTx" presStyleIdx="3" presStyleCnt="4" custScaleX="86877" custScaleY="31888" custLinFactNeighborX="-17456" custLinFactNeighborY="-17576">
        <dgm:presLayoutVars>
          <dgm:bulletEnabled val="1"/>
        </dgm:presLayoutVars>
      </dgm:prSet>
      <dgm:spPr/>
    </dgm:pt>
  </dgm:ptLst>
  <dgm:cxnLst>
    <dgm:cxn modelId="{3E17B52C-3B06-9A45-8584-9180A0C1BA59}" type="presOf" srcId="{A66F7EE8-B277-D248-99D3-4CD126540C8A}" destId="{D9519E44-3DC2-2543-B587-8A3BE587954F}" srcOrd="0" destOrd="0" presId="urn:microsoft.com/office/officeart/2005/8/layout/arrow2"/>
    <dgm:cxn modelId="{1098CD43-3096-BD47-8C93-BE8058CF148F}" type="presOf" srcId="{D9810BAD-2715-BF45-BF3B-6AB8E45EE25A}" destId="{CD842123-1D21-A749-9096-4D7D760BAAD9}" srcOrd="0" destOrd="0" presId="urn:microsoft.com/office/officeart/2005/8/layout/arrow2"/>
    <dgm:cxn modelId="{1DE82A49-0AB5-0347-85E5-B4E74FB74FCA}" srcId="{6EACCD92-B1BC-0A42-953B-F3E640C7BD29}" destId="{D9810BAD-2715-BF45-BF3B-6AB8E45EE25A}" srcOrd="1" destOrd="0" parTransId="{A7494285-C8ED-F248-AEC8-913A1E2E837E}" sibTransId="{3253F9A0-6251-A642-AE74-6B9C371975BC}"/>
    <dgm:cxn modelId="{7D3C728B-F740-AC43-9F3A-C47B814E5089}" srcId="{6EACCD92-B1BC-0A42-953B-F3E640C7BD29}" destId="{38FC8F8D-C424-8146-9E56-AD1DDF760111}" srcOrd="0" destOrd="0" parTransId="{D0A62D74-7E0B-B242-8B35-D7A6B1083D31}" sibTransId="{4BF9B6E4-5CE0-7C40-ACE9-2C6A5EA145F7}"/>
    <dgm:cxn modelId="{C067DF8D-A81E-9E43-A8DD-02D5C2A61521}" type="presOf" srcId="{38FC8F8D-C424-8146-9E56-AD1DDF760111}" destId="{68990ADE-EECC-A843-9CB8-385F4DCE6884}" srcOrd="0" destOrd="0" presId="urn:microsoft.com/office/officeart/2005/8/layout/arrow2"/>
    <dgm:cxn modelId="{451DF095-1C94-234D-A748-F8277292FC1F}" srcId="{6EACCD92-B1BC-0A42-953B-F3E640C7BD29}" destId="{A66F7EE8-B277-D248-99D3-4CD126540C8A}" srcOrd="2" destOrd="0" parTransId="{38AC00E7-9EEB-AA46-92D7-B69F40E88CB4}" sibTransId="{F51F151C-E8E6-534A-A204-713718F1E875}"/>
    <dgm:cxn modelId="{A2D78A9C-6247-FA4B-8F51-CF2E89D0314E}" type="presOf" srcId="{6EACCD92-B1BC-0A42-953B-F3E640C7BD29}" destId="{094A77E0-A09E-2B4F-9792-0313B70CB70F}" srcOrd="0" destOrd="0" presId="urn:microsoft.com/office/officeart/2005/8/layout/arrow2"/>
    <dgm:cxn modelId="{049F5EB9-BDD5-B249-B755-3016A45FC8DA}" srcId="{6EACCD92-B1BC-0A42-953B-F3E640C7BD29}" destId="{9386885E-542C-A045-80DD-541DAB382580}" srcOrd="3" destOrd="0" parTransId="{568757CA-AC16-7F43-B8F6-583978CFEC40}" sibTransId="{B3B68821-6B75-224A-99DE-9B3A4C5EF08C}"/>
    <dgm:cxn modelId="{C60BA0FC-7A21-7742-8D6D-2BDD77849218}" type="presOf" srcId="{9386885E-542C-A045-80DD-541DAB382580}" destId="{9DBEC3F6-5D1C-984A-A8A3-A5F0342491D8}" srcOrd="0" destOrd="0" presId="urn:microsoft.com/office/officeart/2005/8/layout/arrow2"/>
    <dgm:cxn modelId="{46527C7F-AD19-654B-8049-936FB0BB1089}" type="presParOf" srcId="{094A77E0-A09E-2B4F-9792-0313B70CB70F}" destId="{7274B0A6-A780-AC4D-A192-A17A96D7D56B}" srcOrd="0" destOrd="0" presId="urn:microsoft.com/office/officeart/2005/8/layout/arrow2"/>
    <dgm:cxn modelId="{847C3373-70A5-1249-BA32-96D85E38ED12}" type="presParOf" srcId="{094A77E0-A09E-2B4F-9792-0313B70CB70F}" destId="{AC30B1C0-E642-C343-9491-3D29EF5B9ACA}" srcOrd="1" destOrd="0" presId="urn:microsoft.com/office/officeart/2005/8/layout/arrow2"/>
    <dgm:cxn modelId="{2589D7C4-5754-F443-AF55-E833CB97E3B6}" type="presParOf" srcId="{AC30B1C0-E642-C343-9491-3D29EF5B9ACA}" destId="{14244A61-2F42-FE4C-B4AE-14F538A72BD4}" srcOrd="0" destOrd="0" presId="urn:microsoft.com/office/officeart/2005/8/layout/arrow2"/>
    <dgm:cxn modelId="{DCB3901E-6D9E-BB49-AA70-0398A4AB7AD5}" type="presParOf" srcId="{AC30B1C0-E642-C343-9491-3D29EF5B9ACA}" destId="{68990ADE-EECC-A843-9CB8-385F4DCE6884}" srcOrd="1" destOrd="0" presId="urn:microsoft.com/office/officeart/2005/8/layout/arrow2"/>
    <dgm:cxn modelId="{F88F0E2D-7C58-9949-9774-10884A5650A2}" type="presParOf" srcId="{AC30B1C0-E642-C343-9491-3D29EF5B9ACA}" destId="{9AA8AB03-D64A-C342-B37C-4CCC9DA9EB94}" srcOrd="2" destOrd="0" presId="urn:microsoft.com/office/officeart/2005/8/layout/arrow2"/>
    <dgm:cxn modelId="{4B8DD314-032A-6B47-B2DB-2862EB78707A}" type="presParOf" srcId="{AC30B1C0-E642-C343-9491-3D29EF5B9ACA}" destId="{CD842123-1D21-A749-9096-4D7D760BAAD9}" srcOrd="3" destOrd="0" presId="urn:microsoft.com/office/officeart/2005/8/layout/arrow2"/>
    <dgm:cxn modelId="{A33190B4-80C4-C34A-A93A-C56AF89424ED}" type="presParOf" srcId="{AC30B1C0-E642-C343-9491-3D29EF5B9ACA}" destId="{36778976-587A-8042-87A9-FC1C9FD954F8}" srcOrd="4" destOrd="0" presId="urn:microsoft.com/office/officeart/2005/8/layout/arrow2"/>
    <dgm:cxn modelId="{B3BF463C-A526-BC4C-B31D-7702EF0A6A73}" type="presParOf" srcId="{AC30B1C0-E642-C343-9491-3D29EF5B9ACA}" destId="{D9519E44-3DC2-2543-B587-8A3BE587954F}" srcOrd="5" destOrd="0" presId="urn:microsoft.com/office/officeart/2005/8/layout/arrow2"/>
    <dgm:cxn modelId="{7EF211CC-4E58-D349-9A1C-21EB30F85E98}" type="presParOf" srcId="{AC30B1C0-E642-C343-9491-3D29EF5B9ACA}" destId="{6C5317EB-E0BB-C646-8AC7-1B8FB3CE6475}" srcOrd="6" destOrd="0" presId="urn:microsoft.com/office/officeart/2005/8/layout/arrow2"/>
    <dgm:cxn modelId="{6EA5EE19-B83B-9B4D-B222-76DA85BACAE3}" type="presParOf" srcId="{AC30B1C0-E642-C343-9491-3D29EF5B9ACA}" destId="{9DBEC3F6-5D1C-984A-A8A3-A5F0342491D8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468A96-8500-0942-9C3D-D79EED65E7DD}" type="doc">
      <dgm:prSet loTypeId="urn:microsoft.com/office/officeart/2005/8/layout/lProcess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AE691-BAA2-CF48-9CD6-6F30D27A0A1A}">
      <dgm:prSet/>
      <dgm:spPr/>
      <dgm:t>
        <a:bodyPr/>
        <a:lstStyle/>
        <a:p>
          <a:pPr rtl="0"/>
          <a:r>
            <a:rPr lang="en-US" dirty="0"/>
            <a:t>Special type of programming language used to provide instructions to the monitor</a:t>
          </a:r>
        </a:p>
      </dgm:t>
    </dgm:pt>
    <dgm:pt modelId="{BEA84F28-2AB8-754C-A71B-72BE9FB88AFD}" type="parTrans" cxnId="{28F2FBD1-5148-224F-B8D7-2BC0E66697A1}">
      <dgm:prSet/>
      <dgm:spPr/>
      <dgm:t>
        <a:bodyPr/>
        <a:lstStyle/>
        <a:p>
          <a:endParaRPr lang="en-US"/>
        </a:p>
      </dgm:t>
    </dgm:pt>
    <dgm:pt modelId="{52D8972A-53FD-2C43-B35B-EEA8ADB8AF61}" type="sibTrans" cxnId="{28F2FBD1-5148-224F-B8D7-2BC0E66697A1}">
      <dgm:prSet/>
      <dgm:spPr/>
      <dgm:t>
        <a:bodyPr/>
        <a:lstStyle/>
        <a:p>
          <a:endParaRPr lang="en-US"/>
        </a:p>
      </dgm:t>
    </dgm:pt>
    <dgm:pt modelId="{47AC663C-5EF9-B249-B59C-E82827E9216A}">
      <dgm:prSet custT="1"/>
      <dgm:spPr>
        <a:solidFill>
          <a:schemeClr val="accent6"/>
        </a:solidFill>
      </dgm:spPr>
      <dgm:t>
        <a:bodyPr/>
        <a:lstStyle/>
        <a:p>
          <a:pPr rtl="0"/>
          <a:r>
            <a:rPr lang="en-US" sz="3200" dirty="0">
              <a:solidFill>
                <a:schemeClr val="bg1"/>
              </a:solidFill>
            </a:rPr>
            <a:t>what compiler to use</a:t>
          </a:r>
        </a:p>
      </dgm:t>
    </dgm:pt>
    <dgm:pt modelId="{33026B69-F19C-AB4B-B55A-B76B2321851D}" type="parTrans" cxnId="{6AAF62DC-54EB-8043-BE9B-8C131EF093AC}">
      <dgm:prSet/>
      <dgm:spPr/>
      <dgm:t>
        <a:bodyPr/>
        <a:lstStyle/>
        <a:p>
          <a:endParaRPr lang="en-US" dirty="0"/>
        </a:p>
      </dgm:t>
    </dgm:pt>
    <dgm:pt modelId="{AE47F88A-3955-A040-951A-26F708AF38AA}" type="sibTrans" cxnId="{6AAF62DC-54EB-8043-BE9B-8C131EF093AC}">
      <dgm:prSet/>
      <dgm:spPr/>
      <dgm:t>
        <a:bodyPr/>
        <a:lstStyle/>
        <a:p>
          <a:endParaRPr lang="en-US" dirty="0"/>
        </a:p>
      </dgm:t>
    </dgm:pt>
    <dgm:pt modelId="{C865A489-D17D-7946-8F61-866F669A3771}">
      <dgm:prSet custT="1"/>
      <dgm:spPr>
        <a:solidFill>
          <a:schemeClr val="accent6"/>
        </a:solidFill>
      </dgm:spPr>
      <dgm:t>
        <a:bodyPr/>
        <a:lstStyle/>
        <a:p>
          <a:pPr rtl="0"/>
          <a:r>
            <a:rPr lang="en-US" sz="3200" dirty="0">
              <a:solidFill>
                <a:schemeClr val="bg1"/>
              </a:solidFill>
            </a:rPr>
            <a:t>what data to use</a:t>
          </a:r>
        </a:p>
      </dgm:t>
    </dgm:pt>
    <dgm:pt modelId="{2F268175-680E-1148-9A2B-5E3771A3FBD5}" type="parTrans" cxnId="{A1A34920-A38C-5647-9F3E-F3A97B7AC4A8}">
      <dgm:prSet/>
      <dgm:spPr/>
      <dgm:t>
        <a:bodyPr/>
        <a:lstStyle/>
        <a:p>
          <a:endParaRPr lang="en-US"/>
        </a:p>
      </dgm:t>
    </dgm:pt>
    <dgm:pt modelId="{7149B0AB-26FA-4D43-A407-4BE2084B3233}" type="sibTrans" cxnId="{A1A34920-A38C-5647-9F3E-F3A97B7AC4A8}">
      <dgm:prSet/>
      <dgm:spPr/>
      <dgm:t>
        <a:bodyPr/>
        <a:lstStyle/>
        <a:p>
          <a:endParaRPr lang="en-US"/>
        </a:p>
      </dgm:t>
    </dgm:pt>
    <dgm:pt modelId="{656261AF-C218-764F-8A23-9CF03191C293}" type="pres">
      <dgm:prSet presAssocID="{E5468A96-8500-0942-9C3D-D79EED65E7DD}" presName="Name0" presStyleCnt="0">
        <dgm:presLayoutVars>
          <dgm:dir/>
          <dgm:animLvl val="lvl"/>
          <dgm:resizeHandles val="exact"/>
        </dgm:presLayoutVars>
      </dgm:prSet>
      <dgm:spPr/>
    </dgm:pt>
    <dgm:pt modelId="{E26C79A8-4B13-5F4D-8CE6-3F571A961C57}" type="pres">
      <dgm:prSet presAssocID="{901AE691-BAA2-CF48-9CD6-6F30D27A0A1A}" presName="vertFlow" presStyleCnt="0"/>
      <dgm:spPr/>
    </dgm:pt>
    <dgm:pt modelId="{94E20ED8-9E78-0743-A964-AB099207626E}" type="pres">
      <dgm:prSet presAssocID="{901AE691-BAA2-CF48-9CD6-6F30D27A0A1A}" presName="header" presStyleLbl="node1" presStyleIdx="0" presStyleCnt="1"/>
      <dgm:spPr/>
    </dgm:pt>
    <dgm:pt modelId="{A5A3E6ED-4CCD-E54E-9A1B-DA75B953AAEA}" type="pres">
      <dgm:prSet presAssocID="{33026B69-F19C-AB4B-B55A-B76B2321851D}" presName="parTrans" presStyleLbl="sibTrans2D1" presStyleIdx="0" presStyleCnt="2"/>
      <dgm:spPr/>
    </dgm:pt>
    <dgm:pt modelId="{569CB027-7CF0-9B4D-84C1-093791E27A8E}" type="pres">
      <dgm:prSet presAssocID="{47AC663C-5EF9-B249-B59C-E82827E9216A}" presName="child" presStyleLbl="alignAccFollowNode1" presStyleIdx="0" presStyleCnt="2">
        <dgm:presLayoutVars>
          <dgm:chMax val="0"/>
          <dgm:bulletEnabled val="1"/>
        </dgm:presLayoutVars>
      </dgm:prSet>
      <dgm:spPr/>
    </dgm:pt>
    <dgm:pt modelId="{161882D6-7C8A-B249-8241-DD2C41894718}" type="pres">
      <dgm:prSet presAssocID="{AE47F88A-3955-A040-951A-26F708AF38AA}" presName="sibTrans" presStyleLbl="sibTrans2D1" presStyleIdx="1" presStyleCnt="2"/>
      <dgm:spPr/>
    </dgm:pt>
    <dgm:pt modelId="{5951BF98-9B04-6B4B-B2C9-5892F2A4DC9C}" type="pres">
      <dgm:prSet presAssocID="{C865A489-D17D-7946-8F61-866F669A3771}" presName="child" presStyleLbl="alignAccFollowNode1" presStyleIdx="1" presStyleCnt="2">
        <dgm:presLayoutVars>
          <dgm:chMax val="0"/>
          <dgm:bulletEnabled val="1"/>
        </dgm:presLayoutVars>
      </dgm:prSet>
      <dgm:spPr/>
    </dgm:pt>
  </dgm:ptLst>
  <dgm:cxnLst>
    <dgm:cxn modelId="{A1A34920-A38C-5647-9F3E-F3A97B7AC4A8}" srcId="{901AE691-BAA2-CF48-9CD6-6F30D27A0A1A}" destId="{C865A489-D17D-7946-8F61-866F669A3771}" srcOrd="1" destOrd="0" parTransId="{2F268175-680E-1148-9A2B-5E3771A3FBD5}" sibTransId="{7149B0AB-26FA-4D43-A407-4BE2084B3233}"/>
    <dgm:cxn modelId="{85BD2E3A-F772-354D-BBE0-78462296FF42}" type="presOf" srcId="{901AE691-BAA2-CF48-9CD6-6F30D27A0A1A}" destId="{94E20ED8-9E78-0743-A964-AB099207626E}" srcOrd="0" destOrd="0" presId="urn:microsoft.com/office/officeart/2005/8/layout/lProcess1"/>
    <dgm:cxn modelId="{0C6E75B7-CB88-FD45-9914-E94717B07996}" type="presOf" srcId="{E5468A96-8500-0942-9C3D-D79EED65E7DD}" destId="{656261AF-C218-764F-8A23-9CF03191C293}" srcOrd="0" destOrd="0" presId="urn:microsoft.com/office/officeart/2005/8/layout/lProcess1"/>
    <dgm:cxn modelId="{68D047BA-09AF-8940-BDDE-BF7D1667027A}" type="presOf" srcId="{AE47F88A-3955-A040-951A-26F708AF38AA}" destId="{161882D6-7C8A-B249-8241-DD2C41894718}" srcOrd="0" destOrd="0" presId="urn:microsoft.com/office/officeart/2005/8/layout/lProcess1"/>
    <dgm:cxn modelId="{28F2FBD1-5148-224F-B8D7-2BC0E66697A1}" srcId="{E5468A96-8500-0942-9C3D-D79EED65E7DD}" destId="{901AE691-BAA2-CF48-9CD6-6F30D27A0A1A}" srcOrd="0" destOrd="0" parTransId="{BEA84F28-2AB8-754C-A71B-72BE9FB88AFD}" sibTransId="{52D8972A-53FD-2C43-B35B-EEA8ADB8AF61}"/>
    <dgm:cxn modelId="{E4499DD9-808E-F048-9928-267094822FFD}" type="presOf" srcId="{C865A489-D17D-7946-8F61-866F669A3771}" destId="{5951BF98-9B04-6B4B-B2C9-5892F2A4DC9C}" srcOrd="0" destOrd="0" presId="urn:microsoft.com/office/officeart/2005/8/layout/lProcess1"/>
    <dgm:cxn modelId="{6AAF62DC-54EB-8043-BE9B-8C131EF093AC}" srcId="{901AE691-BAA2-CF48-9CD6-6F30D27A0A1A}" destId="{47AC663C-5EF9-B249-B59C-E82827E9216A}" srcOrd="0" destOrd="0" parTransId="{33026B69-F19C-AB4B-B55A-B76B2321851D}" sibTransId="{AE47F88A-3955-A040-951A-26F708AF38AA}"/>
    <dgm:cxn modelId="{DD1F1FF9-911A-9B4C-8A73-C752E0E8C8A2}" type="presOf" srcId="{47AC663C-5EF9-B249-B59C-E82827E9216A}" destId="{569CB027-7CF0-9B4D-84C1-093791E27A8E}" srcOrd="0" destOrd="0" presId="urn:microsoft.com/office/officeart/2005/8/layout/lProcess1"/>
    <dgm:cxn modelId="{D2B86DFB-98F3-3646-ADDA-28301DA75F70}" type="presOf" srcId="{33026B69-F19C-AB4B-B55A-B76B2321851D}" destId="{A5A3E6ED-4CCD-E54E-9A1B-DA75B953AAEA}" srcOrd="0" destOrd="0" presId="urn:microsoft.com/office/officeart/2005/8/layout/lProcess1"/>
    <dgm:cxn modelId="{40440696-9C25-834E-849D-661CF66B62AD}" type="presParOf" srcId="{656261AF-C218-764F-8A23-9CF03191C293}" destId="{E26C79A8-4B13-5F4D-8CE6-3F571A961C57}" srcOrd="0" destOrd="0" presId="urn:microsoft.com/office/officeart/2005/8/layout/lProcess1"/>
    <dgm:cxn modelId="{EDF4DA0F-7FD7-534E-A78C-22EE167C963B}" type="presParOf" srcId="{E26C79A8-4B13-5F4D-8CE6-3F571A961C57}" destId="{94E20ED8-9E78-0743-A964-AB099207626E}" srcOrd="0" destOrd="0" presId="urn:microsoft.com/office/officeart/2005/8/layout/lProcess1"/>
    <dgm:cxn modelId="{57A62F9F-C907-9C47-9907-B0D4009C2868}" type="presParOf" srcId="{E26C79A8-4B13-5F4D-8CE6-3F571A961C57}" destId="{A5A3E6ED-4CCD-E54E-9A1B-DA75B953AAEA}" srcOrd="1" destOrd="0" presId="urn:microsoft.com/office/officeart/2005/8/layout/lProcess1"/>
    <dgm:cxn modelId="{ECC80F84-772F-F64D-80D3-8E37D400C562}" type="presParOf" srcId="{E26C79A8-4B13-5F4D-8CE6-3F571A961C57}" destId="{569CB027-7CF0-9B4D-84C1-093791E27A8E}" srcOrd="2" destOrd="0" presId="urn:microsoft.com/office/officeart/2005/8/layout/lProcess1"/>
    <dgm:cxn modelId="{09012514-6E10-524D-81CC-8518210F649A}" type="presParOf" srcId="{E26C79A8-4B13-5F4D-8CE6-3F571A961C57}" destId="{161882D6-7C8A-B249-8241-DD2C41894718}" srcOrd="3" destOrd="0" presId="urn:microsoft.com/office/officeart/2005/8/layout/lProcess1"/>
    <dgm:cxn modelId="{CDB13445-D0AE-C346-AD63-B23D43D9C156}" type="presParOf" srcId="{E26C79A8-4B13-5F4D-8CE6-3F571A961C57}" destId="{5951BF98-9B04-6B4B-B2C9-5892F2A4DC9C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7151B0-83C3-794C-A7E2-D21129B208D7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168AA11-920C-F54C-B7DB-C5951AA2D585}">
      <dgm:prSet/>
      <dgm:spPr/>
      <dgm:t>
        <a:bodyPr/>
        <a:lstStyle/>
        <a:p>
          <a:pPr rtl="0"/>
          <a:r>
            <a:rPr lang="en-US" dirty="0"/>
            <a:t>Memory protection for monitor</a:t>
          </a:r>
        </a:p>
      </dgm:t>
    </dgm:pt>
    <dgm:pt modelId="{F1036FCF-F430-704B-9E6B-F3162B4934A4}" type="parTrans" cxnId="{E41F4A20-25D7-6049-B731-2FD60920E3A6}">
      <dgm:prSet/>
      <dgm:spPr/>
      <dgm:t>
        <a:bodyPr/>
        <a:lstStyle/>
        <a:p>
          <a:endParaRPr lang="en-US"/>
        </a:p>
      </dgm:t>
    </dgm:pt>
    <dgm:pt modelId="{F75CB714-0475-A247-A48A-0DB700B76C4A}" type="sibTrans" cxnId="{E41F4A20-25D7-6049-B731-2FD60920E3A6}">
      <dgm:prSet/>
      <dgm:spPr/>
      <dgm:t>
        <a:bodyPr/>
        <a:lstStyle/>
        <a:p>
          <a:endParaRPr lang="en-US"/>
        </a:p>
      </dgm:t>
    </dgm:pt>
    <dgm:pt modelId="{84FE2259-F5AC-9044-B8EB-8A19BA1733A8}">
      <dgm:prSet/>
      <dgm:spPr/>
      <dgm:t>
        <a:bodyPr/>
        <a:lstStyle/>
        <a:p>
          <a:pPr rtl="0"/>
          <a:r>
            <a:rPr lang="en-US" dirty="0"/>
            <a:t>while the user program is executing, it must not alter the memory area containing the monitor</a:t>
          </a:r>
        </a:p>
      </dgm:t>
    </dgm:pt>
    <dgm:pt modelId="{0DB568A9-7598-704F-9A1B-A7B019083813}" type="parTrans" cxnId="{868306BA-8CCA-1C43-BD53-8B6AD97319B8}">
      <dgm:prSet/>
      <dgm:spPr/>
      <dgm:t>
        <a:bodyPr/>
        <a:lstStyle/>
        <a:p>
          <a:endParaRPr lang="en-US"/>
        </a:p>
      </dgm:t>
    </dgm:pt>
    <dgm:pt modelId="{2415265B-BCAA-BE49-8909-3AE41F1CEA1E}" type="sibTrans" cxnId="{868306BA-8CCA-1C43-BD53-8B6AD97319B8}">
      <dgm:prSet/>
      <dgm:spPr/>
      <dgm:t>
        <a:bodyPr/>
        <a:lstStyle/>
        <a:p>
          <a:endParaRPr lang="en-US"/>
        </a:p>
      </dgm:t>
    </dgm:pt>
    <dgm:pt modelId="{3C55AC7B-1880-3346-A9F5-9D14FE371C13}">
      <dgm:prSet/>
      <dgm:spPr/>
      <dgm:t>
        <a:bodyPr/>
        <a:lstStyle/>
        <a:p>
          <a:pPr rtl="0"/>
          <a:r>
            <a:rPr lang="en-US" dirty="0"/>
            <a:t>Timer</a:t>
          </a:r>
        </a:p>
      </dgm:t>
    </dgm:pt>
    <dgm:pt modelId="{DA4122A3-D505-944E-B831-76E0E97F5E1A}" type="parTrans" cxnId="{1B19FFA6-539C-F54F-96EE-69F16551E422}">
      <dgm:prSet/>
      <dgm:spPr/>
      <dgm:t>
        <a:bodyPr/>
        <a:lstStyle/>
        <a:p>
          <a:endParaRPr lang="en-US"/>
        </a:p>
      </dgm:t>
    </dgm:pt>
    <dgm:pt modelId="{D422DDD9-FDCA-AB4A-8586-DE5C835334E3}" type="sibTrans" cxnId="{1B19FFA6-539C-F54F-96EE-69F16551E422}">
      <dgm:prSet/>
      <dgm:spPr/>
      <dgm:t>
        <a:bodyPr/>
        <a:lstStyle/>
        <a:p>
          <a:endParaRPr lang="en-US"/>
        </a:p>
      </dgm:t>
    </dgm:pt>
    <dgm:pt modelId="{38C5B09A-C990-BA43-A557-1F98A71B0347}">
      <dgm:prSet/>
      <dgm:spPr/>
      <dgm:t>
        <a:bodyPr/>
        <a:lstStyle/>
        <a:p>
          <a:pPr rtl="0"/>
          <a:r>
            <a:rPr lang="en-US" dirty="0"/>
            <a:t>prevents a job from monopolizing the system</a:t>
          </a:r>
        </a:p>
      </dgm:t>
    </dgm:pt>
    <dgm:pt modelId="{C22858B8-555F-9E48-860B-841F1548B9BF}" type="parTrans" cxnId="{935578C4-E7A4-0F41-B2CC-8EB9491486F8}">
      <dgm:prSet/>
      <dgm:spPr/>
      <dgm:t>
        <a:bodyPr/>
        <a:lstStyle/>
        <a:p>
          <a:endParaRPr lang="en-US"/>
        </a:p>
      </dgm:t>
    </dgm:pt>
    <dgm:pt modelId="{7E3BCDBB-0A59-C74E-97DB-63FDAE82954D}" type="sibTrans" cxnId="{935578C4-E7A4-0F41-B2CC-8EB9491486F8}">
      <dgm:prSet/>
      <dgm:spPr/>
      <dgm:t>
        <a:bodyPr/>
        <a:lstStyle/>
        <a:p>
          <a:endParaRPr lang="en-US"/>
        </a:p>
      </dgm:t>
    </dgm:pt>
    <dgm:pt modelId="{91271169-0AFC-DE4B-8AC9-A91FEED8AE1F}">
      <dgm:prSet/>
      <dgm:spPr/>
      <dgm:t>
        <a:bodyPr/>
        <a:lstStyle/>
        <a:p>
          <a:pPr rtl="0"/>
          <a:r>
            <a:rPr lang="en-US" dirty="0"/>
            <a:t>Privileged instructions</a:t>
          </a:r>
        </a:p>
      </dgm:t>
    </dgm:pt>
    <dgm:pt modelId="{2B42B865-B071-6A4C-B298-E4885E4E631A}" type="parTrans" cxnId="{DB0CEECF-0037-4C41-BE4C-624B659A1DAF}">
      <dgm:prSet/>
      <dgm:spPr/>
      <dgm:t>
        <a:bodyPr/>
        <a:lstStyle/>
        <a:p>
          <a:endParaRPr lang="en-US"/>
        </a:p>
      </dgm:t>
    </dgm:pt>
    <dgm:pt modelId="{E92463EB-0EE3-604C-96B3-B5BFB1BA60FB}" type="sibTrans" cxnId="{DB0CEECF-0037-4C41-BE4C-624B659A1DAF}">
      <dgm:prSet/>
      <dgm:spPr/>
      <dgm:t>
        <a:bodyPr/>
        <a:lstStyle/>
        <a:p>
          <a:endParaRPr lang="en-US"/>
        </a:p>
      </dgm:t>
    </dgm:pt>
    <dgm:pt modelId="{E3EB5B32-DAE8-084B-9C55-4E15A60723ED}">
      <dgm:prSet/>
      <dgm:spPr/>
      <dgm:t>
        <a:bodyPr/>
        <a:lstStyle/>
        <a:p>
          <a:pPr rtl="0"/>
          <a:r>
            <a:rPr lang="en-US" dirty="0"/>
            <a:t>can only be executed by the monitor</a:t>
          </a:r>
        </a:p>
      </dgm:t>
    </dgm:pt>
    <dgm:pt modelId="{7A268D61-5057-B149-BE7B-AA3EE351397C}" type="parTrans" cxnId="{30322F38-77BC-7941-A149-9689B60C4338}">
      <dgm:prSet/>
      <dgm:spPr/>
      <dgm:t>
        <a:bodyPr/>
        <a:lstStyle/>
        <a:p>
          <a:endParaRPr lang="en-US"/>
        </a:p>
      </dgm:t>
    </dgm:pt>
    <dgm:pt modelId="{DBA2282E-AB01-9D46-83F3-EF32BDAD296B}" type="sibTrans" cxnId="{30322F38-77BC-7941-A149-9689B60C4338}">
      <dgm:prSet/>
      <dgm:spPr/>
      <dgm:t>
        <a:bodyPr/>
        <a:lstStyle/>
        <a:p>
          <a:endParaRPr lang="en-US"/>
        </a:p>
      </dgm:t>
    </dgm:pt>
    <dgm:pt modelId="{262BBE38-279B-314A-BA9C-D727BB0FDC92}">
      <dgm:prSet/>
      <dgm:spPr/>
      <dgm:t>
        <a:bodyPr/>
        <a:lstStyle/>
        <a:p>
          <a:pPr rtl="0"/>
          <a:r>
            <a:rPr lang="en-US" dirty="0"/>
            <a:t>Interrupts</a:t>
          </a:r>
        </a:p>
      </dgm:t>
    </dgm:pt>
    <dgm:pt modelId="{3B2FF056-FCC8-8D4F-994A-A01D63DA5CD9}" type="parTrans" cxnId="{C9F28926-672C-F64D-B018-B5F0F5D79E34}">
      <dgm:prSet/>
      <dgm:spPr/>
      <dgm:t>
        <a:bodyPr/>
        <a:lstStyle/>
        <a:p>
          <a:endParaRPr lang="en-US"/>
        </a:p>
      </dgm:t>
    </dgm:pt>
    <dgm:pt modelId="{2F7DE086-CAD4-A24B-AD21-148FD7FF13A3}" type="sibTrans" cxnId="{C9F28926-672C-F64D-B018-B5F0F5D79E34}">
      <dgm:prSet/>
      <dgm:spPr/>
      <dgm:t>
        <a:bodyPr/>
        <a:lstStyle/>
        <a:p>
          <a:endParaRPr lang="en-US"/>
        </a:p>
      </dgm:t>
    </dgm:pt>
    <dgm:pt modelId="{286E021D-AAE7-3045-85D5-5E61BC0DEF81}">
      <dgm:prSet/>
      <dgm:spPr/>
      <dgm:t>
        <a:bodyPr/>
        <a:lstStyle/>
        <a:p>
          <a:pPr rtl="0"/>
          <a:r>
            <a:rPr lang="en-US" dirty="0"/>
            <a:t>gives OS more flexibility in controlling user programs</a:t>
          </a:r>
        </a:p>
      </dgm:t>
    </dgm:pt>
    <dgm:pt modelId="{A77A0EA1-2CB3-7D44-86D0-19696DAF5113}" type="parTrans" cxnId="{9926E97F-5B57-8342-A5F8-094907E9E425}">
      <dgm:prSet/>
      <dgm:spPr/>
      <dgm:t>
        <a:bodyPr/>
        <a:lstStyle/>
        <a:p>
          <a:endParaRPr lang="en-US"/>
        </a:p>
      </dgm:t>
    </dgm:pt>
    <dgm:pt modelId="{B67E2129-EF89-8A48-A57C-7C56BA199FF7}" type="sibTrans" cxnId="{9926E97F-5B57-8342-A5F8-094907E9E425}">
      <dgm:prSet/>
      <dgm:spPr/>
      <dgm:t>
        <a:bodyPr/>
        <a:lstStyle/>
        <a:p>
          <a:endParaRPr lang="en-US"/>
        </a:p>
      </dgm:t>
    </dgm:pt>
    <dgm:pt modelId="{67E7C6A6-13EF-714B-B10A-4FB9F6CDFFE7}" type="pres">
      <dgm:prSet presAssocID="{2D7151B0-83C3-794C-A7E2-D21129B208D7}" presName="linear" presStyleCnt="0">
        <dgm:presLayoutVars>
          <dgm:dir/>
          <dgm:animLvl val="lvl"/>
          <dgm:resizeHandles val="exact"/>
        </dgm:presLayoutVars>
      </dgm:prSet>
      <dgm:spPr/>
    </dgm:pt>
    <dgm:pt modelId="{A9843400-7960-4E4F-9E66-CEFCFC5239A0}" type="pres">
      <dgm:prSet presAssocID="{E168AA11-920C-F54C-B7DB-C5951AA2D585}" presName="parentLin" presStyleCnt="0"/>
      <dgm:spPr/>
    </dgm:pt>
    <dgm:pt modelId="{296822B1-67B9-3946-B9B5-9AFC9B76B1DD}" type="pres">
      <dgm:prSet presAssocID="{E168AA11-920C-F54C-B7DB-C5951AA2D585}" presName="parentLeftMargin" presStyleLbl="node1" presStyleIdx="0" presStyleCnt="4"/>
      <dgm:spPr/>
    </dgm:pt>
    <dgm:pt modelId="{149ADC22-A787-BD43-AE53-1E5F9F0EF60D}" type="pres">
      <dgm:prSet presAssocID="{E168AA11-920C-F54C-B7DB-C5951AA2D58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390032A-177B-F847-A182-AF71BCAFBE8E}" type="pres">
      <dgm:prSet presAssocID="{E168AA11-920C-F54C-B7DB-C5951AA2D585}" presName="negativeSpace" presStyleCnt="0"/>
      <dgm:spPr/>
    </dgm:pt>
    <dgm:pt modelId="{E16CAC94-6033-ED45-9937-89B21B10E203}" type="pres">
      <dgm:prSet presAssocID="{E168AA11-920C-F54C-B7DB-C5951AA2D585}" presName="childText" presStyleLbl="conFgAcc1" presStyleIdx="0" presStyleCnt="4">
        <dgm:presLayoutVars>
          <dgm:bulletEnabled val="1"/>
        </dgm:presLayoutVars>
      </dgm:prSet>
      <dgm:spPr/>
    </dgm:pt>
    <dgm:pt modelId="{2D930EDF-A178-4B42-B854-012114ED6F5F}" type="pres">
      <dgm:prSet presAssocID="{F75CB714-0475-A247-A48A-0DB700B76C4A}" presName="spaceBetweenRectangles" presStyleCnt="0"/>
      <dgm:spPr/>
    </dgm:pt>
    <dgm:pt modelId="{93E8F457-8658-3E40-B98A-F49742498160}" type="pres">
      <dgm:prSet presAssocID="{3C55AC7B-1880-3346-A9F5-9D14FE371C13}" presName="parentLin" presStyleCnt="0"/>
      <dgm:spPr/>
    </dgm:pt>
    <dgm:pt modelId="{111B7E38-12E6-374B-B02A-3E9484792A81}" type="pres">
      <dgm:prSet presAssocID="{3C55AC7B-1880-3346-A9F5-9D14FE371C13}" presName="parentLeftMargin" presStyleLbl="node1" presStyleIdx="0" presStyleCnt="4"/>
      <dgm:spPr/>
    </dgm:pt>
    <dgm:pt modelId="{EFED6759-161A-0247-881A-8697555D7731}" type="pres">
      <dgm:prSet presAssocID="{3C55AC7B-1880-3346-A9F5-9D14FE371C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C9C8137-B0AD-D14F-B352-7066C95D9CB5}" type="pres">
      <dgm:prSet presAssocID="{3C55AC7B-1880-3346-A9F5-9D14FE371C13}" presName="negativeSpace" presStyleCnt="0"/>
      <dgm:spPr/>
    </dgm:pt>
    <dgm:pt modelId="{C121F52B-3C08-654C-83AE-2EAF2AB55D38}" type="pres">
      <dgm:prSet presAssocID="{3C55AC7B-1880-3346-A9F5-9D14FE371C13}" presName="childText" presStyleLbl="conFgAcc1" presStyleIdx="1" presStyleCnt="4">
        <dgm:presLayoutVars>
          <dgm:bulletEnabled val="1"/>
        </dgm:presLayoutVars>
      </dgm:prSet>
      <dgm:spPr/>
    </dgm:pt>
    <dgm:pt modelId="{DCFCEA22-975D-9343-ACAC-4DF0C3753744}" type="pres">
      <dgm:prSet presAssocID="{D422DDD9-FDCA-AB4A-8586-DE5C835334E3}" presName="spaceBetweenRectangles" presStyleCnt="0"/>
      <dgm:spPr/>
    </dgm:pt>
    <dgm:pt modelId="{A00CDB56-F37A-DF49-A4D3-E01D3B8D6DCE}" type="pres">
      <dgm:prSet presAssocID="{91271169-0AFC-DE4B-8AC9-A91FEED8AE1F}" presName="parentLin" presStyleCnt="0"/>
      <dgm:spPr/>
    </dgm:pt>
    <dgm:pt modelId="{09C3FAAE-8F88-9747-B07C-EC9FCDDEA243}" type="pres">
      <dgm:prSet presAssocID="{91271169-0AFC-DE4B-8AC9-A91FEED8AE1F}" presName="parentLeftMargin" presStyleLbl="node1" presStyleIdx="1" presStyleCnt="4"/>
      <dgm:spPr/>
    </dgm:pt>
    <dgm:pt modelId="{F1A4EEB2-F42C-DC47-9AAD-66A3C8EDB4FF}" type="pres">
      <dgm:prSet presAssocID="{91271169-0AFC-DE4B-8AC9-A91FEED8AE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84CF245-23B4-8149-82F3-961FAE282666}" type="pres">
      <dgm:prSet presAssocID="{91271169-0AFC-DE4B-8AC9-A91FEED8AE1F}" presName="negativeSpace" presStyleCnt="0"/>
      <dgm:spPr/>
    </dgm:pt>
    <dgm:pt modelId="{5DD7CB04-61EF-8749-9728-DC4AEA3DB611}" type="pres">
      <dgm:prSet presAssocID="{91271169-0AFC-DE4B-8AC9-A91FEED8AE1F}" presName="childText" presStyleLbl="conFgAcc1" presStyleIdx="2" presStyleCnt="4">
        <dgm:presLayoutVars>
          <dgm:bulletEnabled val="1"/>
        </dgm:presLayoutVars>
      </dgm:prSet>
      <dgm:spPr/>
    </dgm:pt>
    <dgm:pt modelId="{D31626AE-EE24-F348-9CB9-6B38BB82C065}" type="pres">
      <dgm:prSet presAssocID="{E92463EB-0EE3-604C-96B3-B5BFB1BA60FB}" presName="spaceBetweenRectangles" presStyleCnt="0"/>
      <dgm:spPr/>
    </dgm:pt>
    <dgm:pt modelId="{CBCC4874-7EAF-4E40-83CC-1D1C21485996}" type="pres">
      <dgm:prSet presAssocID="{262BBE38-279B-314A-BA9C-D727BB0FDC92}" presName="parentLin" presStyleCnt="0"/>
      <dgm:spPr/>
    </dgm:pt>
    <dgm:pt modelId="{DCC88935-A0C0-8A43-9BAD-3C89B397511F}" type="pres">
      <dgm:prSet presAssocID="{262BBE38-279B-314A-BA9C-D727BB0FDC92}" presName="parentLeftMargin" presStyleLbl="node1" presStyleIdx="2" presStyleCnt="4"/>
      <dgm:spPr/>
    </dgm:pt>
    <dgm:pt modelId="{80D85195-02CD-764C-97FD-8C9D668486D7}" type="pres">
      <dgm:prSet presAssocID="{262BBE38-279B-314A-BA9C-D727BB0FDC9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807788D-684F-934E-99CD-351AF075FD2C}" type="pres">
      <dgm:prSet presAssocID="{262BBE38-279B-314A-BA9C-D727BB0FDC92}" presName="negativeSpace" presStyleCnt="0"/>
      <dgm:spPr/>
    </dgm:pt>
    <dgm:pt modelId="{7A96011C-FD4C-4E48-A721-EBACBA9C917E}" type="pres">
      <dgm:prSet presAssocID="{262BBE38-279B-314A-BA9C-D727BB0FDC9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41F4A20-25D7-6049-B731-2FD60920E3A6}" srcId="{2D7151B0-83C3-794C-A7E2-D21129B208D7}" destId="{E168AA11-920C-F54C-B7DB-C5951AA2D585}" srcOrd="0" destOrd="0" parTransId="{F1036FCF-F430-704B-9E6B-F3162B4934A4}" sibTransId="{F75CB714-0475-A247-A48A-0DB700B76C4A}"/>
    <dgm:cxn modelId="{C9F28926-672C-F64D-B018-B5F0F5D79E34}" srcId="{2D7151B0-83C3-794C-A7E2-D21129B208D7}" destId="{262BBE38-279B-314A-BA9C-D727BB0FDC92}" srcOrd="3" destOrd="0" parTransId="{3B2FF056-FCC8-8D4F-994A-A01D63DA5CD9}" sibTransId="{2F7DE086-CAD4-A24B-AD21-148FD7FF13A3}"/>
    <dgm:cxn modelId="{C9365B28-F5FE-8749-AE4D-B93729A9999C}" type="presOf" srcId="{91271169-0AFC-DE4B-8AC9-A91FEED8AE1F}" destId="{F1A4EEB2-F42C-DC47-9AAD-66A3C8EDB4FF}" srcOrd="1" destOrd="0" presId="urn:microsoft.com/office/officeart/2005/8/layout/list1"/>
    <dgm:cxn modelId="{30322F38-77BC-7941-A149-9689B60C4338}" srcId="{91271169-0AFC-DE4B-8AC9-A91FEED8AE1F}" destId="{E3EB5B32-DAE8-084B-9C55-4E15A60723ED}" srcOrd="0" destOrd="0" parTransId="{7A268D61-5057-B149-BE7B-AA3EE351397C}" sibTransId="{DBA2282E-AB01-9D46-83F3-EF32BDAD296B}"/>
    <dgm:cxn modelId="{57A35C60-BAB0-E942-A55B-33947DF510A3}" type="presOf" srcId="{2D7151B0-83C3-794C-A7E2-D21129B208D7}" destId="{67E7C6A6-13EF-714B-B10A-4FB9F6CDFFE7}" srcOrd="0" destOrd="0" presId="urn:microsoft.com/office/officeart/2005/8/layout/list1"/>
    <dgm:cxn modelId="{49A3FB69-6BDA-234A-A14A-5C302DD3F34D}" type="presOf" srcId="{91271169-0AFC-DE4B-8AC9-A91FEED8AE1F}" destId="{09C3FAAE-8F88-9747-B07C-EC9FCDDEA243}" srcOrd="0" destOrd="0" presId="urn:microsoft.com/office/officeart/2005/8/layout/list1"/>
    <dgm:cxn modelId="{66099A6E-6178-434C-97C6-94D84B4D3C2C}" type="presOf" srcId="{286E021D-AAE7-3045-85D5-5E61BC0DEF81}" destId="{7A96011C-FD4C-4E48-A721-EBACBA9C917E}" srcOrd="0" destOrd="0" presId="urn:microsoft.com/office/officeart/2005/8/layout/list1"/>
    <dgm:cxn modelId="{23025154-3D2C-044F-8963-6EF03F73400E}" type="presOf" srcId="{84FE2259-F5AC-9044-B8EB-8A19BA1733A8}" destId="{E16CAC94-6033-ED45-9937-89B21B10E203}" srcOrd="0" destOrd="0" presId="urn:microsoft.com/office/officeart/2005/8/layout/list1"/>
    <dgm:cxn modelId="{80B60059-425E-9B4B-A1B4-669D145CA82B}" type="presOf" srcId="{3C55AC7B-1880-3346-A9F5-9D14FE371C13}" destId="{111B7E38-12E6-374B-B02A-3E9484792A81}" srcOrd="0" destOrd="0" presId="urn:microsoft.com/office/officeart/2005/8/layout/list1"/>
    <dgm:cxn modelId="{45AD767A-C98F-694C-9ED7-ED7D89F35B1B}" type="presOf" srcId="{262BBE38-279B-314A-BA9C-D727BB0FDC92}" destId="{DCC88935-A0C0-8A43-9BAD-3C89B397511F}" srcOrd="0" destOrd="0" presId="urn:microsoft.com/office/officeart/2005/8/layout/list1"/>
    <dgm:cxn modelId="{8C64537F-DF8A-4A4A-B849-09575FAF6906}" type="presOf" srcId="{38C5B09A-C990-BA43-A557-1F98A71B0347}" destId="{C121F52B-3C08-654C-83AE-2EAF2AB55D38}" srcOrd="0" destOrd="0" presId="urn:microsoft.com/office/officeart/2005/8/layout/list1"/>
    <dgm:cxn modelId="{9926E97F-5B57-8342-A5F8-094907E9E425}" srcId="{262BBE38-279B-314A-BA9C-D727BB0FDC92}" destId="{286E021D-AAE7-3045-85D5-5E61BC0DEF81}" srcOrd="0" destOrd="0" parTransId="{A77A0EA1-2CB3-7D44-86D0-19696DAF5113}" sibTransId="{B67E2129-EF89-8A48-A57C-7C56BA199FF7}"/>
    <dgm:cxn modelId="{8011BC84-6C39-BE43-862D-38BB608E1E94}" type="presOf" srcId="{E168AA11-920C-F54C-B7DB-C5951AA2D585}" destId="{296822B1-67B9-3946-B9B5-9AFC9B76B1DD}" srcOrd="0" destOrd="0" presId="urn:microsoft.com/office/officeart/2005/8/layout/list1"/>
    <dgm:cxn modelId="{09554A93-09B6-D047-861E-3DBC30E408AB}" type="presOf" srcId="{E168AA11-920C-F54C-B7DB-C5951AA2D585}" destId="{149ADC22-A787-BD43-AE53-1E5F9F0EF60D}" srcOrd="1" destOrd="0" presId="urn:microsoft.com/office/officeart/2005/8/layout/list1"/>
    <dgm:cxn modelId="{1B19FFA6-539C-F54F-96EE-69F16551E422}" srcId="{2D7151B0-83C3-794C-A7E2-D21129B208D7}" destId="{3C55AC7B-1880-3346-A9F5-9D14FE371C13}" srcOrd="1" destOrd="0" parTransId="{DA4122A3-D505-944E-B831-76E0E97F5E1A}" sibTransId="{D422DDD9-FDCA-AB4A-8586-DE5C835334E3}"/>
    <dgm:cxn modelId="{868306BA-8CCA-1C43-BD53-8B6AD97319B8}" srcId="{E168AA11-920C-F54C-B7DB-C5951AA2D585}" destId="{84FE2259-F5AC-9044-B8EB-8A19BA1733A8}" srcOrd="0" destOrd="0" parTransId="{0DB568A9-7598-704F-9A1B-A7B019083813}" sibTransId="{2415265B-BCAA-BE49-8909-3AE41F1CEA1E}"/>
    <dgm:cxn modelId="{7E11F4C1-A6D5-E141-BB67-D7A948F3AD34}" type="presOf" srcId="{E3EB5B32-DAE8-084B-9C55-4E15A60723ED}" destId="{5DD7CB04-61EF-8749-9728-DC4AEA3DB611}" srcOrd="0" destOrd="0" presId="urn:microsoft.com/office/officeart/2005/8/layout/list1"/>
    <dgm:cxn modelId="{935578C4-E7A4-0F41-B2CC-8EB9491486F8}" srcId="{3C55AC7B-1880-3346-A9F5-9D14FE371C13}" destId="{38C5B09A-C990-BA43-A557-1F98A71B0347}" srcOrd="0" destOrd="0" parTransId="{C22858B8-555F-9E48-860B-841F1548B9BF}" sibTransId="{7E3BCDBB-0A59-C74E-97DB-63FDAE82954D}"/>
    <dgm:cxn modelId="{4E6D85CE-302E-BA4C-9FCE-B6445D5CF6CA}" type="presOf" srcId="{3C55AC7B-1880-3346-A9F5-9D14FE371C13}" destId="{EFED6759-161A-0247-881A-8697555D7731}" srcOrd="1" destOrd="0" presId="urn:microsoft.com/office/officeart/2005/8/layout/list1"/>
    <dgm:cxn modelId="{DB0CEECF-0037-4C41-BE4C-624B659A1DAF}" srcId="{2D7151B0-83C3-794C-A7E2-D21129B208D7}" destId="{91271169-0AFC-DE4B-8AC9-A91FEED8AE1F}" srcOrd="2" destOrd="0" parTransId="{2B42B865-B071-6A4C-B298-E4885E4E631A}" sibTransId="{E92463EB-0EE3-604C-96B3-B5BFB1BA60FB}"/>
    <dgm:cxn modelId="{ECE497DA-E69B-D34B-AB46-25980F65898D}" type="presOf" srcId="{262BBE38-279B-314A-BA9C-D727BB0FDC92}" destId="{80D85195-02CD-764C-97FD-8C9D668486D7}" srcOrd="1" destOrd="0" presId="urn:microsoft.com/office/officeart/2005/8/layout/list1"/>
    <dgm:cxn modelId="{28D4C49C-F8A3-3446-B26E-F191C47E2DCA}" type="presParOf" srcId="{67E7C6A6-13EF-714B-B10A-4FB9F6CDFFE7}" destId="{A9843400-7960-4E4F-9E66-CEFCFC5239A0}" srcOrd="0" destOrd="0" presId="urn:microsoft.com/office/officeart/2005/8/layout/list1"/>
    <dgm:cxn modelId="{21CA7546-47BE-8E48-A994-436FD9DC063B}" type="presParOf" srcId="{A9843400-7960-4E4F-9E66-CEFCFC5239A0}" destId="{296822B1-67B9-3946-B9B5-9AFC9B76B1DD}" srcOrd="0" destOrd="0" presId="urn:microsoft.com/office/officeart/2005/8/layout/list1"/>
    <dgm:cxn modelId="{2E21B6BD-A3BB-8545-A8F6-5A80753CF35A}" type="presParOf" srcId="{A9843400-7960-4E4F-9E66-CEFCFC5239A0}" destId="{149ADC22-A787-BD43-AE53-1E5F9F0EF60D}" srcOrd="1" destOrd="0" presId="urn:microsoft.com/office/officeart/2005/8/layout/list1"/>
    <dgm:cxn modelId="{E12CB786-CF3F-BD4E-9EFE-345CA9B16B07}" type="presParOf" srcId="{67E7C6A6-13EF-714B-B10A-4FB9F6CDFFE7}" destId="{9390032A-177B-F847-A182-AF71BCAFBE8E}" srcOrd="1" destOrd="0" presId="urn:microsoft.com/office/officeart/2005/8/layout/list1"/>
    <dgm:cxn modelId="{3AD14C62-C079-684B-B0C4-8925AA81CB93}" type="presParOf" srcId="{67E7C6A6-13EF-714B-B10A-4FB9F6CDFFE7}" destId="{E16CAC94-6033-ED45-9937-89B21B10E203}" srcOrd="2" destOrd="0" presId="urn:microsoft.com/office/officeart/2005/8/layout/list1"/>
    <dgm:cxn modelId="{D85FCC9D-39B8-F448-8F2F-B639A543E94B}" type="presParOf" srcId="{67E7C6A6-13EF-714B-B10A-4FB9F6CDFFE7}" destId="{2D930EDF-A178-4B42-B854-012114ED6F5F}" srcOrd="3" destOrd="0" presId="urn:microsoft.com/office/officeart/2005/8/layout/list1"/>
    <dgm:cxn modelId="{99F3F39A-1F21-734E-979C-899DB2364828}" type="presParOf" srcId="{67E7C6A6-13EF-714B-B10A-4FB9F6CDFFE7}" destId="{93E8F457-8658-3E40-B98A-F49742498160}" srcOrd="4" destOrd="0" presId="urn:microsoft.com/office/officeart/2005/8/layout/list1"/>
    <dgm:cxn modelId="{D84B2969-37AE-2F45-B361-FC2E12D98293}" type="presParOf" srcId="{93E8F457-8658-3E40-B98A-F49742498160}" destId="{111B7E38-12E6-374B-B02A-3E9484792A81}" srcOrd="0" destOrd="0" presId="urn:microsoft.com/office/officeart/2005/8/layout/list1"/>
    <dgm:cxn modelId="{1AC5925A-F473-E74B-BE05-B96192025652}" type="presParOf" srcId="{93E8F457-8658-3E40-B98A-F49742498160}" destId="{EFED6759-161A-0247-881A-8697555D7731}" srcOrd="1" destOrd="0" presId="urn:microsoft.com/office/officeart/2005/8/layout/list1"/>
    <dgm:cxn modelId="{E207216B-FBBD-1D43-87AA-6B974C93E2E4}" type="presParOf" srcId="{67E7C6A6-13EF-714B-B10A-4FB9F6CDFFE7}" destId="{FC9C8137-B0AD-D14F-B352-7066C95D9CB5}" srcOrd="5" destOrd="0" presId="urn:microsoft.com/office/officeart/2005/8/layout/list1"/>
    <dgm:cxn modelId="{F7000289-8C24-2A4E-A831-186352DBA273}" type="presParOf" srcId="{67E7C6A6-13EF-714B-B10A-4FB9F6CDFFE7}" destId="{C121F52B-3C08-654C-83AE-2EAF2AB55D38}" srcOrd="6" destOrd="0" presId="urn:microsoft.com/office/officeart/2005/8/layout/list1"/>
    <dgm:cxn modelId="{4EE924BC-AF6A-DE4F-8319-779360B56E9D}" type="presParOf" srcId="{67E7C6A6-13EF-714B-B10A-4FB9F6CDFFE7}" destId="{DCFCEA22-975D-9343-ACAC-4DF0C3753744}" srcOrd="7" destOrd="0" presId="urn:microsoft.com/office/officeart/2005/8/layout/list1"/>
    <dgm:cxn modelId="{86C27372-68EC-B744-A3A2-6A4987C737A0}" type="presParOf" srcId="{67E7C6A6-13EF-714B-B10A-4FB9F6CDFFE7}" destId="{A00CDB56-F37A-DF49-A4D3-E01D3B8D6DCE}" srcOrd="8" destOrd="0" presId="urn:microsoft.com/office/officeart/2005/8/layout/list1"/>
    <dgm:cxn modelId="{BE77A76F-DD20-3D4F-B060-F8F8A50FF92C}" type="presParOf" srcId="{A00CDB56-F37A-DF49-A4D3-E01D3B8D6DCE}" destId="{09C3FAAE-8F88-9747-B07C-EC9FCDDEA243}" srcOrd="0" destOrd="0" presId="urn:microsoft.com/office/officeart/2005/8/layout/list1"/>
    <dgm:cxn modelId="{7ED4B2B8-CAE9-5B43-B1FC-CEDFE0E648AF}" type="presParOf" srcId="{A00CDB56-F37A-DF49-A4D3-E01D3B8D6DCE}" destId="{F1A4EEB2-F42C-DC47-9AAD-66A3C8EDB4FF}" srcOrd="1" destOrd="0" presId="urn:microsoft.com/office/officeart/2005/8/layout/list1"/>
    <dgm:cxn modelId="{69ED556E-EFED-7F4B-AB97-49AB3EB55B1D}" type="presParOf" srcId="{67E7C6A6-13EF-714B-B10A-4FB9F6CDFFE7}" destId="{D84CF245-23B4-8149-82F3-961FAE282666}" srcOrd="9" destOrd="0" presId="urn:microsoft.com/office/officeart/2005/8/layout/list1"/>
    <dgm:cxn modelId="{12509060-B562-EF4D-8A16-2693185B23B6}" type="presParOf" srcId="{67E7C6A6-13EF-714B-B10A-4FB9F6CDFFE7}" destId="{5DD7CB04-61EF-8749-9728-DC4AEA3DB611}" srcOrd="10" destOrd="0" presId="urn:microsoft.com/office/officeart/2005/8/layout/list1"/>
    <dgm:cxn modelId="{377FE1F1-F733-6042-B5E9-861D04E11321}" type="presParOf" srcId="{67E7C6A6-13EF-714B-B10A-4FB9F6CDFFE7}" destId="{D31626AE-EE24-F348-9CB9-6B38BB82C065}" srcOrd="11" destOrd="0" presId="urn:microsoft.com/office/officeart/2005/8/layout/list1"/>
    <dgm:cxn modelId="{D139584F-C0D6-F747-B328-8B430A0B5903}" type="presParOf" srcId="{67E7C6A6-13EF-714B-B10A-4FB9F6CDFFE7}" destId="{CBCC4874-7EAF-4E40-83CC-1D1C21485996}" srcOrd="12" destOrd="0" presId="urn:microsoft.com/office/officeart/2005/8/layout/list1"/>
    <dgm:cxn modelId="{9690C2F9-551C-9546-B4F4-5AB32946B355}" type="presParOf" srcId="{CBCC4874-7EAF-4E40-83CC-1D1C21485996}" destId="{DCC88935-A0C0-8A43-9BAD-3C89B397511F}" srcOrd="0" destOrd="0" presId="urn:microsoft.com/office/officeart/2005/8/layout/list1"/>
    <dgm:cxn modelId="{3B43613C-69AF-3C4D-8D73-9AA5B569D5E7}" type="presParOf" srcId="{CBCC4874-7EAF-4E40-83CC-1D1C21485996}" destId="{80D85195-02CD-764C-97FD-8C9D668486D7}" srcOrd="1" destOrd="0" presId="urn:microsoft.com/office/officeart/2005/8/layout/list1"/>
    <dgm:cxn modelId="{4717AB40-5612-FB47-8B67-9B236A81E985}" type="presParOf" srcId="{67E7C6A6-13EF-714B-B10A-4FB9F6CDFFE7}" destId="{4807788D-684F-934E-99CD-351AF075FD2C}" srcOrd="13" destOrd="0" presId="urn:microsoft.com/office/officeart/2005/8/layout/list1"/>
    <dgm:cxn modelId="{F66F47B9-FC6C-8149-B999-BAE00D5FFC99}" type="presParOf" srcId="{67E7C6A6-13EF-714B-B10A-4FB9F6CDFFE7}" destId="{7A96011C-FD4C-4E48-A721-EBACBA9C917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33217E-0BA9-1741-9BC9-D46EA55AF191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5151A8C-E5F1-E84A-8D59-9577CB8EDE1C}">
      <dgm:prSet/>
      <dgm:spPr/>
      <dgm:t>
        <a:bodyPr/>
        <a:lstStyle/>
        <a:p>
          <a:pPr rtl="0"/>
          <a:r>
            <a:rPr lang="en-US" dirty="0"/>
            <a:t>User Mode</a:t>
          </a:r>
        </a:p>
      </dgm:t>
    </dgm:pt>
    <dgm:pt modelId="{5C70AA69-59F5-A447-B129-D3692DAB33CE}" type="parTrans" cxnId="{B7A1762C-4E00-1348-93C6-AC5611E7371A}">
      <dgm:prSet/>
      <dgm:spPr/>
      <dgm:t>
        <a:bodyPr/>
        <a:lstStyle/>
        <a:p>
          <a:endParaRPr lang="en-US"/>
        </a:p>
      </dgm:t>
    </dgm:pt>
    <dgm:pt modelId="{859E7ADA-F317-EC45-A3AA-9D0E80B4BF8B}" type="sibTrans" cxnId="{B7A1762C-4E00-1348-93C6-AC5611E7371A}">
      <dgm:prSet/>
      <dgm:spPr/>
      <dgm:t>
        <a:bodyPr/>
        <a:lstStyle/>
        <a:p>
          <a:endParaRPr lang="en-US"/>
        </a:p>
      </dgm:t>
    </dgm:pt>
    <dgm:pt modelId="{7DCB2BB2-725D-AB4D-8742-9C675046D766}">
      <dgm:prSet/>
      <dgm:spPr/>
      <dgm:t>
        <a:bodyPr/>
        <a:lstStyle/>
        <a:p>
          <a:pPr rtl="0"/>
          <a:r>
            <a:rPr lang="en-US" dirty="0"/>
            <a:t>user program executes in user mode </a:t>
          </a:r>
        </a:p>
      </dgm:t>
    </dgm:pt>
    <dgm:pt modelId="{056F9CD2-FFE5-7640-A9C8-E5B1CC9BCBB7}" type="parTrans" cxnId="{8CA977E5-2336-0244-B6D7-5FEB6EAF7666}">
      <dgm:prSet/>
      <dgm:spPr/>
      <dgm:t>
        <a:bodyPr/>
        <a:lstStyle/>
        <a:p>
          <a:endParaRPr lang="en-US"/>
        </a:p>
      </dgm:t>
    </dgm:pt>
    <dgm:pt modelId="{D4FF9F22-952A-7946-9831-9D5AF1B599CD}" type="sibTrans" cxnId="{8CA977E5-2336-0244-B6D7-5FEB6EAF7666}">
      <dgm:prSet/>
      <dgm:spPr/>
      <dgm:t>
        <a:bodyPr/>
        <a:lstStyle/>
        <a:p>
          <a:endParaRPr lang="en-US"/>
        </a:p>
      </dgm:t>
    </dgm:pt>
    <dgm:pt modelId="{F34AEFB7-B7EE-0540-AA61-DCE568FF95ED}">
      <dgm:prSet/>
      <dgm:spPr/>
      <dgm:t>
        <a:bodyPr/>
        <a:lstStyle/>
        <a:p>
          <a:pPr rtl="0"/>
          <a:r>
            <a:rPr lang="en-US" dirty="0"/>
            <a:t>certain areas of memory are protected from user access</a:t>
          </a:r>
        </a:p>
      </dgm:t>
    </dgm:pt>
    <dgm:pt modelId="{E57D61B8-B54D-8C43-B41E-3E45B93ACA17}" type="parTrans" cxnId="{1A0049D4-AD30-6F4E-BA8B-45446C5AF2E4}">
      <dgm:prSet/>
      <dgm:spPr/>
      <dgm:t>
        <a:bodyPr/>
        <a:lstStyle/>
        <a:p>
          <a:endParaRPr lang="en-US"/>
        </a:p>
      </dgm:t>
    </dgm:pt>
    <dgm:pt modelId="{3FD3279B-0950-9742-99D3-96EEBBEF92D5}" type="sibTrans" cxnId="{1A0049D4-AD30-6F4E-BA8B-45446C5AF2E4}">
      <dgm:prSet/>
      <dgm:spPr/>
      <dgm:t>
        <a:bodyPr/>
        <a:lstStyle/>
        <a:p>
          <a:endParaRPr lang="en-US"/>
        </a:p>
      </dgm:t>
    </dgm:pt>
    <dgm:pt modelId="{A5DFD8D0-15EC-5345-B0D6-66229A227EC8}">
      <dgm:prSet/>
      <dgm:spPr/>
      <dgm:t>
        <a:bodyPr/>
        <a:lstStyle/>
        <a:p>
          <a:pPr rtl="0"/>
          <a:r>
            <a:rPr lang="en-US" dirty="0"/>
            <a:t>certain instructions may not be executed</a:t>
          </a:r>
        </a:p>
      </dgm:t>
    </dgm:pt>
    <dgm:pt modelId="{49E45765-8C20-0944-87A6-CCAB3F931C15}" type="parTrans" cxnId="{A1905759-3725-7B4C-AB71-0D8959DBE3AA}">
      <dgm:prSet/>
      <dgm:spPr/>
      <dgm:t>
        <a:bodyPr/>
        <a:lstStyle/>
        <a:p>
          <a:endParaRPr lang="en-US"/>
        </a:p>
      </dgm:t>
    </dgm:pt>
    <dgm:pt modelId="{96BB15FE-09DC-F241-A9EF-BF18CB9B5B4C}" type="sibTrans" cxnId="{A1905759-3725-7B4C-AB71-0D8959DBE3AA}">
      <dgm:prSet/>
      <dgm:spPr/>
      <dgm:t>
        <a:bodyPr/>
        <a:lstStyle/>
        <a:p>
          <a:endParaRPr lang="en-US"/>
        </a:p>
      </dgm:t>
    </dgm:pt>
    <dgm:pt modelId="{A8DD81A0-FE94-7142-8520-E6D5E4A4E957}">
      <dgm:prSet/>
      <dgm:spPr/>
      <dgm:t>
        <a:bodyPr/>
        <a:lstStyle/>
        <a:p>
          <a:pPr rtl="0"/>
          <a:r>
            <a:rPr lang="en-US" dirty="0"/>
            <a:t>Kernel Mode</a:t>
          </a:r>
        </a:p>
      </dgm:t>
    </dgm:pt>
    <dgm:pt modelId="{8413BC65-3A20-F749-B0AF-DCB34BC1E73E}" type="parTrans" cxnId="{F4BDCF99-792A-6A4D-9EAD-12F48A6A2CF6}">
      <dgm:prSet/>
      <dgm:spPr/>
      <dgm:t>
        <a:bodyPr/>
        <a:lstStyle/>
        <a:p>
          <a:endParaRPr lang="en-US"/>
        </a:p>
      </dgm:t>
    </dgm:pt>
    <dgm:pt modelId="{6F2F872C-EB3F-7346-989E-8B22174FFB8C}" type="sibTrans" cxnId="{F4BDCF99-792A-6A4D-9EAD-12F48A6A2CF6}">
      <dgm:prSet/>
      <dgm:spPr/>
      <dgm:t>
        <a:bodyPr/>
        <a:lstStyle/>
        <a:p>
          <a:endParaRPr lang="en-US"/>
        </a:p>
      </dgm:t>
    </dgm:pt>
    <dgm:pt modelId="{70D89978-F865-334F-A941-4AF766991439}">
      <dgm:prSet/>
      <dgm:spPr/>
      <dgm:t>
        <a:bodyPr/>
        <a:lstStyle/>
        <a:p>
          <a:pPr rtl="0"/>
          <a:r>
            <a:rPr lang="en-US" dirty="0"/>
            <a:t>monitor executes in kernel mode</a:t>
          </a:r>
        </a:p>
      </dgm:t>
    </dgm:pt>
    <dgm:pt modelId="{0D8A6E0B-2805-7F44-B8A9-E56E808FA4B2}" type="parTrans" cxnId="{21A20B55-DE25-E74B-BC11-03F38F4E142E}">
      <dgm:prSet/>
      <dgm:spPr/>
      <dgm:t>
        <a:bodyPr/>
        <a:lstStyle/>
        <a:p>
          <a:endParaRPr lang="en-US"/>
        </a:p>
      </dgm:t>
    </dgm:pt>
    <dgm:pt modelId="{85B34EE6-D50C-C54F-B4EB-629B50465A18}" type="sibTrans" cxnId="{21A20B55-DE25-E74B-BC11-03F38F4E142E}">
      <dgm:prSet/>
      <dgm:spPr/>
      <dgm:t>
        <a:bodyPr/>
        <a:lstStyle/>
        <a:p>
          <a:endParaRPr lang="en-US"/>
        </a:p>
      </dgm:t>
    </dgm:pt>
    <dgm:pt modelId="{23C2248C-310F-9045-A1DE-EB1A0A998144}">
      <dgm:prSet/>
      <dgm:spPr/>
      <dgm:t>
        <a:bodyPr/>
        <a:lstStyle/>
        <a:p>
          <a:pPr rtl="0"/>
          <a:r>
            <a:rPr lang="en-US" dirty="0"/>
            <a:t>privileged instructions may be executed</a:t>
          </a:r>
        </a:p>
      </dgm:t>
    </dgm:pt>
    <dgm:pt modelId="{C11CCC40-78D6-C64E-B5C1-63B25BB0FA07}" type="parTrans" cxnId="{9BF5E802-0139-0E44-88B0-B6BF0C7DA309}">
      <dgm:prSet/>
      <dgm:spPr/>
      <dgm:t>
        <a:bodyPr/>
        <a:lstStyle/>
        <a:p>
          <a:endParaRPr lang="en-US"/>
        </a:p>
      </dgm:t>
    </dgm:pt>
    <dgm:pt modelId="{81BF2CBE-26D2-0C43-B2ED-0DC9A9AAB891}" type="sibTrans" cxnId="{9BF5E802-0139-0E44-88B0-B6BF0C7DA309}">
      <dgm:prSet/>
      <dgm:spPr/>
      <dgm:t>
        <a:bodyPr/>
        <a:lstStyle/>
        <a:p>
          <a:endParaRPr lang="en-US"/>
        </a:p>
      </dgm:t>
    </dgm:pt>
    <dgm:pt modelId="{7E6F021F-0CB0-124B-A677-644B0E074CAA}">
      <dgm:prSet/>
      <dgm:spPr/>
      <dgm:t>
        <a:bodyPr/>
        <a:lstStyle/>
        <a:p>
          <a:pPr rtl="0"/>
          <a:r>
            <a:rPr lang="en-US" dirty="0"/>
            <a:t>protected areas of memory may be accessed</a:t>
          </a:r>
        </a:p>
      </dgm:t>
    </dgm:pt>
    <dgm:pt modelId="{714DAF6C-70BD-A742-867A-169968D2E7E5}" type="parTrans" cxnId="{C82D3699-53F9-2E4F-8543-552FE5594A84}">
      <dgm:prSet/>
      <dgm:spPr/>
      <dgm:t>
        <a:bodyPr/>
        <a:lstStyle/>
        <a:p>
          <a:endParaRPr lang="en-US"/>
        </a:p>
      </dgm:t>
    </dgm:pt>
    <dgm:pt modelId="{76738D4F-9AE5-5D42-80D1-2A9725D5F6E7}" type="sibTrans" cxnId="{C82D3699-53F9-2E4F-8543-552FE5594A84}">
      <dgm:prSet/>
      <dgm:spPr/>
      <dgm:t>
        <a:bodyPr/>
        <a:lstStyle/>
        <a:p>
          <a:endParaRPr lang="en-US"/>
        </a:p>
      </dgm:t>
    </dgm:pt>
    <dgm:pt modelId="{BCDE8873-8877-4847-9033-32C067255720}" type="pres">
      <dgm:prSet presAssocID="{2D33217E-0BA9-1741-9BC9-D46EA55AF191}" presName="Name0" presStyleCnt="0">
        <dgm:presLayoutVars>
          <dgm:dir/>
          <dgm:resizeHandles val="exact"/>
        </dgm:presLayoutVars>
      </dgm:prSet>
      <dgm:spPr/>
    </dgm:pt>
    <dgm:pt modelId="{92A33E13-DCDF-E341-9AC4-85F30FCF821E}" type="pres">
      <dgm:prSet presAssocID="{65151A8C-E5F1-E84A-8D59-9577CB8EDE1C}" presName="node" presStyleLbl="node1" presStyleIdx="0" presStyleCnt="2">
        <dgm:presLayoutVars>
          <dgm:bulletEnabled val="1"/>
        </dgm:presLayoutVars>
      </dgm:prSet>
      <dgm:spPr/>
    </dgm:pt>
    <dgm:pt modelId="{95A7415E-FDDB-BF42-95CF-3D91DCBD136B}" type="pres">
      <dgm:prSet presAssocID="{859E7ADA-F317-EC45-A3AA-9D0E80B4BF8B}" presName="sibTrans" presStyleCnt="0"/>
      <dgm:spPr/>
    </dgm:pt>
    <dgm:pt modelId="{B00B1CAD-B259-2E45-8456-48DD193C9431}" type="pres">
      <dgm:prSet presAssocID="{A8DD81A0-FE94-7142-8520-E6D5E4A4E957}" presName="node" presStyleLbl="node1" presStyleIdx="1" presStyleCnt="2">
        <dgm:presLayoutVars>
          <dgm:bulletEnabled val="1"/>
        </dgm:presLayoutVars>
      </dgm:prSet>
      <dgm:spPr/>
    </dgm:pt>
  </dgm:ptLst>
  <dgm:cxnLst>
    <dgm:cxn modelId="{9BF5E802-0139-0E44-88B0-B6BF0C7DA309}" srcId="{A8DD81A0-FE94-7142-8520-E6D5E4A4E957}" destId="{23C2248C-310F-9045-A1DE-EB1A0A998144}" srcOrd="1" destOrd="0" parTransId="{C11CCC40-78D6-C64E-B5C1-63B25BB0FA07}" sibTransId="{81BF2CBE-26D2-0C43-B2ED-0DC9A9AAB891}"/>
    <dgm:cxn modelId="{E999431D-555E-5245-BFE4-8A63F70AD90B}" type="presOf" srcId="{7E6F021F-0CB0-124B-A677-644B0E074CAA}" destId="{B00B1CAD-B259-2E45-8456-48DD193C9431}" srcOrd="0" destOrd="3" presId="urn:microsoft.com/office/officeart/2005/8/layout/hList6"/>
    <dgm:cxn modelId="{B7A1762C-4E00-1348-93C6-AC5611E7371A}" srcId="{2D33217E-0BA9-1741-9BC9-D46EA55AF191}" destId="{65151A8C-E5F1-E84A-8D59-9577CB8EDE1C}" srcOrd="0" destOrd="0" parTransId="{5C70AA69-59F5-A447-B129-D3692DAB33CE}" sibTransId="{859E7ADA-F317-EC45-A3AA-9D0E80B4BF8B}"/>
    <dgm:cxn modelId="{7E5F4739-C0B5-7347-95F3-1F0DFC293E7A}" type="presOf" srcId="{A8DD81A0-FE94-7142-8520-E6D5E4A4E957}" destId="{B00B1CAD-B259-2E45-8456-48DD193C9431}" srcOrd="0" destOrd="0" presId="urn:microsoft.com/office/officeart/2005/8/layout/hList6"/>
    <dgm:cxn modelId="{16D5224A-9ED7-664E-A9B0-FB7731089F3F}" type="presOf" srcId="{23C2248C-310F-9045-A1DE-EB1A0A998144}" destId="{B00B1CAD-B259-2E45-8456-48DD193C9431}" srcOrd="0" destOrd="2" presId="urn:microsoft.com/office/officeart/2005/8/layout/hList6"/>
    <dgm:cxn modelId="{F22CE56C-F876-4A4B-8B67-7EDEA20314E7}" type="presOf" srcId="{A5DFD8D0-15EC-5345-B0D6-66229A227EC8}" destId="{92A33E13-DCDF-E341-9AC4-85F30FCF821E}" srcOrd="0" destOrd="3" presId="urn:microsoft.com/office/officeart/2005/8/layout/hList6"/>
    <dgm:cxn modelId="{9A381D51-8EFB-6641-A8CF-EF11DAD4EA76}" type="presOf" srcId="{7DCB2BB2-725D-AB4D-8742-9C675046D766}" destId="{92A33E13-DCDF-E341-9AC4-85F30FCF821E}" srcOrd="0" destOrd="1" presId="urn:microsoft.com/office/officeart/2005/8/layout/hList6"/>
    <dgm:cxn modelId="{21A20B55-DE25-E74B-BC11-03F38F4E142E}" srcId="{A8DD81A0-FE94-7142-8520-E6D5E4A4E957}" destId="{70D89978-F865-334F-A941-4AF766991439}" srcOrd="0" destOrd="0" parTransId="{0D8A6E0B-2805-7F44-B8A9-E56E808FA4B2}" sibTransId="{85B34EE6-D50C-C54F-B4EB-629B50465A18}"/>
    <dgm:cxn modelId="{A1905759-3725-7B4C-AB71-0D8959DBE3AA}" srcId="{65151A8C-E5F1-E84A-8D59-9577CB8EDE1C}" destId="{A5DFD8D0-15EC-5345-B0D6-66229A227EC8}" srcOrd="2" destOrd="0" parTransId="{49E45765-8C20-0944-87A6-CCAB3F931C15}" sibTransId="{96BB15FE-09DC-F241-A9EF-BF18CB9B5B4C}"/>
    <dgm:cxn modelId="{0CCF4282-5470-2844-9339-7280897DF6F9}" type="presOf" srcId="{2D33217E-0BA9-1741-9BC9-D46EA55AF191}" destId="{BCDE8873-8877-4847-9033-32C067255720}" srcOrd="0" destOrd="0" presId="urn:microsoft.com/office/officeart/2005/8/layout/hList6"/>
    <dgm:cxn modelId="{C82D3699-53F9-2E4F-8543-552FE5594A84}" srcId="{A8DD81A0-FE94-7142-8520-E6D5E4A4E957}" destId="{7E6F021F-0CB0-124B-A677-644B0E074CAA}" srcOrd="2" destOrd="0" parTransId="{714DAF6C-70BD-A742-867A-169968D2E7E5}" sibTransId="{76738D4F-9AE5-5D42-80D1-2A9725D5F6E7}"/>
    <dgm:cxn modelId="{F4BDCF99-792A-6A4D-9EAD-12F48A6A2CF6}" srcId="{2D33217E-0BA9-1741-9BC9-D46EA55AF191}" destId="{A8DD81A0-FE94-7142-8520-E6D5E4A4E957}" srcOrd="1" destOrd="0" parTransId="{8413BC65-3A20-F749-B0AF-DCB34BC1E73E}" sibTransId="{6F2F872C-EB3F-7346-989E-8B22174FFB8C}"/>
    <dgm:cxn modelId="{1A0049D4-AD30-6F4E-BA8B-45446C5AF2E4}" srcId="{65151A8C-E5F1-E84A-8D59-9577CB8EDE1C}" destId="{F34AEFB7-B7EE-0540-AA61-DCE568FF95ED}" srcOrd="1" destOrd="0" parTransId="{E57D61B8-B54D-8C43-B41E-3E45B93ACA17}" sibTransId="{3FD3279B-0950-9742-99D3-96EEBBEF92D5}"/>
    <dgm:cxn modelId="{5D4309DF-B615-A74A-9835-2D82D7DB808E}" type="presOf" srcId="{70D89978-F865-334F-A941-4AF766991439}" destId="{B00B1CAD-B259-2E45-8456-48DD193C9431}" srcOrd="0" destOrd="1" presId="urn:microsoft.com/office/officeart/2005/8/layout/hList6"/>
    <dgm:cxn modelId="{FBA987E3-6481-0E47-B854-AEC20EB8E5B0}" type="presOf" srcId="{65151A8C-E5F1-E84A-8D59-9577CB8EDE1C}" destId="{92A33E13-DCDF-E341-9AC4-85F30FCF821E}" srcOrd="0" destOrd="0" presId="urn:microsoft.com/office/officeart/2005/8/layout/hList6"/>
    <dgm:cxn modelId="{8CA977E5-2336-0244-B6D7-5FEB6EAF7666}" srcId="{65151A8C-E5F1-E84A-8D59-9577CB8EDE1C}" destId="{7DCB2BB2-725D-AB4D-8742-9C675046D766}" srcOrd="0" destOrd="0" parTransId="{056F9CD2-FFE5-7640-A9C8-E5B1CC9BCBB7}" sibTransId="{D4FF9F22-952A-7946-9831-9D5AF1B599CD}"/>
    <dgm:cxn modelId="{D5A5C5E9-BC98-9C41-9A84-D102D7C0415C}" type="presOf" srcId="{F34AEFB7-B7EE-0540-AA61-DCE568FF95ED}" destId="{92A33E13-DCDF-E341-9AC4-85F30FCF821E}" srcOrd="0" destOrd="2" presId="urn:microsoft.com/office/officeart/2005/8/layout/hList6"/>
    <dgm:cxn modelId="{38691C63-E03C-7C4E-BB4E-37CA3D0B5494}" type="presParOf" srcId="{BCDE8873-8877-4847-9033-32C067255720}" destId="{92A33E13-DCDF-E341-9AC4-85F30FCF821E}" srcOrd="0" destOrd="0" presId="urn:microsoft.com/office/officeart/2005/8/layout/hList6"/>
    <dgm:cxn modelId="{B41E27CA-9E9C-6149-8AAA-6D7A77D4CD9C}" type="presParOf" srcId="{BCDE8873-8877-4847-9033-32C067255720}" destId="{95A7415E-FDDB-BF42-95CF-3D91DCBD136B}" srcOrd="1" destOrd="0" presId="urn:microsoft.com/office/officeart/2005/8/layout/hList6"/>
    <dgm:cxn modelId="{F4B6BC09-516B-D14F-A728-AF5398C45ADB}" type="presParOf" srcId="{BCDE8873-8877-4847-9033-32C067255720}" destId="{B00B1CAD-B259-2E45-8456-48DD193C9431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55130A-29F0-F642-9E61-612068599FA0}" type="doc">
      <dgm:prSet loTypeId="urn:microsoft.com/office/officeart/2005/8/layout/arrow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4F98F6-36FD-D04C-8704-4CEB5FEA9904}">
      <dgm:prSet phldrT="[Text]"/>
      <dgm:spPr/>
      <dgm:t>
        <a:bodyPr/>
        <a:lstStyle/>
        <a:p>
          <a:r>
            <a:rPr lang="en-NZ" dirty="0"/>
            <a:t>Major advances in development include:</a:t>
          </a:r>
          <a:endParaRPr lang="en-US" dirty="0"/>
        </a:p>
      </dgm:t>
    </dgm:pt>
    <dgm:pt modelId="{D616917C-FDE8-564E-96B2-34255CC5FE55}" type="parTrans" cxnId="{CC7462AA-0345-3441-85A6-77FAE5A6E1E9}">
      <dgm:prSet/>
      <dgm:spPr/>
      <dgm:t>
        <a:bodyPr/>
        <a:lstStyle/>
        <a:p>
          <a:endParaRPr lang="en-US"/>
        </a:p>
      </dgm:t>
    </dgm:pt>
    <dgm:pt modelId="{7BC2E810-41DE-0B4C-BE4B-9870E5701CA1}" type="sibTrans" cxnId="{CC7462AA-0345-3441-85A6-77FAE5A6E1E9}">
      <dgm:prSet/>
      <dgm:spPr/>
      <dgm:t>
        <a:bodyPr/>
        <a:lstStyle/>
        <a:p>
          <a:endParaRPr lang="en-US"/>
        </a:p>
      </dgm:t>
    </dgm:pt>
    <dgm:pt modelId="{523756CB-372E-4D49-B7DF-B245FB249AD9}">
      <dgm:prSet/>
      <dgm:spPr/>
      <dgm:t>
        <a:bodyPr/>
        <a:lstStyle/>
        <a:p>
          <a:r>
            <a:rPr lang="en-NZ" dirty="0"/>
            <a:t>Memory management</a:t>
          </a:r>
        </a:p>
      </dgm:t>
    </dgm:pt>
    <dgm:pt modelId="{B358F5FF-44D2-5D4D-8049-20CA308DC74E}" type="parTrans" cxnId="{7B6518F6-FB94-164F-9AC2-F91FDA0105D3}">
      <dgm:prSet/>
      <dgm:spPr/>
      <dgm:t>
        <a:bodyPr/>
        <a:lstStyle/>
        <a:p>
          <a:endParaRPr lang="en-US"/>
        </a:p>
      </dgm:t>
    </dgm:pt>
    <dgm:pt modelId="{603F579B-206C-BF44-9242-058274272965}" type="sibTrans" cxnId="{7B6518F6-FB94-164F-9AC2-F91FDA0105D3}">
      <dgm:prSet/>
      <dgm:spPr/>
      <dgm:t>
        <a:bodyPr/>
        <a:lstStyle/>
        <a:p>
          <a:endParaRPr lang="en-US"/>
        </a:p>
      </dgm:t>
    </dgm:pt>
    <dgm:pt modelId="{FF245EE7-C83E-5B47-8A3E-136648D8D292}">
      <dgm:prSet/>
      <dgm:spPr/>
      <dgm:t>
        <a:bodyPr/>
        <a:lstStyle/>
        <a:p>
          <a:r>
            <a:rPr lang="en-NZ" dirty="0"/>
            <a:t>Information protection and security</a:t>
          </a:r>
        </a:p>
      </dgm:t>
    </dgm:pt>
    <dgm:pt modelId="{3564378D-3B82-AC4D-A525-481C451026E1}" type="parTrans" cxnId="{30FDEFA1-D49A-9A4A-88EE-B0FD05429983}">
      <dgm:prSet/>
      <dgm:spPr/>
      <dgm:t>
        <a:bodyPr/>
        <a:lstStyle/>
        <a:p>
          <a:endParaRPr lang="en-US"/>
        </a:p>
      </dgm:t>
    </dgm:pt>
    <dgm:pt modelId="{BBE9E839-7438-944F-96C9-347593A304BC}" type="sibTrans" cxnId="{30FDEFA1-D49A-9A4A-88EE-B0FD05429983}">
      <dgm:prSet/>
      <dgm:spPr/>
      <dgm:t>
        <a:bodyPr/>
        <a:lstStyle/>
        <a:p>
          <a:endParaRPr lang="en-US"/>
        </a:p>
      </dgm:t>
    </dgm:pt>
    <dgm:pt modelId="{95CDE5FE-57B7-064B-A8F4-8EFABE9E6465}">
      <dgm:prSet/>
      <dgm:spPr/>
      <dgm:t>
        <a:bodyPr/>
        <a:lstStyle/>
        <a:p>
          <a:r>
            <a:rPr lang="en-NZ" dirty="0"/>
            <a:t>Scheduling and resource management</a:t>
          </a:r>
        </a:p>
      </dgm:t>
    </dgm:pt>
    <dgm:pt modelId="{09BDD069-77EA-BF4E-A941-32A0DF3B9362}" type="parTrans" cxnId="{019A10A6-3034-D440-968F-98DC29A00C9C}">
      <dgm:prSet/>
      <dgm:spPr/>
      <dgm:t>
        <a:bodyPr/>
        <a:lstStyle/>
        <a:p>
          <a:endParaRPr lang="en-US"/>
        </a:p>
      </dgm:t>
    </dgm:pt>
    <dgm:pt modelId="{E82831B4-AD52-364B-AAF4-E5688CC0740A}" type="sibTrans" cxnId="{019A10A6-3034-D440-968F-98DC29A00C9C}">
      <dgm:prSet/>
      <dgm:spPr/>
      <dgm:t>
        <a:bodyPr/>
        <a:lstStyle/>
        <a:p>
          <a:endParaRPr lang="en-US"/>
        </a:p>
      </dgm:t>
    </dgm:pt>
    <dgm:pt modelId="{810A9439-9D32-3742-9DF9-6B4C78C1C6DB}">
      <dgm:prSet/>
      <dgm:spPr/>
      <dgm:t>
        <a:bodyPr/>
        <a:lstStyle/>
        <a:p>
          <a:r>
            <a:rPr lang="en-NZ" dirty="0"/>
            <a:t>System structure</a:t>
          </a:r>
        </a:p>
      </dgm:t>
    </dgm:pt>
    <dgm:pt modelId="{E2F78BBC-8614-AA46-AA47-2AB8BCF94951}" type="parTrans" cxnId="{71F1B338-B596-7A41-8224-444281A60327}">
      <dgm:prSet/>
      <dgm:spPr/>
      <dgm:t>
        <a:bodyPr/>
        <a:lstStyle/>
        <a:p>
          <a:endParaRPr lang="en-US"/>
        </a:p>
      </dgm:t>
    </dgm:pt>
    <dgm:pt modelId="{35259D12-D1BB-ED44-ACA2-3B2FF09E9FA9}" type="sibTrans" cxnId="{71F1B338-B596-7A41-8224-444281A60327}">
      <dgm:prSet/>
      <dgm:spPr/>
      <dgm:t>
        <a:bodyPr/>
        <a:lstStyle/>
        <a:p>
          <a:endParaRPr lang="en-US"/>
        </a:p>
      </dgm:t>
    </dgm:pt>
    <dgm:pt modelId="{809B340C-6BC8-AD4E-AC8A-CED78DE84919}">
      <dgm:prSet phldrT="[Text]"/>
      <dgm:spPr/>
      <dgm:t>
        <a:bodyPr/>
        <a:lstStyle/>
        <a:p>
          <a:r>
            <a:rPr lang="en-NZ"/>
            <a:t>Processes</a:t>
          </a:r>
          <a:endParaRPr lang="en-US" dirty="0"/>
        </a:p>
      </dgm:t>
    </dgm:pt>
    <dgm:pt modelId="{4450FEEC-FD5F-E94B-8FA2-1FCED69CE33E}" type="parTrans" cxnId="{DCC3A39C-D581-7E40-8642-BD0764128616}">
      <dgm:prSet/>
      <dgm:spPr/>
      <dgm:t>
        <a:bodyPr/>
        <a:lstStyle/>
        <a:p>
          <a:endParaRPr lang="en-US"/>
        </a:p>
      </dgm:t>
    </dgm:pt>
    <dgm:pt modelId="{544654C9-7587-B94C-B2C9-3094E981ABBD}" type="sibTrans" cxnId="{DCC3A39C-D581-7E40-8642-BD0764128616}">
      <dgm:prSet/>
      <dgm:spPr/>
      <dgm:t>
        <a:bodyPr/>
        <a:lstStyle/>
        <a:p>
          <a:endParaRPr lang="en-US"/>
        </a:p>
      </dgm:t>
    </dgm:pt>
    <dgm:pt modelId="{70258A1D-64C8-F147-BFF2-67185B356AEB}" type="pres">
      <dgm:prSet presAssocID="{2855130A-29F0-F642-9E61-612068599FA0}" presName="compositeShape" presStyleCnt="0">
        <dgm:presLayoutVars>
          <dgm:chMax val="2"/>
          <dgm:dir/>
          <dgm:resizeHandles val="exact"/>
        </dgm:presLayoutVars>
      </dgm:prSet>
      <dgm:spPr/>
    </dgm:pt>
    <dgm:pt modelId="{23F7FC10-09A1-3847-BFBC-2B58715396DE}" type="pres">
      <dgm:prSet presAssocID="{A24F98F6-36FD-D04C-8704-4CEB5FEA9904}" presName="upArrow" presStyleLbl="node1" presStyleIdx="0" presStyleCnt="1"/>
      <dgm:spPr>
        <a:solidFill>
          <a:schemeClr val="accent6"/>
        </a:solidFill>
      </dgm:spPr>
    </dgm:pt>
    <dgm:pt modelId="{034B72AF-7DDE-9145-BEBA-D89E86DFBE7E}" type="pres">
      <dgm:prSet presAssocID="{A24F98F6-36FD-D04C-8704-4CEB5FEA9904}" presName="upArrowText" presStyleLbl="revTx" presStyleIdx="0" presStyleCnt="1">
        <dgm:presLayoutVars>
          <dgm:chMax val="0"/>
          <dgm:bulletEnabled val="1"/>
        </dgm:presLayoutVars>
      </dgm:prSet>
      <dgm:spPr/>
    </dgm:pt>
  </dgm:ptLst>
  <dgm:cxnLst>
    <dgm:cxn modelId="{64B24E0B-0D10-8246-9ABF-4D42F5141945}" type="presOf" srcId="{809B340C-6BC8-AD4E-AC8A-CED78DE84919}" destId="{034B72AF-7DDE-9145-BEBA-D89E86DFBE7E}" srcOrd="0" destOrd="1" presId="urn:microsoft.com/office/officeart/2005/8/layout/arrow4"/>
    <dgm:cxn modelId="{423C3E25-28EE-7E43-B1D3-54BFE8AE4E16}" type="presOf" srcId="{A24F98F6-36FD-D04C-8704-4CEB5FEA9904}" destId="{034B72AF-7DDE-9145-BEBA-D89E86DFBE7E}" srcOrd="0" destOrd="0" presId="urn:microsoft.com/office/officeart/2005/8/layout/arrow4"/>
    <dgm:cxn modelId="{71F1B338-B596-7A41-8224-444281A60327}" srcId="{A24F98F6-36FD-D04C-8704-4CEB5FEA9904}" destId="{810A9439-9D32-3742-9DF9-6B4C78C1C6DB}" srcOrd="4" destOrd="0" parTransId="{E2F78BBC-8614-AA46-AA47-2AB8BCF94951}" sibTransId="{35259D12-D1BB-ED44-ACA2-3B2FF09E9FA9}"/>
    <dgm:cxn modelId="{8601854C-1B4D-7548-BC58-9C7DD7C30FC8}" type="presOf" srcId="{523756CB-372E-4D49-B7DF-B245FB249AD9}" destId="{034B72AF-7DDE-9145-BEBA-D89E86DFBE7E}" srcOrd="0" destOrd="2" presId="urn:microsoft.com/office/officeart/2005/8/layout/arrow4"/>
    <dgm:cxn modelId="{64011F79-9887-0643-9946-75167D4DF640}" type="presOf" srcId="{810A9439-9D32-3742-9DF9-6B4C78C1C6DB}" destId="{034B72AF-7DDE-9145-BEBA-D89E86DFBE7E}" srcOrd="0" destOrd="5" presId="urn:microsoft.com/office/officeart/2005/8/layout/arrow4"/>
    <dgm:cxn modelId="{926AB292-EAA2-5948-9377-25F2BED18CEB}" type="presOf" srcId="{FF245EE7-C83E-5B47-8A3E-136648D8D292}" destId="{034B72AF-7DDE-9145-BEBA-D89E86DFBE7E}" srcOrd="0" destOrd="3" presId="urn:microsoft.com/office/officeart/2005/8/layout/arrow4"/>
    <dgm:cxn modelId="{DCC3A39C-D581-7E40-8642-BD0764128616}" srcId="{A24F98F6-36FD-D04C-8704-4CEB5FEA9904}" destId="{809B340C-6BC8-AD4E-AC8A-CED78DE84919}" srcOrd="0" destOrd="0" parTransId="{4450FEEC-FD5F-E94B-8FA2-1FCED69CE33E}" sibTransId="{544654C9-7587-B94C-B2C9-3094E981ABBD}"/>
    <dgm:cxn modelId="{30FDEFA1-D49A-9A4A-88EE-B0FD05429983}" srcId="{A24F98F6-36FD-D04C-8704-4CEB5FEA9904}" destId="{FF245EE7-C83E-5B47-8A3E-136648D8D292}" srcOrd="2" destOrd="0" parTransId="{3564378D-3B82-AC4D-A525-481C451026E1}" sibTransId="{BBE9E839-7438-944F-96C9-347593A304BC}"/>
    <dgm:cxn modelId="{019A10A6-3034-D440-968F-98DC29A00C9C}" srcId="{A24F98F6-36FD-D04C-8704-4CEB5FEA9904}" destId="{95CDE5FE-57B7-064B-A8F4-8EFABE9E6465}" srcOrd="3" destOrd="0" parTransId="{09BDD069-77EA-BF4E-A941-32A0DF3B9362}" sibTransId="{E82831B4-AD52-364B-AAF4-E5688CC0740A}"/>
    <dgm:cxn modelId="{C820F7A8-7E2E-4D40-8C99-0F61D8F69FE0}" type="presOf" srcId="{95CDE5FE-57B7-064B-A8F4-8EFABE9E6465}" destId="{034B72AF-7DDE-9145-BEBA-D89E86DFBE7E}" srcOrd="0" destOrd="4" presId="urn:microsoft.com/office/officeart/2005/8/layout/arrow4"/>
    <dgm:cxn modelId="{CC7462AA-0345-3441-85A6-77FAE5A6E1E9}" srcId="{2855130A-29F0-F642-9E61-612068599FA0}" destId="{A24F98F6-36FD-D04C-8704-4CEB5FEA9904}" srcOrd="0" destOrd="0" parTransId="{D616917C-FDE8-564E-96B2-34255CC5FE55}" sibTransId="{7BC2E810-41DE-0B4C-BE4B-9870E5701CA1}"/>
    <dgm:cxn modelId="{181165EC-03D2-D049-8812-9D584D343C21}" type="presOf" srcId="{2855130A-29F0-F642-9E61-612068599FA0}" destId="{70258A1D-64C8-F147-BFF2-67185B356AEB}" srcOrd="0" destOrd="0" presId="urn:microsoft.com/office/officeart/2005/8/layout/arrow4"/>
    <dgm:cxn modelId="{7B6518F6-FB94-164F-9AC2-F91FDA0105D3}" srcId="{A24F98F6-36FD-D04C-8704-4CEB5FEA9904}" destId="{523756CB-372E-4D49-B7DF-B245FB249AD9}" srcOrd="1" destOrd="0" parTransId="{B358F5FF-44D2-5D4D-8049-20CA308DC74E}" sibTransId="{603F579B-206C-BF44-9242-058274272965}"/>
    <dgm:cxn modelId="{656B6D29-E03E-074B-93D9-64B6CC15B355}" type="presParOf" srcId="{70258A1D-64C8-F147-BFF2-67185B356AEB}" destId="{23F7FC10-09A1-3847-BFBC-2B58715396DE}" srcOrd="0" destOrd="0" presId="urn:microsoft.com/office/officeart/2005/8/layout/arrow4"/>
    <dgm:cxn modelId="{093B0B57-4D9E-8241-8BAE-9D8591359DC4}" type="presParOf" srcId="{70258A1D-64C8-F147-BFF2-67185B356AEB}" destId="{034B72AF-7DDE-9145-BEBA-D89E86DFBE7E}" srcOrd="1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CD640B-1ED1-E545-8C95-FC3B3A514613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62BB11-5FF5-7445-973A-9CD6D2EC382F}">
      <dgm:prSet phldrT="[Text]" custT="1"/>
      <dgm:spPr/>
      <dgm:t>
        <a:bodyPr/>
        <a:lstStyle/>
        <a:p>
          <a:r>
            <a:rPr lang="en-US" sz="2600" dirty="0"/>
            <a:t>A </a:t>
          </a:r>
          <a:r>
            <a:rPr lang="en-US" sz="2600" i="1" dirty="0">
              <a:solidFill>
                <a:schemeClr val="accent1"/>
              </a:solidFill>
            </a:rPr>
            <a:t>process</a:t>
          </a:r>
          <a:r>
            <a:rPr lang="en-US" sz="2600" i="1" dirty="0"/>
            <a:t> </a:t>
          </a:r>
          <a:r>
            <a:rPr lang="en-US" sz="2600" dirty="0"/>
            <a:t>can be defined as:</a:t>
          </a:r>
        </a:p>
      </dgm:t>
    </dgm:pt>
    <dgm:pt modelId="{56F10605-F79F-3041-939F-8CE6A5D80164}" type="parTrans" cxnId="{D466C52E-900F-EA41-BFDD-0839C8F58BC7}">
      <dgm:prSet/>
      <dgm:spPr/>
      <dgm:t>
        <a:bodyPr/>
        <a:lstStyle/>
        <a:p>
          <a:endParaRPr lang="en-US"/>
        </a:p>
      </dgm:t>
    </dgm:pt>
    <dgm:pt modelId="{FAB5343E-48E2-874A-BC00-971D7E2412A5}" type="sibTrans" cxnId="{D466C52E-900F-EA41-BFDD-0839C8F58BC7}">
      <dgm:prSet/>
      <dgm:spPr/>
      <dgm:t>
        <a:bodyPr/>
        <a:lstStyle/>
        <a:p>
          <a:endParaRPr lang="en-US"/>
        </a:p>
      </dgm:t>
    </dgm:pt>
    <dgm:pt modelId="{95CBCD0F-6E16-1344-9F14-F981E96C6989}">
      <dgm:prSet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</a:rPr>
            <a:t>a program in execution</a:t>
          </a:r>
        </a:p>
      </dgm:t>
    </dgm:pt>
    <dgm:pt modelId="{EF05AB83-83E2-184A-B52C-5034A4B5B55A}" type="parTrans" cxnId="{63BB4037-112A-6840-A694-03E1BACE8C3E}">
      <dgm:prSet/>
      <dgm:spPr/>
      <dgm:t>
        <a:bodyPr/>
        <a:lstStyle/>
        <a:p>
          <a:endParaRPr lang="en-US"/>
        </a:p>
      </dgm:t>
    </dgm:pt>
    <dgm:pt modelId="{BFF519C2-BCDD-724D-BEC6-BF3130017AB8}" type="sibTrans" cxnId="{63BB4037-112A-6840-A694-03E1BACE8C3E}">
      <dgm:prSet/>
      <dgm:spPr/>
      <dgm:t>
        <a:bodyPr/>
        <a:lstStyle/>
        <a:p>
          <a:endParaRPr lang="en-US"/>
        </a:p>
      </dgm:t>
    </dgm:pt>
    <dgm:pt modelId="{4CA4B62F-7C46-3B41-A492-185F51A757D3}">
      <dgm:prSet custT="1"/>
      <dgm:spPr>
        <a:solidFill>
          <a:schemeClr val="accent6"/>
        </a:solidFill>
      </dgm:spPr>
      <dgm:t>
        <a:bodyPr/>
        <a:lstStyle/>
        <a:p>
          <a:r>
            <a:rPr lang="en-US" sz="1800" dirty="0">
              <a:solidFill>
                <a:schemeClr val="bg1"/>
              </a:solidFill>
            </a:rPr>
            <a:t>an instance of a running program</a:t>
          </a:r>
        </a:p>
      </dgm:t>
    </dgm:pt>
    <dgm:pt modelId="{143A724B-3349-C447-AB09-A6D7BE18F189}" type="parTrans" cxnId="{6B4DBA37-4F7C-804F-933F-319552022C65}">
      <dgm:prSet/>
      <dgm:spPr/>
      <dgm:t>
        <a:bodyPr/>
        <a:lstStyle/>
        <a:p>
          <a:endParaRPr lang="en-US"/>
        </a:p>
      </dgm:t>
    </dgm:pt>
    <dgm:pt modelId="{AFD4CA3E-8735-644F-9FF2-F62A60485800}" type="sibTrans" cxnId="{6B4DBA37-4F7C-804F-933F-319552022C65}">
      <dgm:prSet/>
      <dgm:spPr/>
      <dgm:t>
        <a:bodyPr/>
        <a:lstStyle/>
        <a:p>
          <a:endParaRPr lang="en-US"/>
        </a:p>
      </dgm:t>
    </dgm:pt>
    <dgm:pt modelId="{E4785D30-E0FF-1843-A381-4F0D089C2F6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800" dirty="0">
              <a:solidFill>
                <a:schemeClr val="bg1"/>
              </a:solidFill>
            </a:rPr>
            <a:t>the entity that can be assigned to, and executed on, a processor</a:t>
          </a:r>
        </a:p>
      </dgm:t>
    </dgm:pt>
    <dgm:pt modelId="{B8046299-320D-A946-ACB6-3DB16AF4F31C}" type="parTrans" cxnId="{908EF44B-F8E8-1C41-96CA-7B1DB06D29DB}">
      <dgm:prSet/>
      <dgm:spPr/>
      <dgm:t>
        <a:bodyPr/>
        <a:lstStyle/>
        <a:p>
          <a:endParaRPr lang="en-US"/>
        </a:p>
      </dgm:t>
    </dgm:pt>
    <dgm:pt modelId="{9BBD65EA-C84E-3342-BFEF-54D109D2AF54}" type="sibTrans" cxnId="{908EF44B-F8E8-1C41-96CA-7B1DB06D29DB}">
      <dgm:prSet/>
      <dgm:spPr/>
      <dgm:t>
        <a:bodyPr/>
        <a:lstStyle/>
        <a:p>
          <a:endParaRPr lang="en-US"/>
        </a:p>
      </dgm:t>
    </dgm:pt>
    <dgm:pt modelId="{5C59D184-E519-A141-B217-726CFCF69A53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NZ" sz="1800" dirty="0">
              <a:solidFill>
                <a:schemeClr val="bg1"/>
              </a:solidFill>
            </a:rPr>
            <a:t>a unit of activity characterized by a single sequential thread of execution, a current state, and an associated set of system resources</a:t>
          </a:r>
          <a:endParaRPr lang="en-US" sz="1800" dirty="0">
            <a:solidFill>
              <a:schemeClr val="bg1"/>
            </a:solidFill>
          </a:endParaRPr>
        </a:p>
      </dgm:t>
    </dgm:pt>
    <dgm:pt modelId="{DA118F64-06A3-2E42-A162-CBF13C8F721F}" type="parTrans" cxnId="{DAD2B452-4B92-D946-BF47-B8B744F79DB3}">
      <dgm:prSet/>
      <dgm:spPr/>
      <dgm:t>
        <a:bodyPr/>
        <a:lstStyle/>
        <a:p>
          <a:endParaRPr lang="en-US"/>
        </a:p>
      </dgm:t>
    </dgm:pt>
    <dgm:pt modelId="{BA26C5EB-C056-0148-87C5-8714C3E0BABC}" type="sibTrans" cxnId="{DAD2B452-4B92-D946-BF47-B8B744F79DB3}">
      <dgm:prSet/>
      <dgm:spPr/>
      <dgm:t>
        <a:bodyPr/>
        <a:lstStyle/>
        <a:p>
          <a:endParaRPr lang="en-US"/>
        </a:p>
      </dgm:t>
    </dgm:pt>
    <dgm:pt modelId="{AA498229-2F44-AB4B-B8FF-9E8F57E7E1DB}" type="pres">
      <dgm:prSet presAssocID="{60CD640B-1ED1-E545-8C95-FC3B3A514613}" presName="theList" presStyleCnt="0">
        <dgm:presLayoutVars>
          <dgm:dir/>
          <dgm:animLvl val="lvl"/>
          <dgm:resizeHandles val="exact"/>
        </dgm:presLayoutVars>
      </dgm:prSet>
      <dgm:spPr/>
    </dgm:pt>
    <dgm:pt modelId="{3C5569B6-FD0B-C64E-ABFD-09FBCA665F0A}" type="pres">
      <dgm:prSet presAssocID="{9C62BB11-5FF5-7445-973A-9CD6D2EC382F}" presName="compNode" presStyleCnt="0"/>
      <dgm:spPr/>
    </dgm:pt>
    <dgm:pt modelId="{0CB26FD4-9907-2748-832C-F91F21C962A7}" type="pres">
      <dgm:prSet presAssocID="{9C62BB11-5FF5-7445-973A-9CD6D2EC382F}" presName="aNode" presStyleLbl="bgShp" presStyleIdx="0" presStyleCnt="1"/>
      <dgm:spPr/>
    </dgm:pt>
    <dgm:pt modelId="{723B4B6B-62E8-DD4A-8861-DC96C6708683}" type="pres">
      <dgm:prSet presAssocID="{9C62BB11-5FF5-7445-973A-9CD6D2EC382F}" presName="textNode" presStyleLbl="bgShp" presStyleIdx="0" presStyleCnt="1"/>
      <dgm:spPr/>
    </dgm:pt>
    <dgm:pt modelId="{CFB91E46-5524-5243-9298-3630DCA76CF4}" type="pres">
      <dgm:prSet presAssocID="{9C62BB11-5FF5-7445-973A-9CD6D2EC382F}" presName="compChildNode" presStyleCnt="0"/>
      <dgm:spPr/>
    </dgm:pt>
    <dgm:pt modelId="{5D51FDE5-4109-FF46-A900-15DEE9CCE2FF}" type="pres">
      <dgm:prSet presAssocID="{9C62BB11-5FF5-7445-973A-9CD6D2EC382F}" presName="theInnerList" presStyleCnt="0"/>
      <dgm:spPr/>
    </dgm:pt>
    <dgm:pt modelId="{9F6B7AC7-BCB3-4244-B25A-23CDDD94424B}" type="pres">
      <dgm:prSet presAssocID="{95CBCD0F-6E16-1344-9F14-F981E96C6989}" presName="childNode" presStyleLbl="node1" presStyleIdx="0" presStyleCnt="4" custScaleX="102373" custScaleY="174300" custLinFactNeighborX="0" custLinFactNeighborY="-42530">
        <dgm:presLayoutVars>
          <dgm:bulletEnabled val="1"/>
        </dgm:presLayoutVars>
      </dgm:prSet>
      <dgm:spPr/>
    </dgm:pt>
    <dgm:pt modelId="{33827AAA-650F-0443-AF63-677E041DFFDE}" type="pres">
      <dgm:prSet presAssocID="{95CBCD0F-6E16-1344-9F14-F981E96C6989}" presName="aSpace2" presStyleCnt="0"/>
      <dgm:spPr/>
    </dgm:pt>
    <dgm:pt modelId="{F3F77B7A-035D-B349-9DB8-48C9B0CD4D14}" type="pres">
      <dgm:prSet presAssocID="{4CA4B62F-7C46-3B41-A492-185F51A757D3}" presName="childNode" presStyleLbl="node1" presStyleIdx="1" presStyleCnt="4" custScaleX="104900" custScaleY="202192" custLinFactY="-23462" custLinFactNeighborX="0" custLinFactNeighborY="-100000">
        <dgm:presLayoutVars>
          <dgm:bulletEnabled val="1"/>
        </dgm:presLayoutVars>
      </dgm:prSet>
      <dgm:spPr/>
    </dgm:pt>
    <dgm:pt modelId="{95524E04-5C95-6D4A-A6D7-ED6AADF51D29}" type="pres">
      <dgm:prSet presAssocID="{4CA4B62F-7C46-3B41-A492-185F51A757D3}" presName="aSpace2" presStyleCnt="0"/>
      <dgm:spPr/>
    </dgm:pt>
    <dgm:pt modelId="{3F65BAAA-18B9-4047-82A7-7018E03752A1}" type="pres">
      <dgm:prSet presAssocID="{E4785D30-E0FF-1843-A381-4F0D089C2F66}" presName="childNode" presStyleLbl="node1" presStyleIdx="2" presStyleCnt="4" custScaleX="115011" custScaleY="240947" custLinFactY="-42566" custLinFactNeighborX="0" custLinFactNeighborY="-100000">
        <dgm:presLayoutVars>
          <dgm:bulletEnabled val="1"/>
        </dgm:presLayoutVars>
      </dgm:prSet>
      <dgm:spPr/>
    </dgm:pt>
    <dgm:pt modelId="{F01004BC-7CAF-1148-9C7F-8A4B94046671}" type="pres">
      <dgm:prSet presAssocID="{E4785D30-E0FF-1843-A381-4F0D089C2F66}" presName="aSpace2" presStyleCnt="0"/>
      <dgm:spPr/>
    </dgm:pt>
    <dgm:pt modelId="{A82AB75B-5168-3348-B180-A3053A31EAEA}" type="pres">
      <dgm:prSet presAssocID="{5C59D184-E519-A141-B217-726CFCF69A53}" presName="childNode" presStyleLbl="node1" presStyleIdx="3" presStyleCnt="4" custScaleX="125122" custScaleY="236131" custLinFactY="-56703" custLinFactNeighborX="0" custLinFactNeighborY="-100000">
        <dgm:presLayoutVars>
          <dgm:bulletEnabled val="1"/>
        </dgm:presLayoutVars>
      </dgm:prSet>
      <dgm:spPr/>
    </dgm:pt>
  </dgm:ptLst>
  <dgm:cxnLst>
    <dgm:cxn modelId="{973F1000-596F-7D48-BCC8-6D9046AB6034}" type="presOf" srcId="{5C59D184-E519-A141-B217-726CFCF69A53}" destId="{A82AB75B-5168-3348-B180-A3053A31EAEA}" srcOrd="0" destOrd="0" presId="urn:microsoft.com/office/officeart/2005/8/layout/lProcess2"/>
    <dgm:cxn modelId="{3263340F-8F88-3349-84AD-9CF7260031B4}" type="presOf" srcId="{9C62BB11-5FF5-7445-973A-9CD6D2EC382F}" destId="{0CB26FD4-9907-2748-832C-F91F21C962A7}" srcOrd="0" destOrd="0" presId="urn:microsoft.com/office/officeart/2005/8/layout/lProcess2"/>
    <dgm:cxn modelId="{735A3F12-10EE-ED47-8541-0F9849EEB686}" type="presOf" srcId="{9C62BB11-5FF5-7445-973A-9CD6D2EC382F}" destId="{723B4B6B-62E8-DD4A-8861-DC96C6708683}" srcOrd="1" destOrd="0" presId="urn:microsoft.com/office/officeart/2005/8/layout/lProcess2"/>
    <dgm:cxn modelId="{D466C52E-900F-EA41-BFDD-0839C8F58BC7}" srcId="{60CD640B-1ED1-E545-8C95-FC3B3A514613}" destId="{9C62BB11-5FF5-7445-973A-9CD6D2EC382F}" srcOrd="0" destOrd="0" parTransId="{56F10605-F79F-3041-939F-8CE6A5D80164}" sibTransId="{FAB5343E-48E2-874A-BC00-971D7E2412A5}"/>
    <dgm:cxn modelId="{63BB4037-112A-6840-A694-03E1BACE8C3E}" srcId="{9C62BB11-5FF5-7445-973A-9CD6D2EC382F}" destId="{95CBCD0F-6E16-1344-9F14-F981E96C6989}" srcOrd="0" destOrd="0" parTransId="{EF05AB83-83E2-184A-B52C-5034A4B5B55A}" sibTransId="{BFF519C2-BCDD-724D-BEC6-BF3130017AB8}"/>
    <dgm:cxn modelId="{6B4DBA37-4F7C-804F-933F-319552022C65}" srcId="{9C62BB11-5FF5-7445-973A-9CD6D2EC382F}" destId="{4CA4B62F-7C46-3B41-A492-185F51A757D3}" srcOrd="1" destOrd="0" parTransId="{143A724B-3349-C447-AB09-A6D7BE18F189}" sibTransId="{AFD4CA3E-8735-644F-9FF2-F62A60485800}"/>
    <dgm:cxn modelId="{E400583B-458F-5640-A0A0-36815301231A}" type="presOf" srcId="{4CA4B62F-7C46-3B41-A492-185F51A757D3}" destId="{F3F77B7A-035D-B349-9DB8-48C9B0CD4D14}" srcOrd="0" destOrd="0" presId="urn:microsoft.com/office/officeart/2005/8/layout/lProcess2"/>
    <dgm:cxn modelId="{CE84A345-0D29-754A-A01E-D3846FFE3C3F}" type="presOf" srcId="{95CBCD0F-6E16-1344-9F14-F981E96C6989}" destId="{9F6B7AC7-BCB3-4244-B25A-23CDDD94424B}" srcOrd="0" destOrd="0" presId="urn:microsoft.com/office/officeart/2005/8/layout/lProcess2"/>
    <dgm:cxn modelId="{908EF44B-F8E8-1C41-96CA-7B1DB06D29DB}" srcId="{9C62BB11-5FF5-7445-973A-9CD6D2EC382F}" destId="{E4785D30-E0FF-1843-A381-4F0D089C2F66}" srcOrd="2" destOrd="0" parTransId="{B8046299-320D-A946-ACB6-3DB16AF4F31C}" sibTransId="{9BBD65EA-C84E-3342-BFEF-54D109D2AF54}"/>
    <dgm:cxn modelId="{DAD2B452-4B92-D946-BF47-B8B744F79DB3}" srcId="{9C62BB11-5FF5-7445-973A-9CD6D2EC382F}" destId="{5C59D184-E519-A141-B217-726CFCF69A53}" srcOrd="3" destOrd="0" parTransId="{DA118F64-06A3-2E42-A162-CBF13C8F721F}" sibTransId="{BA26C5EB-C056-0148-87C5-8714C3E0BABC}"/>
    <dgm:cxn modelId="{D3D8EB54-146F-4347-9349-161A6B341FEA}" type="presOf" srcId="{60CD640B-1ED1-E545-8C95-FC3B3A514613}" destId="{AA498229-2F44-AB4B-B8FF-9E8F57E7E1DB}" srcOrd="0" destOrd="0" presId="urn:microsoft.com/office/officeart/2005/8/layout/lProcess2"/>
    <dgm:cxn modelId="{8D924FA3-5920-B643-B1CB-2120551B63A5}" type="presOf" srcId="{E4785D30-E0FF-1843-A381-4F0D089C2F66}" destId="{3F65BAAA-18B9-4047-82A7-7018E03752A1}" srcOrd="0" destOrd="0" presId="urn:microsoft.com/office/officeart/2005/8/layout/lProcess2"/>
    <dgm:cxn modelId="{70895E5F-7FFC-8E4C-8D54-A758AE61183F}" type="presParOf" srcId="{AA498229-2F44-AB4B-B8FF-9E8F57E7E1DB}" destId="{3C5569B6-FD0B-C64E-ABFD-09FBCA665F0A}" srcOrd="0" destOrd="0" presId="urn:microsoft.com/office/officeart/2005/8/layout/lProcess2"/>
    <dgm:cxn modelId="{E27D7651-7228-EA4A-9D51-FD9A42A931AA}" type="presParOf" srcId="{3C5569B6-FD0B-C64E-ABFD-09FBCA665F0A}" destId="{0CB26FD4-9907-2748-832C-F91F21C962A7}" srcOrd="0" destOrd="0" presId="urn:microsoft.com/office/officeart/2005/8/layout/lProcess2"/>
    <dgm:cxn modelId="{2DC6FD2B-760E-9E41-A078-53378CEBADA7}" type="presParOf" srcId="{3C5569B6-FD0B-C64E-ABFD-09FBCA665F0A}" destId="{723B4B6B-62E8-DD4A-8861-DC96C6708683}" srcOrd="1" destOrd="0" presId="urn:microsoft.com/office/officeart/2005/8/layout/lProcess2"/>
    <dgm:cxn modelId="{7F8009B7-C665-7340-9DEA-F237A411ADA0}" type="presParOf" srcId="{3C5569B6-FD0B-C64E-ABFD-09FBCA665F0A}" destId="{CFB91E46-5524-5243-9298-3630DCA76CF4}" srcOrd="2" destOrd="0" presId="urn:microsoft.com/office/officeart/2005/8/layout/lProcess2"/>
    <dgm:cxn modelId="{FE0DC388-AD7F-B341-8B57-7A4165E68326}" type="presParOf" srcId="{CFB91E46-5524-5243-9298-3630DCA76CF4}" destId="{5D51FDE5-4109-FF46-A900-15DEE9CCE2FF}" srcOrd="0" destOrd="0" presId="urn:microsoft.com/office/officeart/2005/8/layout/lProcess2"/>
    <dgm:cxn modelId="{B2000F17-B41A-7849-88E8-2CA0DA5F9314}" type="presParOf" srcId="{5D51FDE5-4109-FF46-A900-15DEE9CCE2FF}" destId="{9F6B7AC7-BCB3-4244-B25A-23CDDD94424B}" srcOrd="0" destOrd="0" presId="urn:microsoft.com/office/officeart/2005/8/layout/lProcess2"/>
    <dgm:cxn modelId="{88584D81-BA7E-9F42-B722-6A08D7BB4F02}" type="presParOf" srcId="{5D51FDE5-4109-FF46-A900-15DEE9CCE2FF}" destId="{33827AAA-650F-0443-AF63-677E041DFFDE}" srcOrd="1" destOrd="0" presId="urn:microsoft.com/office/officeart/2005/8/layout/lProcess2"/>
    <dgm:cxn modelId="{E165D6F4-6BA2-444F-AA91-85669C34975E}" type="presParOf" srcId="{5D51FDE5-4109-FF46-A900-15DEE9CCE2FF}" destId="{F3F77B7A-035D-B349-9DB8-48C9B0CD4D14}" srcOrd="2" destOrd="0" presId="urn:microsoft.com/office/officeart/2005/8/layout/lProcess2"/>
    <dgm:cxn modelId="{7C8AB816-6304-B647-98F2-7EF8E95511B7}" type="presParOf" srcId="{5D51FDE5-4109-FF46-A900-15DEE9CCE2FF}" destId="{95524E04-5C95-6D4A-A6D7-ED6AADF51D29}" srcOrd="3" destOrd="0" presId="urn:microsoft.com/office/officeart/2005/8/layout/lProcess2"/>
    <dgm:cxn modelId="{98A3E909-9371-794C-BEB7-165FA28A268A}" type="presParOf" srcId="{5D51FDE5-4109-FF46-A900-15DEE9CCE2FF}" destId="{3F65BAAA-18B9-4047-82A7-7018E03752A1}" srcOrd="4" destOrd="0" presId="urn:microsoft.com/office/officeart/2005/8/layout/lProcess2"/>
    <dgm:cxn modelId="{CECC3173-AD32-A543-9D3A-4D50CF5547DD}" type="presParOf" srcId="{5D51FDE5-4109-FF46-A900-15DEE9CCE2FF}" destId="{F01004BC-7CAF-1148-9C7F-8A4B94046671}" srcOrd="5" destOrd="0" presId="urn:microsoft.com/office/officeart/2005/8/layout/lProcess2"/>
    <dgm:cxn modelId="{9A38A8EB-542F-9B4A-BDA3-893DB7A7386C}" type="presParOf" srcId="{5D51FDE5-4109-FF46-A900-15DEE9CCE2FF}" destId="{A82AB75B-5168-3348-B180-A3053A31EAEA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DB64831-39A6-FB4C-A523-F5E3B9751DA1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0C1A0A-C26D-D14F-8596-B5F3B36BD3BF}">
      <dgm:prSet phldrT="[Text]" custT="1"/>
      <dgm:spPr/>
      <dgm:t>
        <a:bodyPr/>
        <a:lstStyle/>
        <a:p>
          <a:r>
            <a:rPr lang="en-US" sz="1800" dirty="0"/>
            <a:t>multiprogramming batch operation</a:t>
          </a:r>
        </a:p>
      </dgm:t>
    </dgm:pt>
    <dgm:pt modelId="{6ED5D5D4-7F03-9B46-A760-DEDD371E9C38}" type="parTrans" cxnId="{072DC3B1-9105-E642-B250-A05A84572AE6}">
      <dgm:prSet/>
      <dgm:spPr/>
      <dgm:t>
        <a:bodyPr/>
        <a:lstStyle/>
        <a:p>
          <a:endParaRPr lang="en-US"/>
        </a:p>
      </dgm:t>
    </dgm:pt>
    <dgm:pt modelId="{819FE901-AE43-8E44-B500-DE7D1B5A3CEE}" type="sibTrans" cxnId="{072DC3B1-9105-E642-B250-A05A84572AE6}">
      <dgm:prSet/>
      <dgm:spPr/>
      <dgm:t>
        <a:bodyPr/>
        <a:lstStyle/>
        <a:p>
          <a:endParaRPr lang="en-US"/>
        </a:p>
      </dgm:t>
    </dgm:pt>
    <dgm:pt modelId="{A861B948-FADD-F049-9021-E112D39A70C3}">
      <dgm:prSet custT="1"/>
      <dgm:spPr/>
      <dgm:t>
        <a:bodyPr/>
        <a:lstStyle/>
        <a:p>
          <a:r>
            <a:rPr lang="en-US" sz="1800" dirty="0"/>
            <a:t>processor is switched among the various programs residing in main memory</a:t>
          </a:r>
        </a:p>
      </dgm:t>
    </dgm:pt>
    <dgm:pt modelId="{E7FEEB4C-00D7-0F4D-BCE9-F0D511CB898E}" type="parTrans" cxnId="{01C21743-68F0-1440-A634-FA44F3E31905}">
      <dgm:prSet/>
      <dgm:spPr/>
      <dgm:t>
        <a:bodyPr/>
        <a:lstStyle/>
        <a:p>
          <a:endParaRPr lang="en-US"/>
        </a:p>
      </dgm:t>
    </dgm:pt>
    <dgm:pt modelId="{7072DCA2-6C0C-004D-BFFC-C79F9E83A169}" type="sibTrans" cxnId="{01C21743-68F0-1440-A634-FA44F3E31905}">
      <dgm:prSet/>
      <dgm:spPr/>
      <dgm:t>
        <a:bodyPr/>
        <a:lstStyle/>
        <a:p>
          <a:endParaRPr lang="en-US"/>
        </a:p>
      </dgm:t>
    </dgm:pt>
    <dgm:pt modelId="{7AC27B81-B188-3E47-8705-81041E0FC3E0}">
      <dgm:prSet custT="1"/>
      <dgm:spPr/>
      <dgm:t>
        <a:bodyPr/>
        <a:lstStyle/>
        <a:p>
          <a:r>
            <a:rPr lang="en-US" sz="1800" dirty="0"/>
            <a:t>time sharing</a:t>
          </a:r>
        </a:p>
      </dgm:t>
    </dgm:pt>
    <dgm:pt modelId="{D7EF37F5-3D53-4E40-904A-9F17B7D02362}" type="parTrans" cxnId="{D7C025BF-80F4-A946-B860-1EC135D1BC8B}">
      <dgm:prSet/>
      <dgm:spPr/>
      <dgm:t>
        <a:bodyPr/>
        <a:lstStyle/>
        <a:p>
          <a:endParaRPr lang="en-US"/>
        </a:p>
      </dgm:t>
    </dgm:pt>
    <dgm:pt modelId="{603AAE72-C019-334E-8F2E-205C975EB218}" type="sibTrans" cxnId="{D7C025BF-80F4-A946-B860-1EC135D1BC8B}">
      <dgm:prSet/>
      <dgm:spPr/>
      <dgm:t>
        <a:bodyPr/>
        <a:lstStyle/>
        <a:p>
          <a:endParaRPr lang="en-US"/>
        </a:p>
      </dgm:t>
    </dgm:pt>
    <dgm:pt modelId="{691904B2-8C8C-9E48-8963-C4E4A346B2D7}">
      <dgm:prSet custT="1"/>
      <dgm:spPr/>
      <dgm:t>
        <a:bodyPr/>
        <a:lstStyle/>
        <a:p>
          <a:r>
            <a:rPr lang="en-US" sz="1800" dirty="0"/>
            <a:t>be responsive to the individual user but be able to support many users simultaneously</a:t>
          </a:r>
        </a:p>
      </dgm:t>
    </dgm:pt>
    <dgm:pt modelId="{0968DDFD-1996-BC44-983C-E4BA4151C7EF}" type="parTrans" cxnId="{64087701-C20D-1441-996A-CB5B2B3C3FDD}">
      <dgm:prSet/>
      <dgm:spPr/>
      <dgm:t>
        <a:bodyPr/>
        <a:lstStyle/>
        <a:p>
          <a:endParaRPr lang="en-US"/>
        </a:p>
      </dgm:t>
    </dgm:pt>
    <dgm:pt modelId="{46105771-6ADF-D947-BEF5-92A1F7734EB5}" type="sibTrans" cxnId="{64087701-C20D-1441-996A-CB5B2B3C3FDD}">
      <dgm:prSet/>
      <dgm:spPr/>
      <dgm:t>
        <a:bodyPr/>
        <a:lstStyle/>
        <a:p>
          <a:endParaRPr lang="en-US"/>
        </a:p>
      </dgm:t>
    </dgm:pt>
    <dgm:pt modelId="{D902A58C-EFD2-8042-8EDA-A0048E155FFA}">
      <dgm:prSet custT="1"/>
      <dgm:spPr/>
      <dgm:t>
        <a:bodyPr/>
        <a:lstStyle/>
        <a:p>
          <a:r>
            <a:rPr lang="en-US" sz="1800" dirty="0"/>
            <a:t>real-time transaction systems</a:t>
          </a:r>
        </a:p>
      </dgm:t>
    </dgm:pt>
    <dgm:pt modelId="{A31C1E0D-0762-3448-9F73-7DF2B4D47AAE}" type="parTrans" cxnId="{062E594F-6ED6-9242-BDA7-263C3BDD4C74}">
      <dgm:prSet/>
      <dgm:spPr/>
      <dgm:t>
        <a:bodyPr/>
        <a:lstStyle/>
        <a:p>
          <a:endParaRPr lang="en-US"/>
        </a:p>
      </dgm:t>
    </dgm:pt>
    <dgm:pt modelId="{E9AF713B-294C-1747-ACFB-8F1C11F212D5}" type="sibTrans" cxnId="{062E594F-6ED6-9242-BDA7-263C3BDD4C74}">
      <dgm:prSet/>
      <dgm:spPr/>
      <dgm:t>
        <a:bodyPr/>
        <a:lstStyle/>
        <a:p>
          <a:endParaRPr lang="en-US"/>
        </a:p>
      </dgm:t>
    </dgm:pt>
    <dgm:pt modelId="{C68CCDAE-7D91-4B48-BF77-F04382F40DB1}">
      <dgm:prSet custT="1"/>
      <dgm:spPr/>
      <dgm:t>
        <a:bodyPr/>
        <a:lstStyle/>
        <a:p>
          <a:r>
            <a:rPr lang="en-US" sz="1800" dirty="0"/>
            <a:t>a number of users are entering queries or updates against a database</a:t>
          </a:r>
        </a:p>
      </dgm:t>
    </dgm:pt>
    <dgm:pt modelId="{7C0169C0-7C2E-A548-B1C3-E39E55953B65}" type="parTrans" cxnId="{A390C873-0E3A-A74D-97D1-E2B97818038F}">
      <dgm:prSet/>
      <dgm:spPr/>
      <dgm:t>
        <a:bodyPr/>
        <a:lstStyle/>
        <a:p>
          <a:endParaRPr lang="en-US"/>
        </a:p>
      </dgm:t>
    </dgm:pt>
    <dgm:pt modelId="{159750F5-3324-A442-BB0E-FC4EF4D6206A}" type="sibTrans" cxnId="{A390C873-0E3A-A74D-97D1-E2B97818038F}">
      <dgm:prSet/>
      <dgm:spPr/>
      <dgm:t>
        <a:bodyPr/>
        <a:lstStyle/>
        <a:p>
          <a:endParaRPr lang="en-US"/>
        </a:p>
      </dgm:t>
    </dgm:pt>
    <dgm:pt modelId="{1A010248-F548-F346-8ADB-96035AED7299}" type="pres">
      <dgm:prSet presAssocID="{1DB64831-39A6-FB4C-A523-F5E3B9751DA1}" presName="linear" presStyleCnt="0">
        <dgm:presLayoutVars>
          <dgm:dir/>
          <dgm:animLvl val="lvl"/>
          <dgm:resizeHandles val="exact"/>
        </dgm:presLayoutVars>
      </dgm:prSet>
      <dgm:spPr/>
    </dgm:pt>
    <dgm:pt modelId="{4E3FA4B1-4A63-544B-981A-B6E7C0776C04}" type="pres">
      <dgm:prSet presAssocID="{090C1A0A-C26D-D14F-8596-B5F3B36BD3BF}" presName="parentLin" presStyleCnt="0"/>
      <dgm:spPr/>
    </dgm:pt>
    <dgm:pt modelId="{65288267-EAE4-DE4C-96DB-BAF08CE94DC5}" type="pres">
      <dgm:prSet presAssocID="{090C1A0A-C26D-D14F-8596-B5F3B36BD3BF}" presName="parentLeftMargin" presStyleLbl="node1" presStyleIdx="0" presStyleCnt="3"/>
      <dgm:spPr/>
    </dgm:pt>
    <dgm:pt modelId="{82E57853-70E3-7A46-AADA-BF7731AC4DC4}" type="pres">
      <dgm:prSet presAssocID="{090C1A0A-C26D-D14F-8596-B5F3B36BD3B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B2F4767-EA6E-BB40-808A-A791F3816C7B}" type="pres">
      <dgm:prSet presAssocID="{090C1A0A-C26D-D14F-8596-B5F3B36BD3BF}" presName="negativeSpace" presStyleCnt="0"/>
      <dgm:spPr/>
    </dgm:pt>
    <dgm:pt modelId="{064606FB-5D20-144B-B501-E8786E822E20}" type="pres">
      <dgm:prSet presAssocID="{090C1A0A-C26D-D14F-8596-B5F3B36BD3BF}" presName="childText" presStyleLbl="conFgAcc1" presStyleIdx="0" presStyleCnt="3">
        <dgm:presLayoutVars>
          <dgm:bulletEnabled val="1"/>
        </dgm:presLayoutVars>
      </dgm:prSet>
      <dgm:spPr/>
    </dgm:pt>
    <dgm:pt modelId="{A5334CB6-D903-FB4A-8F24-0045DA1D327F}" type="pres">
      <dgm:prSet presAssocID="{819FE901-AE43-8E44-B500-DE7D1B5A3CEE}" presName="spaceBetweenRectangles" presStyleCnt="0"/>
      <dgm:spPr/>
    </dgm:pt>
    <dgm:pt modelId="{3D0F6A07-01CB-604B-B50A-3736C0A4B19A}" type="pres">
      <dgm:prSet presAssocID="{7AC27B81-B188-3E47-8705-81041E0FC3E0}" presName="parentLin" presStyleCnt="0"/>
      <dgm:spPr/>
    </dgm:pt>
    <dgm:pt modelId="{5109884A-4A31-4945-AEDA-EC985EBE0282}" type="pres">
      <dgm:prSet presAssocID="{7AC27B81-B188-3E47-8705-81041E0FC3E0}" presName="parentLeftMargin" presStyleLbl="node1" presStyleIdx="0" presStyleCnt="3"/>
      <dgm:spPr/>
    </dgm:pt>
    <dgm:pt modelId="{AEF5B4F8-0BEB-CA45-966A-7A4B1541DFC8}" type="pres">
      <dgm:prSet presAssocID="{7AC27B81-B188-3E47-8705-81041E0FC3E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B2E5195-093C-5E4B-8C66-883EB1F6BE9A}" type="pres">
      <dgm:prSet presAssocID="{7AC27B81-B188-3E47-8705-81041E0FC3E0}" presName="negativeSpace" presStyleCnt="0"/>
      <dgm:spPr/>
    </dgm:pt>
    <dgm:pt modelId="{B1F670F3-D264-4046-87DC-A6F828D90574}" type="pres">
      <dgm:prSet presAssocID="{7AC27B81-B188-3E47-8705-81041E0FC3E0}" presName="childText" presStyleLbl="conFgAcc1" presStyleIdx="1" presStyleCnt="3">
        <dgm:presLayoutVars>
          <dgm:bulletEnabled val="1"/>
        </dgm:presLayoutVars>
      </dgm:prSet>
      <dgm:spPr/>
    </dgm:pt>
    <dgm:pt modelId="{6DF703D6-98F2-5249-A8A7-FB271A0E1613}" type="pres">
      <dgm:prSet presAssocID="{603AAE72-C019-334E-8F2E-205C975EB218}" presName="spaceBetweenRectangles" presStyleCnt="0"/>
      <dgm:spPr/>
    </dgm:pt>
    <dgm:pt modelId="{7170CCDA-66F4-F34B-8E49-862D3080B636}" type="pres">
      <dgm:prSet presAssocID="{D902A58C-EFD2-8042-8EDA-A0048E155FFA}" presName="parentLin" presStyleCnt="0"/>
      <dgm:spPr/>
    </dgm:pt>
    <dgm:pt modelId="{67EDB3EC-627F-AF4E-ACA6-CEE3814DEF67}" type="pres">
      <dgm:prSet presAssocID="{D902A58C-EFD2-8042-8EDA-A0048E155FFA}" presName="parentLeftMargin" presStyleLbl="node1" presStyleIdx="1" presStyleCnt="3"/>
      <dgm:spPr/>
    </dgm:pt>
    <dgm:pt modelId="{BC73B10D-3B03-D548-9EEA-CA43DC155C9C}" type="pres">
      <dgm:prSet presAssocID="{D902A58C-EFD2-8042-8EDA-A0048E155FF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A7113B-D3E7-0D48-8FBA-2EDED0047D9A}" type="pres">
      <dgm:prSet presAssocID="{D902A58C-EFD2-8042-8EDA-A0048E155FFA}" presName="negativeSpace" presStyleCnt="0"/>
      <dgm:spPr/>
    </dgm:pt>
    <dgm:pt modelId="{01E9E69B-17E4-D64F-8AF9-CCFECEFBC5CA}" type="pres">
      <dgm:prSet presAssocID="{D902A58C-EFD2-8042-8EDA-A0048E155FF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4087701-C20D-1441-996A-CB5B2B3C3FDD}" srcId="{7AC27B81-B188-3E47-8705-81041E0FC3E0}" destId="{691904B2-8C8C-9E48-8963-C4E4A346B2D7}" srcOrd="0" destOrd="0" parTransId="{0968DDFD-1996-BC44-983C-E4BA4151C7EF}" sibTransId="{46105771-6ADF-D947-BEF5-92A1F7734EB5}"/>
    <dgm:cxn modelId="{ECE15F07-5191-C64D-919D-45BF59A686AE}" type="presOf" srcId="{C68CCDAE-7D91-4B48-BF77-F04382F40DB1}" destId="{01E9E69B-17E4-D64F-8AF9-CCFECEFBC5CA}" srcOrd="0" destOrd="0" presId="urn:microsoft.com/office/officeart/2005/8/layout/list1"/>
    <dgm:cxn modelId="{CC12E014-F591-2E42-961B-1BAF9B893160}" type="presOf" srcId="{090C1A0A-C26D-D14F-8596-B5F3B36BD3BF}" destId="{65288267-EAE4-DE4C-96DB-BAF08CE94DC5}" srcOrd="0" destOrd="0" presId="urn:microsoft.com/office/officeart/2005/8/layout/list1"/>
    <dgm:cxn modelId="{2B56842A-57F8-8240-93BE-BE623BC4FBF9}" type="presOf" srcId="{691904B2-8C8C-9E48-8963-C4E4A346B2D7}" destId="{B1F670F3-D264-4046-87DC-A6F828D90574}" srcOrd="0" destOrd="0" presId="urn:microsoft.com/office/officeart/2005/8/layout/list1"/>
    <dgm:cxn modelId="{F6E36B35-3192-3F4C-89C1-38C55DE20621}" type="presOf" srcId="{1DB64831-39A6-FB4C-A523-F5E3B9751DA1}" destId="{1A010248-F548-F346-8ADB-96035AED7299}" srcOrd="0" destOrd="0" presId="urn:microsoft.com/office/officeart/2005/8/layout/list1"/>
    <dgm:cxn modelId="{01C21743-68F0-1440-A634-FA44F3E31905}" srcId="{090C1A0A-C26D-D14F-8596-B5F3B36BD3BF}" destId="{A861B948-FADD-F049-9021-E112D39A70C3}" srcOrd="0" destOrd="0" parTransId="{E7FEEB4C-00D7-0F4D-BCE9-F0D511CB898E}" sibTransId="{7072DCA2-6C0C-004D-BFFC-C79F9E83A169}"/>
    <dgm:cxn modelId="{062E594F-6ED6-9242-BDA7-263C3BDD4C74}" srcId="{1DB64831-39A6-FB4C-A523-F5E3B9751DA1}" destId="{D902A58C-EFD2-8042-8EDA-A0048E155FFA}" srcOrd="2" destOrd="0" parTransId="{A31C1E0D-0762-3448-9F73-7DF2B4D47AAE}" sibTransId="{E9AF713B-294C-1747-ACFB-8F1C11F212D5}"/>
    <dgm:cxn modelId="{A390C873-0E3A-A74D-97D1-E2B97818038F}" srcId="{D902A58C-EFD2-8042-8EDA-A0048E155FFA}" destId="{C68CCDAE-7D91-4B48-BF77-F04382F40DB1}" srcOrd="0" destOrd="0" parTransId="{7C0169C0-7C2E-A548-B1C3-E39E55953B65}" sibTransId="{159750F5-3324-A442-BB0E-FC4EF4D6206A}"/>
    <dgm:cxn modelId="{EC2B6C82-A127-734A-AD9B-7AED2D5BFB02}" type="presOf" srcId="{7AC27B81-B188-3E47-8705-81041E0FC3E0}" destId="{5109884A-4A31-4945-AEDA-EC985EBE0282}" srcOrd="0" destOrd="0" presId="urn:microsoft.com/office/officeart/2005/8/layout/list1"/>
    <dgm:cxn modelId="{D33E718A-8591-6E4C-8A08-A30B0FFF8BCB}" type="presOf" srcId="{D902A58C-EFD2-8042-8EDA-A0048E155FFA}" destId="{67EDB3EC-627F-AF4E-ACA6-CEE3814DEF67}" srcOrd="0" destOrd="0" presId="urn:microsoft.com/office/officeart/2005/8/layout/list1"/>
    <dgm:cxn modelId="{2AFE8AA1-1916-5F48-ACFF-0FEC0EB8F6D6}" type="presOf" srcId="{090C1A0A-C26D-D14F-8596-B5F3B36BD3BF}" destId="{82E57853-70E3-7A46-AADA-BF7731AC4DC4}" srcOrd="1" destOrd="0" presId="urn:microsoft.com/office/officeart/2005/8/layout/list1"/>
    <dgm:cxn modelId="{072DC3B1-9105-E642-B250-A05A84572AE6}" srcId="{1DB64831-39A6-FB4C-A523-F5E3B9751DA1}" destId="{090C1A0A-C26D-D14F-8596-B5F3B36BD3BF}" srcOrd="0" destOrd="0" parTransId="{6ED5D5D4-7F03-9B46-A760-DEDD371E9C38}" sibTransId="{819FE901-AE43-8E44-B500-DE7D1B5A3CEE}"/>
    <dgm:cxn modelId="{D7C025BF-80F4-A946-B860-1EC135D1BC8B}" srcId="{1DB64831-39A6-FB4C-A523-F5E3B9751DA1}" destId="{7AC27B81-B188-3E47-8705-81041E0FC3E0}" srcOrd="1" destOrd="0" parTransId="{D7EF37F5-3D53-4E40-904A-9F17B7D02362}" sibTransId="{603AAE72-C019-334E-8F2E-205C975EB218}"/>
    <dgm:cxn modelId="{DC1B48CD-72BC-9549-8C4B-AA3897F4AB1C}" type="presOf" srcId="{A861B948-FADD-F049-9021-E112D39A70C3}" destId="{064606FB-5D20-144B-B501-E8786E822E20}" srcOrd="0" destOrd="0" presId="urn:microsoft.com/office/officeart/2005/8/layout/list1"/>
    <dgm:cxn modelId="{6B7AF6E9-C34C-A142-AD4C-4C0DACBE2A89}" type="presOf" srcId="{D902A58C-EFD2-8042-8EDA-A0048E155FFA}" destId="{BC73B10D-3B03-D548-9EEA-CA43DC155C9C}" srcOrd="1" destOrd="0" presId="urn:microsoft.com/office/officeart/2005/8/layout/list1"/>
    <dgm:cxn modelId="{56DE74EE-9D9E-4740-9366-8E07949D7403}" type="presOf" srcId="{7AC27B81-B188-3E47-8705-81041E0FC3E0}" destId="{AEF5B4F8-0BEB-CA45-966A-7A4B1541DFC8}" srcOrd="1" destOrd="0" presId="urn:microsoft.com/office/officeart/2005/8/layout/list1"/>
    <dgm:cxn modelId="{F92DD583-F850-1E4C-AF87-A78FD2E93DDB}" type="presParOf" srcId="{1A010248-F548-F346-8ADB-96035AED7299}" destId="{4E3FA4B1-4A63-544B-981A-B6E7C0776C04}" srcOrd="0" destOrd="0" presId="urn:microsoft.com/office/officeart/2005/8/layout/list1"/>
    <dgm:cxn modelId="{D1A9D8F4-EA9C-0E47-9551-6C47718324FE}" type="presParOf" srcId="{4E3FA4B1-4A63-544B-981A-B6E7C0776C04}" destId="{65288267-EAE4-DE4C-96DB-BAF08CE94DC5}" srcOrd="0" destOrd="0" presId="urn:microsoft.com/office/officeart/2005/8/layout/list1"/>
    <dgm:cxn modelId="{A543FBFA-4118-F942-B339-5A0E07692795}" type="presParOf" srcId="{4E3FA4B1-4A63-544B-981A-B6E7C0776C04}" destId="{82E57853-70E3-7A46-AADA-BF7731AC4DC4}" srcOrd="1" destOrd="0" presId="urn:microsoft.com/office/officeart/2005/8/layout/list1"/>
    <dgm:cxn modelId="{D533CB5F-FAF4-9749-98E8-F0A538F330E0}" type="presParOf" srcId="{1A010248-F548-F346-8ADB-96035AED7299}" destId="{EB2F4767-EA6E-BB40-808A-A791F3816C7B}" srcOrd="1" destOrd="0" presId="urn:microsoft.com/office/officeart/2005/8/layout/list1"/>
    <dgm:cxn modelId="{21205C1A-B61E-C049-9322-3207C838F740}" type="presParOf" srcId="{1A010248-F548-F346-8ADB-96035AED7299}" destId="{064606FB-5D20-144B-B501-E8786E822E20}" srcOrd="2" destOrd="0" presId="urn:microsoft.com/office/officeart/2005/8/layout/list1"/>
    <dgm:cxn modelId="{135E6390-51A3-2A43-91A8-0B9FF97EF391}" type="presParOf" srcId="{1A010248-F548-F346-8ADB-96035AED7299}" destId="{A5334CB6-D903-FB4A-8F24-0045DA1D327F}" srcOrd="3" destOrd="0" presId="urn:microsoft.com/office/officeart/2005/8/layout/list1"/>
    <dgm:cxn modelId="{EA5369AD-703D-3F46-B8AC-AB2F528C8580}" type="presParOf" srcId="{1A010248-F548-F346-8ADB-96035AED7299}" destId="{3D0F6A07-01CB-604B-B50A-3736C0A4B19A}" srcOrd="4" destOrd="0" presId="urn:microsoft.com/office/officeart/2005/8/layout/list1"/>
    <dgm:cxn modelId="{47F09664-C617-F64C-9DDD-667B5DCAD448}" type="presParOf" srcId="{3D0F6A07-01CB-604B-B50A-3736C0A4B19A}" destId="{5109884A-4A31-4945-AEDA-EC985EBE0282}" srcOrd="0" destOrd="0" presId="urn:microsoft.com/office/officeart/2005/8/layout/list1"/>
    <dgm:cxn modelId="{43E7D907-E676-2147-98C1-23347ECE62AF}" type="presParOf" srcId="{3D0F6A07-01CB-604B-B50A-3736C0A4B19A}" destId="{AEF5B4F8-0BEB-CA45-966A-7A4B1541DFC8}" srcOrd="1" destOrd="0" presId="urn:microsoft.com/office/officeart/2005/8/layout/list1"/>
    <dgm:cxn modelId="{4407763D-921E-A947-BBAF-D09DB60F701A}" type="presParOf" srcId="{1A010248-F548-F346-8ADB-96035AED7299}" destId="{9B2E5195-093C-5E4B-8C66-883EB1F6BE9A}" srcOrd="5" destOrd="0" presId="urn:microsoft.com/office/officeart/2005/8/layout/list1"/>
    <dgm:cxn modelId="{2C8061A0-CEE3-8D46-84DF-2E6E17A3BBAE}" type="presParOf" srcId="{1A010248-F548-F346-8ADB-96035AED7299}" destId="{B1F670F3-D264-4046-87DC-A6F828D90574}" srcOrd="6" destOrd="0" presId="urn:microsoft.com/office/officeart/2005/8/layout/list1"/>
    <dgm:cxn modelId="{4D031D3E-CE7C-1048-BF3A-6EFA2EA9A286}" type="presParOf" srcId="{1A010248-F548-F346-8ADB-96035AED7299}" destId="{6DF703D6-98F2-5249-A8A7-FB271A0E1613}" srcOrd="7" destOrd="0" presId="urn:microsoft.com/office/officeart/2005/8/layout/list1"/>
    <dgm:cxn modelId="{2F956D1E-619A-FE4A-B0DC-200951E054F5}" type="presParOf" srcId="{1A010248-F548-F346-8ADB-96035AED7299}" destId="{7170CCDA-66F4-F34B-8E49-862D3080B636}" srcOrd="8" destOrd="0" presId="urn:microsoft.com/office/officeart/2005/8/layout/list1"/>
    <dgm:cxn modelId="{3E3FE637-7791-DB4E-876F-49B29C130BEC}" type="presParOf" srcId="{7170CCDA-66F4-F34B-8E49-862D3080B636}" destId="{67EDB3EC-627F-AF4E-ACA6-CEE3814DEF67}" srcOrd="0" destOrd="0" presId="urn:microsoft.com/office/officeart/2005/8/layout/list1"/>
    <dgm:cxn modelId="{23D99B78-4769-6D40-966A-49953D522DB8}" type="presParOf" srcId="{7170CCDA-66F4-F34B-8E49-862D3080B636}" destId="{BC73B10D-3B03-D548-9EEA-CA43DC155C9C}" srcOrd="1" destOrd="0" presId="urn:microsoft.com/office/officeart/2005/8/layout/list1"/>
    <dgm:cxn modelId="{E034A7A8-1A62-E540-A29F-6597A72F4F40}" type="presParOf" srcId="{1A010248-F548-F346-8ADB-96035AED7299}" destId="{50A7113B-D3E7-0D48-8FBA-2EDED0047D9A}" srcOrd="9" destOrd="0" presId="urn:microsoft.com/office/officeart/2005/8/layout/list1"/>
    <dgm:cxn modelId="{E9FEE77E-7166-DA43-841E-A12F962A3EA0}" type="presParOf" srcId="{1A010248-F548-F346-8ADB-96035AED7299}" destId="{01E9E69B-17E4-D64F-8AF9-CCFECEFBC5C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16AAC78-97B9-3543-8F53-ED95E1C7D771}" type="doc">
      <dgm:prSet loTypeId="urn:microsoft.com/office/officeart/2005/8/layout/hierarchy4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B34386-F0AB-CD46-84EA-8D89FCFC39BD}">
      <dgm:prSet phldrT="[Text]"/>
      <dgm:spPr/>
      <dgm:t>
        <a:bodyPr/>
        <a:lstStyle/>
        <a:p>
          <a:r>
            <a:rPr lang="en-US" dirty="0"/>
            <a:t>process isolation</a:t>
          </a:r>
        </a:p>
      </dgm:t>
    </dgm:pt>
    <dgm:pt modelId="{57DA6739-13AF-B24D-B6D0-B4668A60BF4B}" type="parTrans" cxnId="{7F362CC4-ECC9-CD44-9D58-6E2B6146DB71}">
      <dgm:prSet/>
      <dgm:spPr/>
      <dgm:t>
        <a:bodyPr/>
        <a:lstStyle/>
        <a:p>
          <a:endParaRPr lang="en-US"/>
        </a:p>
      </dgm:t>
    </dgm:pt>
    <dgm:pt modelId="{79E5EA0B-B2CC-2748-AC4F-138875C68729}" type="sibTrans" cxnId="{7F362CC4-ECC9-CD44-9D58-6E2B6146DB71}">
      <dgm:prSet/>
      <dgm:spPr/>
      <dgm:t>
        <a:bodyPr/>
        <a:lstStyle/>
        <a:p>
          <a:endParaRPr lang="en-US"/>
        </a:p>
      </dgm:t>
    </dgm:pt>
    <dgm:pt modelId="{62F64981-E47C-2F47-B840-C2EC17A82FE8}">
      <dgm:prSet/>
      <dgm:spPr/>
      <dgm:t>
        <a:bodyPr/>
        <a:lstStyle/>
        <a:p>
          <a:r>
            <a:rPr lang="en-US" dirty="0"/>
            <a:t>long-term storage</a:t>
          </a:r>
        </a:p>
      </dgm:t>
    </dgm:pt>
    <dgm:pt modelId="{EF32C7B3-B10B-CA40-A86A-92162F8861D6}" type="sibTrans" cxnId="{94AE492E-D8DD-044E-B047-87834BE1E331}">
      <dgm:prSet/>
      <dgm:spPr/>
      <dgm:t>
        <a:bodyPr/>
        <a:lstStyle/>
        <a:p>
          <a:endParaRPr lang="en-US"/>
        </a:p>
      </dgm:t>
    </dgm:pt>
    <dgm:pt modelId="{065A02B7-14B2-F941-9D22-A3CAC1C77409}" type="parTrans" cxnId="{94AE492E-D8DD-044E-B047-87834BE1E331}">
      <dgm:prSet/>
      <dgm:spPr/>
      <dgm:t>
        <a:bodyPr/>
        <a:lstStyle/>
        <a:p>
          <a:endParaRPr lang="en-US"/>
        </a:p>
      </dgm:t>
    </dgm:pt>
    <dgm:pt modelId="{755CA9AD-2300-F345-A6A2-4A43D52AFA2C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protection and access control</a:t>
          </a:r>
        </a:p>
      </dgm:t>
    </dgm:pt>
    <dgm:pt modelId="{3B33AB8A-BFAA-D148-9699-18DA89353B27}" type="sibTrans" cxnId="{0C81C5A5-B48B-4C49-BA7B-9745E51FA8FE}">
      <dgm:prSet/>
      <dgm:spPr/>
      <dgm:t>
        <a:bodyPr/>
        <a:lstStyle/>
        <a:p>
          <a:endParaRPr lang="en-US"/>
        </a:p>
      </dgm:t>
    </dgm:pt>
    <dgm:pt modelId="{79444687-56B4-BE42-89B6-5E68C61243A9}" type="parTrans" cxnId="{0C81C5A5-B48B-4C49-BA7B-9745E51FA8FE}">
      <dgm:prSet/>
      <dgm:spPr/>
      <dgm:t>
        <a:bodyPr/>
        <a:lstStyle/>
        <a:p>
          <a:endParaRPr lang="en-US"/>
        </a:p>
      </dgm:t>
    </dgm:pt>
    <dgm:pt modelId="{6AD32E60-30EB-5F49-8402-FEBB1BEC15FB}">
      <dgm:prSet/>
      <dgm:spPr/>
      <dgm:t>
        <a:bodyPr/>
        <a:lstStyle/>
        <a:p>
          <a:r>
            <a:rPr lang="en-US" dirty="0"/>
            <a:t>support of modular programming</a:t>
          </a:r>
        </a:p>
      </dgm:t>
    </dgm:pt>
    <dgm:pt modelId="{E5771208-8447-2F49-876E-5F704802A112}" type="sibTrans" cxnId="{51DF8080-7CAB-D046-BCF8-A72F41EC976A}">
      <dgm:prSet/>
      <dgm:spPr/>
      <dgm:t>
        <a:bodyPr/>
        <a:lstStyle/>
        <a:p>
          <a:endParaRPr lang="en-US"/>
        </a:p>
      </dgm:t>
    </dgm:pt>
    <dgm:pt modelId="{D17AC847-18A7-6242-95AF-C5A5041F1189}" type="parTrans" cxnId="{51DF8080-7CAB-D046-BCF8-A72F41EC976A}">
      <dgm:prSet/>
      <dgm:spPr/>
      <dgm:t>
        <a:bodyPr/>
        <a:lstStyle/>
        <a:p>
          <a:endParaRPr lang="en-US"/>
        </a:p>
      </dgm:t>
    </dgm:pt>
    <dgm:pt modelId="{917AD6AD-473C-6B42-9778-12D0B8634556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automatic allocation and management</a:t>
          </a:r>
        </a:p>
      </dgm:t>
    </dgm:pt>
    <dgm:pt modelId="{9C593880-76CB-0B4A-AF58-0D6DCF60392C}" type="sibTrans" cxnId="{A19416EE-902F-3548-9C7C-8BD8736681ED}">
      <dgm:prSet/>
      <dgm:spPr/>
      <dgm:t>
        <a:bodyPr/>
        <a:lstStyle/>
        <a:p>
          <a:endParaRPr lang="en-US"/>
        </a:p>
      </dgm:t>
    </dgm:pt>
    <dgm:pt modelId="{FB5C4788-E623-8A42-9435-061E3F472B60}" type="parTrans" cxnId="{A19416EE-902F-3548-9C7C-8BD8736681ED}">
      <dgm:prSet/>
      <dgm:spPr/>
      <dgm:t>
        <a:bodyPr/>
        <a:lstStyle/>
        <a:p>
          <a:endParaRPr lang="en-US"/>
        </a:p>
      </dgm:t>
    </dgm:pt>
    <dgm:pt modelId="{503E1B7A-35F9-7B47-BD86-19E92F7F9B5A}" type="pres">
      <dgm:prSet presAssocID="{916AAC78-97B9-3543-8F53-ED95E1C7D771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8F0FB-D4D3-2B4D-9EF4-F156061A0644}" type="pres">
      <dgm:prSet presAssocID="{75B34386-F0AB-CD46-84EA-8D89FCFC39BD}" presName="vertOne" presStyleCnt="0"/>
      <dgm:spPr/>
    </dgm:pt>
    <dgm:pt modelId="{4C78D5A0-86E1-7F4A-97F2-4E691D203110}" type="pres">
      <dgm:prSet presAssocID="{75B34386-F0AB-CD46-84EA-8D89FCFC39BD}" presName="txOne" presStyleLbl="node0" presStyleIdx="0" presStyleCnt="5">
        <dgm:presLayoutVars>
          <dgm:chPref val="3"/>
        </dgm:presLayoutVars>
      </dgm:prSet>
      <dgm:spPr/>
    </dgm:pt>
    <dgm:pt modelId="{E2C258D7-E993-8440-9144-E435C4247186}" type="pres">
      <dgm:prSet presAssocID="{75B34386-F0AB-CD46-84EA-8D89FCFC39BD}" presName="horzOne" presStyleCnt="0"/>
      <dgm:spPr/>
    </dgm:pt>
    <dgm:pt modelId="{5B893B37-97AF-054E-87A9-D3A5B878CE6B}" type="pres">
      <dgm:prSet presAssocID="{79E5EA0B-B2CC-2748-AC4F-138875C68729}" presName="sibSpaceOne" presStyleCnt="0"/>
      <dgm:spPr/>
    </dgm:pt>
    <dgm:pt modelId="{1B4EBE33-76BD-E346-BD81-0035938E32F4}" type="pres">
      <dgm:prSet presAssocID="{917AD6AD-473C-6B42-9778-12D0B8634556}" presName="vertOne" presStyleCnt="0"/>
      <dgm:spPr/>
    </dgm:pt>
    <dgm:pt modelId="{0F6F9771-857A-ED4D-BB66-061A66D62E92}" type="pres">
      <dgm:prSet presAssocID="{917AD6AD-473C-6B42-9778-12D0B8634556}" presName="txOne" presStyleLbl="node0" presStyleIdx="1" presStyleCnt="5">
        <dgm:presLayoutVars>
          <dgm:chPref val="3"/>
        </dgm:presLayoutVars>
      </dgm:prSet>
      <dgm:spPr/>
    </dgm:pt>
    <dgm:pt modelId="{FCF47FEA-9FF4-5245-9791-CB9813EB6E75}" type="pres">
      <dgm:prSet presAssocID="{917AD6AD-473C-6B42-9778-12D0B8634556}" presName="horzOne" presStyleCnt="0"/>
      <dgm:spPr/>
    </dgm:pt>
    <dgm:pt modelId="{CCB94D94-F9BD-614A-A861-6798F2674DF8}" type="pres">
      <dgm:prSet presAssocID="{9C593880-76CB-0B4A-AF58-0D6DCF60392C}" presName="sibSpaceOne" presStyleCnt="0"/>
      <dgm:spPr/>
    </dgm:pt>
    <dgm:pt modelId="{5C5AFF65-62A2-9744-9017-2492490F5FA4}" type="pres">
      <dgm:prSet presAssocID="{6AD32E60-30EB-5F49-8402-FEBB1BEC15FB}" presName="vertOne" presStyleCnt="0"/>
      <dgm:spPr/>
    </dgm:pt>
    <dgm:pt modelId="{1822B451-F610-B34E-B470-4405426B9598}" type="pres">
      <dgm:prSet presAssocID="{6AD32E60-30EB-5F49-8402-FEBB1BEC15FB}" presName="txOne" presStyleLbl="node0" presStyleIdx="2" presStyleCnt="5">
        <dgm:presLayoutVars>
          <dgm:chPref val="3"/>
        </dgm:presLayoutVars>
      </dgm:prSet>
      <dgm:spPr/>
    </dgm:pt>
    <dgm:pt modelId="{9B6D9530-9F04-9C44-8E40-F216645BFD20}" type="pres">
      <dgm:prSet presAssocID="{6AD32E60-30EB-5F49-8402-FEBB1BEC15FB}" presName="horzOne" presStyleCnt="0"/>
      <dgm:spPr/>
    </dgm:pt>
    <dgm:pt modelId="{85D6265E-4530-B848-AEAF-8FE6E7DD9689}" type="pres">
      <dgm:prSet presAssocID="{E5771208-8447-2F49-876E-5F704802A112}" presName="sibSpaceOne" presStyleCnt="0"/>
      <dgm:spPr/>
    </dgm:pt>
    <dgm:pt modelId="{77DBD082-B48B-1546-9D79-92347C2617E5}" type="pres">
      <dgm:prSet presAssocID="{755CA9AD-2300-F345-A6A2-4A43D52AFA2C}" presName="vertOne" presStyleCnt="0"/>
      <dgm:spPr/>
    </dgm:pt>
    <dgm:pt modelId="{687C7697-D43A-4A4A-B7E2-A030E8315BDD}" type="pres">
      <dgm:prSet presAssocID="{755CA9AD-2300-F345-A6A2-4A43D52AFA2C}" presName="txOne" presStyleLbl="node0" presStyleIdx="3" presStyleCnt="5">
        <dgm:presLayoutVars>
          <dgm:chPref val="3"/>
        </dgm:presLayoutVars>
      </dgm:prSet>
      <dgm:spPr/>
    </dgm:pt>
    <dgm:pt modelId="{2758886A-216D-1941-A641-EB90B720CDBB}" type="pres">
      <dgm:prSet presAssocID="{755CA9AD-2300-F345-A6A2-4A43D52AFA2C}" presName="horzOne" presStyleCnt="0"/>
      <dgm:spPr/>
    </dgm:pt>
    <dgm:pt modelId="{47A69202-7129-FF40-BEA5-6589D499B7A4}" type="pres">
      <dgm:prSet presAssocID="{3B33AB8A-BFAA-D148-9699-18DA89353B27}" presName="sibSpaceOne" presStyleCnt="0"/>
      <dgm:spPr/>
    </dgm:pt>
    <dgm:pt modelId="{9E64F0D3-85C3-7548-AC3B-1C1C12826CE5}" type="pres">
      <dgm:prSet presAssocID="{62F64981-E47C-2F47-B840-C2EC17A82FE8}" presName="vertOne" presStyleCnt="0"/>
      <dgm:spPr/>
    </dgm:pt>
    <dgm:pt modelId="{E23446C9-B403-3445-83E0-0F2AC82ADDC6}" type="pres">
      <dgm:prSet presAssocID="{62F64981-E47C-2F47-B840-C2EC17A82FE8}" presName="txOne" presStyleLbl="node0" presStyleIdx="4" presStyleCnt="5">
        <dgm:presLayoutVars>
          <dgm:chPref val="3"/>
        </dgm:presLayoutVars>
      </dgm:prSet>
      <dgm:spPr/>
    </dgm:pt>
    <dgm:pt modelId="{2CD281A3-AB3D-A54D-9BC6-7DE9B4F7E39B}" type="pres">
      <dgm:prSet presAssocID="{62F64981-E47C-2F47-B840-C2EC17A82FE8}" presName="horzOne" presStyleCnt="0"/>
      <dgm:spPr/>
    </dgm:pt>
  </dgm:ptLst>
  <dgm:cxnLst>
    <dgm:cxn modelId="{E5666124-9890-9A48-9230-185B265F83E5}" type="presOf" srcId="{755CA9AD-2300-F345-A6A2-4A43D52AFA2C}" destId="{687C7697-D43A-4A4A-B7E2-A030E8315BDD}" srcOrd="0" destOrd="0" presId="urn:microsoft.com/office/officeart/2005/8/layout/hierarchy4"/>
    <dgm:cxn modelId="{7E065A2B-07B3-7A4F-8DCA-C96CD4410A6B}" type="presOf" srcId="{62F64981-E47C-2F47-B840-C2EC17A82FE8}" destId="{E23446C9-B403-3445-83E0-0F2AC82ADDC6}" srcOrd="0" destOrd="0" presId="urn:microsoft.com/office/officeart/2005/8/layout/hierarchy4"/>
    <dgm:cxn modelId="{94AE492E-D8DD-044E-B047-87834BE1E331}" srcId="{916AAC78-97B9-3543-8F53-ED95E1C7D771}" destId="{62F64981-E47C-2F47-B840-C2EC17A82FE8}" srcOrd="4" destOrd="0" parTransId="{065A02B7-14B2-F941-9D22-A3CAC1C77409}" sibTransId="{EF32C7B3-B10B-CA40-A86A-92162F8861D6}"/>
    <dgm:cxn modelId="{4C8EB061-9DD0-214B-9E29-BF3083FF0F61}" type="presOf" srcId="{916AAC78-97B9-3543-8F53-ED95E1C7D771}" destId="{503E1B7A-35F9-7B47-BD86-19E92F7F9B5A}" srcOrd="0" destOrd="0" presId="urn:microsoft.com/office/officeart/2005/8/layout/hierarchy4"/>
    <dgm:cxn modelId="{C4CEE565-3C79-8844-909B-610DBBBAF1D2}" type="presOf" srcId="{6AD32E60-30EB-5F49-8402-FEBB1BEC15FB}" destId="{1822B451-F610-B34E-B470-4405426B9598}" srcOrd="0" destOrd="0" presId="urn:microsoft.com/office/officeart/2005/8/layout/hierarchy4"/>
    <dgm:cxn modelId="{51DF8080-7CAB-D046-BCF8-A72F41EC976A}" srcId="{916AAC78-97B9-3543-8F53-ED95E1C7D771}" destId="{6AD32E60-30EB-5F49-8402-FEBB1BEC15FB}" srcOrd="2" destOrd="0" parTransId="{D17AC847-18A7-6242-95AF-C5A5041F1189}" sibTransId="{E5771208-8447-2F49-876E-5F704802A112}"/>
    <dgm:cxn modelId="{0C81C5A5-B48B-4C49-BA7B-9745E51FA8FE}" srcId="{916AAC78-97B9-3543-8F53-ED95E1C7D771}" destId="{755CA9AD-2300-F345-A6A2-4A43D52AFA2C}" srcOrd="3" destOrd="0" parTransId="{79444687-56B4-BE42-89B6-5E68C61243A9}" sibTransId="{3B33AB8A-BFAA-D148-9699-18DA89353B27}"/>
    <dgm:cxn modelId="{7F362CC4-ECC9-CD44-9D58-6E2B6146DB71}" srcId="{916AAC78-97B9-3543-8F53-ED95E1C7D771}" destId="{75B34386-F0AB-CD46-84EA-8D89FCFC39BD}" srcOrd="0" destOrd="0" parTransId="{57DA6739-13AF-B24D-B6D0-B4668A60BF4B}" sibTransId="{79E5EA0B-B2CC-2748-AC4F-138875C68729}"/>
    <dgm:cxn modelId="{0FB7C2D9-643E-D043-BE9E-1F9631D70C08}" type="presOf" srcId="{917AD6AD-473C-6B42-9778-12D0B8634556}" destId="{0F6F9771-857A-ED4D-BB66-061A66D62E92}" srcOrd="0" destOrd="0" presId="urn:microsoft.com/office/officeart/2005/8/layout/hierarchy4"/>
    <dgm:cxn modelId="{C18B60EB-F04C-B747-890D-2E39DBFFA325}" type="presOf" srcId="{75B34386-F0AB-CD46-84EA-8D89FCFC39BD}" destId="{4C78D5A0-86E1-7F4A-97F2-4E691D203110}" srcOrd="0" destOrd="0" presId="urn:microsoft.com/office/officeart/2005/8/layout/hierarchy4"/>
    <dgm:cxn modelId="{A19416EE-902F-3548-9C7C-8BD8736681ED}" srcId="{916AAC78-97B9-3543-8F53-ED95E1C7D771}" destId="{917AD6AD-473C-6B42-9778-12D0B8634556}" srcOrd="1" destOrd="0" parTransId="{FB5C4788-E623-8A42-9435-061E3F472B60}" sibTransId="{9C593880-76CB-0B4A-AF58-0D6DCF60392C}"/>
    <dgm:cxn modelId="{6E2AD058-B22C-DA43-9A62-075C8ADD4C36}" type="presParOf" srcId="{503E1B7A-35F9-7B47-BD86-19E92F7F9B5A}" destId="{B408F0FB-D4D3-2B4D-9EF4-F156061A0644}" srcOrd="0" destOrd="0" presId="urn:microsoft.com/office/officeart/2005/8/layout/hierarchy4"/>
    <dgm:cxn modelId="{EE68EA3C-B2F0-FD4E-A495-2BFC687E5953}" type="presParOf" srcId="{B408F0FB-D4D3-2B4D-9EF4-F156061A0644}" destId="{4C78D5A0-86E1-7F4A-97F2-4E691D203110}" srcOrd="0" destOrd="0" presId="urn:microsoft.com/office/officeart/2005/8/layout/hierarchy4"/>
    <dgm:cxn modelId="{9C164122-B3AF-D548-8FC9-13C1ACB6B9FE}" type="presParOf" srcId="{B408F0FB-D4D3-2B4D-9EF4-F156061A0644}" destId="{E2C258D7-E993-8440-9144-E435C4247186}" srcOrd="1" destOrd="0" presId="urn:microsoft.com/office/officeart/2005/8/layout/hierarchy4"/>
    <dgm:cxn modelId="{84EAD039-26B8-6349-9108-30BBEE486E69}" type="presParOf" srcId="{503E1B7A-35F9-7B47-BD86-19E92F7F9B5A}" destId="{5B893B37-97AF-054E-87A9-D3A5B878CE6B}" srcOrd="1" destOrd="0" presId="urn:microsoft.com/office/officeart/2005/8/layout/hierarchy4"/>
    <dgm:cxn modelId="{E46B6DFC-C808-514A-9CFD-F4D5556C226C}" type="presParOf" srcId="{503E1B7A-35F9-7B47-BD86-19E92F7F9B5A}" destId="{1B4EBE33-76BD-E346-BD81-0035938E32F4}" srcOrd="2" destOrd="0" presId="urn:microsoft.com/office/officeart/2005/8/layout/hierarchy4"/>
    <dgm:cxn modelId="{D84D4A93-475F-A34B-8D7E-562DBDACDCCC}" type="presParOf" srcId="{1B4EBE33-76BD-E346-BD81-0035938E32F4}" destId="{0F6F9771-857A-ED4D-BB66-061A66D62E92}" srcOrd="0" destOrd="0" presId="urn:microsoft.com/office/officeart/2005/8/layout/hierarchy4"/>
    <dgm:cxn modelId="{4A3AB2BB-A0C8-4047-A829-D3DE3ED5498C}" type="presParOf" srcId="{1B4EBE33-76BD-E346-BD81-0035938E32F4}" destId="{FCF47FEA-9FF4-5245-9791-CB9813EB6E75}" srcOrd="1" destOrd="0" presId="urn:microsoft.com/office/officeart/2005/8/layout/hierarchy4"/>
    <dgm:cxn modelId="{2B10DA70-BBD3-0E47-9545-1BB706899CE3}" type="presParOf" srcId="{503E1B7A-35F9-7B47-BD86-19E92F7F9B5A}" destId="{CCB94D94-F9BD-614A-A861-6798F2674DF8}" srcOrd="3" destOrd="0" presId="urn:microsoft.com/office/officeart/2005/8/layout/hierarchy4"/>
    <dgm:cxn modelId="{565583A6-2F94-434F-995F-C770BCC2F250}" type="presParOf" srcId="{503E1B7A-35F9-7B47-BD86-19E92F7F9B5A}" destId="{5C5AFF65-62A2-9744-9017-2492490F5FA4}" srcOrd="4" destOrd="0" presId="urn:microsoft.com/office/officeart/2005/8/layout/hierarchy4"/>
    <dgm:cxn modelId="{4BAB4A4A-AA80-E94D-A180-2D1E407745DD}" type="presParOf" srcId="{5C5AFF65-62A2-9744-9017-2492490F5FA4}" destId="{1822B451-F610-B34E-B470-4405426B9598}" srcOrd="0" destOrd="0" presId="urn:microsoft.com/office/officeart/2005/8/layout/hierarchy4"/>
    <dgm:cxn modelId="{723F327D-51FB-0847-A2A3-7B9E8711B7F2}" type="presParOf" srcId="{5C5AFF65-62A2-9744-9017-2492490F5FA4}" destId="{9B6D9530-9F04-9C44-8E40-F216645BFD20}" srcOrd="1" destOrd="0" presId="urn:microsoft.com/office/officeart/2005/8/layout/hierarchy4"/>
    <dgm:cxn modelId="{45724054-A197-E04F-BAB8-4EC0DD3E5BB5}" type="presParOf" srcId="{503E1B7A-35F9-7B47-BD86-19E92F7F9B5A}" destId="{85D6265E-4530-B848-AEAF-8FE6E7DD9689}" srcOrd="5" destOrd="0" presId="urn:microsoft.com/office/officeart/2005/8/layout/hierarchy4"/>
    <dgm:cxn modelId="{000C39AA-A0DF-7F48-BE78-3D81868DF7E9}" type="presParOf" srcId="{503E1B7A-35F9-7B47-BD86-19E92F7F9B5A}" destId="{77DBD082-B48B-1546-9D79-92347C2617E5}" srcOrd="6" destOrd="0" presId="urn:microsoft.com/office/officeart/2005/8/layout/hierarchy4"/>
    <dgm:cxn modelId="{0E69521F-C465-8046-A2FF-A87B4AB1D7A1}" type="presParOf" srcId="{77DBD082-B48B-1546-9D79-92347C2617E5}" destId="{687C7697-D43A-4A4A-B7E2-A030E8315BDD}" srcOrd="0" destOrd="0" presId="urn:microsoft.com/office/officeart/2005/8/layout/hierarchy4"/>
    <dgm:cxn modelId="{FCFD9CAD-B372-EF48-961B-C4E02D07A11E}" type="presParOf" srcId="{77DBD082-B48B-1546-9D79-92347C2617E5}" destId="{2758886A-216D-1941-A641-EB90B720CDBB}" srcOrd="1" destOrd="0" presId="urn:microsoft.com/office/officeart/2005/8/layout/hierarchy4"/>
    <dgm:cxn modelId="{C0BB3A7A-FEFA-4A4A-A54B-884FAACEA066}" type="presParOf" srcId="{503E1B7A-35F9-7B47-BD86-19E92F7F9B5A}" destId="{47A69202-7129-FF40-BEA5-6589D499B7A4}" srcOrd="7" destOrd="0" presId="urn:microsoft.com/office/officeart/2005/8/layout/hierarchy4"/>
    <dgm:cxn modelId="{EAD4AAEA-2D24-C64B-825F-E770AE4D880A}" type="presParOf" srcId="{503E1B7A-35F9-7B47-BD86-19E92F7F9B5A}" destId="{9E64F0D3-85C3-7548-AC3B-1C1C12826CE5}" srcOrd="8" destOrd="0" presId="urn:microsoft.com/office/officeart/2005/8/layout/hierarchy4"/>
    <dgm:cxn modelId="{93CF6B56-1D5A-AA46-90BC-59C629227C2C}" type="presParOf" srcId="{9E64F0D3-85C3-7548-AC3B-1C1C12826CE5}" destId="{E23446C9-B403-3445-83E0-0F2AC82ADDC6}" srcOrd="0" destOrd="0" presId="urn:microsoft.com/office/officeart/2005/8/layout/hierarchy4"/>
    <dgm:cxn modelId="{E08C916A-FEB1-FE42-9BD7-75830EB3B31C}" type="presParOf" srcId="{9E64F0D3-85C3-7548-AC3B-1C1C12826CE5}" destId="{2CD281A3-AB3D-A54D-9BC6-7DE9B4F7E39B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B77E1EA-87F7-BF48-B76A-6165B2DE4E2D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D145F8-83B5-2E42-A9F8-E854520EAC63}">
      <dgm:prSet phldrT="[Text]" custT="1"/>
      <dgm:spPr/>
      <dgm:t>
        <a:bodyPr/>
        <a:lstStyle/>
        <a:p>
          <a:r>
            <a:rPr lang="en-NZ" sz="2200" dirty="0"/>
            <a:t>Different approaches and design elements have been tried:</a:t>
          </a:r>
          <a:endParaRPr lang="en-US" sz="2200" dirty="0"/>
        </a:p>
      </dgm:t>
    </dgm:pt>
    <dgm:pt modelId="{740764E2-5B3C-9D40-BA44-038C3CF19D35}" type="parTrans" cxnId="{0914CDE4-D52B-4C44-999A-7C4E4113B9DC}">
      <dgm:prSet/>
      <dgm:spPr/>
      <dgm:t>
        <a:bodyPr/>
        <a:lstStyle/>
        <a:p>
          <a:endParaRPr lang="en-US"/>
        </a:p>
      </dgm:t>
    </dgm:pt>
    <dgm:pt modelId="{4517C349-6294-7B48-8278-ED5FD9B8FC61}" type="sibTrans" cxnId="{0914CDE4-D52B-4C44-999A-7C4E4113B9DC}">
      <dgm:prSet/>
      <dgm:spPr/>
      <dgm:t>
        <a:bodyPr/>
        <a:lstStyle/>
        <a:p>
          <a:endParaRPr lang="en-US"/>
        </a:p>
      </dgm:t>
    </dgm:pt>
    <dgm:pt modelId="{4C876D49-8477-2C4A-BB4A-12851A6EE2FE}">
      <dgm:prSet custT="1"/>
      <dgm:spPr/>
      <dgm:t>
        <a:bodyPr/>
        <a:lstStyle/>
        <a:p>
          <a:r>
            <a:rPr lang="en-NZ" sz="1800" dirty="0"/>
            <a:t>Microkernel architecture</a:t>
          </a:r>
        </a:p>
      </dgm:t>
    </dgm:pt>
    <dgm:pt modelId="{4A895147-C49F-4045-B3A0-0F0E96D01822}" type="parTrans" cxnId="{3C2A5F09-1A3D-5141-9A11-539E2D43DD4F}">
      <dgm:prSet/>
      <dgm:spPr/>
      <dgm:t>
        <a:bodyPr/>
        <a:lstStyle/>
        <a:p>
          <a:endParaRPr lang="en-US"/>
        </a:p>
      </dgm:t>
    </dgm:pt>
    <dgm:pt modelId="{2AFE65BC-047D-4747-BA3A-620FE859BAB7}" type="sibTrans" cxnId="{3C2A5F09-1A3D-5141-9A11-539E2D43DD4F}">
      <dgm:prSet/>
      <dgm:spPr/>
      <dgm:t>
        <a:bodyPr/>
        <a:lstStyle/>
        <a:p>
          <a:endParaRPr lang="en-US"/>
        </a:p>
      </dgm:t>
    </dgm:pt>
    <dgm:pt modelId="{22F80CB3-9173-2548-B161-4E16CD387926}">
      <dgm:prSet custT="1"/>
      <dgm:spPr/>
      <dgm:t>
        <a:bodyPr/>
        <a:lstStyle/>
        <a:p>
          <a:r>
            <a:rPr lang="en-NZ" sz="1800" dirty="0"/>
            <a:t>Multithreading</a:t>
          </a:r>
        </a:p>
      </dgm:t>
    </dgm:pt>
    <dgm:pt modelId="{CC55D367-E5DD-1C41-88C0-715C4D5F5776}" type="parTrans" cxnId="{45A8A8C0-9AF3-E542-B6EB-F3CB52F3953A}">
      <dgm:prSet/>
      <dgm:spPr/>
      <dgm:t>
        <a:bodyPr/>
        <a:lstStyle/>
        <a:p>
          <a:endParaRPr lang="en-US"/>
        </a:p>
      </dgm:t>
    </dgm:pt>
    <dgm:pt modelId="{BFCEF71D-0588-244D-ABFC-AA372BCD87E0}" type="sibTrans" cxnId="{45A8A8C0-9AF3-E542-B6EB-F3CB52F3953A}">
      <dgm:prSet/>
      <dgm:spPr/>
      <dgm:t>
        <a:bodyPr/>
        <a:lstStyle/>
        <a:p>
          <a:endParaRPr lang="en-US"/>
        </a:p>
      </dgm:t>
    </dgm:pt>
    <dgm:pt modelId="{C0ED2A2F-69EF-FD4D-8999-D9EBBBB68B3B}">
      <dgm:prSet custT="1"/>
      <dgm:spPr/>
      <dgm:t>
        <a:bodyPr/>
        <a:lstStyle/>
        <a:p>
          <a:r>
            <a:rPr lang="en-NZ" sz="1800" dirty="0"/>
            <a:t>Symmetric multiprocessing</a:t>
          </a:r>
        </a:p>
      </dgm:t>
    </dgm:pt>
    <dgm:pt modelId="{6D14272C-A272-124C-B272-0B93C3FBE164}" type="parTrans" cxnId="{A15C3EEC-00F4-DA4B-96C7-D8DBDA6F1DAF}">
      <dgm:prSet/>
      <dgm:spPr/>
      <dgm:t>
        <a:bodyPr/>
        <a:lstStyle/>
        <a:p>
          <a:endParaRPr lang="en-US"/>
        </a:p>
      </dgm:t>
    </dgm:pt>
    <dgm:pt modelId="{B9488A49-8E20-634B-BB37-1BE399AA9313}" type="sibTrans" cxnId="{A15C3EEC-00F4-DA4B-96C7-D8DBDA6F1DAF}">
      <dgm:prSet/>
      <dgm:spPr/>
      <dgm:t>
        <a:bodyPr/>
        <a:lstStyle/>
        <a:p>
          <a:endParaRPr lang="en-US"/>
        </a:p>
      </dgm:t>
    </dgm:pt>
    <dgm:pt modelId="{CA2FCDA9-35D5-ED47-ADC6-F0992EA0D9FC}">
      <dgm:prSet custT="1"/>
      <dgm:spPr/>
      <dgm:t>
        <a:bodyPr/>
        <a:lstStyle/>
        <a:p>
          <a:r>
            <a:rPr lang="en-NZ" sz="1800" dirty="0"/>
            <a:t>Distributed operating systems</a:t>
          </a:r>
        </a:p>
      </dgm:t>
    </dgm:pt>
    <dgm:pt modelId="{062AB766-5965-A040-AF71-E9F77315A035}" type="parTrans" cxnId="{C5424E64-20F9-FB47-9D8F-04C1243230E1}">
      <dgm:prSet/>
      <dgm:spPr/>
      <dgm:t>
        <a:bodyPr/>
        <a:lstStyle/>
        <a:p>
          <a:endParaRPr lang="en-US"/>
        </a:p>
      </dgm:t>
    </dgm:pt>
    <dgm:pt modelId="{42EE109C-99A4-BB43-8E32-627383E4AAF6}" type="sibTrans" cxnId="{C5424E64-20F9-FB47-9D8F-04C1243230E1}">
      <dgm:prSet/>
      <dgm:spPr/>
      <dgm:t>
        <a:bodyPr/>
        <a:lstStyle/>
        <a:p>
          <a:endParaRPr lang="en-US"/>
        </a:p>
      </dgm:t>
    </dgm:pt>
    <dgm:pt modelId="{47690C75-3716-A241-A311-4612C26AC664}">
      <dgm:prSet custT="1"/>
      <dgm:spPr/>
      <dgm:t>
        <a:bodyPr/>
        <a:lstStyle/>
        <a:p>
          <a:r>
            <a:rPr lang="en-NZ" sz="1800" dirty="0"/>
            <a:t>Object-oriented design</a:t>
          </a:r>
        </a:p>
      </dgm:t>
    </dgm:pt>
    <dgm:pt modelId="{D23161CC-D3C3-CD47-B1A1-A1A172F98306}" type="parTrans" cxnId="{42495778-F9FB-CB46-A12C-00EA0B21E491}">
      <dgm:prSet/>
      <dgm:spPr/>
      <dgm:t>
        <a:bodyPr/>
        <a:lstStyle/>
        <a:p>
          <a:endParaRPr lang="en-US"/>
        </a:p>
      </dgm:t>
    </dgm:pt>
    <dgm:pt modelId="{C5E525BB-5371-6A4F-A564-91D787A81443}" type="sibTrans" cxnId="{42495778-F9FB-CB46-A12C-00EA0B21E491}">
      <dgm:prSet/>
      <dgm:spPr/>
      <dgm:t>
        <a:bodyPr/>
        <a:lstStyle/>
        <a:p>
          <a:endParaRPr lang="en-US"/>
        </a:p>
      </dgm:t>
    </dgm:pt>
    <dgm:pt modelId="{31962772-51CB-6A40-B816-9D224BEAEA79}" type="pres">
      <dgm:prSet presAssocID="{EB77E1EA-87F7-BF48-B76A-6165B2DE4E2D}" presName="linear" presStyleCnt="0">
        <dgm:presLayoutVars>
          <dgm:dir/>
          <dgm:animLvl val="lvl"/>
          <dgm:resizeHandles val="exact"/>
        </dgm:presLayoutVars>
      </dgm:prSet>
      <dgm:spPr/>
    </dgm:pt>
    <dgm:pt modelId="{1EFAECEF-C095-964B-B308-F82287B1DBD9}" type="pres">
      <dgm:prSet presAssocID="{DCD145F8-83B5-2E42-A9F8-E854520EAC63}" presName="parentLin" presStyleCnt="0"/>
      <dgm:spPr/>
    </dgm:pt>
    <dgm:pt modelId="{674079A8-1F41-B548-897C-6270953BC33C}" type="pres">
      <dgm:prSet presAssocID="{DCD145F8-83B5-2E42-A9F8-E854520EAC63}" presName="parentLeftMargin" presStyleLbl="node1" presStyleIdx="0" presStyleCnt="1"/>
      <dgm:spPr/>
    </dgm:pt>
    <dgm:pt modelId="{83794904-62F1-3248-BF0D-6CBE7893EADB}" type="pres">
      <dgm:prSet presAssocID="{DCD145F8-83B5-2E42-A9F8-E854520EAC63}" presName="parentText" presStyleLbl="node1" presStyleIdx="0" presStyleCnt="1" custScaleX="714460" custScaleY="49862" custLinFactNeighborX="1136" custLinFactNeighborY="-69">
        <dgm:presLayoutVars>
          <dgm:chMax val="0"/>
          <dgm:bulletEnabled val="1"/>
        </dgm:presLayoutVars>
      </dgm:prSet>
      <dgm:spPr/>
    </dgm:pt>
    <dgm:pt modelId="{406F8105-6D84-A843-A576-74A971264734}" type="pres">
      <dgm:prSet presAssocID="{DCD145F8-83B5-2E42-A9F8-E854520EAC63}" presName="negativeSpace" presStyleCnt="0"/>
      <dgm:spPr/>
    </dgm:pt>
    <dgm:pt modelId="{6DABB729-FAEA-4D42-9064-64C0C1BA4D27}" type="pres">
      <dgm:prSet presAssocID="{DCD145F8-83B5-2E42-A9F8-E854520EAC63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3C2A5F09-1A3D-5141-9A11-539E2D43DD4F}" srcId="{DCD145F8-83B5-2E42-A9F8-E854520EAC63}" destId="{4C876D49-8477-2C4A-BB4A-12851A6EE2FE}" srcOrd="0" destOrd="0" parTransId="{4A895147-C49F-4045-B3A0-0F0E96D01822}" sibTransId="{2AFE65BC-047D-4747-BA3A-620FE859BAB7}"/>
    <dgm:cxn modelId="{A3E4DC30-0924-B94D-8F89-40E05F3E662F}" type="presOf" srcId="{22F80CB3-9173-2548-B161-4E16CD387926}" destId="{6DABB729-FAEA-4D42-9064-64C0C1BA4D27}" srcOrd="0" destOrd="1" presId="urn:microsoft.com/office/officeart/2005/8/layout/list1"/>
    <dgm:cxn modelId="{A9DC873E-5D79-9D4C-B971-C1EE4E0DD92C}" type="presOf" srcId="{EB77E1EA-87F7-BF48-B76A-6165B2DE4E2D}" destId="{31962772-51CB-6A40-B816-9D224BEAEA79}" srcOrd="0" destOrd="0" presId="urn:microsoft.com/office/officeart/2005/8/layout/list1"/>
    <dgm:cxn modelId="{C5424E64-20F9-FB47-9D8F-04C1243230E1}" srcId="{DCD145F8-83B5-2E42-A9F8-E854520EAC63}" destId="{CA2FCDA9-35D5-ED47-ADC6-F0992EA0D9FC}" srcOrd="3" destOrd="0" parTransId="{062AB766-5965-A040-AF71-E9F77315A035}" sibTransId="{42EE109C-99A4-BB43-8E32-627383E4AAF6}"/>
    <dgm:cxn modelId="{5D15536F-5902-2F44-872B-1F5CB99E0BFC}" type="presOf" srcId="{DCD145F8-83B5-2E42-A9F8-E854520EAC63}" destId="{83794904-62F1-3248-BF0D-6CBE7893EADB}" srcOrd="1" destOrd="0" presId="urn:microsoft.com/office/officeart/2005/8/layout/list1"/>
    <dgm:cxn modelId="{42495778-F9FB-CB46-A12C-00EA0B21E491}" srcId="{DCD145F8-83B5-2E42-A9F8-E854520EAC63}" destId="{47690C75-3716-A241-A311-4612C26AC664}" srcOrd="4" destOrd="0" parTransId="{D23161CC-D3C3-CD47-B1A1-A1A172F98306}" sibTransId="{C5E525BB-5371-6A4F-A564-91D787A81443}"/>
    <dgm:cxn modelId="{D632C696-4A56-1D47-90EC-2FFCE52D97E8}" type="presOf" srcId="{47690C75-3716-A241-A311-4612C26AC664}" destId="{6DABB729-FAEA-4D42-9064-64C0C1BA4D27}" srcOrd="0" destOrd="4" presId="urn:microsoft.com/office/officeart/2005/8/layout/list1"/>
    <dgm:cxn modelId="{EDC4EE99-5D73-6D4B-9849-28513D184F65}" type="presOf" srcId="{C0ED2A2F-69EF-FD4D-8999-D9EBBBB68B3B}" destId="{6DABB729-FAEA-4D42-9064-64C0C1BA4D27}" srcOrd="0" destOrd="2" presId="urn:microsoft.com/office/officeart/2005/8/layout/list1"/>
    <dgm:cxn modelId="{12BF4DAF-E24E-3D41-B200-057F7C93E059}" type="presOf" srcId="{CA2FCDA9-35D5-ED47-ADC6-F0992EA0D9FC}" destId="{6DABB729-FAEA-4D42-9064-64C0C1BA4D27}" srcOrd="0" destOrd="3" presId="urn:microsoft.com/office/officeart/2005/8/layout/list1"/>
    <dgm:cxn modelId="{45A8A8C0-9AF3-E542-B6EB-F3CB52F3953A}" srcId="{DCD145F8-83B5-2E42-A9F8-E854520EAC63}" destId="{22F80CB3-9173-2548-B161-4E16CD387926}" srcOrd="1" destOrd="0" parTransId="{CC55D367-E5DD-1C41-88C0-715C4D5F5776}" sibTransId="{BFCEF71D-0588-244D-ABFC-AA372BCD87E0}"/>
    <dgm:cxn modelId="{0914CDE4-D52B-4C44-999A-7C4E4113B9DC}" srcId="{EB77E1EA-87F7-BF48-B76A-6165B2DE4E2D}" destId="{DCD145F8-83B5-2E42-A9F8-E854520EAC63}" srcOrd="0" destOrd="0" parTransId="{740764E2-5B3C-9D40-BA44-038C3CF19D35}" sibTransId="{4517C349-6294-7B48-8278-ED5FD9B8FC61}"/>
    <dgm:cxn modelId="{A15C3EEC-00F4-DA4B-96C7-D8DBDA6F1DAF}" srcId="{DCD145F8-83B5-2E42-A9F8-E854520EAC63}" destId="{C0ED2A2F-69EF-FD4D-8999-D9EBBBB68B3B}" srcOrd="2" destOrd="0" parTransId="{6D14272C-A272-124C-B272-0B93C3FBE164}" sibTransId="{B9488A49-8E20-634B-BB37-1BE399AA9313}"/>
    <dgm:cxn modelId="{2DC3D7FC-E2E2-D54A-91BA-6B559E516F83}" type="presOf" srcId="{4C876D49-8477-2C4A-BB4A-12851A6EE2FE}" destId="{6DABB729-FAEA-4D42-9064-64C0C1BA4D27}" srcOrd="0" destOrd="0" presId="urn:microsoft.com/office/officeart/2005/8/layout/list1"/>
    <dgm:cxn modelId="{C99F7CFF-C908-1D4C-AD14-3B490F8B1C15}" type="presOf" srcId="{DCD145F8-83B5-2E42-A9F8-E854520EAC63}" destId="{674079A8-1F41-B548-897C-6270953BC33C}" srcOrd="0" destOrd="0" presId="urn:microsoft.com/office/officeart/2005/8/layout/list1"/>
    <dgm:cxn modelId="{F3AC6D7E-F906-F84E-8835-5F8D20A37793}" type="presParOf" srcId="{31962772-51CB-6A40-B816-9D224BEAEA79}" destId="{1EFAECEF-C095-964B-B308-F82287B1DBD9}" srcOrd="0" destOrd="0" presId="urn:microsoft.com/office/officeart/2005/8/layout/list1"/>
    <dgm:cxn modelId="{BE114CB0-ADCE-534B-B725-0D77722E91BD}" type="presParOf" srcId="{1EFAECEF-C095-964B-B308-F82287B1DBD9}" destId="{674079A8-1F41-B548-897C-6270953BC33C}" srcOrd="0" destOrd="0" presId="urn:microsoft.com/office/officeart/2005/8/layout/list1"/>
    <dgm:cxn modelId="{9657D2CC-5D82-7144-B917-F31713D71133}" type="presParOf" srcId="{1EFAECEF-C095-964B-B308-F82287B1DBD9}" destId="{83794904-62F1-3248-BF0D-6CBE7893EADB}" srcOrd="1" destOrd="0" presId="urn:microsoft.com/office/officeart/2005/8/layout/list1"/>
    <dgm:cxn modelId="{BF03E4DA-796B-9A46-826F-508884222740}" type="presParOf" srcId="{31962772-51CB-6A40-B816-9D224BEAEA79}" destId="{406F8105-6D84-A843-A576-74A971264734}" srcOrd="1" destOrd="0" presId="urn:microsoft.com/office/officeart/2005/8/layout/list1"/>
    <dgm:cxn modelId="{61FD82B3-6BAA-144E-A839-5490A1B72CC7}" type="presParOf" srcId="{31962772-51CB-6A40-B816-9D224BEAEA79}" destId="{6DABB729-FAEA-4D42-9064-64C0C1BA4D2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C2DE963-3067-B94E-956B-0C8C8CF41C90}" type="doc">
      <dgm:prSet loTypeId="urn:microsoft.com/office/officeart/2005/8/layout/venn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2CC42F-7764-F644-8C01-BFBACD099A88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800" dirty="0"/>
            <a:t>address spaces</a:t>
          </a:r>
        </a:p>
      </dgm:t>
    </dgm:pt>
    <dgm:pt modelId="{F9CF7677-59EC-CF48-96F3-8A6BE1D984B7}" type="parTrans" cxnId="{43DF288B-9A0E-6240-B5D6-E5C03AD48AA8}">
      <dgm:prSet/>
      <dgm:spPr/>
      <dgm:t>
        <a:bodyPr/>
        <a:lstStyle/>
        <a:p>
          <a:endParaRPr lang="en-US"/>
        </a:p>
      </dgm:t>
    </dgm:pt>
    <dgm:pt modelId="{C9145C9C-3E41-394E-801D-48917F873A9F}" type="sibTrans" cxnId="{43DF288B-9A0E-6240-B5D6-E5C03AD48AA8}">
      <dgm:prSet/>
      <dgm:spPr/>
      <dgm:t>
        <a:bodyPr/>
        <a:lstStyle/>
        <a:p>
          <a:endParaRPr lang="en-US"/>
        </a:p>
      </dgm:t>
    </dgm:pt>
    <dgm:pt modelId="{9D4C506F-618F-3A4E-97CF-426D8D09AC24}">
      <dgm:prSet custT="1"/>
      <dgm:spPr>
        <a:solidFill>
          <a:schemeClr val="accent2"/>
        </a:solidFill>
      </dgm:spPr>
      <dgm:t>
        <a:bodyPr/>
        <a:lstStyle/>
        <a:p>
          <a:r>
            <a:rPr lang="en-US" sz="1800" dirty="0"/>
            <a:t>interprocess communication (IPC)</a:t>
          </a:r>
        </a:p>
      </dgm:t>
    </dgm:pt>
    <dgm:pt modelId="{72FBBC00-958B-EA4A-9C1C-A4F4F5F65295}" type="parTrans" cxnId="{43243DCE-9440-9648-9233-E0496E070E70}">
      <dgm:prSet/>
      <dgm:spPr/>
      <dgm:t>
        <a:bodyPr/>
        <a:lstStyle/>
        <a:p>
          <a:endParaRPr lang="en-US"/>
        </a:p>
      </dgm:t>
    </dgm:pt>
    <dgm:pt modelId="{0B777CBA-95B5-4544-BA58-C63CBAA981BB}" type="sibTrans" cxnId="{43243DCE-9440-9648-9233-E0496E070E70}">
      <dgm:prSet/>
      <dgm:spPr/>
      <dgm:t>
        <a:bodyPr/>
        <a:lstStyle/>
        <a:p>
          <a:endParaRPr lang="en-US"/>
        </a:p>
      </dgm:t>
    </dgm:pt>
    <dgm:pt modelId="{508EE5EC-40ED-E145-9EF6-0434DD3EDAFF}">
      <dgm:prSet custT="1"/>
      <dgm:spPr>
        <a:solidFill>
          <a:schemeClr val="bg1"/>
        </a:solidFill>
      </dgm:spPr>
      <dgm:t>
        <a:bodyPr/>
        <a:lstStyle/>
        <a:p>
          <a:r>
            <a:rPr lang="en-US" sz="1800" dirty="0"/>
            <a:t>basic scheduling</a:t>
          </a:r>
        </a:p>
      </dgm:t>
    </dgm:pt>
    <dgm:pt modelId="{094DBDBD-7912-594A-8ED0-93ECB756BB26}" type="parTrans" cxnId="{42856B09-5D76-A545-856B-DE1AFF0CCB89}">
      <dgm:prSet/>
      <dgm:spPr/>
      <dgm:t>
        <a:bodyPr/>
        <a:lstStyle/>
        <a:p>
          <a:endParaRPr lang="en-US"/>
        </a:p>
      </dgm:t>
    </dgm:pt>
    <dgm:pt modelId="{D39A62B2-182E-DD4D-9910-3DAA29162281}" type="sibTrans" cxnId="{42856B09-5D76-A545-856B-DE1AFF0CCB89}">
      <dgm:prSet/>
      <dgm:spPr/>
      <dgm:t>
        <a:bodyPr/>
        <a:lstStyle/>
        <a:p>
          <a:endParaRPr lang="en-US"/>
        </a:p>
      </dgm:t>
    </dgm:pt>
    <dgm:pt modelId="{5144ED24-3012-F34B-8D7E-B9FD668B09F0}" type="pres">
      <dgm:prSet presAssocID="{2C2DE963-3067-B94E-956B-0C8C8CF41C90}" presName="Name0" presStyleCnt="0">
        <dgm:presLayoutVars>
          <dgm:dir/>
          <dgm:resizeHandles val="exact"/>
        </dgm:presLayoutVars>
      </dgm:prSet>
      <dgm:spPr/>
    </dgm:pt>
    <dgm:pt modelId="{458BA974-D1D0-7C45-8BAD-1585AF825221}" type="pres">
      <dgm:prSet presAssocID="{362CC42F-7764-F644-8C01-BFBACD099A88}" presName="Name5" presStyleLbl="vennNode1" presStyleIdx="0" presStyleCnt="3" custScaleX="135924">
        <dgm:presLayoutVars>
          <dgm:bulletEnabled val="1"/>
        </dgm:presLayoutVars>
      </dgm:prSet>
      <dgm:spPr/>
    </dgm:pt>
    <dgm:pt modelId="{0AD5A3F3-2527-D74C-BF11-80E10A5069E2}" type="pres">
      <dgm:prSet presAssocID="{C9145C9C-3E41-394E-801D-48917F873A9F}" presName="space" presStyleCnt="0"/>
      <dgm:spPr/>
    </dgm:pt>
    <dgm:pt modelId="{0C1E7BE6-80C6-3C42-B6EA-D548FFF8D7E8}" type="pres">
      <dgm:prSet presAssocID="{9D4C506F-618F-3A4E-97CF-426D8D09AC24}" presName="Name5" presStyleLbl="vennNode1" presStyleIdx="1" presStyleCnt="3" custScaleX="175004">
        <dgm:presLayoutVars>
          <dgm:bulletEnabled val="1"/>
        </dgm:presLayoutVars>
      </dgm:prSet>
      <dgm:spPr/>
    </dgm:pt>
    <dgm:pt modelId="{A020397B-F51F-E140-811B-4D1B2347ECAF}" type="pres">
      <dgm:prSet presAssocID="{0B777CBA-95B5-4544-BA58-C63CBAA981BB}" presName="space" presStyleCnt="0"/>
      <dgm:spPr/>
    </dgm:pt>
    <dgm:pt modelId="{3D639D55-9910-DA41-B3AE-143CA9255248}" type="pres">
      <dgm:prSet presAssocID="{508EE5EC-40ED-E145-9EF6-0434DD3EDAFF}" presName="Name5" presStyleLbl="vennNode1" presStyleIdx="2" presStyleCnt="3" custScaleX="135924">
        <dgm:presLayoutVars>
          <dgm:bulletEnabled val="1"/>
        </dgm:presLayoutVars>
      </dgm:prSet>
      <dgm:spPr/>
    </dgm:pt>
  </dgm:ptLst>
  <dgm:cxnLst>
    <dgm:cxn modelId="{42856B09-5D76-A545-856B-DE1AFF0CCB89}" srcId="{2C2DE963-3067-B94E-956B-0C8C8CF41C90}" destId="{508EE5EC-40ED-E145-9EF6-0434DD3EDAFF}" srcOrd="2" destOrd="0" parTransId="{094DBDBD-7912-594A-8ED0-93ECB756BB26}" sibTransId="{D39A62B2-182E-DD4D-9910-3DAA29162281}"/>
    <dgm:cxn modelId="{11798F6A-37ED-5F41-96D5-31B5ABEF2B6E}" type="presOf" srcId="{2C2DE963-3067-B94E-956B-0C8C8CF41C90}" destId="{5144ED24-3012-F34B-8D7E-B9FD668B09F0}" srcOrd="0" destOrd="0" presId="urn:microsoft.com/office/officeart/2005/8/layout/venn3"/>
    <dgm:cxn modelId="{2FDCB66D-9E1B-3A43-A8ED-04B95B086A02}" type="presOf" srcId="{508EE5EC-40ED-E145-9EF6-0434DD3EDAFF}" destId="{3D639D55-9910-DA41-B3AE-143CA9255248}" srcOrd="0" destOrd="0" presId="urn:microsoft.com/office/officeart/2005/8/layout/venn3"/>
    <dgm:cxn modelId="{43DF288B-9A0E-6240-B5D6-E5C03AD48AA8}" srcId="{2C2DE963-3067-B94E-956B-0C8C8CF41C90}" destId="{362CC42F-7764-F644-8C01-BFBACD099A88}" srcOrd="0" destOrd="0" parTransId="{F9CF7677-59EC-CF48-96F3-8A6BE1D984B7}" sibTransId="{C9145C9C-3E41-394E-801D-48917F873A9F}"/>
    <dgm:cxn modelId="{796BA697-B6B5-4A4D-A5B3-9E56FA87A1B6}" type="presOf" srcId="{362CC42F-7764-F644-8C01-BFBACD099A88}" destId="{458BA974-D1D0-7C45-8BAD-1585AF825221}" srcOrd="0" destOrd="0" presId="urn:microsoft.com/office/officeart/2005/8/layout/venn3"/>
    <dgm:cxn modelId="{43243DCE-9440-9648-9233-E0496E070E70}" srcId="{2C2DE963-3067-B94E-956B-0C8C8CF41C90}" destId="{9D4C506F-618F-3A4E-97CF-426D8D09AC24}" srcOrd="1" destOrd="0" parTransId="{72FBBC00-958B-EA4A-9C1C-A4F4F5F65295}" sibTransId="{0B777CBA-95B5-4544-BA58-C63CBAA981BB}"/>
    <dgm:cxn modelId="{413208DC-7380-2246-A617-51F91F4522FF}" type="presOf" srcId="{9D4C506F-618F-3A4E-97CF-426D8D09AC24}" destId="{0C1E7BE6-80C6-3C42-B6EA-D548FFF8D7E8}" srcOrd="0" destOrd="0" presId="urn:microsoft.com/office/officeart/2005/8/layout/venn3"/>
    <dgm:cxn modelId="{67598948-2BB5-3D44-8251-258F52C59A51}" type="presParOf" srcId="{5144ED24-3012-F34B-8D7E-B9FD668B09F0}" destId="{458BA974-D1D0-7C45-8BAD-1585AF825221}" srcOrd="0" destOrd="0" presId="urn:microsoft.com/office/officeart/2005/8/layout/venn3"/>
    <dgm:cxn modelId="{E788365A-023D-3547-8F43-8D2B9511ED75}" type="presParOf" srcId="{5144ED24-3012-F34B-8D7E-B9FD668B09F0}" destId="{0AD5A3F3-2527-D74C-BF11-80E10A5069E2}" srcOrd="1" destOrd="0" presId="urn:microsoft.com/office/officeart/2005/8/layout/venn3"/>
    <dgm:cxn modelId="{759DC6CD-3EDF-A44C-A3A6-6774678E5937}" type="presParOf" srcId="{5144ED24-3012-F34B-8D7E-B9FD668B09F0}" destId="{0C1E7BE6-80C6-3C42-B6EA-D548FFF8D7E8}" srcOrd="2" destOrd="0" presId="urn:microsoft.com/office/officeart/2005/8/layout/venn3"/>
    <dgm:cxn modelId="{CAE3D086-7813-5340-A589-C2968F37A629}" type="presParOf" srcId="{5144ED24-3012-F34B-8D7E-B9FD668B09F0}" destId="{A020397B-F51F-E140-811B-4D1B2347ECAF}" srcOrd="3" destOrd="0" presId="urn:microsoft.com/office/officeart/2005/8/layout/venn3"/>
    <dgm:cxn modelId="{54D27D7F-9097-1544-AB52-5098265AD710}" type="presParOf" srcId="{5144ED24-3012-F34B-8D7E-B9FD668B09F0}" destId="{3D639D55-9910-DA41-B3AE-143CA9255248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3D82D6B-86E2-F94E-A342-E4FD0701C9C8}" type="doc">
      <dgm:prSet loTypeId="urn:microsoft.com/office/officeart/2005/8/layout/venn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887FBB-63CF-B849-AD14-F2855A4D3AA3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1800" dirty="0"/>
            <a:t>simplifies implementation</a:t>
          </a:r>
        </a:p>
      </dgm:t>
    </dgm:pt>
    <dgm:pt modelId="{30F287CE-644F-D542-B7B2-9C8D4075B5E3}" type="parTrans" cxnId="{AA355B9B-9B2A-A14B-92D8-5CA435EFE77C}">
      <dgm:prSet/>
      <dgm:spPr/>
      <dgm:t>
        <a:bodyPr/>
        <a:lstStyle/>
        <a:p>
          <a:endParaRPr lang="en-US"/>
        </a:p>
      </dgm:t>
    </dgm:pt>
    <dgm:pt modelId="{CF5F2B01-1290-0241-A083-7529D13E0B29}" type="sibTrans" cxnId="{AA355B9B-9B2A-A14B-92D8-5CA435EFE77C}">
      <dgm:prSet/>
      <dgm:spPr/>
      <dgm:t>
        <a:bodyPr/>
        <a:lstStyle/>
        <a:p>
          <a:endParaRPr lang="en-US"/>
        </a:p>
      </dgm:t>
    </dgm:pt>
    <dgm:pt modelId="{241F9BB7-8158-FB46-8B5B-09FDED8494A7}">
      <dgm:prSet custT="1"/>
      <dgm:spPr>
        <a:solidFill>
          <a:srgbClr val="CC66CC"/>
        </a:solidFill>
      </dgm:spPr>
      <dgm:t>
        <a:bodyPr/>
        <a:lstStyle/>
        <a:p>
          <a:r>
            <a:rPr lang="en-US" sz="1800" dirty="0"/>
            <a:t>provides flexibility</a:t>
          </a:r>
        </a:p>
      </dgm:t>
    </dgm:pt>
    <dgm:pt modelId="{B8BEBE66-9810-6141-A57B-7DAA3967DE5D}" type="parTrans" cxnId="{5D2C2339-4820-D94A-99FE-4D654CF15B0D}">
      <dgm:prSet/>
      <dgm:spPr/>
      <dgm:t>
        <a:bodyPr/>
        <a:lstStyle/>
        <a:p>
          <a:endParaRPr lang="en-US"/>
        </a:p>
      </dgm:t>
    </dgm:pt>
    <dgm:pt modelId="{97FFB707-BDC0-814E-8337-BEF53A1A9CB1}" type="sibTrans" cxnId="{5D2C2339-4820-D94A-99FE-4D654CF15B0D}">
      <dgm:prSet/>
      <dgm:spPr/>
      <dgm:t>
        <a:bodyPr/>
        <a:lstStyle/>
        <a:p>
          <a:endParaRPr lang="en-US"/>
        </a:p>
      </dgm:t>
    </dgm:pt>
    <dgm:pt modelId="{FB258617-5D6C-F24C-B814-B7E4498F5627}">
      <dgm:prSet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800" dirty="0"/>
            <a:t>is well suited to a distributed environment</a:t>
          </a:r>
        </a:p>
      </dgm:t>
    </dgm:pt>
    <dgm:pt modelId="{A6648C37-814A-724C-98E9-AF4789374C97}" type="parTrans" cxnId="{85FABEFA-07EF-3041-85F4-FCC6D4B127DD}">
      <dgm:prSet/>
      <dgm:spPr/>
      <dgm:t>
        <a:bodyPr/>
        <a:lstStyle/>
        <a:p>
          <a:endParaRPr lang="en-US"/>
        </a:p>
      </dgm:t>
    </dgm:pt>
    <dgm:pt modelId="{397F509E-75D1-FF43-B6FC-B95ABAEF5DE4}" type="sibTrans" cxnId="{85FABEFA-07EF-3041-85F4-FCC6D4B127DD}">
      <dgm:prSet/>
      <dgm:spPr/>
      <dgm:t>
        <a:bodyPr/>
        <a:lstStyle/>
        <a:p>
          <a:endParaRPr lang="en-US"/>
        </a:p>
      </dgm:t>
    </dgm:pt>
    <dgm:pt modelId="{ACA9E242-03A2-DC46-B37E-488814D417B5}" type="pres">
      <dgm:prSet presAssocID="{03D82D6B-86E2-F94E-A342-E4FD0701C9C8}" presName="Name0" presStyleCnt="0">
        <dgm:presLayoutVars>
          <dgm:dir/>
          <dgm:resizeHandles val="exact"/>
        </dgm:presLayoutVars>
      </dgm:prSet>
      <dgm:spPr/>
    </dgm:pt>
    <dgm:pt modelId="{C42EC200-AA31-FF49-9439-3332FF002BCA}" type="pres">
      <dgm:prSet presAssocID="{33887FBB-63CF-B849-AD14-F2855A4D3AA3}" presName="Name5" presStyleLbl="vennNode1" presStyleIdx="0" presStyleCnt="3" custScaleX="168205">
        <dgm:presLayoutVars>
          <dgm:bulletEnabled val="1"/>
        </dgm:presLayoutVars>
      </dgm:prSet>
      <dgm:spPr/>
    </dgm:pt>
    <dgm:pt modelId="{DD953A8A-B43C-AC43-B924-4D7FACF9C095}" type="pres">
      <dgm:prSet presAssocID="{CF5F2B01-1290-0241-A083-7529D13E0B29}" presName="space" presStyleCnt="0"/>
      <dgm:spPr/>
    </dgm:pt>
    <dgm:pt modelId="{8F15053A-8F42-F340-900D-93E5ADC1CDED}" type="pres">
      <dgm:prSet presAssocID="{241F9BB7-8158-FB46-8B5B-09FDED8494A7}" presName="Name5" presStyleLbl="vennNode1" presStyleIdx="1" presStyleCnt="3" custScaleX="168205">
        <dgm:presLayoutVars>
          <dgm:bulletEnabled val="1"/>
        </dgm:presLayoutVars>
      </dgm:prSet>
      <dgm:spPr/>
    </dgm:pt>
    <dgm:pt modelId="{C7DC57B6-4CF2-6841-BB28-BEFF4772681A}" type="pres">
      <dgm:prSet presAssocID="{97FFB707-BDC0-814E-8337-BEF53A1A9CB1}" presName="space" presStyleCnt="0"/>
      <dgm:spPr/>
    </dgm:pt>
    <dgm:pt modelId="{F7CF12E1-CFEB-A84D-AE77-A9FCC92CF154}" type="pres">
      <dgm:prSet presAssocID="{FB258617-5D6C-F24C-B814-B7E4498F5627}" presName="Name5" presStyleLbl="vennNode1" presStyleIdx="2" presStyleCnt="3" custScaleX="168205">
        <dgm:presLayoutVars>
          <dgm:bulletEnabled val="1"/>
        </dgm:presLayoutVars>
      </dgm:prSet>
      <dgm:spPr/>
    </dgm:pt>
  </dgm:ptLst>
  <dgm:cxnLst>
    <dgm:cxn modelId="{5D2C2339-4820-D94A-99FE-4D654CF15B0D}" srcId="{03D82D6B-86E2-F94E-A342-E4FD0701C9C8}" destId="{241F9BB7-8158-FB46-8B5B-09FDED8494A7}" srcOrd="1" destOrd="0" parTransId="{B8BEBE66-9810-6141-A57B-7DAA3967DE5D}" sibTransId="{97FFB707-BDC0-814E-8337-BEF53A1A9CB1}"/>
    <dgm:cxn modelId="{AA355B9B-9B2A-A14B-92D8-5CA435EFE77C}" srcId="{03D82D6B-86E2-F94E-A342-E4FD0701C9C8}" destId="{33887FBB-63CF-B849-AD14-F2855A4D3AA3}" srcOrd="0" destOrd="0" parTransId="{30F287CE-644F-D542-B7B2-9C8D4075B5E3}" sibTransId="{CF5F2B01-1290-0241-A083-7529D13E0B29}"/>
    <dgm:cxn modelId="{725454A6-B1C1-0F44-AEBE-9C55EBD6B809}" type="presOf" srcId="{03D82D6B-86E2-F94E-A342-E4FD0701C9C8}" destId="{ACA9E242-03A2-DC46-B37E-488814D417B5}" srcOrd="0" destOrd="0" presId="urn:microsoft.com/office/officeart/2005/8/layout/venn3"/>
    <dgm:cxn modelId="{9833C1AE-B5BE-4846-97A8-F59A87D5B0F9}" type="presOf" srcId="{FB258617-5D6C-F24C-B814-B7E4498F5627}" destId="{F7CF12E1-CFEB-A84D-AE77-A9FCC92CF154}" srcOrd="0" destOrd="0" presId="urn:microsoft.com/office/officeart/2005/8/layout/venn3"/>
    <dgm:cxn modelId="{422EC8BB-7396-2848-BE83-B6A7FD9A7CCB}" type="presOf" srcId="{241F9BB7-8158-FB46-8B5B-09FDED8494A7}" destId="{8F15053A-8F42-F340-900D-93E5ADC1CDED}" srcOrd="0" destOrd="0" presId="urn:microsoft.com/office/officeart/2005/8/layout/venn3"/>
    <dgm:cxn modelId="{7E8491DB-C924-9948-8E84-25A1F4452EF2}" type="presOf" srcId="{33887FBB-63CF-B849-AD14-F2855A4D3AA3}" destId="{C42EC200-AA31-FF49-9439-3332FF002BCA}" srcOrd="0" destOrd="0" presId="urn:microsoft.com/office/officeart/2005/8/layout/venn3"/>
    <dgm:cxn modelId="{85FABEFA-07EF-3041-85F4-FCC6D4B127DD}" srcId="{03D82D6B-86E2-F94E-A342-E4FD0701C9C8}" destId="{FB258617-5D6C-F24C-B814-B7E4498F5627}" srcOrd="2" destOrd="0" parTransId="{A6648C37-814A-724C-98E9-AF4789374C97}" sibTransId="{397F509E-75D1-FF43-B6FC-B95ABAEF5DE4}"/>
    <dgm:cxn modelId="{453B6C90-AF91-C640-AC2F-FF295EECB658}" type="presParOf" srcId="{ACA9E242-03A2-DC46-B37E-488814D417B5}" destId="{C42EC200-AA31-FF49-9439-3332FF002BCA}" srcOrd="0" destOrd="0" presId="urn:microsoft.com/office/officeart/2005/8/layout/venn3"/>
    <dgm:cxn modelId="{DE9C33F9-806C-1341-AB28-751E37CACE04}" type="presParOf" srcId="{ACA9E242-03A2-DC46-B37E-488814D417B5}" destId="{DD953A8A-B43C-AC43-B924-4D7FACF9C095}" srcOrd="1" destOrd="0" presId="urn:microsoft.com/office/officeart/2005/8/layout/venn3"/>
    <dgm:cxn modelId="{D90EA90E-9CC8-194D-9843-3EADD5AD56D9}" type="presParOf" srcId="{ACA9E242-03A2-DC46-B37E-488814D417B5}" destId="{8F15053A-8F42-F340-900D-93E5ADC1CDED}" srcOrd="2" destOrd="0" presId="urn:microsoft.com/office/officeart/2005/8/layout/venn3"/>
    <dgm:cxn modelId="{6E830A05-02B3-1E4F-BA9A-42557C8D8E1D}" type="presParOf" srcId="{ACA9E242-03A2-DC46-B37E-488814D417B5}" destId="{C7DC57B6-4CF2-6841-BB28-BEFF4772681A}" srcOrd="3" destOrd="0" presId="urn:microsoft.com/office/officeart/2005/8/layout/venn3"/>
    <dgm:cxn modelId="{0C66AAF0-184D-6A4E-B739-652CCCCBC2A5}" type="presParOf" srcId="{ACA9E242-03A2-DC46-B37E-488814D417B5}" destId="{F7CF12E1-CFEB-A84D-AE77-A9FCC92CF154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A64BEDC-1FFA-2445-A2B4-71CB4B513E0F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F62A0C-A340-5C43-80D3-C5E6794DB9D8}">
      <dgm:prSet phldrT="[Text]"/>
      <dgm:spPr/>
      <dgm:t>
        <a:bodyPr/>
        <a:lstStyle/>
        <a:p>
          <a:r>
            <a:rPr lang="en-US" dirty="0"/>
            <a:t>Thread</a:t>
          </a:r>
        </a:p>
      </dgm:t>
    </dgm:pt>
    <dgm:pt modelId="{B7DB1E6B-AAB2-5F4C-945A-752ADE459ACE}" type="parTrans" cxnId="{3E5F3F0B-27B7-064B-8764-57F118DC0BCE}">
      <dgm:prSet/>
      <dgm:spPr/>
      <dgm:t>
        <a:bodyPr/>
        <a:lstStyle/>
        <a:p>
          <a:endParaRPr lang="en-US"/>
        </a:p>
      </dgm:t>
    </dgm:pt>
    <dgm:pt modelId="{2E8EE099-98FC-A647-A84C-323D637DB960}" type="sibTrans" cxnId="{3E5F3F0B-27B7-064B-8764-57F118DC0BCE}">
      <dgm:prSet/>
      <dgm:spPr/>
      <dgm:t>
        <a:bodyPr/>
        <a:lstStyle/>
        <a:p>
          <a:endParaRPr lang="en-US"/>
        </a:p>
      </dgm:t>
    </dgm:pt>
    <dgm:pt modelId="{CB611E91-19C4-E34C-86A3-7C4779BEFBDC}">
      <dgm:prSet/>
      <dgm:spPr/>
      <dgm:t>
        <a:bodyPr/>
        <a:lstStyle/>
        <a:p>
          <a:r>
            <a:rPr lang="en-US" dirty="0"/>
            <a:t>dispatchable unit of work</a:t>
          </a:r>
        </a:p>
      </dgm:t>
    </dgm:pt>
    <dgm:pt modelId="{D9229EAD-4CAD-6B45-B772-2D7247B8ABB4}" type="parTrans" cxnId="{B518D96B-CF99-3241-B868-0DBD1C54556D}">
      <dgm:prSet/>
      <dgm:spPr/>
      <dgm:t>
        <a:bodyPr/>
        <a:lstStyle/>
        <a:p>
          <a:endParaRPr lang="en-US"/>
        </a:p>
      </dgm:t>
    </dgm:pt>
    <dgm:pt modelId="{35BFE0A6-8A94-3E4E-A7AB-884FAEF3F832}" type="sibTrans" cxnId="{B518D96B-CF99-3241-B868-0DBD1C54556D}">
      <dgm:prSet/>
      <dgm:spPr/>
      <dgm:t>
        <a:bodyPr/>
        <a:lstStyle/>
        <a:p>
          <a:endParaRPr lang="en-US"/>
        </a:p>
      </dgm:t>
    </dgm:pt>
    <dgm:pt modelId="{19A9D586-6EC6-D54B-ADBD-F6D39C0A3CB8}">
      <dgm:prSet/>
      <dgm:spPr/>
      <dgm:t>
        <a:bodyPr/>
        <a:lstStyle/>
        <a:p>
          <a:r>
            <a:rPr lang="en-US" dirty="0"/>
            <a:t>includes a processor context and its own data area to enable subroutine branching</a:t>
          </a:r>
        </a:p>
      </dgm:t>
    </dgm:pt>
    <dgm:pt modelId="{F0CAF8C1-FB79-1A40-94D9-7E826D067DCC}" type="parTrans" cxnId="{F84FAD3C-DF9C-9B47-8E13-392BA5136403}">
      <dgm:prSet/>
      <dgm:spPr/>
      <dgm:t>
        <a:bodyPr/>
        <a:lstStyle/>
        <a:p>
          <a:endParaRPr lang="en-US"/>
        </a:p>
      </dgm:t>
    </dgm:pt>
    <dgm:pt modelId="{3446EC40-F06A-3F4E-BB3D-28BC3FA83DDE}" type="sibTrans" cxnId="{F84FAD3C-DF9C-9B47-8E13-392BA5136403}">
      <dgm:prSet/>
      <dgm:spPr/>
      <dgm:t>
        <a:bodyPr/>
        <a:lstStyle/>
        <a:p>
          <a:endParaRPr lang="en-US"/>
        </a:p>
      </dgm:t>
    </dgm:pt>
    <dgm:pt modelId="{8BDF6262-EF5E-9F42-91FD-53FA25A416EA}">
      <dgm:prSet/>
      <dgm:spPr/>
      <dgm:t>
        <a:bodyPr/>
        <a:lstStyle/>
        <a:p>
          <a:r>
            <a:rPr lang="en-US" dirty="0"/>
            <a:t>executes sequentially and is interruptible</a:t>
          </a:r>
        </a:p>
      </dgm:t>
    </dgm:pt>
    <dgm:pt modelId="{BC414CA7-CEAE-9448-8244-9F129A09435B}" type="parTrans" cxnId="{2D9BC46A-A922-1B48-992D-B38154DAAC10}">
      <dgm:prSet/>
      <dgm:spPr/>
      <dgm:t>
        <a:bodyPr/>
        <a:lstStyle/>
        <a:p>
          <a:endParaRPr lang="en-US"/>
        </a:p>
      </dgm:t>
    </dgm:pt>
    <dgm:pt modelId="{0586B2B2-B4EF-0742-B455-FD8657427BE1}" type="sibTrans" cxnId="{2D9BC46A-A922-1B48-992D-B38154DAAC10}">
      <dgm:prSet/>
      <dgm:spPr/>
      <dgm:t>
        <a:bodyPr/>
        <a:lstStyle/>
        <a:p>
          <a:endParaRPr lang="en-US"/>
        </a:p>
      </dgm:t>
    </dgm:pt>
    <dgm:pt modelId="{64A01B46-ADFB-334F-BEA5-FAA0E77296A3}">
      <dgm:prSet/>
      <dgm:spPr/>
      <dgm:t>
        <a:bodyPr/>
        <a:lstStyle/>
        <a:p>
          <a:r>
            <a:rPr lang="en-US" dirty="0"/>
            <a:t>Process </a:t>
          </a:r>
        </a:p>
      </dgm:t>
    </dgm:pt>
    <dgm:pt modelId="{5E2E3C9A-1D80-7E49-96F3-756EB29887C3}" type="parTrans" cxnId="{65D46421-B6EA-354B-81E2-8D264C304CAB}">
      <dgm:prSet/>
      <dgm:spPr/>
      <dgm:t>
        <a:bodyPr/>
        <a:lstStyle/>
        <a:p>
          <a:endParaRPr lang="en-US"/>
        </a:p>
      </dgm:t>
    </dgm:pt>
    <dgm:pt modelId="{4C25808B-B632-5645-A35B-69469FC6DCE9}" type="sibTrans" cxnId="{65D46421-B6EA-354B-81E2-8D264C304CAB}">
      <dgm:prSet/>
      <dgm:spPr/>
      <dgm:t>
        <a:bodyPr/>
        <a:lstStyle/>
        <a:p>
          <a:endParaRPr lang="en-US"/>
        </a:p>
      </dgm:t>
    </dgm:pt>
    <dgm:pt modelId="{A5483425-E586-134F-9A1E-D862D3F16E27}">
      <dgm:prSet/>
      <dgm:spPr/>
      <dgm:t>
        <a:bodyPr/>
        <a:lstStyle/>
        <a:p>
          <a:r>
            <a:rPr lang="en-US" dirty="0"/>
            <a:t>a collection of one or more threads and associated system resources</a:t>
          </a:r>
        </a:p>
      </dgm:t>
    </dgm:pt>
    <dgm:pt modelId="{989FCAAA-309A-F441-919A-6561D4259AC7}" type="parTrans" cxnId="{98E5EC7F-7818-1F4C-B693-E3D64303119C}">
      <dgm:prSet/>
      <dgm:spPr/>
      <dgm:t>
        <a:bodyPr/>
        <a:lstStyle/>
        <a:p>
          <a:endParaRPr lang="en-US"/>
        </a:p>
      </dgm:t>
    </dgm:pt>
    <dgm:pt modelId="{6726D3AC-BE0D-F143-9BF7-89B7DF712C32}" type="sibTrans" cxnId="{98E5EC7F-7818-1F4C-B693-E3D64303119C}">
      <dgm:prSet/>
      <dgm:spPr/>
      <dgm:t>
        <a:bodyPr/>
        <a:lstStyle/>
        <a:p>
          <a:endParaRPr lang="en-US"/>
        </a:p>
      </dgm:t>
    </dgm:pt>
    <dgm:pt modelId="{C9348E03-F0DE-334C-A511-B057467648D2}">
      <dgm:prSet/>
      <dgm:spPr/>
      <dgm:t>
        <a:bodyPr/>
        <a:lstStyle/>
        <a:p>
          <a:r>
            <a:rPr lang="en-US" dirty="0"/>
            <a:t>programmer has greater control over the modularity of the application and the timing of application related events</a:t>
          </a:r>
        </a:p>
      </dgm:t>
    </dgm:pt>
    <dgm:pt modelId="{FC311450-F9D4-734A-B19F-2E67CC2F6459}" type="parTrans" cxnId="{BEF7AABD-E549-354D-B8AB-400758B20A0F}">
      <dgm:prSet/>
      <dgm:spPr/>
      <dgm:t>
        <a:bodyPr/>
        <a:lstStyle/>
        <a:p>
          <a:endParaRPr lang="en-US"/>
        </a:p>
      </dgm:t>
    </dgm:pt>
    <dgm:pt modelId="{D453CDF1-D479-E247-9DDE-EBEE978ED664}" type="sibTrans" cxnId="{BEF7AABD-E549-354D-B8AB-400758B20A0F}">
      <dgm:prSet/>
      <dgm:spPr/>
      <dgm:t>
        <a:bodyPr/>
        <a:lstStyle/>
        <a:p>
          <a:endParaRPr lang="en-US"/>
        </a:p>
      </dgm:t>
    </dgm:pt>
    <dgm:pt modelId="{4118B874-B9DF-4340-B503-7A62112AD9AB}" type="pres">
      <dgm:prSet presAssocID="{5A64BEDC-1FFA-2445-A2B4-71CB4B513E0F}" presName="linear" presStyleCnt="0">
        <dgm:presLayoutVars>
          <dgm:animLvl val="lvl"/>
          <dgm:resizeHandles val="exact"/>
        </dgm:presLayoutVars>
      </dgm:prSet>
      <dgm:spPr/>
    </dgm:pt>
    <dgm:pt modelId="{26D4C4FB-FEAD-ED48-A0AE-2A84F6D6F3C5}" type="pres">
      <dgm:prSet presAssocID="{70F62A0C-A340-5C43-80D3-C5E6794DB9D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FD0212-1D78-CE47-83E2-150D9E986556}" type="pres">
      <dgm:prSet presAssocID="{70F62A0C-A340-5C43-80D3-C5E6794DB9D8}" presName="childText" presStyleLbl="revTx" presStyleIdx="0" presStyleCnt="2">
        <dgm:presLayoutVars>
          <dgm:bulletEnabled val="1"/>
        </dgm:presLayoutVars>
      </dgm:prSet>
      <dgm:spPr/>
    </dgm:pt>
    <dgm:pt modelId="{A7FA07F0-CADB-7B40-BA4A-D97041E1B80A}" type="pres">
      <dgm:prSet presAssocID="{64A01B46-ADFB-334F-BEA5-FAA0E77296A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64D31BB-83A3-C745-980D-1D6C1545B46C}" type="pres">
      <dgm:prSet presAssocID="{64A01B46-ADFB-334F-BEA5-FAA0E77296A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E5F3F0B-27B7-064B-8764-57F118DC0BCE}" srcId="{5A64BEDC-1FFA-2445-A2B4-71CB4B513E0F}" destId="{70F62A0C-A340-5C43-80D3-C5E6794DB9D8}" srcOrd="0" destOrd="0" parTransId="{B7DB1E6B-AAB2-5F4C-945A-752ADE459ACE}" sibTransId="{2E8EE099-98FC-A647-A84C-323D637DB960}"/>
    <dgm:cxn modelId="{F2641421-533A-3B4E-93F6-1AE43C89D812}" type="presOf" srcId="{CB611E91-19C4-E34C-86A3-7C4779BEFBDC}" destId="{B4FD0212-1D78-CE47-83E2-150D9E986556}" srcOrd="0" destOrd="0" presId="urn:microsoft.com/office/officeart/2005/8/layout/vList2"/>
    <dgm:cxn modelId="{65D46421-B6EA-354B-81E2-8D264C304CAB}" srcId="{5A64BEDC-1FFA-2445-A2B4-71CB4B513E0F}" destId="{64A01B46-ADFB-334F-BEA5-FAA0E77296A3}" srcOrd="1" destOrd="0" parTransId="{5E2E3C9A-1D80-7E49-96F3-756EB29887C3}" sibTransId="{4C25808B-B632-5645-A35B-69469FC6DCE9}"/>
    <dgm:cxn modelId="{342AA93A-2F42-0743-8870-8B524BD4A0AF}" type="presOf" srcId="{70F62A0C-A340-5C43-80D3-C5E6794DB9D8}" destId="{26D4C4FB-FEAD-ED48-A0AE-2A84F6D6F3C5}" srcOrd="0" destOrd="0" presId="urn:microsoft.com/office/officeart/2005/8/layout/vList2"/>
    <dgm:cxn modelId="{F84FAD3C-DF9C-9B47-8E13-392BA5136403}" srcId="{70F62A0C-A340-5C43-80D3-C5E6794DB9D8}" destId="{19A9D586-6EC6-D54B-ADBD-F6D39C0A3CB8}" srcOrd="1" destOrd="0" parTransId="{F0CAF8C1-FB79-1A40-94D9-7E826D067DCC}" sibTransId="{3446EC40-F06A-3F4E-BB3D-28BC3FA83DDE}"/>
    <dgm:cxn modelId="{E2364F3E-2A20-C84E-B06C-2101EED5CD08}" type="presOf" srcId="{8BDF6262-EF5E-9F42-91FD-53FA25A416EA}" destId="{B4FD0212-1D78-CE47-83E2-150D9E986556}" srcOrd="0" destOrd="2" presId="urn:microsoft.com/office/officeart/2005/8/layout/vList2"/>
    <dgm:cxn modelId="{75615D66-37BB-DF4A-B770-69C7C3479CB7}" type="presOf" srcId="{A5483425-E586-134F-9A1E-D862D3F16E27}" destId="{364D31BB-83A3-C745-980D-1D6C1545B46C}" srcOrd="0" destOrd="0" presId="urn:microsoft.com/office/officeart/2005/8/layout/vList2"/>
    <dgm:cxn modelId="{2D9BC46A-A922-1B48-992D-B38154DAAC10}" srcId="{70F62A0C-A340-5C43-80D3-C5E6794DB9D8}" destId="{8BDF6262-EF5E-9F42-91FD-53FA25A416EA}" srcOrd="2" destOrd="0" parTransId="{BC414CA7-CEAE-9448-8244-9F129A09435B}" sibTransId="{0586B2B2-B4EF-0742-B455-FD8657427BE1}"/>
    <dgm:cxn modelId="{B518D96B-CF99-3241-B868-0DBD1C54556D}" srcId="{70F62A0C-A340-5C43-80D3-C5E6794DB9D8}" destId="{CB611E91-19C4-E34C-86A3-7C4779BEFBDC}" srcOrd="0" destOrd="0" parTransId="{D9229EAD-4CAD-6B45-B772-2D7247B8ABB4}" sibTransId="{35BFE0A6-8A94-3E4E-A7AB-884FAEF3F832}"/>
    <dgm:cxn modelId="{98E5EC7F-7818-1F4C-B693-E3D64303119C}" srcId="{64A01B46-ADFB-334F-BEA5-FAA0E77296A3}" destId="{A5483425-E586-134F-9A1E-D862D3F16E27}" srcOrd="0" destOrd="0" parTransId="{989FCAAA-309A-F441-919A-6561D4259AC7}" sibTransId="{6726D3AC-BE0D-F143-9BF7-89B7DF712C32}"/>
    <dgm:cxn modelId="{0D6B298E-B717-DD48-8730-732858141AC9}" type="presOf" srcId="{19A9D586-6EC6-D54B-ADBD-F6D39C0A3CB8}" destId="{B4FD0212-1D78-CE47-83E2-150D9E986556}" srcOrd="0" destOrd="1" presId="urn:microsoft.com/office/officeart/2005/8/layout/vList2"/>
    <dgm:cxn modelId="{BEF7AABD-E549-354D-B8AB-400758B20A0F}" srcId="{64A01B46-ADFB-334F-BEA5-FAA0E77296A3}" destId="{C9348E03-F0DE-334C-A511-B057467648D2}" srcOrd="1" destOrd="0" parTransId="{FC311450-F9D4-734A-B19F-2E67CC2F6459}" sibTransId="{D453CDF1-D479-E247-9DDE-EBEE978ED664}"/>
    <dgm:cxn modelId="{B8B1ADC4-44B9-9E48-9D12-81CD71732C13}" type="presOf" srcId="{64A01B46-ADFB-334F-BEA5-FAA0E77296A3}" destId="{A7FA07F0-CADB-7B40-BA4A-D97041E1B80A}" srcOrd="0" destOrd="0" presId="urn:microsoft.com/office/officeart/2005/8/layout/vList2"/>
    <dgm:cxn modelId="{5D8499E8-35A6-BC42-AAA4-2BC120BE9E2D}" type="presOf" srcId="{5A64BEDC-1FFA-2445-A2B4-71CB4B513E0F}" destId="{4118B874-B9DF-4340-B503-7A62112AD9AB}" srcOrd="0" destOrd="0" presId="urn:microsoft.com/office/officeart/2005/8/layout/vList2"/>
    <dgm:cxn modelId="{A6367FF1-3CBE-2C40-ACA8-92DF8D8DD6C2}" type="presOf" srcId="{C9348E03-F0DE-334C-A511-B057467648D2}" destId="{364D31BB-83A3-C745-980D-1D6C1545B46C}" srcOrd="0" destOrd="1" presId="urn:microsoft.com/office/officeart/2005/8/layout/vList2"/>
    <dgm:cxn modelId="{D34DBD31-7E29-6A45-B822-035D5E3E087B}" type="presParOf" srcId="{4118B874-B9DF-4340-B503-7A62112AD9AB}" destId="{26D4C4FB-FEAD-ED48-A0AE-2A84F6D6F3C5}" srcOrd="0" destOrd="0" presId="urn:microsoft.com/office/officeart/2005/8/layout/vList2"/>
    <dgm:cxn modelId="{12EAA771-DB8F-BE46-A242-48B76F1DC390}" type="presParOf" srcId="{4118B874-B9DF-4340-B503-7A62112AD9AB}" destId="{B4FD0212-1D78-CE47-83E2-150D9E986556}" srcOrd="1" destOrd="0" presId="urn:microsoft.com/office/officeart/2005/8/layout/vList2"/>
    <dgm:cxn modelId="{BF281ADD-0D00-0C41-8424-F1FD952CA7EF}" type="presParOf" srcId="{4118B874-B9DF-4340-B503-7A62112AD9AB}" destId="{A7FA07F0-CADB-7B40-BA4A-D97041E1B80A}" srcOrd="2" destOrd="0" presId="urn:microsoft.com/office/officeart/2005/8/layout/vList2"/>
    <dgm:cxn modelId="{884DC73B-9391-F244-ABF0-1C8852A247EE}" type="presParOf" srcId="{4118B874-B9DF-4340-B503-7A62112AD9AB}" destId="{364D31BB-83A3-C745-980D-1D6C1545B46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9904FCC-9D34-6A4E-9BEF-66BCFD231368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EC3C55-8797-4A42-B4E3-93065A225400}">
      <dgm:prSet custT="1"/>
      <dgm:spPr/>
      <dgm:t>
        <a:bodyPr/>
        <a:lstStyle/>
        <a:p>
          <a:pPr rtl="0"/>
          <a:r>
            <a:rPr lang="en-US" sz="1600" dirty="0"/>
            <a:t>Process perspective:</a:t>
          </a:r>
        </a:p>
      </dgm:t>
    </dgm:pt>
    <dgm:pt modelId="{6A213951-69F5-2543-ABFB-C1A862A86D99}" type="parTrans" cxnId="{70AF5E1D-5BE3-D44D-A295-CD6422F3D66E}">
      <dgm:prSet/>
      <dgm:spPr/>
      <dgm:t>
        <a:bodyPr/>
        <a:lstStyle/>
        <a:p>
          <a:endParaRPr lang="en-US"/>
        </a:p>
      </dgm:t>
    </dgm:pt>
    <dgm:pt modelId="{CA3A76FA-3533-EC4F-A341-6D45E27F032B}" type="sibTrans" cxnId="{70AF5E1D-5BE3-D44D-A295-CD6422F3D66E}">
      <dgm:prSet/>
      <dgm:spPr/>
      <dgm:t>
        <a:bodyPr/>
        <a:lstStyle/>
        <a:p>
          <a:endParaRPr lang="en-US"/>
        </a:p>
      </dgm:t>
    </dgm:pt>
    <dgm:pt modelId="{30E2B27E-080F-DB49-82BB-2ACFFF4E67D6}">
      <dgm:prSet custT="1"/>
      <dgm:spPr/>
      <dgm:t>
        <a:bodyPr/>
        <a:lstStyle/>
        <a:p>
          <a:pPr rtl="0"/>
          <a:r>
            <a:rPr lang="en-US" sz="1600" dirty="0"/>
            <a:t>the machine on which it executes consists of the virtual memory space assigned to the process</a:t>
          </a:r>
        </a:p>
      </dgm:t>
    </dgm:pt>
    <dgm:pt modelId="{540B116C-1F32-AB49-AD67-EAC92FDC2BAD}" type="parTrans" cxnId="{D7AFD564-4FB5-774E-82B0-2EACE45DC2B2}">
      <dgm:prSet/>
      <dgm:spPr/>
      <dgm:t>
        <a:bodyPr/>
        <a:lstStyle/>
        <a:p>
          <a:endParaRPr lang="en-US"/>
        </a:p>
      </dgm:t>
    </dgm:pt>
    <dgm:pt modelId="{2A2B6BD5-5850-B84C-B229-419E5F628BF8}" type="sibTrans" cxnId="{D7AFD564-4FB5-774E-82B0-2EACE45DC2B2}">
      <dgm:prSet/>
      <dgm:spPr/>
      <dgm:t>
        <a:bodyPr/>
        <a:lstStyle/>
        <a:p>
          <a:endParaRPr lang="en-US"/>
        </a:p>
      </dgm:t>
    </dgm:pt>
    <dgm:pt modelId="{94DE4166-5B62-344D-B2DA-FB9F6E151DFD}">
      <dgm:prSet custT="1"/>
      <dgm:spPr/>
      <dgm:t>
        <a:bodyPr/>
        <a:lstStyle/>
        <a:p>
          <a:pPr rtl="0"/>
          <a:r>
            <a:rPr lang="en-US" sz="1600" dirty="0"/>
            <a:t>the processor registers it may use</a:t>
          </a:r>
        </a:p>
      </dgm:t>
    </dgm:pt>
    <dgm:pt modelId="{EB4FE40B-5261-A44F-B77E-CCDD398DB033}" type="parTrans" cxnId="{33FE9E04-CBE0-BD4F-A77C-416B38F899CE}">
      <dgm:prSet/>
      <dgm:spPr/>
      <dgm:t>
        <a:bodyPr/>
        <a:lstStyle/>
        <a:p>
          <a:endParaRPr lang="en-US"/>
        </a:p>
      </dgm:t>
    </dgm:pt>
    <dgm:pt modelId="{FE610EE1-7C28-C14F-9CDF-DC1ABF2ADC64}" type="sibTrans" cxnId="{33FE9E04-CBE0-BD4F-A77C-416B38F899CE}">
      <dgm:prSet/>
      <dgm:spPr/>
      <dgm:t>
        <a:bodyPr/>
        <a:lstStyle/>
        <a:p>
          <a:endParaRPr lang="en-US"/>
        </a:p>
      </dgm:t>
    </dgm:pt>
    <dgm:pt modelId="{8FE59096-1D41-2E43-8FCA-CD30D70B4416}">
      <dgm:prSet custT="1"/>
      <dgm:spPr/>
      <dgm:t>
        <a:bodyPr/>
        <a:lstStyle/>
        <a:p>
          <a:pPr rtl="0"/>
          <a:r>
            <a:rPr lang="en-US" sz="1600" dirty="0"/>
            <a:t>the user-level machine instructions it may execute</a:t>
          </a:r>
        </a:p>
      </dgm:t>
    </dgm:pt>
    <dgm:pt modelId="{730B4EC2-349B-BD4C-8F4D-67183827CA59}" type="parTrans" cxnId="{AFDA430D-E743-A64E-99C6-172F3BBEE127}">
      <dgm:prSet/>
      <dgm:spPr/>
      <dgm:t>
        <a:bodyPr/>
        <a:lstStyle/>
        <a:p>
          <a:endParaRPr lang="en-US"/>
        </a:p>
      </dgm:t>
    </dgm:pt>
    <dgm:pt modelId="{901A0E16-51CC-164C-914A-7D656A923DF8}" type="sibTrans" cxnId="{AFDA430D-E743-A64E-99C6-172F3BBEE127}">
      <dgm:prSet/>
      <dgm:spPr/>
      <dgm:t>
        <a:bodyPr/>
        <a:lstStyle/>
        <a:p>
          <a:endParaRPr lang="en-US"/>
        </a:p>
      </dgm:t>
    </dgm:pt>
    <dgm:pt modelId="{E9285512-D433-AB49-8F1C-2E3E224B574B}">
      <dgm:prSet custT="1"/>
      <dgm:spPr/>
      <dgm:t>
        <a:bodyPr/>
        <a:lstStyle/>
        <a:p>
          <a:pPr rtl="0"/>
          <a:r>
            <a:rPr lang="en-US" sz="1600" dirty="0"/>
            <a:t>OS system calls it may invoke for I/O</a:t>
          </a:r>
        </a:p>
      </dgm:t>
    </dgm:pt>
    <dgm:pt modelId="{132DC05C-6011-7443-B039-F63DACF5D351}" type="parTrans" cxnId="{73258C11-7A9B-7040-B0F8-B703C3EDDD6C}">
      <dgm:prSet/>
      <dgm:spPr/>
      <dgm:t>
        <a:bodyPr/>
        <a:lstStyle/>
        <a:p>
          <a:endParaRPr lang="en-US"/>
        </a:p>
      </dgm:t>
    </dgm:pt>
    <dgm:pt modelId="{9088A724-396F-8646-ABBB-FA07B78DB9DD}" type="sibTrans" cxnId="{73258C11-7A9B-7040-B0F8-B703C3EDDD6C}">
      <dgm:prSet/>
      <dgm:spPr/>
      <dgm:t>
        <a:bodyPr/>
        <a:lstStyle/>
        <a:p>
          <a:endParaRPr lang="en-US"/>
        </a:p>
      </dgm:t>
    </dgm:pt>
    <dgm:pt modelId="{2B4197BC-5A1D-6040-919F-2DF4D8FF2A4E}">
      <dgm:prSet custT="1"/>
      <dgm:spPr/>
      <dgm:t>
        <a:bodyPr/>
        <a:lstStyle/>
        <a:p>
          <a:pPr rtl="0"/>
          <a:r>
            <a:rPr lang="en-US" sz="1600" dirty="0"/>
            <a:t>ABI defines the machine as seen by a process</a:t>
          </a:r>
        </a:p>
      </dgm:t>
    </dgm:pt>
    <dgm:pt modelId="{D6563139-4039-0C4D-B12E-A029754D9197}" type="parTrans" cxnId="{B1E3CAE8-388C-1F42-99C3-AE764628D893}">
      <dgm:prSet/>
      <dgm:spPr/>
      <dgm:t>
        <a:bodyPr/>
        <a:lstStyle/>
        <a:p>
          <a:endParaRPr lang="en-US"/>
        </a:p>
      </dgm:t>
    </dgm:pt>
    <dgm:pt modelId="{01E16255-41D7-8446-B39B-826BA0DA1DAC}" type="sibTrans" cxnId="{B1E3CAE8-388C-1F42-99C3-AE764628D893}">
      <dgm:prSet/>
      <dgm:spPr/>
      <dgm:t>
        <a:bodyPr/>
        <a:lstStyle/>
        <a:p>
          <a:endParaRPr lang="en-US"/>
        </a:p>
      </dgm:t>
    </dgm:pt>
    <dgm:pt modelId="{D48D73C9-1393-0C4A-B6E4-6457F029B550}">
      <dgm:prSet custT="1"/>
      <dgm:spPr/>
      <dgm:t>
        <a:bodyPr/>
        <a:lstStyle/>
        <a:p>
          <a:pPr rtl="0"/>
          <a:r>
            <a:rPr lang="en-US" sz="1600" dirty="0"/>
            <a:t>Application perspective:</a:t>
          </a:r>
        </a:p>
      </dgm:t>
    </dgm:pt>
    <dgm:pt modelId="{F1A993CB-DAE4-A248-B404-B59CC4209686}" type="parTrans" cxnId="{E8FC47AC-690B-A64A-B336-B8965F4F1145}">
      <dgm:prSet/>
      <dgm:spPr/>
      <dgm:t>
        <a:bodyPr/>
        <a:lstStyle/>
        <a:p>
          <a:endParaRPr lang="en-US"/>
        </a:p>
      </dgm:t>
    </dgm:pt>
    <dgm:pt modelId="{F24D6DFE-0167-254A-BA96-06013AE0A062}" type="sibTrans" cxnId="{E8FC47AC-690B-A64A-B336-B8965F4F1145}">
      <dgm:prSet/>
      <dgm:spPr/>
      <dgm:t>
        <a:bodyPr/>
        <a:lstStyle/>
        <a:p>
          <a:endParaRPr lang="en-US"/>
        </a:p>
      </dgm:t>
    </dgm:pt>
    <dgm:pt modelId="{ABCC827B-6F67-C94C-8414-1882B274DED1}">
      <dgm:prSet custT="1"/>
      <dgm:spPr/>
      <dgm:t>
        <a:bodyPr/>
        <a:lstStyle/>
        <a:p>
          <a:pPr rtl="0"/>
          <a:r>
            <a:rPr lang="en-US" sz="1600" dirty="0"/>
            <a:t>machine characteristics are specified by high-level language capabilities and OS system library calls</a:t>
          </a:r>
        </a:p>
      </dgm:t>
    </dgm:pt>
    <dgm:pt modelId="{8BC51756-56AF-5646-9C30-E89BA74A4AD5}" type="parTrans" cxnId="{4A75850C-D8BF-F448-9727-B51275180F7A}">
      <dgm:prSet/>
      <dgm:spPr/>
      <dgm:t>
        <a:bodyPr/>
        <a:lstStyle/>
        <a:p>
          <a:endParaRPr lang="en-US"/>
        </a:p>
      </dgm:t>
    </dgm:pt>
    <dgm:pt modelId="{7DF14D2D-E69F-2C42-96F6-A0BF5D521332}" type="sibTrans" cxnId="{4A75850C-D8BF-F448-9727-B51275180F7A}">
      <dgm:prSet/>
      <dgm:spPr/>
      <dgm:t>
        <a:bodyPr/>
        <a:lstStyle/>
        <a:p>
          <a:endParaRPr lang="en-US"/>
        </a:p>
      </dgm:t>
    </dgm:pt>
    <dgm:pt modelId="{8325BB9C-F552-5548-A92A-1CD04B687446}">
      <dgm:prSet custT="1"/>
      <dgm:spPr/>
      <dgm:t>
        <a:bodyPr/>
        <a:lstStyle/>
        <a:p>
          <a:pPr rtl="0"/>
          <a:r>
            <a:rPr lang="en-US" sz="1600" dirty="0"/>
            <a:t>API defines the machine for an application</a:t>
          </a:r>
        </a:p>
      </dgm:t>
    </dgm:pt>
    <dgm:pt modelId="{41E306AE-D862-9D45-909C-42F48483C31F}" type="parTrans" cxnId="{58E8D635-7C6C-1D48-93DF-45DB164A2B9C}">
      <dgm:prSet/>
      <dgm:spPr/>
      <dgm:t>
        <a:bodyPr/>
        <a:lstStyle/>
        <a:p>
          <a:endParaRPr lang="en-US"/>
        </a:p>
      </dgm:t>
    </dgm:pt>
    <dgm:pt modelId="{EA6D6222-4381-644E-895E-C094F86FEDDE}" type="sibTrans" cxnId="{58E8D635-7C6C-1D48-93DF-45DB164A2B9C}">
      <dgm:prSet/>
      <dgm:spPr/>
      <dgm:t>
        <a:bodyPr/>
        <a:lstStyle/>
        <a:p>
          <a:endParaRPr lang="en-US"/>
        </a:p>
      </dgm:t>
    </dgm:pt>
    <dgm:pt modelId="{AC88F18F-0B45-2144-9C37-EB95A11555E7}">
      <dgm:prSet custT="1"/>
      <dgm:spPr/>
      <dgm:t>
        <a:bodyPr/>
        <a:lstStyle/>
        <a:p>
          <a:pPr rtl="0"/>
          <a:r>
            <a:rPr lang="en-US" sz="1600" dirty="0"/>
            <a:t>OS perspective:</a:t>
          </a:r>
        </a:p>
      </dgm:t>
    </dgm:pt>
    <dgm:pt modelId="{9A8C9BEF-897B-4044-A744-F895DCEC44EF}" type="parTrans" cxnId="{6DCB995F-FB1F-C144-BFA8-FF4025CE625A}">
      <dgm:prSet/>
      <dgm:spPr/>
      <dgm:t>
        <a:bodyPr/>
        <a:lstStyle/>
        <a:p>
          <a:endParaRPr lang="en-US"/>
        </a:p>
      </dgm:t>
    </dgm:pt>
    <dgm:pt modelId="{5E6880D6-B359-9541-9CB5-6F19CE86DBB6}" type="sibTrans" cxnId="{6DCB995F-FB1F-C144-BFA8-FF4025CE625A}">
      <dgm:prSet/>
      <dgm:spPr/>
      <dgm:t>
        <a:bodyPr/>
        <a:lstStyle/>
        <a:p>
          <a:endParaRPr lang="en-US"/>
        </a:p>
      </dgm:t>
    </dgm:pt>
    <dgm:pt modelId="{122CF181-03CB-AA4F-8B7A-454441668367}">
      <dgm:prSet custT="1"/>
      <dgm:spPr/>
      <dgm:t>
        <a:bodyPr/>
        <a:lstStyle/>
        <a:p>
          <a:pPr rtl="0"/>
          <a:r>
            <a:rPr lang="en-US" sz="1600" dirty="0"/>
            <a:t>processes share a file system and other I/O resources</a:t>
          </a:r>
        </a:p>
      </dgm:t>
    </dgm:pt>
    <dgm:pt modelId="{2E8ED275-ED89-ED48-BDFD-9CD152C7C262}" type="parTrans" cxnId="{E94F8E1A-8B6D-104D-AF9E-CC58CEECDB98}">
      <dgm:prSet/>
      <dgm:spPr/>
      <dgm:t>
        <a:bodyPr/>
        <a:lstStyle/>
        <a:p>
          <a:endParaRPr lang="en-US"/>
        </a:p>
      </dgm:t>
    </dgm:pt>
    <dgm:pt modelId="{E57E33FA-B112-F74E-AD72-A203338AE4A5}" type="sibTrans" cxnId="{E94F8E1A-8B6D-104D-AF9E-CC58CEECDB98}">
      <dgm:prSet/>
      <dgm:spPr/>
      <dgm:t>
        <a:bodyPr/>
        <a:lstStyle/>
        <a:p>
          <a:endParaRPr lang="en-US"/>
        </a:p>
      </dgm:t>
    </dgm:pt>
    <dgm:pt modelId="{B0BCB8C5-75DD-3441-A077-EB17BC604FB2}">
      <dgm:prSet custT="1"/>
      <dgm:spPr/>
      <dgm:t>
        <a:bodyPr/>
        <a:lstStyle/>
        <a:p>
          <a:pPr rtl="0"/>
          <a:r>
            <a:rPr lang="en-US" sz="1600" dirty="0"/>
            <a:t>system allocates real memory and I/O resources to the processes</a:t>
          </a:r>
        </a:p>
      </dgm:t>
    </dgm:pt>
    <dgm:pt modelId="{5B07A485-0235-3045-AA69-657853CAFD19}" type="parTrans" cxnId="{35BB2F5F-3F14-A74F-9674-0519A4148404}">
      <dgm:prSet/>
      <dgm:spPr/>
      <dgm:t>
        <a:bodyPr/>
        <a:lstStyle/>
        <a:p>
          <a:endParaRPr lang="en-US"/>
        </a:p>
      </dgm:t>
    </dgm:pt>
    <dgm:pt modelId="{DA67BEAD-652E-034D-8189-E87823205723}" type="sibTrans" cxnId="{35BB2F5F-3F14-A74F-9674-0519A4148404}">
      <dgm:prSet/>
      <dgm:spPr/>
      <dgm:t>
        <a:bodyPr/>
        <a:lstStyle/>
        <a:p>
          <a:endParaRPr lang="en-US"/>
        </a:p>
      </dgm:t>
    </dgm:pt>
    <dgm:pt modelId="{7B4AD34C-C100-2445-8041-A642EA5CE031}">
      <dgm:prSet custT="1"/>
      <dgm:spPr/>
      <dgm:t>
        <a:bodyPr/>
        <a:lstStyle/>
        <a:p>
          <a:pPr rtl="0"/>
          <a:r>
            <a:rPr lang="en-US" sz="1600" dirty="0"/>
            <a:t>ISA provides the interface between the system and machine</a:t>
          </a:r>
        </a:p>
      </dgm:t>
    </dgm:pt>
    <dgm:pt modelId="{DA00311C-5195-D94B-BE45-67865E6ACD69}" type="parTrans" cxnId="{0720CC47-96F7-504E-BF50-B757E50F0801}">
      <dgm:prSet/>
      <dgm:spPr/>
      <dgm:t>
        <a:bodyPr/>
        <a:lstStyle/>
        <a:p>
          <a:endParaRPr lang="en-US"/>
        </a:p>
      </dgm:t>
    </dgm:pt>
    <dgm:pt modelId="{7AEFC089-81F2-A341-AEE2-E8281A515286}" type="sibTrans" cxnId="{0720CC47-96F7-504E-BF50-B757E50F0801}">
      <dgm:prSet/>
      <dgm:spPr/>
      <dgm:t>
        <a:bodyPr/>
        <a:lstStyle/>
        <a:p>
          <a:endParaRPr lang="en-US"/>
        </a:p>
      </dgm:t>
    </dgm:pt>
    <dgm:pt modelId="{D45A05C0-1420-6044-BC87-F15C1665E4B7}" type="pres">
      <dgm:prSet presAssocID="{59904FCC-9D34-6A4E-9BEF-66BCFD231368}" presName="linear" presStyleCnt="0">
        <dgm:presLayoutVars>
          <dgm:dir/>
          <dgm:animLvl val="lvl"/>
          <dgm:resizeHandles val="exact"/>
        </dgm:presLayoutVars>
      </dgm:prSet>
      <dgm:spPr/>
    </dgm:pt>
    <dgm:pt modelId="{162D679E-C907-6642-A6C2-3BCDCBBD9C7D}" type="pres">
      <dgm:prSet presAssocID="{2CEC3C55-8797-4A42-B4E3-93065A225400}" presName="parentLin" presStyleCnt="0"/>
      <dgm:spPr/>
    </dgm:pt>
    <dgm:pt modelId="{FA201438-724E-0B4E-9C34-8BD2B2C922FD}" type="pres">
      <dgm:prSet presAssocID="{2CEC3C55-8797-4A42-B4E3-93065A225400}" presName="parentLeftMargin" presStyleLbl="node1" presStyleIdx="0" presStyleCnt="3"/>
      <dgm:spPr/>
    </dgm:pt>
    <dgm:pt modelId="{278722EE-DE0F-1C43-BE37-22361C80A440}" type="pres">
      <dgm:prSet presAssocID="{2CEC3C55-8797-4A42-B4E3-93065A22540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80A2A18-BFB8-534B-BBF1-C40AE3270AD7}" type="pres">
      <dgm:prSet presAssocID="{2CEC3C55-8797-4A42-B4E3-93065A225400}" presName="negativeSpace" presStyleCnt="0"/>
      <dgm:spPr/>
    </dgm:pt>
    <dgm:pt modelId="{43B683D3-7EBE-064E-A9BC-AB5E76EAF85B}" type="pres">
      <dgm:prSet presAssocID="{2CEC3C55-8797-4A42-B4E3-93065A225400}" presName="childText" presStyleLbl="conFgAcc1" presStyleIdx="0" presStyleCnt="3">
        <dgm:presLayoutVars>
          <dgm:bulletEnabled val="1"/>
        </dgm:presLayoutVars>
      </dgm:prSet>
      <dgm:spPr/>
    </dgm:pt>
    <dgm:pt modelId="{00A3E053-E0D7-874A-B129-07F0C034BA09}" type="pres">
      <dgm:prSet presAssocID="{CA3A76FA-3533-EC4F-A341-6D45E27F032B}" presName="spaceBetweenRectangles" presStyleCnt="0"/>
      <dgm:spPr/>
    </dgm:pt>
    <dgm:pt modelId="{BBC196A2-6E3A-F145-8902-685E2B5F662E}" type="pres">
      <dgm:prSet presAssocID="{D48D73C9-1393-0C4A-B6E4-6457F029B550}" presName="parentLin" presStyleCnt="0"/>
      <dgm:spPr/>
    </dgm:pt>
    <dgm:pt modelId="{ECEC0070-46A8-B44F-8153-03B6929197ED}" type="pres">
      <dgm:prSet presAssocID="{D48D73C9-1393-0C4A-B6E4-6457F029B550}" presName="parentLeftMargin" presStyleLbl="node1" presStyleIdx="0" presStyleCnt="3"/>
      <dgm:spPr/>
    </dgm:pt>
    <dgm:pt modelId="{6AE78AF1-1D52-CC45-9BC5-08326F4DEC38}" type="pres">
      <dgm:prSet presAssocID="{D48D73C9-1393-0C4A-B6E4-6457F029B5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7DCF4FE-8C9C-5147-96BA-52894AAFB5D8}" type="pres">
      <dgm:prSet presAssocID="{D48D73C9-1393-0C4A-B6E4-6457F029B550}" presName="negativeSpace" presStyleCnt="0"/>
      <dgm:spPr/>
    </dgm:pt>
    <dgm:pt modelId="{25C96EFC-8FC4-F147-8117-2F76BD8C0CAA}" type="pres">
      <dgm:prSet presAssocID="{D48D73C9-1393-0C4A-B6E4-6457F029B550}" presName="childText" presStyleLbl="conFgAcc1" presStyleIdx="1" presStyleCnt="3">
        <dgm:presLayoutVars>
          <dgm:bulletEnabled val="1"/>
        </dgm:presLayoutVars>
      </dgm:prSet>
      <dgm:spPr/>
    </dgm:pt>
    <dgm:pt modelId="{761E6DC8-352F-0143-B8A1-D6D29E7141A9}" type="pres">
      <dgm:prSet presAssocID="{F24D6DFE-0167-254A-BA96-06013AE0A062}" presName="spaceBetweenRectangles" presStyleCnt="0"/>
      <dgm:spPr/>
    </dgm:pt>
    <dgm:pt modelId="{03D4B44C-68F0-4E40-AB65-3E51F952134D}" type="pres">
      <dgm:prSet presAssocID="{AC88F18F-0B45-2144-9C37-EB95A11555E7}" presName="parentLin" presStyleCnt="0"/>
      <dgm:spPr/>
    </dgm:pt>
    <dgm:pt modelId="{6A96FF51-E08D-A749-BEB3-A8504B619BF7}" type="pres">
      <dgm:prSet presAssocID="{AC88F18F-0B45-2144-9C37-EB95A11555E7}" presName="parentLeftMargin" presStyleLbl="node1" presStyleIdx="1" presStyleCnt="3"/>
      <dgm:spPr/>
    </dgm:pt>
    <dgm:pt modelId="{87952797-A04E-8949-879E-22CD6721920D}" type="pres">
      <dgm:prSet presAssocID="{AC88F18F-0B45-2144-9C37-EB95A11555E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5E5CE17-9394-7848-BE88-ADDAD828F6BF}" type="pres">
      <dgm:prSet presAssocID="{AC88F18F-0B45-2144-9C37-EB95A11555E7}" presName="negativeSpace" presStyleCnt="0"/>
      <dgm:spPr/>
    </dgm:pt>
    <dgm:pt modelId="{0280107A-372B-834A-B0E9-04EA4E90D1BB}" type="pres">
      <dgm:prSet presAssocID="{AC88F18F-0B45-2144-9C37-EB95A11555E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3FE9E04-CBE0-BD4F-A77C-416B38F899CE}" srcId="{2CEC3C55-8797-4A42-B4E3-93065A225400}" destId="{94DE4166-5B62-344D-B2DA-FB9F6E151DFD}" srcOrd="1" destOrd="0" parTransId="{EB4FE40B-5261-A44F-B77E-CCDD398DB033}" sibTransId="{FE610EE1-7C28-C14F-9CDF-DC1ABF2ADC64}"/>
    <dgm:cxn modelId="{4A75850C-D8BF-F448-9727-B51275180F7A}" srcId="{D48D73C9-1393-0C4A-B6E4-6457F029B550}" destId="{ABCC827B-6F67-C94C-8414-1882B274DED1}" srcOrd="0" destOrd="0" parTransId="{8BC51756-56AF-5646-9C30-E89BA74A4AD5}" sibTransId="{7DF14D2D-E69F-2C42-96F6-A0BF5D521332}"/>
    <dgm:cxn modelId="{AFDA430D-E743-A64E-99C6-172F3BBEE127}" srcId="{2CEC3C55-8797-4A42-B4E3-93065A225400}" destId="{8FE59096-1D41-2E43-8FCA-CD30D70B4416}" srcOrd="2" destOrd="0" parTransId="{730B4EC2-349B-BD4C-8F4D-67183827CA59}" sibTransId="{901A0E16-51CC-164C-914A-7D656A923DF8}"/>
    <dgm:cxn modelId="{73258C11-7A9B-7040-B0F8-B703C3EDDD6C}" srcId="{2CEC3C55-8797-4A42-B4E3-93065A225400}" destId="{E9285512-D433-AB49-8F1C-2E3E224B574B}" srcOrd="3" destOrd="0" parTransId="{132DC05C-6011-7443-B039-F63DACF5D351}" sibTransId="{9088A724-396F-8646-ABBB-FA07B78DB9DD}"/>
    <dgm:cxn modelId="{F587B811-A4BA-A24C-92EC-7FB102EE792E}" type="presOf" srcId="{AC88F18F-0B45-2144-9C37-EB95A11555E7}" destId="{87952797-A04E-8949-879E-22CD6721920D}" srcOrd="1" destOrd="0" presId="urn:microsoft.com/office/officeart/2005/8/layout/list1"/>
    <dgm:cxn modelId="{E94F8E1A-8B6D-104D-AF9E-CC58CEECDB98}" srcId="{AC88F18F-0B45-2144-9C37-EB95A11555E7}" destId="{122CF181-03CB-AA4F-8B7A-454441668367}" srcOrd="0" destOrd="0" parTransId="{2E8ED275-ED89-ED48-BDFD-9CD152C7C262}" sibTransId="{E57E33FA-B112-F74E-AD72-A203338AE4A5}"/>
    <dgm:cxn modelId="{70AF5E1D-5BE3-D44D-A295-CD6422F3D66E}" srcId="{59904FCC-9D34-6A4E-9BEF-66BCFD231368}" destId="{2CEC3C55-8797-4A42-B4E3-93065A225400}" srcOrd="0" destOrd="0" parTransId="{6A213951-69F5-2543-ABFB-C1A862A86D99}" sibTransId="{CA3A76FA-3533-EC4F-A341-6D45E27F032B}"/>
    <dgm:cxn modelId="{A2A8F62B-F12E-5844-85F2-12A12892016B}" type="presOf" srcId="{D48D73C9-1393-0C4A-B6E4-6457F029B550}" destId="{6AE78AF1-1D52-CC45-9BC5-08326F4DEC38}" srcOrd="1" destOrd="0" presId="urn:microsoft.com/office/officeart/2005/8/layout/list1"/>
    <dgm:cxn modelId="{FAD14F32-281E-544E-A130-A9170447D2E1}" type="presOf" srcId="{AC88F18F-0B45-2144-9C37-EB95A11555E7}" destId="{6A96FF51-E08D-A749-BEB3-A8504B619BF7}" srcOrd="0" destOrd="0" presId="urn:microsoft.com/office/officeart/2005/8/layout/list1"/>
    <dgm:cxn modelId="{58E8D635-7C6C-1D48-93DF-45DB164A2B9C}" srcId="{D48D73C9-1393-0C4A-B6E4-6457F029B550}" destId="{8325BB9C-F552-5548-A92A-1CD04B687446}" srcOrd="1" destOrd="0" parTransId="{41E306AE-D862-9D45-909C-42F48483C31F}" sibTransId="{EA6D6222-4381-644E-895E-C094F86FEDDE}"/>
    <dgm:cxn modelId="{53674336-9C33-8C48-86ED-1C570E2E8D89}" type="presOf" srcId="{E9285512-D433-AB49-8F1C-2E3E224B574B}" destId="{43B683D3-7EBE-064E-A9BC-AB5E76EAF85B}" srcOrd="0" destOrd="3" presId="urn:microsoft.com/office/officeart/2005/8/layout/list1"/>
    <dgm:cxn modelId="{8C245736-45C3-8C40-B029-CE8A9CB116F8}" type="presOf" srcId="{7B4AD34C-C100-2445-8041-A642EA5CE031}" destId="{0280107A-372B-834A-B0E9-04EA4E90D1BB}" srcOrd="0" destOrd="2" presId="urn:microsoft.com/office/officeart/2005/8/layout/list1"/>
    <dgm:cxn modelId="{6D26183F-0EDB-DE4C-95C8-97207B9D967F}" type="presOf" srcId="{59904FCC-9D34-6A4E-9BEF-66BCFD231368}" destId="{D45A05C0-1420-6044-BC87-F15C1665E4B7}" srcOrd="0" destOrd="0" presId="urn:microsoft.com/office/officeart/2005/8/layout/list1"/>
    <dgm:cxn modelId="{35BB2F5F-3F14-A74F-9674-0519A4148404}" srcId="{AC88F18F-0B45-2144-9C37-EB95A11555E7}" destId="{B0BCB8C5-75DD-3441-A077-EB17BC604FB2}" srcOrd="1" destOrd="0" parTransId="{5B07A485-0235-3045-AA69-657853CAFD19}" sibTransId="{DA67BEAD-652E-034D-8189-E87823205723}"/>
    <dgm:cxn modelId="{6DCB995F-FB1F-C144-BFA8-FF4025CE625A}" srcId="{59904FCC-9D34-6A4E-9BEF-66BCFD231368}" destId="{AC88F18F-0B45-2144-9C37-EB95A11555E7}" srcOrd="2" destOrd="0" parTransId="{9A8C9BEF-897B-4044-A744-F895DCEC44EF}" sibTransId="{5E6880D6-B359-9541-9CB5-6F19CE86DBB6}"/>
    <dgm:cxn modelId="{447C0C60-96FE-EF4D-8AE5-E80CA39E227C}" type="presOf" srcId="{94DE4166-5B62-344D-B2DA-FB9F6E151DFD}" destId="{43B683D3-7EBE-064E-A9BC-AB5E76EAF85B}" srcOrd="0" destOrd="1" presId="urn:microsoft.com/office/officeart/2005/8/layout/list1"/>
    <dgm:cxn modelId="{D7AFD564-4FB5-774E-82B0-2EACE45DC2B2}" srcId="{2CEC3C55-8797-4A42-B4E3-93065A225400}" destId="{30E2B27E-080F-DB49-82BB-2ACFFF4E67D6}" srcOrd="0" destOrd="0" parTransId="{540B116C-1F32-AB49-AD67-EAC92FDC2BAD}" sibTransId="{2A2B6BD5-5850-B84C-B229-419E5F628BF8}"/>
    <dgm:cxn modelId="{0720CC47-96F7-504E-BF50-B757E50F0801}" srcId="{AC88F18F-0B45-2144-9C37-EB95A11555E7}" destId="{7B4AD34C-C100-2445-8041-A642EA5CE031}" srcOrd="2" destOrd="0" parTransId="{DA00311C-5195-D94B-BE45-67865E6ACD69}" sibTransId="{7AEFC089-81F2-A341-AEE2-E8281A515286}"/>
    <dgm:cxn modelId="{388E3677-1693-8244-80FA-94E23BDC2E6F}" type="presOf" srcId="{D48D73C9-1393-0C4A-B6E4-6457F029B550}" destId="{ECEC0070-46A8-B44F-8153-03B6929197ED}" srcOrd="0" destOrd="0" presId="urn:microsoft.com/office/officeart/2005/8/layout/list1"/>
    <dgm:cxn modelId="{D729E67F-A79C-CA45-B473-608CA8F1AFEC}" type="presOf" srcId="{8FE59096-1D41-2E43-8FCA-CD30D70B4416}" destId="{43B683D3-7EBE-064E-A9BC-AB5E76EAF85B}" srcOrd="0" destOrd="2" presId="urn:microsoft.com/office/officeart/2005/8/layout/list1"/>
    <dgm:cxn modelId="{EDF91280-8BF5-3345-9E08-21BCC0FF67AB}" type="presOf" srcId="{B0BCB8C5-75DD-3441-A077-EB17BC604FB2}" destId="{0280107A-372B-834A-B0E9-04EA4E90D1BB}" srcOrd="0" destOrd="1" presId="urn:microsoft.com/office/officeart/2005/8/layout/list1"/>
    <dgm:cxn modelId="{D5C11CA8-5B35-684C-A63F-8DE44D82058A}" type="presOf" srcId="{122CF181-03CB-AA4F-8B7A-454441668367}" destId="{0280107A-372B-834A-B0E9-04EA4E90D1BB}" srcOrd="0" destOrd="0" presId="urn:microsoft.com/office/officeart/2005/8/layout/list1"/>
    <dgm:cxn modelId="{E8FC47AC-690B-A64A-B336-B8965F4F1145}" srcId="{59904FCC-9D34-6A4E-9BEF-66BCFD231368}" destId="{D48D73C9-1393-0C4A-B6E4-6457F029B550}" srcOrd="1" destOrd="0" parTransId="{F1A993CB-DAE4-A248-B404-B59CC4209686}" sibTransId="{F24D6DFE-0167-254A-BA96-06013AE0A062}"/>
    <dgm:cxn modelId="{18251CB1-F684-1F4D-AE6E-15ABED59DD7F}" type="presOf" srcId="{2B4197BC-5A1D-6040-919F-2DF4D8FF2A4E}" destId="{43B683D3-7EBE-064E-A9BC-AB5E76EAF85B}" srcOrd="0" destOrd="4" presId="urn:microsoft.com/office/officeart/2005/8/layout/list1"/>
    <dgm:cxn modelId="{698959B8-2597-E248-9D1C-5FA497C9B4A3}" type="presOf" srcId="{2CEC3C55-8797-4A42-B4E3-93065A225400}" destId="{FA201438-724E-0B4E-9C34-8BD2B2C922FD}" srcOrd="0" destOrd="0" presId="urn:microsoft.com/office/officeart/2005/8/layout/list1"/>
    <dgm:cxn modelId="{6F1CF0BE-D165-5845-918E-45390137BFD0}" type="presOf" srcId="{ABCC827B-6F67-C94C-8414-1882B274DED1}" destId="{25C96EFC-8FC4-F147-8117-2F76BD8C0CAA}" srcOrd="0" destOrd="0" presId="urn:microsoft.com/office/officeart/2005/8/layout/list1"/>
    <dgm:cxn modelId="{AA2362C4-A8F6-7043-8B39-4E7ED0212801}" type="presOf" srcId="{8325BB9C-F552-5548-A92A-1CD04B687446}" destId="{25C96EFC-8FC4-F147-8117-2F76BD8C0CAA}" srcOrd="0" destOrd="1" presId="urn:microsoft.com/office/officeart/2005/8/layout/list1"/>
    <dgm:cxn modelId="{E82087E8-3D82-184C-9571-D3B1B309CE03}" type="presOf" srcId="{30E2B27E-080F-DB49-82BB-2ACFFF4E67D6}" destId="{43B683D3-7EBE-064E-A9BC-AB5E76EAF85B}" srcOrd="0" destOrd="0" presId="urn:microsoft.com/office/officeart/2005/8/layout/list1"/>
    <dgm:cxn modelId="{B1E3CAE8-388C-1F42-99C3-AE764628D893}" srcId="{2CEC3C55-8797-4A42-B4E3-93065A225400}" destId="{2B4197BC-5A1D-6040-919F-2DF4D8FF2A4E}" srcOrd="4" destOrd="0" parTransId="{D6563139-4039-0C4D-B12E-A029754D9197}" sibTransId="{01E16255-41D7-8446-B39B-826BA0DA1DAC}"/>
    <dgm:cxn modelId="{31B063EA-D03C-0B4B-B73D-4B9E78C43A0D}" type="presOf" srcId="{2CEC3C55-8797-4A42-B4E3-93065A225400}" destId="{278722EE-DE0F-1C43-BE37-22361C80A440}" srcOrd="1" destOrd="0" presId="urn:microsoft.com/office/officeart/2005/8/layout/list1"/>
    <dgm:cxn modelId="{E0A51B29-7393-4346-9531-574F347B018F}" type="presParOf" srcId="{D45A05C0-1420-6044-BC87-F15C1665E4B7}" destId="{162D679E-C907-6642-A6C2-3BCDCBBD9C7D}" srcOrd="0" destOrd="0" presId="urn:microsoft.com/office/officeart/2005/8/layout/list1"/>
    <dgm:cxn modelId="{7AD19CC6-ED95-B140-866A-F4241CF669BF}" type="presParOf" srcId="{162D679E-C907-6642-A6C2-3BCDCBBD9C7D}" destId="{FA201438-724E-0B4E-9C34-8BD2B2C922FD}" srcOrd="0" destOrd="0" presId="urn:microsoft.com/office/officeart/2005/8/layout/list1"/>
    <dgm:cxn modelId="{4E665971-AF2F-2643-9580-041AEEE951F2}" type="presParOf" srcId="{162D679E-C907-6642-A6C2-3BCDCBBD9C7D}" destId="{278722EE-DE0F-1C43-BE37-22361C80A440}" srcOrd="1" destOrd="0" presId="urn:microsoft.com/office/officeart/2005/8/layout/list1"/>
    <dgm:cxn modelId="{28EA3802-2523-2549-B3B0-DF872B6ACE95}" type="presParOf" srcId="{D45A05C0-1420-6044-BC87-F15C1665E4B7}" destId="{380A2A18-BFB8-534B-BBF1-C40AE3270AD7}" srcOrd="1" destOrd="0" presId="urn:microsoft.com/office/officeart/2005/8/layout/list1"/>
    <dgm:cxn modelId="{133D5421-BE90-7D45-9D69-90AA460831BA}" type="presParOf" srcId="{D45A05C0-1420-6044-BC87-F15C1665E4B7}" destId="{43B683D3-7EBE-064E-A9BC-AB5E76EAF85B}" srcOrd="2" destOrd="0" presId="urn:microsoft.com/office/officeart/2005/8/layout/list1"/>
    <dgm:cxn modelId="{B62A9B31-0758-4D4B-A5B1-2318F63EB216}" type="presParOf" srcId="{D45A05C0-1420-6044-BC87-F15C1665E4B7}" destId="{00A3E053-E0D7-874A-B129-07F0C034BA09}" srcOrd="3" destOrd="0" presId="urn:microsoft.com/office/officeart/2005/8/layout/list1"/>
    <dgm:cxn modelId="{B30854F0-F315-914D-9BBE-B495F615DCF7}" type="presParOf" srcId="{D45A05C0-1420-6044-BC87-F15C1665E4B7}" destId="{BBC196A2-6E3A-F145-8902-685E2B5F662E}" srcOrd="4" destOrd="0" presId="urn:microsoft.com/office/officeart/2005/8/layout/list1"/>
    <dgm:cxn modelId="{EF223167-CAA7-F845-87DA-958DDC96212C}" type="presParOf" srcId="{BBC196A2-6E3A-F145-8902-685E2B5F662E}" destId="{ECEC0070-46A8-B44F-8153-03B6929197ED}" srcOrd="0" destOrd="0" presId="urn:microsoft.com/office/officeart/2005/8/layout/list1"/>
    <dgm:cxn modelId="{C9C60355-BE8E-3941-9747-C0F5BCAB3B0C}" type="presParOf" srcId="{BBC196A2-6E3A-F145-8902-685E2B5F662E}" destId="{6AE78AF1-1D52-CC45-9BC5-08326F4DEC38}" srcOrd="1" destOrd="0" presId="urn:microsoft.com/office/officeart/2005/8/layout/list1"/>
    <dgm:cxn modelId="{C765EC61-2450-054D-A1CB-0DAA3D7D0A80}" type="presParOf" srcId="{D45A05C0-1420-6044-BC87-F15C1665E4B7}" destId="{97DCF4FE-8C9C-5147-96BA-52894AAFB5D8}" srcOrd="5" destOrd="0" presId="urn:microsoft.com/office/officeart/2005/8/layout/list1"/>
    <dgm:cxn modelId="{01D08ECB-628D-1345-BA59-B7A644E770E7}" type="presParOf" srcId="{D45A05C0-1420-6044-BC87-F15C1665E4B7}" destId="{25C96EFC-8FC4-F147-8117-2F76BD8C0CAA}" srcOrd="6" destOrd="0" presId="urn:microsoft.com/office/officeart/2005/8/layout/list1"/>
    <dgm:cxn modelId="{2E54C806-EE21-5A48-B77F-C53B9E81B0BA}" type="presParOf" srcId="{D45A05C0-1420-6044-BC87-F15C1665E4B7}" destId="{761E6DC8-352F-0143-B8A1-D6D29E7141A9}" srcOrd="7" destOrd="0" presId="urn:microsoft.com/office/officeart/2005/8/layout/list1"/>
    <dgm:cxn modelId="{568BCBFD-BC0B-044F-999B-A731FF38A135}" type="presParOf" srcId="{D45A05C0-1420-6044-BC87-F15C1665E4B7}" destId="{03D4B44C-68F0-4E40-AB65-3E51F952134D}" srcOrd="8" destOrd="0" presId="urn:microsoft.com/office/officeart/2005/8/layout/list1"/>
    <dgm:cxn modelId="{F011E222-B96C-F143-A9B4-6AD902A711BC}" type="presParOf" srcId="{03D4B44C-68F0-4E40-AB65-3E51F952134D}" destId="{6A96FF51-E08D-A749-BEB3-A8504B619BF7}" srcOrd="0" destOrd="0" presId="urn:microsoft.com/office/officeart/2005/8/layout/list1"/>
    <dgm:cxn modelId="{043D1A0F-0979-E84D-BE95-A1BE74D2CADB}" type="presParOf" srcId="{03D4B44C-68F0-4E40-AB65-3E51F952134D}" destId="{87952797-A04E-8949-879E-22CD6721920D}" srcOrd="1" destOrd="0" presId="urn:microsoft.com/office/officeart/2005/8/layout/list1"/>
    <dgm:cxn modelId="{E641440B-F498-AE41-871D-9F4DF90CFA40}" type="presParOf" srcId="{D45A05C0-1420-6044-BC87-F15C1665E4B7}" destId="{05E5CE17-9394-7848-BE88-ADDAD828F6BF}" srcOrd="9" destOrd="0" presId="urn:microsoft.com/office/officeart/2005/8/layout/list1"/>
    <dgm:cxn modelId="{7A27BC2E-4396-7B4F-B07E-55DA83C33F10}" type="presParOf" srcId="{D45A05C0-1420-6044-BC87-F15C1665E4B7}" destId="{0280107A-372B-834A-B0E9-04EA4E90D1B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76C3747-D6BF-9044-B478-977EC19ADD65}" type="doc">
      <dgm:prSet loTypeId="urn:microsoft.com/office/officeart/2005/8/layout/pyramid2" loCatId="pyramid" qsTypeId="urn:microsoft.com/office/officeart/2005/8/quickstyle/simple4" qsCatId="simple" csTypeId="urn:microsoft.com/office/officeart/2005/8/colors/accent1_2" csCatId="accent1" phldr="1"/>
      <dgm:spPr/>
    </dgm:pt>
    <dgm:pt modelId="{72AB407E-755E-CF4D-BA56-B41BBC5E2F23}">
      <dgm:prSet phldrT="[Text]"/>
      <dgm:spPr>
        <a:ln>
          <a:solidFill>
            <a:schemeClr val="accent6"/>
          </a:solidFill>
        </a:ln>
      </dgm:spPr>
      <dgm:t>
        <a:bodyPr/>
        <a:lstStyle/>
        <a:p>
          <a:r>
            <a:rPr lang="en-US" dirty="0"/>
            <a:t>hardware parallelism within each core processor, known as instruction level parallelism</a:t>
          </a:r>
        </a:p>
      </dgm:t>
    </dgm:pt>
    <dgm:pt modelId="{892B2E88-6AB6-9747-BEA9-963ACCC1580D}" type="parTrans" cxnId="{D7F23E11-7D1D-6541-9205-E27A9BDFABDC}">
      <dgm:prSet/>
      <dgm:spPr/>
      <dgm:t>
        <a:bodyPr/>
        <a:lstStyle/>
        <a:p>
          <a:endParaRPr lang="en-US"/>
        </a:p>
      </dgm:t>
    </dgm:pt>
    <dgm:pt modelId="{2C469FA6-1A6E-E948-815B-0B9F4E3D78DE}" type="sibTrans" cxnId="{D7F23E11-7D1D-6541-9205-E27A9BDFABDC}">
      <dgm:prSet/>
      <dgm:spPr/>
      <dgm:t>
        <a:bodyPr/>
        <a:lstStyle/>
        <a:p>
          <a:endParaRPr lang="en-US"/>
        </a:p>
      </dgm:t>
    </dgm:pt>
    <dgm:pt modelId="{6E151500-9625-304C-9353-5D58F0D42984}">
      <dgm:prSet/>
      <dgm:spPr>
        <a:ln>
          <a:solidFill>
            <a:schemeClr val="accent6"/>
          </a:solidFill>
        </a:ln>
      </dgm:spPr>
      <dgm:t>
        <a:bodyPr/>
        <a:lstStyle/>
        <a:p>
          <a:r>
            <a:rPr lang="en-US" dirty="0"/>
            <a:t>potential for multiprogramming and multithreaded execution within each processor</a:t>
          </a:r>
        </a:p>
      </dgm:t>
    </dgm:pt>
    <dgm:pt modelId="{6EAE68D1-EC02-9348-940F-DB8837FAA439}" type="parTrans" cxnId="{60B4DB38-F541-6C4F-AE46-FD1163B93AA0}">
      <dgm:prSet/>
      <dgm:spPr/>
      <dgm:t>
        <a:bodyPr/>
        <a:lstStyle/>
        <a:p>
          <a:endParaRPr lang="en-US"/>
        </a:p>
      </dgm:t>
    </dgm:pt>
    <dgm:pt modelId="{264CD669-0731-EF41-8FF0-B0332CF089C0}" type="sibTrans" cxnId="{60B4DB38-F541-6C4F-AE46-FD1163B93AA0}">
      <dgm:prSet/>
      <dgm:spPr/>
      <dgm:t>
        <a:bodyPr/>
        <a:lstStyle/>
        <a:p>
          <a:endParaRPr lang="en-US"/>
        </a:p>
      </dgm:t>
    </dgm:pt>
    <dgm:pt modelId="{5F3FCE9C-46BF-C245-B229-C2619EE0DBD1}">
      <dgm:prSet/>
      <dgm:spPr>
        <a:ln>
          <a:solidFill>
            <a:schemeClr val="accent6"/>
          </a:solidFill>
        </a:ln>
      </dgm:spPr>
      <dgm:t>
        <a:bodyPr/>
        <a:lstStyle/>
        <a:p>
          <a:r>
            <a:rPr lang="en-US" dirty="0"/>
            <a:t>potential for a single application to execute in concurrent                   processes or threads across multiple cores</a:t>
          </a:r>
        </a:p>
      </dgm:t>
    </dgm:pt>
    <dgm:pt modelId="{9143D711-9DB9-9546-AA63-58DBB58F8753}" type="parTrans" cxnId="{C60E6FE2-E7FA-374A-95D6-E486F862BE21}">
      <dgm:prSet/>
      <dgm:spPr/>
      <dgm:t>
        <a:bodyPr/>
        <a:lstStyle/>
        <a:p>
          <a:endParaRPr lang="en-US"/>
        </a:p>
      </dgm:t>
    </dgm:pt>
    <dgm:pt modelId="{9F6897A0-3920-B04D-8755-C76A1DA3799D}" type="sibTrans" cxnId="{C60E6FE2-E7FA-374A-95D6-E486F862BE21}">
      <dgm:prSet/>
      <dgm:spPr/>
      <dgm:t>
        <a:bodyPr/>
        <a:lstStyle/>
        <a:p>
          <a:endParaRPr lang="en-US"/>
        </a:p>
      </dgm:t>
    </dgm:pt>
    <dgm:pt modelId="{6B8994AE-F637-5245-A00C-01735E7CF3DA}" type="pres">
      <dgm:prSet presAssocID="{676C3747-D6BF-9044-B478-977EC19ADD65}" presName="compositeShape" presStyleCnt="0">
        <dgm:presLayoutVars>
          <dgm:dir/>
          <dgm:resizeHandles/>
        </dgm:presLayoutVars>
      </dgm:prSet>
      <dgm:spPr/>
    </dgm:pt>
    <dgm:pt modelId="{FD47DFC4-F116-384B-8311-1DA47811EBA8}" type="pres">
      <dgm:prSet presAssocID="{676C3747-D6BF-9044-B478-977EC19ADD65}" presName="pyramid" presStyleLbl="node1" presStyleIdx="0" presStyleCnt="1"/>
      <dgm:spPr/>
    </dgm:pt>
    <dgm:pt modelId="{405EC740-BC89-AB47-9BBA-830439C5FC42}" type="pres">
      <dgm:prSet presAssocID="{676C3747-D6BF-9044-B478-977EC19ADD65}" presName="theList" presStyleCnt="0"/>
      <dgm:spPr/>
    </dgm:pt>
    <dgm:pt modelId="{28D6FE2A-06A0-8946-BE62-371410770D3A}" type="pres">
      <dgm:prSet presAssocID="{72AB407E-755E-CF4D-BA56-B41BBC5E2F23}" presName="aNode" presStyleLbl="fgAcc1" presStyleIdx="0" presStyleCnt="3">
        <dgm:presLayoutVars>
          <dgm:bulletEnabled val="1"/>
        </dgm:presLayoutVars>
      </dgm:prSet>
      <dgm:spPr/>
    </dgm:pt>
    <dgm:pt modelId="{AE798A09-A9F1-6F4C-93DD-CB61D8EDB557}" type="pres">
      <dgm:prSet presAssocID="{72AB407E-755E-CF4D-BA56-B41BBC5E2F23}" presName="aSpace" presStyleCnt="0"/>
      <dgm:spPr/>
    </dgm:pt>
    <dgm:pt modelId="{8F1D499D-8424-A849-9418-80D6BBCB722D}" type="pres">
      <dgm:prSet presAssocID="{6E151500-9625-304C-9353-5D58F0D42984}" presName="aNode" presStyleLbl="fgAcc1" presStyleIdx="1" presStyleCnt="3">
        <dgm:presLayoutVars>
          <dgm:bulletEnabled val="1"/>
        </dgm:presLayoutVars>
      </dgm:prSet>
      <dgm:spPr/>
    </dgm:pt>
    <dgm:pt modelId="{0DEDD211-7A34-8B40-99E5-27C8B2A504E9}" type="pres">
      <dgm:prSet presAssocID="{6E151500-9625-304C-9353-5D58F0D42984}" presName="aSpace" presStyleCnt="0"/>
      <dgm:spPr/>
    </dgm:pt>
    <dgm:pt modelId="{59D77581-3DD3-234B-9639-73587DAE796F}" type="pres">
      <dgm:prSet presAssocID="{5F3FCE9C-46BF-C245-B229-C2619EE0DBD1}" presName="aNode" presStyleLbl="fgAcc1" presStyleIdx="2" presStyleCnt="3">
        <dgm:presLayoutVars>
          <dgm:bulletEnabled val="1"/>
        </dgm:presLayoutVars>
      </dgm:prSet>
      <dgm:spPr/>
    </dgm:pt>
    <dgm:pt modelId="{E4668E5A-46B5-C742-A90D-EC81E01105E0}" type="pres">
      <dgm:prSet presAssocID="{5F3FCE9C-46BF-C245-B229-C2619EE0DBD1}" presName="aSpace" presStyleCnt="0"/>
      <dgm:spPr/>
    </dgm:pt>
  </dgm:ptLst>
  <dgm:cxnLst>
    <dgm:cxn modelId="{D7F23E11-7D1D-6541-9205-E27A9BDFABDC}" srcId="{676C3747-D6BF-9044-B478-977EC19ADD65}" destId="{72AB407E-755E-CF4D-BA56-B41BBC5E2F23}" srcOrd="0" destOrd="0" parTransId="{892B2E88-6AB6-9747-BEA9-963ACCC1580D}" sibTransId="{2C469FA6-1A6E-E948-815B-0B9F4E3D78DE}"/>
    <dgm:cxn modelId="{60B4DB38-F541-6C4F-AE46-FD1163B93AA0}" srcId="{676C3747-D6BF-9044-B478-977EC19ADD65}" destId="{6E151500-9625-304C-9353-5D58F0D42984}" srcOrd="1" destOrd="0" parTransId="{6EAE68D1-EC02-9348-940F-DB8837FAA439}" sibTransId="{264CD669-0731-EF41-8FF0-B0332CF089C0}"/>
    <dgm:cxn modelId="{0BD94640-37C2-B045-978F-F03D1CC7195D}" type="presOf" srcId="{676C3747-D6BF-9044-B478-977EC19ADD65}" destId="{6B8994AE-F637-5245-A00C-01735E7CF3DA}" srcOrd="0" destOrd="0" presId="urn:microsoft.com/office/officeart/2005/8/layout/pyramid2"/>
    <dgm:cxn modelId="{640B809D-8B2B-DB49-9C4F-226CA96F2E1C}" type="presOf" srcId="{5F3FCE9C-46BF-C245-B229-C2619EE0DBD1}" destId="{59D77581-3DD3-234B-9639-73587DAE796F}" srcOrd="0" destOrd="0" presId="urn:microsoft.com/office/officeart/2005/8/layout/pyramid2"/>
    <dgm:cxn modelId="{C60E6FE2-E7FA-374A-95D6-E486F862BE21}" srcId="{676C3747-D6BF-9044-B478-977EC19ADD65}" destId="{5F3FCE9C-46BF-C245-B229-C2619EE0DBD1}" srcOrd="2" destOrd="0" parTransId="{9143D711-9DB9-9546-AA63-58DBB58F8753}" sibTransId="{9F6897A0-3920-B04D-8755-C76A1DA3799D}"/>
    <dgm:cxn modelId="{31150DEC-CD5B-AB4B-BDBB-F49E56E82A83}" type="presOf" srcId="{6E151500-9625-304C-9353-5D58F0D42984}" destId="{8F1D499D-8424-A849-9418-80D6BBCB722D}" srcOrd="0" destOrd="0" presId="urn:microsoft.com/office/officeart/2005/8/layout/pyramid2"/>
    <dgm:cxn modelId="{FB9C54EE-2E0E-4E4C-824B-3E4D434DD976}" type="presOf" srcId="{72AB407E-755E-CF4D-BA56-B41BBC5E2F23}" destId="{28D6FE2A-06A0-8946-BE62-371410770D3A}" srcOrd="0" destOrd="0" presId="urn:microsoft.com/office/officeart/2005/8/layout/pyramid2"/>
    <dgm:cxn modelId="{023A15E1-B398-4545-967D-393403163E71}" type="presParOf" srcId="{6B8994AE-F637-5245-A00C-01735E7CF3DA}" destId="{FD47DFC4-F116-384B-8311-1DA47811EBA8}" srcOrd="0" destOrd="0" presId="urn:microsoft.com/office/officeart/2005/8/layout/pyramid2"/>
    <dgm:cxn modelId="{6C5C71B9-CB40-CD4B-A22B-0E558B3D44FF}" type="presParOf" srcId="{6B8994AE-F637-5245-A00C-01735E7CF3DA}" destId="{405EC740-BC89-AB47-9BBA-830439C5FC42}" srcOrd="1" destOrd="0" presId="urn:microsoft.com/office/officeart/2005/8/layout/pyramid2"/>
    <dgm:cxn modelId="{2602F37C-2196-0D40-BD07-C62713BA0418}" type="presParOf" srcId="{405EC740-BC89-AB47-9BBA-830439C5FC42}" destId="{28D6FE2A-06A0-8946-BE62-371410770D3A}" srcOrd="0" destOrd="0" presId="urn:microsoft.com/office/officeart/2005/8/layout/pyramid2"/>
    <dgm:cxn modelId="{68B5F6C6-A495-DB48-A474-089F3DC13652}" type="presParOf" srcId="{405EC740-BC89-AB47-9BBA-830439C5FC42}" destId="{AE798A09-A9F1-6F4C-93DD-CB61D8EDB557}" srcOrd="1" destOrd="0" presId="urn:microsoft.com/office/officeart/2005/8/layout/pyramid2"/>
    <dgm:cxn modelId="{2A89838B-BB40-0E40-8FC6-DC4F011EF3CA}" type="presParOf" srcId="{405EC740-BC89-AB47-9BBA-830439C5FC42}" destId="{8F1D499D-8424-A849-9418-80D6BBCB722D}" srcOrd="2" destOrd="0" presId="urn:microsoft.com/office/officeart/2005/8/layout/pyramid2"/>
    <dgm:cxn modelId="{04CD521B-509B-1F4A-92B8-B2CE219F3A7E}" type="presParOf" srcId="{405EC740-BC89-AB47-9BBA-830439C5FC42}" destId="{0DEDD211-7A34-8B40-99E5-27C8B2A504E9}" srcOrd="3" destOrd="0" presId="urn:microsoft.com/office/officeart/2005/8/layout/pyramid2"/>
    <dgm:cxn modelId="{66C86918-4D96-E048-A9E4-C049CC5DD53D}" type="presParOf" srcId="{405EC740-BC89-AB47-9BBA-830439C5FC42}" destId="{59D77581-3DD3-234B-9639-73587DAE796F}" srcOrd="4" destOrd="0" presId="urn:microsoft.com/office/officeart/2005/8/layout/pyramid2"/>
    <dgm:cxn modelId="{2391AA8E-5F2A-0049-A579-1BFF4E04E08E}" type="presParOf" srcId="{405EC740-BC89-AB47-9BBA-830439C5FC42}" destId="{E4668E5A-46B5-C742-A90D-EC81E01105E0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A740C9E-D82D-2D4A-91B7-C7B1CBDA21BC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5B7B35-B379-6A41-AFC1-6144C59B6361}">
      <dgm:prSet phldrT="[Text]"/>
      <dgm:spPr/>
      <dgm:t>
        <a:bodyPr/>
        <a:lstStyle/>
        <a:p>
          <a:r>
            <a:rPr lang="en-US" dirty="0"/>
            <a:t>Special System Processes</a:t>
          </a:r>
        </a:p>
      </dgm:t>
    </dgm:pt>
    <dgm:pt modelId="{DD1E763E-989D-FC4F-BCD6-FC5BE328DB61}" type="parTrans" cxnId="{D967829A-49A8-CC48-8B6F-9C3001B3FAC6}">
      <dgm:prSet/>
      <dgm:spPr/>
      <dgm:t>
        <a:bodyPr/>
        <a:lstStyle/>
        <a:p>
          <a:endParaRPr lang="en-US"/>
        </a:p>
      </dgm:t>
    </dgm:pt>
    <dgm:pt modelId="{88FC56EB-F617-5E40-A095-96C9966406E1}" type="sibTrans" cxnId="{D967829A-49A8-CC48-8B6F-9C3001B3FAC6}">
      <dgm:prSet/>
      <dgm:spPr/>
      <dgm:t>
        <a:bodyPr/>
        <a:lstStyle/>
        <a:p>
          <a:endParaRPr lang="en-US"/>
        </a:p>
      </dgm:t>
    </dgm:pt>
    <dgm:pt modelId="{191CEFDC-A481-1D42-8D15-3B57F153130B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user-mode services needed to manage the system</a:t>
          </a:r>
        </a:p>
      </dgm:t>
    </dgm:pt>
    <dgm:pt modelId="{5977615C-2709-9147-BE85-E0BEC9A2E663}" type="parTrans" cxnId="{8F2DAA5A-FA59-1B4C-A2E9-E23B59F2EB3E}">
      <dgm:prSet/>
      <dgm:spPr/>
      <dgm:t>
        <a:bodyPr/>
        <a:lstStyle/>
        <a:p>
          <a:endParaRPr lang="en-US"/>
        </a:p>
      </dgm:t>
    </dgm:pt>
    <dgm:pt modelId="{06E564E0-23EA-634C-8E40-03FDD98BFC4B}" type="sibTrans" cxnId="{8F2DAA5A-FA59-1B4C-A2E9-E23B59F2EB3E}">
      <dgm:prSet/>
      <dgm:spPr/>
      <dgm:t>
        <a:bodyPr/>
        <a:lstStyle/>
        <a:p>
          <a:endParaRPr lang="en-US"/>
        </a:p>
      </dgm:t>
    </dgm:pt>
    <dgm:pt modelId="{D0E891C3-E123-A544-99AD-192650D55463}">
      <dgm:prSet/>
      <dgm:spPr/>
      <dgm:t>
        <a:bodyPr/>
        <a:lstStyle/>
        <a:p>
          <a:r>
            <a:rPr lang="en-US" dirty="0"/>
            <a:t>Service Processes</a:t>
          </a:r>
        </a:p>
      </dgm:t>
    </dgm:pt>
    <dgm:pt modelId="{5AFD892A-1E72-D04E-95DB-5D7D5E62EF33}" type="parTrans" cxnId="{6AA02DBC-75F3-F445-8B84-15D96B3B8FE4}">
      <dgm:prSet/>
      <dgm:spPr/>
      <dgm:t>
        <a:bodyPr/>
        <a:lstStyle/>
        <a:p>
          <a:endParaRPr lang="en-US"/>
        </a:p>
      </dgm:t>
    </dgm:pt>
    <dgm:pt modelId="{2848FE8F-5248-F54C-89C0-B68C8AC2A639}" type="sibTrans" cxnId="{6AA02DBC-75F3-F445-8B84-15D96B3B8FE4}">
      <dgm:prSet/>
      <dgm:spPr/>
      <dgm:t>
        <a:bodyPr/>
        <a:lstStyle/>
        <a:p>
          <a:endParaRPr lang="en-US"/>
        </a:p>
      </dgm:t>
    </dgm:pt>
    <dgm:pt modelId="{363F67A4-3F4C-6E4C-880C-300795C24335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the printer spooler, event logger, and user-mode components that cooperate with device drivers, and various network services</a:t>
          </a:r>
        </a:p>
      </dgm:t>
    </dgm:pt>
    <dgm:pt modelId="{AD26ACA1-FBD4-0943-A56F-CD4416422699}" type="parTrans" cxnId="{61568DC8-8890-2149-AD04-60E8E2A3F101}">
      <dgm:prSet/>
      <dgm:spPr/>
      <dgm:t>
        <a:bodyPr/>
        <a:lstStyle/>
        <a:p>
          <a:endParaRPr lang="en-US"/>
        </a:p>
      </dgm:t>
    </dgm:pt>
    <dgm:pt modelId="{0F87A6B7-CAE7-2040-A3E5-0BCBA06B20DE}" type="sibTrans" cxnId="{61568DC8-8890-2149-AD04-60E8E2A3F101}">
      <dgm:prSet/>
      <dgm:spPr/>
      <dgm:t>
        <a:bodyPr/>
        <a:lstStyle/>
        <a:p>
          <a:endParaRPr lang="en-US"/>
        </a:p>
      </dgm:t>
    </dgm:pt>
    <dgm:pt modelId="{A15F21E3-5BAE-944B-A4A8-0454DF04A778}">
      <dgm:prSet/>
      <dgm:spPr/>
      <dgm:t>
        <a:bodyPr/>
        <a:lstStyle/>
        <a:p>
          <a:r>
            <a:rPr lang="en-US" dirty="0"/>
            <a:t>Environment Subsystems</a:t>
          </a:r>
        </a:p>
      </dgm:t>
    </dgm:pt>
    <dgm:pt modelId="{CC568848-F233-4541-B319-081B5ECA6461}" type="parTrans" cxnId="{FBECAFCD-5BB2-1048-808F-C5C1A5760AD9}">
      <dgm:prSet/>
      <dgm:spPr/>
      <dgm:t>
        <a:bodyPr/>
        <a:lstStyle/>
        <a:p>
          <a:endParaRPr lang="en-US"/>
        </a:p>
      </dgm:t>
    </dgm:pt>
    <dgm:pt modelId="{1D484107-B175-2948-BE5D-8C9E46F40BDA}" type="sibTrans" cxnId="{FBECAFCD-5BB2-1048-808F-C5C1A5760AD9}">
      <dgm:prSet/>
      <dgm:spPr/>
      <dgm:t>
        <a:bodyPr/>
        <a:lstStyle/>
        <a:p>
          <a:endParaRPr lang="en-US"/>
        </a:p>
      </dgm:t>
    </dgm:pt>
    <dgm:pt modelId="{7139B78E-6B85-7242-BC9F-4D7D0F1BED1A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provide different OS personalities (environments)</a:t>
          </a:r>
        </a:p>
      </dgm:t>
    </dgm:pt>
    <dgm:pt modelId="{1F4FBA8F-BC40-DF40-AE00-644B1F191D22}" type="parTrans" cxnId="{0338E2C6-6EB0-3D4A-831E-3F372586838A}">
      <dgm:prSet/>
      <dgm:spPr/>
      <dgm:t>
        <a:bodyPr/>
        <a:lstStyle/>
        <a:p>
          <a:endParaRPr lang="en-US"/>
        </a:p>
      </dgm:t>
    </dgm:pt>
    <dgm:pt modelId="{30190FC8-EFE8-1145-8A4F-FC952929E03E}" type="sibTrans" cxnId="{0338E2C6-6EB0-3D4A-831E-3F372586838A}">
      <dgm:prSet/>
      <dgm:spPr/>
      <dgm:t>
        <a:bodyPr/>
        <a:lstStyle/>
        <a:p>
          <a:endParaRPr lang="en-US"/>
        </a:p>
      </dgm:t>
    </dgm:pt>
    <dgm:pt modelId="{D80AFD22-BB53-E84B-949F-4606BEB91242}">
      <dgm:prSet/>
      <dgm:spPr/>
      <dgm:t>
        <a:bodyPr/>
        <a:lstStyle/>
        <a:p>
          <a:r>
            <a:rPr lang="en-US" dirty="0"/>
            <a:t>User Applications</a:t>
          </a:r>
        </a:p>
      </dgm:t>
    </dgm:pt>
    <dgm:pt modelId="{DC17685C-4F78-4242-9C07-A1EF73B45E9E}" type="parTrans" cxnId="{171FE393-E7CF-0947-AC53-F30A4D78B12E}">
      <dgm:prSet/>
      <dgm:spPr/>
      <dgm:t>
        <a:bodyPr/>
        <a:lstStyle/>
        <a:p>
          <a:endParaRPr lang="en-US"/>
        </a:p>
      </dgm:t>
    </dgm:pt>
    <dgm:pt modelId="{40661EEE-29DA-1441-8BBB-9DF5E082B6D2}" type="sibTrans" cxnId="{171FE393-E7CF-0947-AC53-F30A4D78B12E}">
      <dgm:prSet/>
      <dgm:spPr/>
      <dgm:t>
        <a:bodyPr/>
        <a:lstStyle/>
        <a:p>
          <a:endParaRPr lang="en-US"/>
        </a:p>
      </dgm:t>
    </dgm:pt>
    <dgm:pt modelId="{768BB60F-1189-374E-92C1-C77A9763BED1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/>
            <a:t>executables (EXEs) and DLLs that provide the functionality users run to make use of the system</a:t>
          </a:r>
        </a:p>
      </dgm:t>
    </dgm:pt>
    <dgm:pt modelId="{0F62B409-7F41-DB43-9C89-6761A4C6BD89}" type="parTrans" cxnId="{CBACB795-1031-BB47-9D0D-032D00C6BEE9}">
      <dgm:prSet/>
      <dgm:spPr/>
      <dgm:t>
        <a:bodyPr/>
        <a:lstStyle/>
        <a:p>
          <a:endParaRPr lang="en-US"/>
        </a:p>
      </dgm:t>
    </dgm:pt>
    <dgm:pt modelId="{319596DA-14A8-7A45-A47D-454320975067}" type="sibTrans" cxnId="{CBACB795-1031-BB47-9D0D-032D00C6BEE9}">
      <dgm:prSet/>
      <dgm:spPr/>
      <dgm:t>
        <a:bodyPr/>
        <a:lstStyle/>
        <a:p>
          <a:endParaRPr lang="en-US"/>
        </a:p>
      </dgm:t>
    </dgm:pt>
    <dgm:pt modelId="{A42526EC-89E3-4F42-8A2B-7269114FFBE6}" type="pres">
      <dgm:prSet presAssocID="{FA740C9E-D82D-2D4A-91B7-C7B1CBDA21BC}" presName="Name0" presStyleCnt="0">
        <dgm:presLayoutVars>
          <dgm:dir/>
          <dgm:animLvl val="lvl"/>
          <dgm:resizeHandles val="exact"/>
        </dgm:presLayoutVars>
      </dgm:prSet>
      <dgm:spPr/>
    </dgm:pt>
    <dgm:pt modelId="{99CBB986-DE25-ED4E-ADD3-AE049C800050}" type="pres">
      <dgm:prSet presAssocID="{AF5B7B35-B379-6A41-AFC1-6144C59B6361}" presName="linNode" presStyleCnt="0"/>
      <dgm:spPr/>
    </dgm:pt>
    <dgm:pt modelId="{C1A08A7E-6C9B-0541-B51C-5088875BE9D1}" type="pres">
      <dgm:prSet presAssocID="{AF5B7B35-B379-6A41-AFC1-6144C59B636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9D89846-0CAB-624F-AD7A-98CBEC05E19D}" type="pres">
      <dgm:prSet presAssocID="{AF5B7B35-B379-6A41-AFC1-6144C59B6361}" presName="descendantText" presStyleLbl="alignAccFollowNode1" presStyleIdx="0" presStyleCnt="4">
        <dgm:presLayoutVars>
          <dgm:bulletEnabled val="1"/>
        </dgm:presLayoutVars>
      </dgm:prSet>
      <dgm:spPr/>
    </dgm:pt>
    <dgm:pt modelId="{379A4F53-0404-E94F-9BCB-F433E894D4F9}" type="pres">
      <dgm:prSet presAssocID="{88FC56EB-F617-5E40-A095-96C9966406E1}" presName="sp" presStyleCnt="0"/>
      <dgm:spPr/>
    </dgm:pt>
    <dgm:pt modelId="{07CF7FAA-3BE3-9F4F-A15B-3DF90C451BEE}" type="pres">
      <dgm:prSet presAssocID="{D0E891C3-E123-A544-99AD-192650D55463}" presName="linNode" presStyleCnt="0"/>
      <dgm:spPr/>
    </dgm:pt>
    <dgm:pt modelId="{D4A0A511-6EB0-9840-AF7C-078E6D2A4228}" type="pres">
      <dgm:prSet presAssocID="{D0E891C3-E123-A544-99AD-192650D5546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D3B3A51-0609-BC47-A3FE-19B79722289A}" type="pres">
      <dgm:prSet presAssocID="{D0E891C3-E123-A544-99AD-192650D55463}" presName="descendantText" presStyleLbl="alignAccFollowNode1" presStyleIdx="1" presStyleCnt="4">
        <dgm:presLayoutVars>
          <dgm:bulletEnabled val="1"/>
        </dgm:presLayoutVars>
      </dgm:prSet>
      <dgm:spPr/>
    </dgm:pt>
    <dgm:pt modelId="{0529E9A3-2980-2345-A740-395E8806591C}" type="pres">
      <dgm:prSet presAssocID="{2848FE8F-5248-F54C-89C0-B68C8AC2A639}" presName="sp" presStyleCnt="0"/>
      <dgm:spPr/>
    </dgm:pt>
    <dgm:pt modelId="{510D28ED-D21E-5440-A561-7A0D99AFAAB1}" type="pres">
      <dgm:prSet presAssocID="{A15F21E3-5BAE-944B-A4A8-0454DF04A778}" presName="linNode" presStyleCnt="0"/>
      <dgm:spPr/>
    </dgm:pt>
    <dgm:pt modelId="{6C6A6EB6-A3C0-094A-8C25-716C3AB1B48B}" type="pres">
      <dgm:prSet presAssocID="{A15F21E3-5BAE-944B-A4A8-0454DF04A77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A2940A86-0651-3E4B-BF37-142D1239C5C0}" type="pres">
      <dgm:prSet presAssocID="{A15F21E3-5BAE-944B-A4A8-0454DF04A778}" presName="descendantText" presStyleLbl="alignAccFollowNode1" presStyleIdx="2" presStyleCnt="4">
        <dgm:presLayoutVars>
          <dgm:bulletEnabled val="1"/>
        </dgm:presLayoutVars>
      </dgm:prSet>
      <dgm:spPr/>
    </dgm:pt>
    <dgm:pt modelId="{64451505-148C-3247-AABA-D5114CC3EE61}" type="pres">
      <dgm:prSet presAssocID="{1D484107-B175-2948-BE5D-8C9E46F40BDA}" presName="sp" presStyleCnt="0"/>
      <dgm:spPr/>
    </dgm:pt>
    <dgm:pt modelId="{0D4DD663-61F0-D047-96BE-C6CE57D13FD5}" type="pres">
      <dgm:prSet presAssocID="{D80AFD22-BB53-E84B-949F-4606BEB91242}" presName="linNode" presStyleCnt="0"/>
      <dgm:spPr/>
    </dgm:pt>
    <dgm:pt modelId="{047BC7DF-D681-324D-BCF9-F46B6E83FD61}" type="pres">
      <dgm:prSet presAssocID="{D80AFD22-BB53-E84B-949F-4606BEB9124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FA9C005-9D3B-124D-AB66-7542353341D6}" type="pres">
      <dgm:prSet presAssocID="{D80AFD22-BB53-E84B-949F-4606BEB9124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3AC6004-423A-F84F-890D-2146EA64A2A3}" type="presOf" srcId="{FA740C9E-D82D-2D4A-91B7-C7B1CBDA21BC}" destId="{A42526EC-89E3-4F42-8A2B-7269114FFBE6}" srcOrd="0" destOrd="0" presId="urn:microsoft.com/office/officeart/2005/8/layout/vList5"/>
    <dgm:cxn modelId="{00E72A09-AD99-B547-B19E-77C5A43BA706}" type="presOf" srcId="{191CEFDC-A481-1D42-8D15-3B57F153130B}" destId="{89D89846-0CAB-624F-AD7A-98CBEC05E19D}" srcOrd="0" destOrd="0" presId="urn:microsoft.com/office/officeart/2005/8/layout/vList5"/>
    <dgm:cxn modelId="{5A927D10-ADC2-4B47-ABDC-DBDFAB0C01FF}" type="presOf" srcId="{7139B78E-6B85-7242-BC9F-4D7D0F1BED1A}" destId="{A2940A86-0651-3E4B-BF37-142D1239C5C0}" srcOrd="0" destOrd="0" presId="urn:microsoft.com/office/officeart/2005/8/layout/vList5"/>
    <dgm:cxn modelId="{E3BE4B2C-1012-764D-AD0A-9DAAAEC788D2}" type="presOf" srcId="{768BB60F-1189-374E-92C1-C77A9763BED1}" destId="{AFA9C005-9D3B-124D-AB66-7542353341D6}" srcOrd="0" destOrd="0" presId="urn:microsoft.com/office/officeart/2005/8/layout/vList5"/>
    <dgm:cxn modelId="{B9522947-2714-7B49-83E1-7D4DBDCCE372}" type="presOf" srcId="{D80AFD22-BB53-E84B-949F-4606BEB91242}" destId="{047BC7DF-D681-324D-BCF9-F46B6E83FD61}" srcOrd="0" destOrd="0" presId="urn:microsoft.com/office/officeart/2005/8/layout/vList5"/>
    <dgm:cxn modelId="{609F9758-861F-034C-8F50-D29D32CD1339}" type="presOf" srcId="{AF5B7B35-B379-6A41-AFC1-6144C59B6361}" destId="{C1A08A7E-6C9B-0541-B51C-5088875BE9D1}" srcOrd="0" destOrd="0" presId="urn:microsoft.com/office/officeart/2005/8/layout/vList5"/>
    <dgm:cxn modelId="{8F2DAA5A-FA59-1B4C-A2E9-E23B59F2EB3E}" srcId="{AF5B7B35-B379-6A41-AFC1-6144C59B6361}" destId="{191CEFDC-A481-1D42-8D15-3B57F153130B}" srcOrd="0" destOrd="0" parTransId="{5977615C-2709-9147-BE85-E0BEC9A2E663}" sibTransId="{06E564E0-23EA-634C-8E40-03FDD98BFC4B}"/>
    <dgm:cxn modelId="{A51CAA80-5DD4-4240-A067-72BC6CE82CC9}" type="presOf" srcId="{A15F21E3-5BAE-944B-A4A8-0454DF04A778}" destId="{6C6A6EB6-A3C0-094A-8C25-716C3AB1B48B}" srcOrd="0" destOrd="0" presId="urn:microsoft.com/office/officeart/2005/8/layout/vList5"/>
    <dgm:cxn modelId="{61D65C8C-6802-C840-8B37-2A3F942BB0B8}" type="presOf" srcId="{363F67A4-3F4C-6E4C-880C-300795C24335}" destId="{3D3B3A51-0609-BC47-A3FE-19B79722289A}" srcOrd="0" destOrd="0" presId="urn:microsoft.com/office/officeart/2005/8/layout/vList5"/>
    <dgm:cxn modelId="{171FE393-E7CF-0947-AC53-F30A4D78B12E}" srcId="{FA740C9E-D82D-2D4A-91B7-C7B1CBDA21BC}" destId="{D80AFD22-BB53-E84B-949F-4606BEB91242}" srcOrd="3" destOrd="0" parTransId="{DC17685C-4F78-4242-9C07-A1EF73B45E9E}" sibTransId="{40661EEE-29DA-1441-8BBB-9DF5E082B6D2}"/>
    <dgm:cxn modelId="{CBACB795-1031-BB47-9D0D-032D00C6BEE9}" srcId="{D80AFD22-BB53-E84B-949F-4606BEB91242}" destId="{768BB60F-1189-374E-92C1-C77A9763BED1}" srcOrd="0" destOrd="0" parTransId="{0F62B409-7F41-DB43-9C89-6761A4C6BD89}" sibTransId="{319596DA-14A8-7A45-A47D-454320975067}"/>
    <dgm:cxn modelId="{D967829A-49A8-CC48-8B6F-9C3001B3FAC6}" srcId="{FA740C9E-D82D-2D4A-91B7-C7B1CBDA21BC}" destId="{AF5B7B35-B379-6A41-AFC1-6144C59B6361}" srcOrd="0" destOrd="0" parTransId="{DD1E763E-989D-FC4F-BCD6-FC5BE328DB61}" sibTransId="{88FC56EB-F617-5E40-A095-96C9966406E1}"/>
    <dgm:cxn modelId="{6AA02DBC-75F3-F445-8B84-15D96B3B8FE4}" srcId="{FA740C9E-D82D-2D4A-91B7-C7B1CBDA21BC}" destId="{D0E891C3-E123-A544-99AD-192650D55463}" srcOrd="1" destOrd="0" parTransId="{5AFD892A-1E72-D04E-95DB-5D7D5E62EF33}" sibTransId="{2848FE8F-5248-F54C-89C0-B68C8AC2A639}"/>
    <dgm:cxn modelId="{0338E2C6-6EB0-3D4A-831E-3F372586838A}" srcId="{A15F21E3-5BAE-944B-A4A8-0454DF04A778}" destId="{7139B78E-6B85-7242-BC9F-4D7D0F1BED1A}" srcOrd="0" destOrd="0" parTransId="{1F4FBA8F-BC40-DF40-AE00-644B1F191D22}" sibTransId="{30190FC8-EFE8-1145-8A4F-FC952929E03E}"/>
    <dgm:cxn modelId="{61568DC8-8890-2149-AD04-60E8E2A3F101}" srcId="{D0E891C3-E123-A544-99AD-192650D55463}" destId="{363F67A4-3F4C-6E4C-880C-300795C24335}" srcOrd="0" destOrd="0" parTransId="{AD26ACA1-FBD4-0943-A56F-CD4416422699}" sibTransId="{0F87A6B7-CAE7-2040-A3E5-0BCBA06B20DE}"/>
    <dgm:cxn modelId="{FBECAFCD-5BB2-1048-808F-C5C1A5760AD9}" srcId="{FA740C9E-D82D-2D4A-91B7-C7B1CBDA21BC}" destId="{A15F21E3-5BAE-944B-A4A8-0454DF04A778}" srcOrd="2" destOrd="0" parTransId="{CC568848-F233-4541-B319-081B5ECA6461}" sibTransId="{1D484107-B175-2948-BE5D-8C9E46F40BDA}"/>
    <dgm:cxn modelId="{4029EDE8-1526-CD46-9633-E26D177313B4}" type="presOf" srcId="{D0E891C3-E123-A544-99AD-192650D55463}" destId="{D4A0A511-6EB0-9840-AF7C-078E6D2A4228}" srcOrd="0" destOrd="0" presId="urn:microsoft.com/office/officeart/2005/8/layout/vList5"/>
    <dgm:cxn modelId="{9FE0B79F-9506-FF4D-B752-EEF845FB8FF0}" type="presParOf" srcId="{A42526EC-89E3-4F42-8A2B-7269114FFBE6}" destId="{99CBB986-DE25-ED4E-ADD3-AE049C800050}" srcOrd="0" destOrd="0" presId="urn:microsoft.com/office/officeart/2005/8/layout/vList5"/>
    <dgm:cxn modelId="{D0B0B535-DB3C-0942-902D-F937C41AD7BE}" type="presParOf" srcId="{99CBB986-DE25-ED4E-ADD3-AE049C800050}" destId="{C1A08A7E-6C9B-0541-B51C-5088875BE9D1}" srcOrd="0" destOrd="0" presId="urn:microsoft.com/office/officeart/2005/8/layout/vList5"/>
    <dgm:cxn modelId="{F1BD94F5-EF98-9A40-BC1C-753F95D1EF84}" type="presParOf" srcId="{99CBB986-DE25-ED4E-ADD3-AE049C800050}" destId="{89D89846-0CAB-624F-AD7A-98CBEC05E19D}" srcOrd="1" destOrd="0" presId="urn:microsoft.com/office/officeart/2005/8/layout/vList5"/>
    <dgm:cxn modelId="{C6D4D8C7-21C3-6F49-9EAD-A9E2610CE184}" type="presParOf" srcId="{A42526EC-89E3-4F42-8A2B-7269114FFBE6}" destId="{379A4F53-0404-E94F-9BCB-F433E894D4F9}" srcOrd="1" destOrd="0" presId="urn:microsoft.com/office/officeart/2005/8/layout/vList5"/>
    <dgm:cxn modelId="{EC8F4181-E0CD-BC4E-A0E5-A1889B7B970B}" type="presParOf" srcId="{A42526EC-89E3-4F42-8A2B-7269114FFBE6}" destId="{07CF7FAA-3BE3-9F4F-A15B-3DF90C451BEE}" srcOrd="2" destOrd="0" presId="urn:microsoft.com/office/officeart/2005/8/layout/vList5"/>
    <dgm:cxn modelId="{52CE2341-5AC6-BF46-9140-6ECE5CD8C5BE}" type="presParOf" srcId="{07CF7FAA-3BE3-9F4F-A15B-3DF90C451BEE}" destId="{D4A0A511-6EB0-9840-AF7C-078E6D2A4228}" srcOrd="0" destOrd="0" presId="urn:microsoft.com/office/officeart/2005/8/layout/vList5"/>
    <dgm:cxn modelId="{5FA2B7CE-5AC2-4E46-A4D1-5F868CE7441F}" type="presParOf" srcId="{07CF7FAA-3BE3-9F4F-A15B-3DF90C451BEE}" destId="{3D3B3A51-0609-BC47-A3FE-19B79722289A}" srcOrd="1" destOrd="0" presId="urn:microsoft.com/office/officeart/2005/8/layout/vList5"/>
    <dgm:cxn modelId="{751B6872-45B8-134B-8789-A9CCD234A05F}" type="presParOf" srcId="{A42526EC-89E3-4F42-8A2B-7269114FFBE6}" destId="{0529E9A3-2980-2345-A740-395E8806591C}" srcOrd="3" destOrd="0" presId="urn:microsoft.com/office/officeart/2005/8/layout/vList5"/>
    <dgm:cxn modelId="{32F998BF-D608-9245-A34F-8B0064B98F4F}" type="presParOf" srcId="{A42526EC-89E3-4F42-8A2B-7269114FFBE6}" destId="{510D28ED-D21E-5440-A561-7A0D99AFAAB1}" srcOrd="4" destOrd="0" presId="urn:microsoft.com/office/officeart/2005/8/layout/vList5"/>
    <dgm:cxn modelId="{206DC750-F05F-2F4A-9EB4-C260D27156E8}" type="presParOf" srcId="{510D28ED-D21E-5440-A561-7A0D99AFAAB1}" destId="{6C6A6EB6-A3C0-094A-8C25-716C3AB1B48B}" srcOrd="0" destOrd="0" presId="urn:microsoft.com/office/officeart/2005/8/layout/vList5"/>
    <dgm:cxn modelId="{4457CC5D-9685-014C-BAF5-F3C160B43565}" type="presParOf" srcId="{510D28ED-D21E-5440-A561-7A0D99AFAAB1}" destId="{A2940A86-0651-3E4B-BF37-142D1239C5C0}" srcOrd="1" destOrd="0" presId="urn:microsoft.com/office/officeart/2005/8/layout/vList5"/>
    <dgm:cxn modelId="{8DFFBF6A-7ECD-F646-814B-1997882ABC1F}" type="presParOf" srcId="{A42526EC-89E3-4F42-8A2B-7269114FFBE6}" destId="{64451505-148C-3247-AABA-D5114CC3EE61}" srcOrd="5" destOrd="0" presId="urn:microsoft.com/office/officeart/2005/8/layout/vList5"/>
    <dgm:cxn modelId="{CC33FABC-AEDE-EB41-9268-3C39FE2E6EF5}" type="presParOf" srcId="{A42526EC-89E3-4F42-8A2B-7269114FFBE6}" destId="{0D4DD663-61F0-D047-96BE-C6CE57D13FD5}" srcOrd="6" destOrd="0" presId="urn:microsoft.com/office/officeart/2005/8/layout/vList5"/>
    <dgm:cxn modelId="{35489403-E6C2-3245-8223-901B57551AC1}" type="presParOf" srcId="{0D4DD663-61F0-D047-96BE-C6CE57D13FD5}" destId="{047BC7DF-D681-324D-BCF9-F46B6E83FD61}" srcOrd="0" destOrd="0" presId="urn:microsoft.com/office/officeart/2005/8/layout/vList5"/>
    <dgm:cxn modelId="{D13CC22B-1871-3742-8F0D-1873851ABE14}" type="presParOf" srcId="{0D4DD663-61F0-D047-96BE-C6CE57D13FD5}" destId="{AFA9C005-9D3B-124D-AB66-7542353341D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4A990-5AA0-034B-8CCF-8670DC0A0746}">
      <dsp:nvSpPr>
        <dsp:cNvPr id="0" name=""/>
        <dsp:cNvSpPr/>
      </dsp:nvSpPr>
      <dsp:spPr>
        <a:xfrm>
          <a:off x="0" y="6515"/>
          <a:ext cx="5257800" cy="7488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Main objectives of an OS:</a:t>
          </a:r>
        </a:p>
      </dsp:txBody>
      <dsp:txXfrm>
        <a:off x="0" y="6515"/>
        <a:ext cx="5257800" cy="748800"/>
      </dsp:txXfrm>
    </dsp:sp>
    <dsp:sp modelId="{D90CF14F-E010-5649-9AC4-6BBF9E914CA0}">
      <dsp:nvSpPr>
        <dsp:cNvPr id="0" name=""/>
        <dsp:cNvSpPr/>
      </dsp:nvSpPr>
      <dsp:spPr>
        <a:xfrm>
          <a:off x="0" y="755315"/>
          <a:ext cx="5257800" cy="14987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Convenience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Efficiency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Ability to evolve</a:t>
          </a:r>
        </a:p>
      </dsp:txBody>
      <dsp:txXfrm>
        <a:off x="0" y="755315"/>
        <a:ext cx="5257800" cy="14987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3F472-A208-BC48-9954-72AE57388841}">
      <dsp:nvSpPr>
        <dsp:cNvPr id="0" name=""/>
        <dsp:cNvSpPr/>
      </dsp:nvSpPr>
      <dsp:spPr>
        <a:xfrm>
          <a:off x="76206" y="27764"/>
          <a:ext cx="2438430" cy="570851"/>
        </a:xfrm>
        <a:prstGeom prst="roundRect">
          <a:avLst/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Hardware upgrades</a:t>
          </a:r>
        </a:p>
      </dsp:txBody>
      <dsp:txXfrm>
        <a:off x="104073" y="55631"/>
        <a:ext cx="2382696" cy="515117"/>
      </dsp:txXfrm>
    </dsp:sp>
    <dsp:sp modelId="{06E7AF27-17CB-6C41-9B00-422CDBA69BDA}">
      <dsp:nvSpPr>
        <dsp:cNvPr id="0" name=""/>
        <dsp:cNvSpPr/>
      </dsp:nvSpPr>
      <dsp:spPr>
        <a:xfrm>
          <a:off x="1066761" y="695481"/>
          <a:ext cx="2743172" cy="60912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New types of hardware</a:t>
          </a:r>
        </a:p>
      </dsp:txBody>
      <dsp:txXfrm>
        <a:off x="1096496" y="725216"/>
        <a:ext cx="2683702" cy="549654"/>
      </dsp:txXfrm>
    </dsp:sp>
    <dsp:sp modelId="{54C39DF2-6921-BB4E-8411-E1AA720107FC}">
      <dsp:nvSpPr>
        <dsp:cNvPr id="0" name=""/>
        <dsp:cNvSpPr/>
      </dsp:nvSpPr>
      <dsp:spPr>
        <a:xfrm>
          <a:off x="2743172" y="1343583"/>
          <a:ext cx="1676369" cy="545689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New services</a:t>
          </a:r>
        </a:p>
      </dsp:txBody>
      <dsp:txXfrm>
        <a:off x="2769810" y="1370221"/>
        <a:ext cx="1623093" cy="492413"/>
      </dsp:txXfrm>
    </dsp:sp>
    <dsp:sp modelId="{87EED797-7526-BB4E-8C40-6D097D0CBF95}">
      <dsp:nvSpPr>
        <dsp:cNvPr id="0" name=""/>
        <dsp:cNvSpPr/>
      </dsp:nvSpPr>
      <dsp:spPr>
        <a:xfrm>
          <a:off x="4114841" y="1991402"/>
          <a:ext cx="1219215" cy="467372"/>
        </a:xfrm>
        <a:prstGeom prst="round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Fixes</a:t>
          </a:r>
        </a:p>
      </dsp:txBody>
      <dsp:txXfrm>
        <a:off x="4137656" y="2014217"/>
        <a:ext cx="1173585" cy="4217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4B0A6-A780-AC4D-A192-A17A96D7D56B}">
      <dsp:nvSpPr>
        <dsp:cNvPr id="0" name=""/>
        <dsp:cNvSpPr/>
      </dsp:nvSpPr>
      <dsp:spPr>
        <a:xfrm>
          <a:off x="162559" y="0"/>
          <a:ext cx="6990080" cy="43688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>
              <a:lumMod val="75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4244A61-2F42-FE4C-B4AE-14F538A72BD4}">
      <dsp:nvSpPr>
        <dsp:cNvPr id="0" name=""/>
        <dsp:cNvSpPr/>
      </dsp:nvSpPr>
      <dsp:spPr>
        <a:xfrm>
          <a:off x="851082" y="3248639"/>
          <a:ext cx="160771" cy="1607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990ADE-EECC-A843-9CB8-385F4DCE6884}">
      <dsp:nvSpPr>
        <dsp:cNvPr id="0" name=""/>
        <dsp:cNvSpPr/>
      </dsp:nvSpPr>
      <dsp:spPr>
        <a:xfrm>
          <a:off x="931468" y="3583026"/>
          <a:ext cx="1195303" cy="531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19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Serial Processing</a:t>
          </a:r>
          <a:endParaRPr lang="en-US" sz="1800" kern="1200" dirty="0"/>
        </a:p>
      </dsp:txBody>
      <dsp:txXfrm>
        <a:off x="931468" y="3583026"/>
        <a:ext cx="1195303" cy="531771"/>
      </dsp:txXfrm>
    </dsp:sp>
    <dsp:sp modelId="{9AA8AB03-D64A-C342-B37C-4CCC9DA9EB94}">
      <dsp:nvSpPr>
        <dsp:cNvPr id="0" name=""/>
        <dsp:cNvSpPr/>
      </dsp:nvSpPr>
      <dsp:spPr>
        <a:xfrm>
          <a:off x="1986970" y="2232456"/>
          <a:ext cx="279603" cy="279603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842123-1D21-A749-9096-4D7D760BAAD9}">
      <dsp:nvSpPr>
        <dsp:cNvPr id="0" name=""/>
        <dsp:cNvSpPr/>
      </dsp:nvSpPr>
      <dsp:spPr>
        <a:xfrm>
          <a:off x="2057398" y="2895591"/>
          <a:ext cx="1467916" cy="797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156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Simple Batch Systems</a:t>
          </a:r>
        </a:p>
      </dsp:txBody>
      <dsp:txXfrm>
        <a:off x="2057398" y="2895591"/>
        <a:ext cx="1467916" cy="797458"/>
      </dsp:txXfrm>
    </dsp:sp>
    <dsp:sp modelId="{36778976-587A-8042-87A9-FC1C9FD954F8}">
      <dsp:nvSpPr>
        <dsp:cNvPr id="0" name=""/>
        <dsp:cNvSpPr/>
      </dsp:nvSpPr>
      <dsp:spPr>
        <a:xfrm>
          <a:off x="3437412" y="1483644"/>
          <a:ext cx="370474" cy="37047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519E44-3DC2-2543-B587-8A3BE587954F}">
      <dsp:nvSpPr>
        <dsp:cNvPr id="0" name=""/>
        <dsp:cNvSpPr/>
      </dsp:nvSpPr>
      <dsp:spPr>
        <a:xfrm>
          <a:off x="3200403" y="2209796"/>
          <a:ext cx="2107194" cy="703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30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Multiprogrammed Batch Systems</a:t>
          </a:r>
        </a:p>
      </dsp:txBody>
      <dsp:txXfrm>
        <a:off x="3200403" y="2209796"/>
        <a:ext cx="2107194" cy="703679"/>
      </dsp:txXfrm>
    </dsp:sp>
    <dsp:sp modelId="{6C5317EB-E0BB-C646-8AC7-1B8FB3CE6475}">
      <dsp:nvSpPr>
        <dsp:cNvPr id="0" name=""/>
        <dsp:cNvSpPr/>
      </dsp:nvSpPr>
      <dsp:spPr>
        <a:xfrm>
          <a:off x="5017170" y="988222"/>
          <a:ext cx="496295" cy="49629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BEC3F6-5D1C-984A-A8A3-A5F0342491D8}">
      <dsp:nvSpPr>
        <dsp:cNvPr id="0" name=""/>
        <dsp:cNvSpPr/>
      </dsp:nvSpPr>
      <dsp:spPr>
        <a:xfrm>
          <a:off x="5105396" y="1752594"/>
          <a:ext cx="1275282" cy="998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977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/>
            <a:t>Time Sharing Systems</a:t>
          </a:r>
        </a:p>
      </dsp:txBody>
      <dsp:txXfrm>
        <a:off x="5105396" y="1752594"/>
        <a:ext cx="1275282" cy="9988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20ED8-9E78-0743-A964-AB099207626E}">
      <dsp:nvSpPr>
        <dsp:cNvPr id="0" name=""/>
        <dsp:cNvSpPr/>
      </dsp:nvSpPr>
      <dsp:spPr>
        <a:xfrm>
          <a:off x="1863161" y="1781"/>
          <a:ext cx="4147676" cy="10369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Special type of programming language used to provide instructions to the monitor</a:t>
          </a:r>
        </a:p>
      </dsp:txBody>
      <dsp:txXfrm>
        <a:off x="1893531" y="32151"/>
        <a:ext cx="4086936" cy="976179"/>
      </dsp:txXfrm>
    </dsp:sp>
    <dsp:sp modelId="{A5A3E6ED-4CCD-E54E-9A1B-DA75B953AAEA}">
      <dsp:nvSpPr>
        <dsp:cNvPr id="0" name=""/>
        <dsp:cNvSpPr/>
      </dsp:nvSpPr>
      <dsp:spPr>
        <a:xfrm rot="5400000">
          <a:off x="3846269" y="1129430"/>
          <a:ext cx="181460" cy="181460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9CB027-7CF0-9B4D-84C1-093791E27A8E}">
      <dsp:nvSpPr>
        <dsp:cNvPr id="0" name=""/>
        <dsp:cNvSpPr/>
      </dsp:nvSpPr>
      <dsp:spPr>
        <a:xfrm>
          <a:off x="1863161" y="1401621"/>
          <a:ext cx="4147676" cy="1036919"/>
        </a:xfrm>
        <a:prstGeom prst="roundRect">
          <a:avLst>
            <a:gd name="adj" fmla="val 10000"/>
          </a:avLst>
        </a:prstGeom>
        <a:solidFill>
          <a:schemeClr val="accent6"/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1"/>
              </a:solidFill>
            </a:rPr>
            <a:t>what compiler to use</a:t>
          </a:r>
        </a:p>
      </dsp:txBody>
      <dsp:txXfrm>
        <a:off x="1893531" y="1431991"/>
        <a:ext cx="4086936" cy="976179"/>
      </dsp:txXfrm>
    </dsp:sp>
    <dsp:sp modelId="{161882D6-7C8A-B249-8241-DD2C41894718}">
      <dsp:nvSpPr>
        <dsp:cNvPr id="0" name=""/>
        <dsp:cNvSpPr/>
      </dsp:nvSpPr>
      <dsp:spPr>
        <a:xfrm rot="5400000">
          <a:off x="3846269" y="2529271"/>
          <a:ext cx="181460" cy="181460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51BF98-9B04-6B4B-B2C9-5892F2A4DC9C}">
      <dsp:nvSpPr>
        <dsp:cNvPr id="0" name=""/>
        <dsp:cNvSpPr/>
      </dsp:nvSpPr>
      <dsp:spPr>
        <a:xfrm>
          <a:off x="1863161" y="2801462"/>
          <a:ext cx="4147676" cy="1036919"/>
        </a:xfrm>
        <a:prstGeom prst="roundRect">
          <a:avLst>
            <a:gd name="adj" fmla="val 10000"/>
          </a:avLst>
        </a:prstGeom>
        <a:solidFill>
          <a:schemeClr val="accent6"/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bg1"/>
              </a:solidFill>
            </a:rPr>
            <a:t>what data to use</a:t>
          </a:r>
        </a:p>
      </dsp:txBody>
      <dsp:txXfrm>
        <a:off x="1893531" y="2831832"/>
        <a:ext cx="4086936" cy="9761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6CAC94-6033-ED45-9937-89B21B10E203}">
      <dsp:nvSpPr>
        <dsp:cNvPr id="0" name=""/>
        <dsp:cNvSpPr/>
      </dsp:nvSpPr>
      <dsp:spPr>
        <a:xfrm>
          <a:off x="0" y="325140"/>
          <a:ext cx="8153400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33248" rIns="632794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while the user program is executing, it must not alter the memory area containing the monitor</a:t>
          </a:r>
        </a:p>
      </dsp:txBody>
      <dsp:txXfrm>
        <a:off x="0" y="325140"/>
        <a:ext cx="8153400" cy="882000"/>
      </dsp:txXfrm>
    </dsp:sp>
    <dsp:sp modelId="{149ADC22-A787-BD43-AE53-1E5F9F0EF60D}">
      <dsp:nvSpPr>
        <dsp:cNvPr id="0" name=""/>
        <dsp:cNvSpPr/>
      </dsp:nvSpPr>
      <dsp:spPr>
        <a:xfrm>
          <a:off x="407670" y="88980"/>
          <a:ext cx="5707380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Memory protection for monitor</a:t>
          </a:r>
        </a:p>
      </dsp:txBody>
      <dsp:txXfrm>
        <a:off x="430727" y="112037"/>
        <a:ext cx="5661266" cy="426206"/>
      </dsp:txXfrm>
    </dsp:sp>
    <dsp:sp modelId="{C121F52B-3C08-654C-83AE-2EAF2AB55D38}">
      <dsp:nvSpPr>
        <dsp:cNvPr id="0" name=""/>
        <dsp:cNvSpPr/>
      </dsp:nvSpPr>
      <dsp:spPr>
        <a:xfrm>
          <a:off x="0" y="1529700"/>
          <a:ext cx="8153400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33248" rIns="632794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prevents a job from monopolizing the system</a:t>
          </a:r>
        </a:p>
      </dsp:txBody>
      <dsp:txXfrm>
        <a:off x="0" y="1529700"/>
        <a:ext cx="8153400" cy="667800"/>
      </dsp:txXfrm>
    </dsp:sp>
    <dsp:sp modelId="{EFED6759-161A-0247-881A-8697555D7731}">
      <dsp:nvSpPr>
        <dsp:cNvPr id="0" name=""/>
        <dsp:cNvSpPr/>
      </dsp:nvSpPr>
      <dsp:spPr>
        <a:xfrm>
          <a:off x="407670" y="1293540"/>
          <a:ext cx="5707380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Timer</a:t>
          </a:r>
        </a:p>
      </dsp:txBody>
      <dsp:txXfrm>
        <a:off x="430727" y="1316597"/>
        <a:ext cx="5661266" cy="426206"/>
      </dsp:txXfrm>
    </dsp:sp>
    <dsp:sp modelId="{5DD7CB04-61EF-8749-9728-DC4AEA3DB611}">
      <dsp:nvSpPr>
        <dsp:cNvPr id="0" name=""/>
        <dsp:cNvSpPr/>
      </dsp:nvSpPr>
      <dsp:spPr>
        <a:xfrm>
          <a:off x="0" y="2520060"/>
          <a:ext cx="8153400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33248" rIns="632794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can only be executed by the monitor</a:t>
          </a:r>
        </a:p>
      </dsp:txBody>
      <dsp:txXfrm>
        <a:off x="0" y="2520060"/>
        <a:ext cx="8153400" cy="667800"/>
      </dsp:txXfrm>
    </dsp:sp>
    <dsp:sp modelId="{F1A4EEB2-F42C-DC47-9AAD-66A3C8EDB4FF}">
      <dsp:nvSpPr>
        <dsp:cNvPr id="0" name=""/>
        <dsp:cNvSpPr/>
      </dsp:nvSpPr>
      <dsp:spPr>
        <a:xfrm>
          <a:off x="407670" y="2283900"/>
          <a:ext cx="5707380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Privileged instructions</a:t>
          </a:r>
        </a:p>
      </dsp:txBody>
      <dsp:txXfrm>
        <a:off x="430727" y="2306957"/>
        <a:ext cx="5661266" cy="426206"/>
      </dsp:txXfrm>
    </dsp:sp>
    <dsp:sp modelId="{7A96011C-FD4C-4E48-A721-EBACBA9C917E}">
      <dsp:nvSpPr>
        <dsp:cNvPr id="0" name=""/>
        <dsp:cNvSpPr/>
      </dsp:nvSpPr>
      <dsp:spPr>
        <a:xfrm>
          <a:off x="0" y="3510419"/>
          <a:ext cx="8153400" cy="667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33248" rIns="632794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gives OS more flexibility in controlling user programs</a:t>
          </a:r>
        </a:p>
      </dsp:txBody>
      <dsp:txXfrm>
        <a:off x="0" y="3510419"/>
        <a:ext cx="8153400" cy="667800"/>
      </dsp:txXfrm>
    </dsp:sp>
    <dsp:sp modelId="{80D85195-02CD-764C-97FD-8C9D668486D7}">
      <dsp:nvSpPr>
        <dsp:cNvPr id="0" name=""/>
        <dsp:cNvSpPr/>
      </dsp:nvSpPr>
      <dsp:spPr>
        <a:xfrm>
          <a:off x="407670" y="3274259"/>
          <a:ext cx="5707380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Interrupts</a:t>
          </a:r>
        </a:p>
      </dsp:txBody>
      <dsp:txXfrm>
        <a:off x="430727" y="3297316"/>
        <a:ext cx="5661266" cy="4262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A33E13-DCDF-E341-9AC4-85F30FCF821E}">
      <dsp:nvSpPr>
        <dsp:cNvPr id="0" name=""/>
        <dsp:cNvSpPr/>
      </dsp:nvSpPr>
      <dsp:spPr>
        <a:xfrm rot="16200000">
          <a:off x="-185192" y="189234"/>
          <a:ext cx="4267200" cy="3888730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0" rIns="172858" bIns="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User Mode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user program executes in user mode 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certain areas of memory are protected from user access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certain instructions may not be executed</a:t>
          </a:r>
        </a:p>
      </dsp:txBody>
      <dsp:txXfrm rot="5400000">
        <a:off x="4043" y="853439"/>
        <a:ext cx="3888730" cy="2560320"/>
      </dsp:txXfrm>
    </dsp:sp>
    <dsp:sp modelId="{B00B1CAD-B259-2E45-8456-48DD193C9431}">
      <dsp:nvSpPr>
        <dsp:cNvPr id="0" name=""/>
        <dsp:cNvSpPr/>
      </dsp:nvSpPr>
      <dsp:spPr>
        <a:xfrm rot="16200000">
          <a:off x="3995192" y="189234"/>
          <a:ext cx="4267200" cy="3888730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0" rIns="172858" bIns="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Kernel Mode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monitor executes in kernel mode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privileged instructions may be executed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protected areas of memory may be accessed</a:t>
          </a:r>
        </a:p>
      </dsp:txBody>
      <dsp:txXfrm rot="5400000">
        <a:off x="4184427" y="853439"/>
        <a:ext cx="3888730" cy="25603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7FC10-09A1-3847-BFBC-2B58715396DE}">
      <dsp:nvSpPr>
        <dsp:cNvPr id="0" name=""/>
        <dsp:cNvSpPr/>
      </dsp:nvSpPr>
      <dsp:spPr>
        <a:xfrm>
          <a:off x="350870" y="0"/>
          <a:ext cx="2313432" cy="2717800"/>
        </a:xfrm>
        <a:prstGeom prst="upArrow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B72AF-7DDE-9145-BEBA-D89E86DFBE7E}">
      <dsp:nvSpPr>
        <dsp:cNvPr id="0" name=""/>
        <dsp:cNvSpPr/>
      </dsp:nvSpPr>
      <dsp:spPr>
        <a:xfrm>
          <a:off x="2733705" y="0"/>
          <a:ext cx="3925824" cy="27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0" rIns="163576" bIns="1635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 dirty="0"/>
            <a:t>Major advances in development include: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/>
            <a:t>Processes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Memory management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Information protection and security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Scheduling and resource management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System structure</a:t>
          </a:r>
        </a:p>
      </dsp:txBody>
      <dsp:txXfrm>
        <a:off x="2733705" y="0"/>
        <a:ext cx="3925824" cy="27178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26FD4-9907-2748-832C-F91F21C962A7}">
      <dsp:nvSpPr>
        <dsp:cNvPr id="0" name=""/>
        <dsp:cNvSpPr/>
      </dsp:nvSpPr>
      <dsp:spPr>
        <a:xfrm>
          <a:off x="3683" y="0"/>
          <a:ext cx="7536433" cy="33528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</a:t>
          </a:r>
          <a:r>
            <a:rPr lang="en-US" sz="2600" i="1" kern="1200" dirty="0">
              <a:solidFill>
                <a:schemeClr val="accent1"/>
              </a:solidFill>
            </a:rPr>
            <a:t>process</a:t>
          </a:r>
          <a:r>
            <a:rPr lang="en-US" sz="2600" i="1" kern="1200" dirty="0"/>
            <a:t> </a:t>
          </a:r>
          <a:r>
            <a:rPr lang="en-US" sz="2600" kern="1200" dirty="0"/>
            <a:t>can be defined as:</a:t>
          </a:r>
        </a:p>
      </dsp:txBody>
      <dsp:txXfrm>
        <a:off x="3683" y="0"/>
        <a:ext cx="7536433" cy="1005840"/>
      </dsp:txXfrm>
    </dsp:sp>
    <dsp:sp modelId="{9F6B7AC7-BCB3-4244-B25A-23CDDD94424B}">
      <dsp:nvSpPr>
        <dsp:cNvPr id="0" name=""/>
        <dsp:cNvSpPr/>
      </dsp:nvSpPr>
      <dsp:spPr>
        <a:xfrm>
          <a:off x="685790" y="990600"/>
          <a:ext cx="6172218" cy="4219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a program in execution</a:t>
          </a:r>
        </a:p>
      </dsp:txBody>
      <dsp:txXfrm>
        <a:off x="698149" y="1002959"/>
        <a:ext cx="6147500" cy="397240"/>
      </dsp:txXfrm>
    </dsp:sp>
    <dsp:sp modelId="{F3F77B7A-035D-B349-9DB8-48C9B0CD4D14}">
      <dsp:nvSpPr>
        <dsp:cNvPr id="0" name=""/>
        <dsp:cNvSpPr/>
      </dsp:nvSpPr>
      <dsp:spPr>
        <a:xfrm>
          <a:off x="609612" y="1371600"/>
          <a:ext cx="6324574" cy="489481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an instance of a running program</a:t>
          </a:r>
        </a:p>
      </dsp:txBody>
      <dsp:txXfrm>
        <a:off x="623948" y="1385936"/>
        <a:ext cx="6295902" cy="460809"/>
      </dsp:txXfrm>
    </dsp:sp>
    <dsp:sp modelId="{3F65BAAA-18B9-4047-82A7-7018E03752A1}">
      <dsp:nvSpPr>
        <dsp:cNvPr id="0" name=""/>
        <dsp:cNvSpPr/>
      </dsp:nvSpPr>
      <dsp:spPr>
        <a:xfrm>
          <a:off x="304809" y="1852077"/>
          <a:ext cx="6934181" cy="583302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the entity that can be assigned to, and executed on, a processor</a:t>
          </a:r>
        </a:p>
      </dsp:txBody>
      <dsp:txXfrm>
        <a:off x="321893" y="1869161"/>
        <a:ext cx="6900013" cy="549134"/>
      </dsp:txXfrm>
    </dsp:sp>
    <dsp:sp modelId="{A82AB75B-5168-3348-B180-A3053A31EAEA}">
      <dsp:nvSpPr>
        <dsp:cNvPr id="0" name=""/>
        <dsp:cNvSpPr/>
      </dsp:nvSpPr>
      <dsp:spPr>
        <a:xfrm>
          <a:off x="5" y="2438400"/>
          <a:ext cx="7543788" cy="57164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800" kern="1200" dirty="0">
              <a:solidFill>
                <a:schemeClr val="bg1"/>
              </a:solidFill>
            </a:rPr>
            <a:t>a unit of activity characterized by a single sequential thread of execution, a current state, and an associated set of system resources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16748" y="2455143"/>
        <a:ext cx="7510302" cy="5381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606FB-5D20-144B-B501-E8786E822E20}">
      <dsp:nvSpPr>
        <dsp:cNvPr id="0" name=""/>
        <dsp:cNvSpPr/>
      </dsp:nvSpPr>
      <dsp:spPr>
        <a:xfrm>
          <a:off x="0" y="218607"/>
          <a:ext cx="8382000" cy="848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536" tIns="229108" rIns="65053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processor is switched among the various programs residing in main memory</a:t>
          </a:r>
        </a:p>
      </dsp:txBody>
      <dsp:txXfrm>
        <a:off x="0" y="218607"/>
        <a:ext cx="8382000" cy="848925"/>
      </dsp:txXfrm>
    </dsp:sp>
    <dsp:sp modelId="{82E57853-70E3-7A46-AADA-BF7731AC4DC4}">
      <dsp:nvSpPr>
        <dsp:cNvPr id="0" name=""/>
        <dsp:cNvSpPr/>
      </dsp:nvSpPr>
      <dsp:spPr>
        <a:xfrm>
          <a:off x="419100" y="56247"/>
          <a:ext cx="5867400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1774" tIns="0" rIns="22177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multiprogramming batch operation</a:t>
          </a:r>
        </a:p>
      </dsp:txBody>
      <dsp:txXfrm>
        <a:off x="434952" y="72099"/>
        <a:ext cx="5835696" cy="293016"/>
      </dsp:txXfrm>
    </dsp:sp>
    <dsp:sp modelId="{B1F670F3-D264-4046-87DC-A6F828D90574}">
      <dsp:nvSpPr>
        <dsp:cNvPr id="0" name=""/>
        <dsp:cNvSpPr/>
      </dsp:nvSpPr>
      <dsp:spPr>
        <a:xfrm>
          <a:off x="0" y="1289292"/>
          <a:ext cx="8382000" cy="848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536" tIns="229108" rIns="65053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be responsive to the individual user but be able to support many users simultaneously</a:t>
          </a:r>
        </a:p>
      </dsp:txBody>
      <dsp:txXfrm>
        <a:off x="0" y="1289292"/>
        <a:ext cx="8382000" cy="848925"/>
      </dsp:txXfrm>
    </dsp:sp>
    <dsp:sp modelId="{AEF5B4F8-0BEB-CA45-966A-7A4B1541DFC8}">
      <dsp:nvSpPr>
        <dsp:cNvPr id="0" name=""/>
        <dsp:cNvSpPr/>
      </dsp:nvSpPr>
      <dsp:spPr>
        <a:xfrm>
          <a:off x="419100" y="1126932"/>
          <a:ext cx="5867400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1774" tIns="0" rIns="22177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time sharing</a:t>
          </a:r>
        </a:p>
      </dsp:txBody>
      <dsp:txXfrm>
        <a:off x="434952" y="1142784"/>
        <a:ext cx="5835696" cy="293016"/>
      </dsp:txXfrm>
    </dsp:sp>
    <dsp:sp modelId="{01E9E69B-17E4-D64F-8AF9-CCFECEFBC5CA}">
      <dsp:nvSpPr>
        <dsp:cNvPr id="0" name=""/>
        <dsp:cNvSpPr/>
      </dsp:nvSpPr>
      <dsp:spPr>
        <a:xfrm>
          <a:off x="0" y="2359977"/>
          <a:ext cx="8382000" cy="606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536" tIns="229108" rIns="65053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 number of users are entering queries or updates against a database</a:t>
          </a:r>
        </a:p>
      </dsp:txBody>
      <dsp:txXfrm>
        <a:off x="0" y="2359977"/>
        <a:ext cx="8382000" cy="606375"/>
      </dsp:txXfrm>
    </dsp:sp>
    <dsp:sp modelId="{BC73B10D-3B03-D548-9EEA-CA43DC155C9C}">
      <dsp:nvSpPr>
        <dsp:cNvPr id="0" name=""/>
        <dsp:cNvSpPr/>
      </dsp:nvSpPr>
      <dsp:spPr>
        <a:xfrm>
          <a:off x="419100" y="2197617"/>
          <a:ext cx="5867400" cy="32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1774" tIns="0" rIns="22177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real-time transaction systems</a:t>
          </a:r>
        </a:p>
      </dsp:txBody>
      <dsp:txXfrm>
        <a:off x="434952" y="2213469"/>
        <a:ext cx="5835696" cy="2930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8D5A0-86E1-7F4A-97F2-4E691D203110}">
      <dsp:nvSpPr>
        <dsp:cNvPr id="0" name=""/>
        <dsp:cNvSpPr/>
      </dsp:nvSpPr>
      <dsp:spPr>
        <a:xfrm>
          <a:off x="804" y="0"/>
          <a:ext cx="1423764" cy="3022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isolation</a:t>
          </a:r>
        </a:p>
      </dsp:txBody>
      <dsp:txXfrm>
        <a:off x="42505" y="41701"/>
        <a:ext cx="1340362" cy="2939198"/>
      </dsp:txXfrm>
    </dsp:sp>
    <dsp:sp modelId="{0F6F9771-857A-ED4D-BB66-061A66D62E92}">
      <dsp:nvSpPr>
        <dsp:cNvPr id="0" name=""/>
        <dsp:cNvSpPr/>
      </dsp:nvSpPr>
      <dsp:spPr>
        <a:xfrm>
          <a:off x="1663761" y="0"/>
          <a:ext cx="1423764" cy="3022600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automatic allocation and management</a:t>
          </a:r>
        </a:p>
      </dsp:txBody>
      <dsp:txXfrm>
        <a:off x="1705462" y="41701"/>
        <a:ext cx="1340362" cy="2939198"/>
      </dsp:txXfrm>
    </dsp:sp>
    <dsp:sp modelId="{1822B451-F610-B34E-B470-4405426B9598}">
      <dsp:nvSpPr>
        <dsp:cNvPr id="0" name=""/>
        <dsp:cNvSpPr/>
      </dsp:nvSpPr>
      <dsp:spPr>
        <a:xfrm>
          <a:off x="3326717" y="0"/>
          <a:ext cx="1423764" cy="3022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support of modular programming</a:t>
          </a:r>
        </a:p>
      </dsp:txBody>
      <dsp:txXfrm>
        <a:off x="3368418" y="41701"/>
        <a:ext cx="1340362" cy="2939198"/>
      </dsp:txXfrm>
    </dsp:sp>
    <dsp:sp modelId="{687C7697-D43A-4A4A-B7E2-A030E8315BDD}">
      <dsp:nvSpPr>
        <dsp:cNvPr id="0" name=""/>
        <dsp:cNvSpPr/>
      </dsp:nvSpPr>
      <dsp:spPr>
        <a:xfrm>
          <a:off x="4989674" y="0"/>
          <a:ext cx="1423764" cy="3022600"/>
        </a:xfrm>
        <a:prstGeom prst="roundRect">
          <a:avLst>
            <a:gd name="adj" fmla="val 10000"/>
          </a:avLst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protection and access control</a:t>
          </a:r>
        </a:p>
      </dsp:txBody>
      <dsp:txXfrm>
        <a:off x="5031375" y="41701"/>
        <a:ext cx="1340362" cy="2939198"/>
      </dsp:txXfrm>
    </dsp:sp>
    <dsp:sp modelId="{E23446C9-B403-3445-83E0-0F2AC82ADDC6}">
      <dsp:nvSpPr>
        <dsp:cNvPr id="0" name=""/>
        <dsp:cNvSpPr/>
      </dsp:nvSpPr>
      <dsp:spPr>
        <a:xfrm>
          <a:off x="6652631" y="0"/>
          <a:ext cx="1423764" cy="30226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long-term storage</a:t>
          </a:r>
        </a:p>
      </dsp:txBody>
      <dsp:txXfrm>
        <a:off x="6694332" y="41701"/>
        <a:ext cx="1340362" cy="29391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BB729-FAEA-4D42-9064-64C0C1BA4D27}">
      <dsp:nvSpPr>
        <dsp:cNvPr id="0" name=""/>
        <dsp:cNvSpPr/>
      </dsp:nvSpPr>
      <dsp:spPr>
        <a:xfrm>
          <a:off x="0" y="1319300"/>
          <a:ext cx="7620000" cy="282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1397" tIns="1332992" rIns="59139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Microkernel architecture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Multithreading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Symmetric multiprocessing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Distributed operating systems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800" kern="1200" dirty="0"/>
            <a:t>Object-oriented design</a:t>
          </a:r>
        </a:p>
      </dsp:txBody>
      <dsp:txXfrm>
        <a:off x="0" y="1319300"/>
        <a:ext cx="7620000" cy="2822400"/>
      </dsp:txXfrm>
    </dsp:sp>
    <dsp:sp modelId="{83794904-62F1-3248-BF0D-6CBE7893EADB}">
      <dsp:nvSpPr>
        <dsp:cNvPr id="0" name=""/>
        <dsp:cNvSpPr/>
      </dsp:nvSpPr>
      <dsp:spPr>
        <a:xfrm>
          <a:off x="76200" y="1320603"/>
          <a:ext cx="7536262" cy="9420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613" tIns="0" rIns="20161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 dirty="0"/>
            <a:t>Different approaches and design elements have been tried:</a:t>
          </a:r>
          <a:endParaRPr lang="en-US" sz="2200" kern="1200" dirty="0"/>
        </a:p>
      </dsp:txBody>
      <dsp:txXfrm>
        <a:off x="122186" y="1366589"/>
        <a:ext cx="7444290" cy="8500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BA974-D1D0-7C45-8BAD-1585AF825221}">
      <dsp:nvSpPr>
        <dsp:cNvPr id="0" name=""/>
        <dsp:cNvSpPr/>
      </dsp:nvSpPr>
      <dsp:spPr>
        <a:xfrm>
          <a:off x="1128963" y="18"/>
          <a:ext cx="2071431" cy="1523962"/>
        </a:xfrm>
        <a:prstGeom prst="ellipse">
          <a:avLst/>
        </a:prstGeom>
        <a:solidFill>
          <a:schemeClr val="accent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69" tIns="22860" rIns="83869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address spaces</a:t>
          </a:r>
        </a:p>
      </dsp:txBody>
      <dsp:txXfrm>
        <a:off x="1432317" y="223197"/>
        <a:ext cx="1464723" cy="1077604"/>
      </dsp:txXfrm>
    </dsp:sp>
    <dsp:sp modelId="{0C1E7BE6-80C6-3C42-B6EA-D548FFF8D7E8}">
      <dsp:nvSpPr>
        <dsp:cNvPr id="0" name=""/>
        <dsp:cNvSpPr/>
      </dsp:nvSpPr>
      <dsp:spPr>
        <a:xfrm>
          <a:off x="2895602" y="18"/>
          <a:ext cx="2666995" cy="1523962"/>
        </a:xfrm>
        <a:prstGeom prst="ellipse">
          <a:avLst/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69" tIns="22860" rIns="83869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interprocess communication (IPC)</a:t>
          </a:r>
        </a:p>
      </dsp:txBody>
      <dsp:txXfrm>
        <a:off x="3286174" y="223197"/>
        <a:ext cx="1885851" cy="1077604"/>
      </dsp:txXfrm>
    </dsp:sp>
    <dsp:sp modelId="{3D639D55-9910-DA41-B3AE-143CA9255248}">
      <dsp:nvSpPr>
        <dsp:cNvPr id="0" name=""/>
        <dsp:cNvSpPr/>
      </dsp:nvSpPr>
      <dsp:spPr>
        <a:xfrm>
          <a:off x="5257805" y="18"/>
          <a:ext cx="2071431" cy="1523962"/>
        </a:xfrm>
        <a:prstGeom prst="ellipse">
          <a:avLst/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3869" tIns="22860" rIns="83869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basic scheduling</a:t>
          </a:r>
        </a:p>
      </dsp:txBody>
      <dsp:txXfrm>
        <a:off x="5561159" y="223197"/>
        <a:ext cx="1464723" cy="107760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EC200-AA31-FF49-9439-3332FF002BCA}">
      <dsp:nvSpPr>
        <dsp:cNvPr id="0" name=""/>
        <dsp:cNvSpPr/>
      </dsp:nvSpPr>
      <dsp:spPr>
        <a:xfrm>
          <a:off x="670823" y="644"/>
          <a:ext cx="2603998" cy="1548110"/>
        </a:xfrm>
        <a:prstGeom prst="ellipse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5198" tIns="22860" rIns="85198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simplifies implementation</a:t>
          </a:r>
        </a:p>
      </dsp:txBody>
      <dsp:txXfrm>
        <a:off x="1052170" y="227359"/>
        <a:ext cx="1841304" cy="1094680"/>
      </dsp:txXfrm>
    </dsp:sp>
    <dsp:sp modelId="{8F15053A-8F42-F340-900D-93E5ADC1CDED}">
      <dsp:nvSpPr>
        <dsp:cNvPr id="0" name=""/>
        <dsp:cNvSpPr/>
      </dsp:nvSpPr>
      <dsp:spPr>
        <a:xfrm>
          <a:off x="2965200" y="644"/>
          <a:ext cx="2603998" cy="1548110"/>
        </a:xfrm>
        <a:prstGeom prst="ellipse">
          <a:avLst/>
        </a:prstGeom>
        <a:solidFill>
          <a:srgbClr val="CC66CC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5198" tIns="22860" rIns="85198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provides flexibility</a:t>
          </a:r>
        </a:p>
      </dsp:txBody>
      <dsp:txXfrm>
        <a:off x="3346547" y="227359"/>
        <a:ext cx="1841304" cy="1094680"/>
      </dsp:txXfrm>
    </dsp:sp>
    <dsp:sp modelId="{F7CF12E1-CFEB-A84D-AE77-A9FCC92CF154}">
      <dsp:nvSpPr>
        <dsp:cNvPr id="0" name=""/>
        <dsp:cNvSpPr/>
      </dsp:nvSpPr>
      <dsp:spPr>
        <a:xfrm>
          <a:off x="5259577" y="644"/>
          <a:ext cx="2603998" cy="1548110"/>
        </a:xfrm>
        <a:prstGeom prst="ellipse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5198" tIns="22860" rIns="85198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is well suited to a distributed environment</a:t>
          </a:r>
        </a:p>
      </dsp:txBody>
      <dsp:txXfrm>
        <a:off x="5640924" y="227359"/>
        <a:ext cx="1841304" cy="109468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4C4FB-FEAD-ED48-A0AE-2A84F6D6F3C5}">
      <dsp:nvSpPr>
        <dsp:cNvPr id="0" name=""/>
        <dsp:cNvSpPr/>
      </dsp:nvSpPr>
      <dsp:spPr>
        <a:xfrm>
          <a:off x="0" y="47894"/>
          <a:ext cx="8229600" cy="538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Thread</a:t>
          </a:r>
        </a:p>
      </dsp:txBody>
      <dsp:txXfrm>
        <a:off x="26273" y="74167"/>
        <a:ext cx="8177054" cy="485654"/>
      </dsp:txXfrm>
    </dsp:sp>
    <dsp:sp modelId="{B4FD0212-1D78-CE47-83E2-150D9E986556}">
      <dsp:nvSpPr>
        <dsp:cNvPr id="0" name=""/>
        <dsp:cNvSpPr/>
      </dsp:nvSpPr>
      <dsp:spPr>
        <a:xfrm>
          <a:off x="0" y="586095"/>
          <a:ext cx="8229600" cy="1118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dispatchable unit of work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includes a processor context and its own data area to enable subroutine branching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executes sequentially and is interruptible</a:t>
          </a:r>
        </a:p>
      </dsp:txBody>
      <dsp:txXfrm>
        <a:off x="0" y="586095"/>
        <a:ext cx="8229600" cy="1118835"/>
      </dsp:txXfrm>
    </dsp:sp>
    <dsp:sp modelId="{A7FA07F0-CADB-7B40-BA4A-D97041E1B80A}">
      <dsp:nvSpPr>
        <dsp:cNvPr id="0" name=""/>
        <dsp:cNvSpPr/>
      </dsp:nvSpPr>
      <dsp:spPr>
        <a:xfrm>
          <a:off x="0" y="1704930"/>
          <a:ext cx="8229600" cy="538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Process </a:t>
          </a:r>
        </a:p>
      </dsp:txBody>
      <dsp:txXfrm>
        <a:off x="26273" y="1731203"/>
        <a:ext cx="8177054" cy="485654"/>
      </dsp:txXfrm>
    </dsp:sp>
    <dsp:sp modelId="{364D31BB-83A3-C745-980D-1D6C1545B46C}">
      <dsp:nvSpPr>
        <dsp:cNvPr id="0" name=""/>
        <dsp:cNvSpPr/>
      </dsp:nvSpPr>
      <dsp:spPr>
        <a:xfrm>
          <a:off x="0" y="2243130"/>
          <a:ext cx="8229600" cy="833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a collection of one or more threads and associated system resources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programmer has greater control over the modularity of the application and the timing of application related events</a:t>
          </a:r>
        </a:p>
      </dsp:txBody>
      <dsp:txXfrm>
        <a:off x="0" y="2243130"/>
        <a:ext cx="8229600" cy="83317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683D3-7EBE-064E-A9BC-AB5E76EAF85B}">
      <dsp:nvSpPr>
        <dsp:cNvPr id="0" name=""/>
        <dsp:cNvSpPr/>
      </dsp:nvSpPr>
      <dsp:spPr>
        <a:xfrm>
          <a:off x="0" y="199874"/>
          <a:ext cx="8382000" cy="173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536" tIns="208280" rIns="650536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machine on which it executes consists of the virtual memory space assigned to the process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processor registers it may use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 user-level machine instructions it may execute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OS system calls it may invoke for I/O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ABI defines the machine as seen by a process</a:t>
          </a:r>
        </a:p>
      </dsp:txBody>
      <dsp:txXfrm>
        <a:off x="0" y="199874"/>
        <a:ext cx="8382000" cy="1732500"/>
      </dsp:txXfrm>
    </dsp:sp>
    <dsp:sp modelId="{278722EE-DE0F-1C43-BE37-22361C80A440}">
      <dsp:nvSpPr>
        <dsp:cNvPr id="0" name=""/>
        <dsp:cNvSpPr/>
      </dsp:nvSpPr>
      <dsp:spPr>
        <a:xfrm>
          <a:off x="419100" y="52274"/>
          <a:ext cx="586740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1774" tIns="0" rIns="221774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perspective:</a:t>
          </a:r>
        </a:p>
      </dsp:txBody>
      <dsp:txXfrm>
        <a:off x="433510" y="66684"/>
        <a:ext cx="5838580" cy="266380"/>
      </dsp:txXfrm>
    </dsp:sp>
    <dsp:sp modelId="{25C96EFC-8FC4-F147-8117-2F76BD8C0CAA}">
      <dsp:nvSpPr>
        <dsp:cNvPr id="0" name=""/>
        <dsp:cNvSpPr/>
      </dsp:nvSpPr>
      <dsp:spPr>
        <a:xfrm>
          <a:off x="0" y="2133974"/>
          <a:ext cx="8382000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536" tIns="208280" rIns="650536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machine characteristics are specified by high-level language capabilities and OS system library calls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API defines the machine for an application</a:t>
          </a:r>
        </a:p>
      </dsp:txBody>
      <dsp:txXfrm>
        <a:off x="0" y="2133974"/>
        <a:ext cx="8382000" cy="992250"/>
      </dsp:txXfrm>
    </dsp:sp>
    <dsp:sp modelId="{6AE78AF1-1D52-CC45-9BC5-08326F4DEC38}">
      <dsp:nvSpPr>
        <dsp:cNvPr id="0" name=""/>
        <dsp:cNvSpPr/>
      </dsp:nvSpPr>
      <dsp:spPr>
        <a:xfrm>
          <a:off x="419100" y="1986374"/>
          <a:ext cx="586740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1774" tIns="0" rIns="221774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Application perspective:</a:t>
          </a:r>
        </a:p>
      </dsp:txBody>
      <dsp:txXfrm>
        <a:off x="433510" y="2000784"/>
        <a:ext cx="5838580" cy="266380"/>
      </dsp:txXfrm>
    </dsp:sp>
    <dsp:sp modelId="{0280107A-372B-834A-B0E9-04EA4E90D1BB}">
      <dsp:nvSpPr>
        <dsp:cNvPr id="0" name=""/>
        <dsp:cNvSpPr/>
      </dsp:nvSpPr>
      <dsp:spPr>
        <a:xfrm>
          <a:off x="0" y="3327825"/>
          <a:ext cx="8382000" cy="1039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0536" tIns="208280" rIns="650536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processes share a file system and other I/O resources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system allocates real memory and I/O resources to the processes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ISA provides the interface between the system and machine</a:t>
          </a:r>
        </a:p>
      </dsp:txBody>
      <dsp:txXfrm>
        <a:off x="0" y="3327825"/>
        <a:ext cx="8382000" cy="1039500"/>
      </dsp:txXfrm>
    </dsp:sp>
    <dsp:sp modelId="{87952797-A04E-8949-879E-22CD6721920D}">
      <dsp:nvSpPr>
        <dsp:cNvPr id="0" name=""/>
        <dsp:cNvSpPr/>
      </dsp:nvSpPr>
      <dsp:spPr>
        <a:xfrm>
          <a:off x="419100" y="3180225"/>
          <a:ext cx="5867400" cy="295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1774" tIns="0" rIns="221774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OS perspective:</a:t>
          </a:r>
        </a:p>
      </dsp:txBody>
      <dsp:txXfrm>
        <a:off x="433510" y="3194635"/>
        <a:ext cx="5838580" cy="2663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7DFC4-F116-384B-8311-1DA47811EBA8}">
      <dsp:nvSpPr>
        <dsp:cNvPr id="0" name=""/>
        <dsp:cNvSpPr/>
      </dsp:nvSpPr>
      <dsp:spPr>
        <a:xfrm>
          <a:off x="711199" y="0"/>
          <a:ext cx="4064000" cy="40640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D6FE2A-06A0-8946-BE62-371410770D3A}">
      <dsp:nvSpPr>
        <dsp:cNvPr id="0" name=""/>
        <dsp:cNvSpPr/>
      </dsp:nvSpPr>
      <dsp:spPr>
        <a:xfrm>
          <a:off x="2743199" y="408582"/>
          <a:ext cx="2641600" cy="9620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hardware parallelism within each core processor, known as instruction level parallelism</a:t>
          </a:r>
        </a:p>
      </dsp:txBody>
      <dsp:txXfrm>
        <a:off x="2790161" y="455544"/>
        <a:ext cx="2547676" cy="868101"/>
      </dsp:txXfrm>
    </dsp:sp>
    <dsp:sp modelId="{8F1D499D-8424-A849-9418-80D6BBCB722D}">
      <dsp:nvSpPr>
        <dsp:cNvPr id="0" name=""/>
        <dsp:cNvSpPr/>
      </dsp:nvSpPr>
      <dsp:spPr>
        <a:xfrm>
          <a:off x="2743199" y="1490860"/>
          <a:ext cx="2641600" cy="9620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potential for multiprogramming and multithreaded execution within each processor</a:t>
          </a:r>
        </a:p>
      </dsp:txBody>
      <dsp:txXfrm>
        <a:off x="2790161" y="1537822"/>
        <a:ext cx="2547676" cy="868101"/>
      </dsp:txXfrm>
    </dsp:sp>
    <dsp:sp modelId="{59D77581-3DD3-234B-9639-73587DAE796F}">
      <dsp:nvSpPr>
        <dsp:cNvPr id="0" name=""/>
        <dsp:cNvSpPr/>
      </dsp:nvSpPr>
      <dsp:spPr>
        <a:xfrm>
          <a:off x="2743199" y="2573139"/>
          <a:ext cx="2641600" cy="9620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potential for a single application to execute in concurrent                   processes or threads across multiple cores</a:t>
          </a:r>
        </a:p>
      </dsp:txBody>
      <dsp:txXfrm>
        <a:off x="2790161" y="2620101"/>
        <a:ext cx="2547676" cy="86810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89846-0CAB-624F-AD7A-98CBEC05E19D}">
      <dsp:nvSpPr>
        <dsp:cNvPr id="0" name=""/>
        <dsp:cNvSpPr/>
      </dsp:nvSpPr>
      <dsp:spPr>
        <a:xfrm rot="5400000">
          <a:off x="5256169" y="-2206757"/>
          <a:ext cx="67991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user-mode services needed to manage the system</a:t>
          </a:r>
        </a:p>
      </dsp:txBody>
      <dsp:txXfrm rot="-5400000">
        <a:off x="2962656" y="119947"/>
        <a:ext cx="5233753" cy="613534"/>
      </dsp:txXfrm>
    </dsp:sp>
    <dsp:sp modelId="{C1A08A7E-6C9B-0541-B51C-5088875BE9D1}">
      <dsp:nvSpPr>
        <dsp:cNvPr id="0" name=""/>
        <dsp:cNvSpPr/>
      </dsp:nvSpPr>
      <dsp:spPr>
        <a:xfrm>
          <a:off x="0" y="1767"/>
          <a:ext cx="2962656" cy="84989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Special System Processes</a:t>
          </a:r>
        </a:p>
      </dsp:txBody>
      <dsp:txXfrm>
        <a:off x="41488" y="43255"/>
        <a:ext cx="2879680" cy="766919"/>
      </dsp:txXfrm>
    </dsp:sp>
    <dsp:sp modelId="{3D3B3A51-0609-BC47-A3FE-19B79722289A}">
      <dsp:nvSpPr>
        <dsp:cNvPr id="0" name=""/>
        <dsp:cNvSpPr/>
      </dsp:nvSpPr>
      <dsp:spPr>
        <a:xfrm rot="5400000">
          <a:off x="5256169" y="-1314367"/>
          <a:ext cx="67991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printer spooler, event logger, and user-mode components that cooperate with device drivers, and various network services</a:t>
          </a:r>
        </a:p>
      </dsp:txBody>
      <dsp:txXfrm rot="-5400000">
        <a:off x="2962656" y="1012337"/>
        <a:ext cx="5233753" cy="613534"/>
      </dsp:txXfrm>
    </dsp:sp>
    <dsp:sp modelId="{D4A0A511-6EB0-9840-AF7C-078E6D2A4228}">
      <dsp:nvSpPr>
        <dsp:cNvPr id="0" name=""/>
        <dsp:cNvSpPr/>
      </dsp:nvSpPr>
      <dsp:spPr>
        <a:xfrm>
          <a:off x="0" y="894157"/>
          <a:ext cx="2962656" cy="84989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Service Processes</a:t>
          </a:r>
        </a:p>
      </dsp:txBody>
      <dsp:txXfrm>
        <a:off x="41488" y="935645"/>
        <a:ext cx="2879680" cy="766919"/>
      </dsp:txXfrm>
    </dsp:sp>
    <dsp:sp modelId="{A2940A86-0651-3E4B-BF37-142D1239C5C0}">
      <dsp:nvSpPr>
        <dsp:cNvPr id="0" name=""/>
        <dsp:cNvSpPr/>
      </dsp:nvSpPr>
      <dsp:spPr>
        <a:xfrm rot="5400000">
          <a:off x="5256169" y="-421976"/>
          <a:ext cx="67991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provide different OS personalities (environments)</a:t>
          </a:r>
        </a:p>
      </dsp:txBody>
      <dsp:txXfrm rot="-5400000">
        <a:off x="2962656" y="1904728"/>
        <a:ext cx="5233753" cy="613534"/>
      </dsp:txXfrm>
    </dsp:sp>
    <dsp:sp modelId="{6C6A6EB6-A3C0-094A-8C25-716C3AB1B48B}">
      <dsp:nvSpPr>
        <dsp:cNvPr id="0" name=""/>
        <dsp:cNvSpPr/>
      </dsp:nvSpPr>
      <dsp:spPr>
        <a:xfrm>
          <a:off x="0" y="1786547"/>
          <a:ext cx="2962656" cy="84989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Environment Subsystems</a:t>
          </a:r>
        </a:p>
      </dsp:txBody>
      <dsp:txXfrm>
        <a:off x="41488" y="1828035"/>
        <a:ext cx="2879680" cy="766919"/>
      </dsp:txXfrm>
    </dsp:sp>
    <dsp:sp modelId="{AFA9C005-9D3B-124D-AB66-7542353341D6}">
      <dsp:nvSpPr>
        <dsp:cNvPr id="0" name=""/>
        <dsp:cNvSpPr/>
      </dsp:nvSpPr>
      <dsp:spPr>
        <a:xfrm rot="5400000">
          <a:off x="5256169" y="470413"/>
          <a:ext cx="67991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executables (EXEs) and DLLs that provide the functionality users run to make use of the system</a:t>
          </a:r>
        </a:p>
      </dsp:txBody>
      <dsp:txXfrm rot="-5400000">
        <a:off x="2962656" y="2797118"/>
        <a:ext cx="5233753" cy="613534"/>
      </dsp:txXfrm>
    </dsp:sp>
    <dsp:sp modelId="{047BC7DF-D681-324D-BCF9-F46B6E83FD61}">
      <dsp:nvSpPr>
        <dsp:cNvPr id="0" name=""/>
        <dsp:cNvSpPr/>
      </dsp:nvSpPr>
      <dsp:spPr>
        <a:xfrm>
          <a:off x="0" y="2678937"/>
          <a:ext cx="2962656" cy="84989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alpha val="900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alpha val="90000"/>
                <a:satMod val="135000"/>
              </a:schemeClr>
            </a:gs>
          </a:gsLst>
          <a:lin ang="5400000" scaled="1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User Applications</a:t>
          </a:r>
        </a:p>
      </dsp:txBody>
      <dsp:txXfrm>
        <a:off x="41488" y="2720425"/>
        <a:ext cx="2879680" cy="766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118C455-DCBE-41F6-9A52-324D6BC54AEC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F781F4-099F-4112-9B1E-8A4E416391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CD45C-81C4-4E27-A18A-8835B7066D8D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46AB-72DE-4829-A3EE-183283F17E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F4F1D-9F1B-4CA4-932E-311654E99826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17303-0E5B-4E24-BCA3-62F5881C10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E4233-E030-4D82-AE1D-06E871FCE686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17966-739A-4E4E-BEF8-5E9D65CAA6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5EE9E-C85E-43CC-91D6-50F7B4961BB7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75778-597E-43D2-A71E-341C60964EE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F8884-1DEA-4C84-A489-E724713CC95E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71189-8D0B-455A-87B2-3A89DCBF68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DFE5A-BFC9-454A-A87C-69BA4FE25A0F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D2254-A369-4EE7-927D-AE71362307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A6603-BAC9-4FFA-BE72-57B7C0EDA50D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9E04E-7B9E-40CB-AECA-9BEEF7D4B1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F2E53-C0F0-49CC-8B3F-6BA3D019B99D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75EC1-C65E-447A-8CAE-CC74F72434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4AA9AB-7925-475F-87E4-57F6EF092961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6BC3C-EF4C-4932-8208-7FBB5701A0A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C3780-DD3C-46A5-8303-4579155A8DB3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BAF33-582B-4B0D-B27A-32E91EEEB04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C4502-BF88-49E9-A189-5718D68C95C9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35F4E-BD93-49E1-84D0-363BA31979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/>
          <p:nvPr/>
        </p:nvSpPr>
        <p:spPr>
          <a:xfrm>
            <a:off x="341086" y="928914"/>
            <a:ext cx="8432800" cy="17707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07" y="968189"/>
            <a:ext cx="7799387" cy="1237130"/>
          </a:xfrm>
        </p:spPr>
        <p:txBody>
          <a:bodyPr anchor="b" anchorCtr="0"/>
          <a:lstStyle>
            <a:lvl1pPr algn="r">
              <a:lnSpc>
                <a:spcPts val="5000"/>
              </a:lnSpc>
              <a:defRPr sz="46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07" y="2209799"/>
            <a:ext cx="7799387" cy="466165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5D2D3F-B0F1-446B-B7CC-19B90EB0017B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5300" y="6492875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46FA4F69-47FA-46CC-8030-E13D0EF9E85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816802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itleSlide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356646"/>
          </a:xfrm>
          <a:prstGeom prst="rect">
            <a:avLst/>
          </a:prstGeom>
        </p:spPr>
      </p:pic>
      <p:pic>
        <p:nvPicPr>
          <p:cNvPr id="10" name="Picture 9" descr="TitleSlideBot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00601"/>
            <a:ext cx="8229600" cy="3700199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D744-A176-4DCB-9147-2AE7B7E87481}" type="datetimeFigureOut">
              <a:rPr lang="en-US"/>
              <a:pPr/>
              <a:t>2/20/2024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1679-83E0-4571-98D7-4BB535B5F505}" type="slidenum">
              <a:rPr/>
              <a:pPr/>
              <a:t>‹#›</a:t>
            </a:fld>
            <a:endParaRPr/>
          </a:p>
        </p:txBody>
      </p:sp>
      <p:pic>
        <p:nvPicPr>
          <p:cNvPr id="7" name="Picture 6" descr="green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hand.gif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reeform 8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10" name="Picture 9" descr="top.gif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26571" y="362857"/>
            <a:ext cx="8440058" cy="25182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8041" y="3575712"/>
            <a:ext cx="5396671" cy="1340467"/>
          </a:xfrm>
        </p:spPr>
        <p:txBody>
          <a:bodyPr tIns="0" bIns="0" anchor="b" anchorCtr="0"/>
          <a:lstStyle>
            <a:lvl1pPr algn="r">
              <a:defRPr sz="4600" b="0" cap="none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8041" y="4980297"/>
            <a:ext cx="5396671" cy="810904"/>
          </a:xfrm>
        </p:spPr>
        <p:txBody>
          <a:bodyPr tIns="0" bIns="0" anchor="t" anchorCtr="0">
            <a:normAutofit/>
          </a:bodyPr>
          <a:lstStyle>
            <a:lvl1pPr marL="0" indent="0" algn="r">
              <a:spcBef>
                <a:spcPts val="300"/>
              </a:spcBef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F29AB0-274B-47BE-985F-46164E2F9B8D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06824" y="6492240"/>
            <a:ext cx="533400" cy="365125"/>
          </a:xfr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93238FDB-2D8C-4804-B582-7DB90366B95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6" descr="SectionHeader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7" y="457200"/>
            <a:ext cx="2216561" cy="5943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-222366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1308" y="2286000"/>
            <a:ext cx="3657600" cy="384016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6F0B030-1580-4866-BCBB-5B9DCBDFAB6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7EB8B-B6EB-443D-9CB4-B019CEC8F4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388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3388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8032" y="2040081"/>
            <a:ext cx="3657600" cy="730415"/>
          </a:xfrm>
        </p:spPr>
        <p:txBody>
          <a:bodyPr tIns="0" bIns="0" anchor="ctr" anchorCtr="0">
            <a:noAutofit/>
          </a:bodyPr>
          <a:lstStyle>
            <a:lvl1pPr marL="0" indent="0" algn="ctr">
              <a:lnSpc>
                <a:spcPts val="3000"/>
              </a:lnSpc>
              <a:spcBef>
                <a:spcPts val="30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8032" y="2797175"/>
            <a:ext cx="3657600" cy="33289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FF0F97-1060-4EBF-B543-874A8397FCDC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6104A5-FF6A-4891-8FE3-D539A7A66E0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84488" y="4484687"/>
            <a:ext cx="3375025" cy="1588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1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54050" y="4302966"/>
            <a:ext cx="7848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sz="half" idx="14"/>
          </p:nvPr>
        </p:nvSpPr>
        <p:spPr>
          <a:xfrm>
            <a:off x="654085" y="2286000"/>
            <a:ext cx="3657600" cy="38401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8032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828032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58906" y="2286001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658906" y="4302966"/>
            <a:ext cx="3657600" cy="18288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48A180-20FC-43E6-ACF2-E4D2D7D4238C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012834-41A2-49E3-8762-B14EE3F5CFB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/>
        </p:nvSpPr>
        <p:spPr>
          <a:xfrm>
            <a:off x="355600" y="566057"/>
            <a:ext cx="8396514" cy="25980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242E86-E886-49FE-9E81-CBA74FDF21F4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A6F0D-A611-4358-861D-7B01E83038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33828" y="566057"/>
            <a:ext cx="8454571" cy="21335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032" y="654268"/>
            <a:ext cx="3657600" cy="54864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E854A5-A6D3-4FF2-A83D-4A92E35723B6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79F47-3AF0-4617-BC60-2E592392BB4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355600" y="348343"/>
            <a:ext cx="8432800" cy="23513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5400000">
            <a:off x="5598058" y="3310469"/>
            <a:ext cx="5943600" cy="237061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644868"/>
            <a:ext cx="3657600" cy="1098332"/>
          </a:xfrm>
        </p:spPr>
        <p:txBody>
          <a:bodyPr anchor="b"/>
          <a:lstStyle>
            <a:lvl1pPr algn="l">
              <a:defRPr sz="36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368" y="2774731"/>
            <a:ext cx="3657600" cy="31688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FCA2E3-A4EC-4D3C-A723-C30C7527518B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8B95-FD24-4BC4-B430-69A3136D11E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28032" y="457200"/>
            <a:ext cx="3621024" cy="59436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0"/>
            <a:ext cx="7874000" cy="3840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AEB11F-C391-4BDD-82EB-6F3E13A9F9E1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0D068-AB96-40B8-9FAA-4228627632C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/>
        </p:nvSpPr>
        <p:spPr>
          <a:xfrm>
            <a:off x="348342" y="362857"/>
            <a:ext cx="8440057" cy="233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ertical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668" y="457200"/>
            <a:ext cx="1546230" cy="5943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4074414" y="3369564"/>
            <a:ext cx="5943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9582" y="693738"/>
            <a:ext cx="1491018" cy="5432425"/>
          </a:xfrm>
        </p:spPr>
        <p:txBody>
          <a:bodyPr vert="eaVert" tIns="45720" bIns="45720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93738"/>
            <a:ext cx="6019800" cy="5432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2669FE-0345-4152-A335-E3D8B60CD5FA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7040A0-6A5C-4BDA-AED7-03967CF047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1CF5B1-68BC-4F44-89BE-2F24F67B5729}" type="datetimeFigureOut">
              <a:rPr lang="en-US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69DAB5F-4C32-47E8-A254-E438E2D0D3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RunningTop-R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57200"/>
            <a:ext cx="8229600" cy="138200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8813" y="456252"/>
            <a:ext cx="7824788" cy="1323041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2286000"/>
            <a:ext cx="6197600" cy="3840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036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E62B1BE-7229-4612-B077-302E9FB27D58}" type="datetimeFigureOut">
              <a:rPr lang="en-US" smtClean="0"/>
              <a:pPr>
                <a:defRPr/>
              </a:pPr>
              <a:t>2/20/2024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247" y="6492875"/>
            <a:ext cx="3415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666" y="6149788"/>
            <a:ext cx="533400" cy="365125"/>
          </a:xfrm>
          <a:prstGeom prst="rect">
            <a:avLst/>
          </a:prstGeom>
        </p:spPr>
        <p:txBody>
          <a:bodyPr vert="horz" lIns="91440" tIns="91440" rIns="91440" bIns="91440" rtlCol="0" anchor="ctr"/>
          <a:lstStyle>
            <a:lvl1pPr algn="l">
              <a:defRPr sz="1800" b="0">
                <a:solidFill>
                  <a:schemeClr val="accent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E4367C90-D8D8-4A11-9BC3-E7451ACC5EB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8503920" cy="6217920"/>
          </a:xfrm>
          <a:prstGeom prst="rect">
            <a:avLst/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840960"/>
            <a:ext cx="8229600" cy="118872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</p:sldLayoutIdLst>
  <p:transition/>
  <p:txStyles>
    <p:titleStyle>
      <a:lvl1pPr algn="r" defTabSz="914400" rtl="0" eaLnBrk="1" latinLnBrk="0" hangingPunct="1">
        <a:lnSpc>
          <a:spcPts val="5400"/>
        </a:lnSpc>
        <a:spcBef>
          <a:spcPct val="0"/>
        </a:spcBef>
        <a:buNone/>
        <a:defRPr sz="5200" kern="1200"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282575" indent="-282575" algn="l" defTabSz="914400" rtl="0" eaLnBrk="1" latinLnBrk="0" hangingPunct="1">
        <a:spcBef>
          <a:spcPts val="1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77850" indent="-2952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6042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43000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25575" indent="-282575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d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9.wmf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3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Week-3</a:t>
            </a:r>
            <a:br>
              <a:rPr lang="en-US" dirty="0"/>
            </a:br>
            <a:r>
              <a:rPr lang="en-US" dirty="0"/>
              <a:t>Operating System Overview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 bwMode="auto">
          <a:xfrm>
            <a:off x="457200" y="1905000"/>
            <a:ext cx="2133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Operating Systems:</a:t>
            </a:r>
            <a:b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Internals and Design Principles</a:t>
            </a:r>
            <a:br>
              <a:rPr lang="en-US" sz="3200" i="1" dirty="0">
                <a:solidFill>
                  <a:schemeClr val="bg2">
                    <a:lumMod val="25000"/>
                  </a:schemeClr>
                </a:solidFill>
                <a:latin typeface="+mn-lt"/>
              </a:rPr>
            </a:br>
            <a:endParaRPr lang="en-US" sz="3200" i="1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0FB6F-6F99-427B-99DF-143DBCBAA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685800" y="1219200"/>
            <a:ext cx="7824788" cy="1246841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Operating Systems: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Internals and Design Principles</a:t>
            </a:r>
            <a:b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3400" y="1828800"/>
            <a:ext cx="8153400" cy="4739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i="1" dirty="0"/>
          </a:p>
          <a:p>
            <a:r>
              <a:rPr lang="en-US" sz="2000" i="1" dirty="0"/>
              <a:t>Operating systems are those programs that interface the machine with</a:t>
            </a:r>
          </a:p>
          <a:p>
            <a:r>
              <a:rPr lang="en-US" sz="2000" i="1" dirty="0"/>
              <a:t>the applications programs. The main function of these systems is to</a:t>
            </a:r>
          </a:p>
          <a:p>
            <a:r>
              <a:rPr lang="en-US" sz="2000" i="1" dirty="0"/>
              <a:t>dynamically allocate the shared system resources to the executing</a:t>
            </a:r>
          </a:p>
          <a:p>
            <a:r>
              <a:rPr lang="en-US" sz="2000" i="1" dirty="0"/>
              <a:t>programs. As such, research in this area is clearly concerned with</a:t>
            </a:r>
          </a:p>
          <a:p>
            <a:r>
              <a:rPr lang="en-US" sz="2000" i="1" dirty="0"/>
              <a:t>the management and scheduling of memory, processes, and other</a:t>
            </a:r>
          </a:p>
          <a:p>
            <a:r>
              <a:rPr lang="en-US" sz="2000" i="1" dirty="0"/>
              <a:t>devices. But the interface with adjacent levels continues to shift with</a:t>
            </a:r>
          </a:p>
          <a:p>
            <a:r>
              <a:rPr lang="en-US" sz="2000" i="1" dirty="0"/>
              <a:t>time. Functions that were originally part of the operating system have</a:t>
            </a:r>
          </a:p>
          <a:p>
            <a:r>
              <a:rPr lang="en-US" sz="2000" i="1" dirty="0"/>
              <a:t>migrated to the hardware. On the other side, programmed functions</a:t>
            </a:r>
          </a:p>
          <a:p>
            <a:r>
              <a:rPr lang="en-US" sz="2000" i="1" dirty="0"/>
              <a:t>extraneous to the problems being solved by the application programs</a:t>
            </a:r>
          </a:p>
          <a:p>
            <a:r>
              <a:rPr lang="en-US" sz="2000" i="1" dirty="0"/>
              <a:t>are included in the operating system.</a:t>
            </a:r>
            <a:endParaRPr lang="en-US" i="1" dirty="0"/>
          </a:p>
          <a:p>
            <a:pPr algn="r"/>
            <a:endParaRPr lang="en-US" sz="1000" i="1" dirty="0"/>
          </a:p>
          <a:p>
            <a:pPr algn="r"/>
            <a:endParaRPr lang="en-US" sz="1000" i="1" dirty="0"/>
          </a:p>
          <a:p>
            <a:pPr algn="r"/>
            <a:endParaRPr lang="en-US" sz="1000" i="1" dirty="0"/>
          </a:p>
          <a:p>
            <a:pPr algn="r"/>
            <a:r>
              <a:rPr lang="en-US" dirty="0"/>
              <a:t>—</a:t>
            </a:r>
            <a:r>
              <a:rPr lang="en-US" i="1" dirty="0"/>
              <a:t>WHAT CAN BE AUTOMATED?: THE COMPUTER SCIENCE AND</a:t>
            </a:r>
          </a:p>
          <a:p>
            <a:pPr algn="r"/>
            <a:r>
              <a:rPr lang="en-US" i="1" dirty="0"/>
              <a:t>ENGINEERING RESEARCH STUDY, </a:t>
            </a:r>
          </a:p>
          <a:p>
            <a:pPr algn="r"/>
            <a:r>
              <a:rPr lang="en-US" i="1" dirty="0"/>
              <a:t>MIT Press, 1980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334000"/>
            <a:ext cx="1524000" cy="1524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220148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Operating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533400" y="2209800"/>
            <a:ext cx="8229600" cy="4648200"/>
          </a:xfrm>
        </p:spPr>
        <p:txBody>
          <a:bodyPr/>
          <a:lstStyle/>
          <a:p>
            <a:r>
              <a:rPr lang="en-US" sz="2900" dirty="0"/>
              <a:t>A program that controls the execution of application programs</a:t>
            </a:r>
          </a:p>
          <a:p>
            <a:r>
              <a:rPr lang="en-US" sz="2900" dirty="0"/>
              <a:t>An interface between applications and hardware</a:t>
            </a:r>
          </a:p>
          <a:p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981200" y="3962400"/>
          <a:ext cx="5257800" cy="226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7"/>
          </a:xfrm>
        </p:spPr>
        <p:txBody>
          <a:bodyPr/>
          <a:lstStyle/>
          <a:p>
            <a:pPr algn="ctr"/>
            <a:r>
              <a:rPr lang="en-US" sz="4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Operating System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362200"/>
            <a:ext cx="8153400" cy="44958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3000" dirty="0"/>
              <a:t>Program development</a:t>
            </a:r>
          </a:p>
          <a:p>
            <a:pPr>
              <a:spcBef>
                <a:spcPts val="600"/>
              </a:spcBef>
            </a:pPr>
            <a:r>
              <a:rPr lang="en-US" sz="3000" dirty="0"/>
              <a:t>Program execution</a:t>
            </a:r>
          </a:p>
          <a:p>
            <a:pPr>
              <a:spcBef>
                <a:spcPts val="600"/>
              </a:spcBef>
            </a:pPr>
            <a:r>
              <a:rPr lang="en-US" sz="3000" dirty="0"/>
              <a:t>Access I/O devices</a:t>
            </a:r>
          </a:p>
          <a:p>
            <a:pPr>
              <a:spcBef>
                <a:spcPts val="600"/>
              </a:spcBef>
            </a:pPr>
            <a:r>
              <a:rPr lang="en-US" sz="3000" dirty="0"/>
              <a:t>Controlled access to files</a:t>
            </a:r>
          </a:p>
          <a:p>
            <a:pPr>
              <a:spcBef>
                <a:spcPts val="600"/>
              </a:spcBef>
            </a:pPr>
            <a:r>
              <a:rPr lang="en-US" sz="3000" dirty="0"/>
              <a:t>System access</a:t>
            </a:r>
          </a:p>
          <a:p>
            <a:pPr>
              <a:spcBef>
                <a:spcPts val="600"/>
              </a:spcBef>
            </a:pPr>
            <a:r>
              <a:rPr lang="en-US" sz="3000" dirty="0"/>
              <a:t>Error detection and response</a:t>
            </a:r>
          </a:p>
          <a:p>
            <a:pPr>
              <a:spcBef>
                <a:spcPts val="600"/>
              </a:spcBef>
            </a:pPr>
            <a:r>
              <a:rPr lang="en-US" sz="3000" dirty="0"/>
              <a:t>Accounting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096000" y="3276600"/>
            <a:ext cx="2293025" cy="202232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50000" decel="5000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Key Interfaces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3962399"/>
          </a:xfrm>
        </p:spPr>
        <p:txBody>
          <a:bodyPr>
            <a:noAutofit/>
          </a:bodyPr>
          <a:lstStyle/>
          <a:p>
            <a:r>
              <a:rPr lang="en-US" sz="3200" dirty="0"/>
              <a:t>Instruction set architecture (ISA)</a:t>
            </a:r>
          </a:p>
          <a:p>
            <a:r>
              <a:rPr lang="en-US" sz="3200" dirty="0"/>
              <a:t>Application binary interface (ABI)</a:t>
            </a:r>
          </a:p>
          <a:p>
            <a:r>
              <a:rPr lang="en-US" sz="3200" dirty="0"/>
              <a:t>Application programming interface (API)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9509">
            <a:off x="2779139" y="4498978"/>
            <a:ext cx="3578617" cy="261359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ctr"/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The Role of an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2209800"/>
            <a:ext cx="8153400" cy="4267200"/>
          </a:xfrm>
        </p:spPr>
        <p:txBody>
          <a:bodyPr>
            <a:normAutofit/>
          </a:bodyPr>
          <a:lstStyle/>
          <a:p>
            <a:r>
              <a:rPr lang="en-NZ" sz="3600" dirty="0"/>
              <a:t>A computer is a set of resources for the movement, storage, and processing of data</a:t>
            </a:r>
          </a:p>
          <a:p>
            <a:r>
              <a:rPr lang="en-NZ" sz="3600" dirty="0"/>
              <a:t>The OS is responsible for managing these resources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77701">
            <a:off x="5861228" y="5120008"/>
            <a:ext cx="2133600" cy="166127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Operating System </a:t>
            </a:r>
            <a:b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as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457200" y="2362200"/>
            <a:ext cx="7848600" cy="1828800"/>
          </a:xfrm>
        </p:spPr>
        <p:txBody>
          <a:bodyPr>
            <a:noAutofit/>
          </a:bodyPr>
          <a:lstStyle/>
          <a:p>
            <a:r>
              <a:rPr lang="en-US" sz="3200" dirty="0"/>
              <a:t>Functions in the same way as ordinary computer software</a:t>
            </a:r>
          </a:p>
          <a:p>
            <a:r>
              <a:rPr lang="en-US" sz="3200" dirty="0"/>
              <a:t>Program, or suite of programs, executed by the processor</a:t>
            </a:r>
          </a:p>
          <a:p>
            <a:r>
              <a:rPr lang="en-US" sz="3200" dirty="0"/>
              <a:t>Frequently relinquishes control and must depend on the processor to allow it to regain control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28600"/>
            <a:ext cx="2285714" cy="228571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1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600" decel="50000" autoRev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600" decel="100000" autoRev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600" decel="100000" autoRev="1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143000"/>
            <a:ext cx="2743200" cy="3460532"/>
          </a:xfrm>
        </p:spPr>
        <p:txBody>
          <a:bodyPr/>
          <a:lstStyle/>
          <a:p>
            <a:pPr algn="ctr"/>
            <a:r>
              <a:rPr lang="en-US" dirty="0"/>
              <a:t>Operating</a:t>
            </a:r>
            <a:br>
              <a:rPr lang="en-US" dirty="0"/>
            </a:br>
            <a:r>
              <a:rPr lang="en-US" dirty="0"/>
              <a:t>System</a:t>
            </a:r>
            <a:br>
              <a:rPr lang="en-US" dirty="0"/>
            </a:br>
            <a:r>
              <a:rPr lang="en-US" dirty="0"/>
              <a:t>as</a:t>
            </a:r>
            <a:br>
              <a:rPr lang="en-US" dirty="0"/>
            </a:br>
            <a:r>
              <a:rPr lang="en-US" dirty="0"/>
              <a:t>Resource Manager</a:t>
            </a:r>
          </a:p>
        </p:txBody>
      </p:sp>
      <p:pic>
        <p:nvPicPr>
          <p:cNvPr id="7" name="Content Placeholder 3" descr="Fig02_02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t="-37432" b="-37432"/>
          <a:stretch>
            <a:fillRect/>
          </a:stretch>
        </p:blipFill>
        <p:spPr>
          <a:xfrm>
            <a:off x="2895600" y="-1295400"/>
            <a:ext cx="5715000" cy="9831324"/>
          </a:xfrm>
        </p:spPr>
      </p:pic>
    </p:spTree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Evolution of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286000"/>
            <a:ext cx="8305800" cy="4267200"/>
          </a:xfrm>
        </p:spPr>
        <p:txBody>
          <a:bodyPr>
            <a:normAutofit/>
          </a:bodyPr>
          <a:lstStyle/>
          <a:p>
            <a:pPr>
              <a:buSzPct val="95000"/>
              <a:buFont typeface="Wingdings" charset="2"/>
              <a:buChar char="§"/>
            </a:pPr>
            <a:r>
              <a:rPr lang="en-NZ" sz="3600" dirty="0"/>
              <a:t>A major OS will evolve over time for a number of reasons:</a:t>
            </a:r>
            <a:endParaRPr lang="en-US" sz="3600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457200" y="3657600"/>
          <a:ext cx="8229600" cy="251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3429000"/>
            <a:ext cx="1991050" cy="283297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Evolution of </a:t>
            </a:r>
            <a:br>
              <a:rPr lang="en-US" sz="4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Operating Systems</a:t>
            </a:r>
            <a:endParaRPr lang="en-NZ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981200"/>
            <a:ext cx="8077200" cy="4038600"/>
          </a:xfrm>
        </p:spPr>
        <p:txBody>
          <a:bodyPr>
            <a:normAutofit/>
          </a:bodyPr>
          <a:lstStyle/>
          <a:p>
            <a:pPr>
              <a:buSzPct val="100000"/>
              <a:buFont typeface="Wingdings" charset="2"/>
              <a:buChar char="§"/>
            </a:pPr>
            <a:r>
              <a:rPr lang="en-NZ" sz="4000" dirty="0"/>
              <a:t> Stages include:</a:t>
            </a:r>
          </a:p>
          <a:p>
            <a:pPr lvl="1">
              <a:buSzPct val="55000"/>
            </a:pPr>
            <a:endParaRPr lang="en-NZ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2133600"/>
          <a:ext cx="7315200" cy="43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905"/>
                <a:solidFill>
                  <a:schemeClr val="accent1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Serial Processing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09600" y="2057400"/>
            <a:ext cx="3657600" cy="730415"/>
          </a:xfrm>
        </p:spPr>
        <p:txBody>
          <a:bodyPr/>
          <a:lstStyle/>
          <a:p>
            <a:r>
              <a:rPr lang="en-US" dirty="0"/>
              <a:t>Earliest Computers: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2895600"/>
            <a:ext cx="3657600" cy="33289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 operating system</a:t>
            </a:r>
          </a:p>
          <a:p>
            <a:pPr lvl="2"/>
            <a:r>
              <a:rPr lang="en-US" dirty="0"/>
              <a:t>programmers interacted directly with the computer hardware</a:t>
            </a:r>
          </a:p>
          <a:p>
            <a:r>
              <a:rPr lang="en-US" dirty="0"/>
              <a:t>Computers ran from a console with display lights, toggle switches, some form of input device, and a printer</a:t>
            </a:r>
          </a:p>
          <a:p>
            <a:r>
              <a:rPr lang="en-US" dirty="0"/>
              <a:t>Users have access to the computer in “series”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981200"/>
            <a:ext cx="3657600" cy="730415"/>
          </a:xfrm>
        </p:spPr>
        <p:txBody>
          <a:bodyPr/>
          <a:lstStyle/>
          <a:p>
            <a:r>
              <a:rPr lang="en-US" dirty="0"/>
              <a:t>Problems: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2667000"/>
            <a:ext cx="3657600" cy="3962400"/>
          </a:xfrm>
        </p:spPr>
        <p:txBody>
          <a:bodyPr>
            <a:normAutofit/>
          </a:bodyPr>
          <a:lstStyle/>
          <a:p>
            <a:r>
              <a:rPr lang="en-US" dirty="0"/>
              <a:t>Scheduling:</a:t>
            </a:r>
          </a:p>
          <a:p>
            <a:pPr lvl="1"/>
            <a:r>
              <a:rPr lang="en-US" dirty="0"/>
              <a:t>most installations used a hardcopy sign-up sheet to reserve computer time</a:t>
            </a:r>
          </a:p>
          <a:p>
            <a:pPr lvl="3"/>
            <a:r>
              <a:rPr lang="en-US" dirty="0"/>
              <a:t>time allocations could run short or long, resulting in wasted computer time</a:t>
            </a:r>
          </a:p>
          <a:p>
            <a:pPr marL="282575" lvl="3">
              <a:spcBef>
                <a:spcPts val="1800"/>
              </a:spcBef>
            </a:pPr>
            <a:r>
              <a:rPr lang="en-US" dirty="0"/>
              <a:t>Setup time</a:t>
            </a:r>
          </a:p>
          <a:p>
            <a:pPr lvl="1"/>
            <a:r>
              <a:rPr lang="en-US" dirty="0"/>
              <a:t>a considerable amount of time was spent just on setting up the program to run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0400"/>
            <a:ext cx="1531937" cy="1519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Simple Batch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438400"/>
            <a:ext cx="8077200" cy="3886200"/>
          </a:xfrm>
        </p:spPr>
        <p:txBody>
          <a:bodyPr>
            <a:noAutofit/>
          </a:bodyPr>
          <a:lstStyle/>
          <a:p>
            <a:r>
              <a:rPr lang="en-US" sz="2800" dirty="0"/>
              <a:t>Early computers were very expensive</a:t>
            </a:r>
          </a:p>
          <a:p>
            <a:pPr lvl="1"/>
            <a:r>
              <a:rPr lang="en-US" sz="2400" dirty="0"/>
              <a:t>important to maximize processor utilization</a:t>
            </a:r>
          </a:p>
          <a:p>
            <a:r>
              <a:rPr lang="en-US" sz="2800" dirty="0"/>
              <a:t>Monitor</a:t>
            </a:r>
          </a:p>
          <a:p>
            <a:pPr lvl="1"/>
            <a:r>
              <a:rPr lang="en-US" sz="2400" dirty="0"/>
              <a:t>user no longer has direct access to processor</a:t>
            </a:r>
          </a:p>
          <a:p>
            <a:pPr lvl="1"/>
            <a:r>
              <a:rPr lang="en-US" sz="2400" dirty="0"/>
              <a:t>job is submitted to computer operator who batches them together and places them on an input device</a:t>
            </a:r>
          </a:p>
          <a:p>
            <a:pPr lvl="1"/>
            <a:r>
              <a:rPr lang="en-US" sz="2400" dirty="0"/>
              <a:t>program branches back to the monitor when finished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8" presetClass="entr" presetSubtype="0" ac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8" presetClass="entr" presetSubtype="0" ac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133600"/>
            <a:ext cx="2950549" cy="413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Monitor Point of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2590800"/>
            <a:ext cx="4724400" cy="4953000"/>
          </a:xfrm>
        </p:spPr>
        <p:txBody>
          <a:bodyPr>
            <a:normAutofit/>
          </a:bodyPr>
          <a:lstStyle/>
          <a:p>
            <a:r>
              <a:rPr lang="en-NZ" sz="2400" dirty="0"/>
              <a:t>Monitor controls the sequence of events</a:t>
            </a:r>
          </a:p>
          <a:p>
            <a:r>
              <a:rPr lang="en-NZ" sz="2400" i="1" dirty="0"/>
              <a:t>Resident Monitor </a:t>
            </a:r>
            <a:r>
              <a:rPr lang="en-NZ" sz="2400" dirty="0"/>
              <a:t>is software always in memory</a:t>
            </a:r>
          </a:p>
          <a:p>
            <a:r>
              <a:rPr lang="en-NZ" sz="2400" dirty="0"/>
              <a:t>Monitor reads in job and gives control</a:t>
            </a:r>
          </a:p>
          <a:p>
            <a:r>
              <a:rPr lang="en-NZ" sz="2400" dirty="0"/>
              <a:t>Job returns control to monitor</a:t>
            </a:r>
          </a:p>
        </p:txBody>
      </p:sp>
    </p:spTree>
  </p:cSld>
  <p:clrMapOvr>
    <a:masterClrMapping/>
  </p:clrMapOvr>
  <p:transition spd="slow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Processor Point of View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4190999"/>
          </a:xfrm>
        </p:spPr>
        <p:txBody>
          <a:bodyPr>
            <a:noAutofit/>
          </a:bodyPr>
          <a:lstStyle/>
          <a:p>
            <a:r>
              <a:rPr lang="en-US" sz="2400" dirty="0"/>
              <a:t>Processor executes instruction from the memory containing the monitor</a:t>
            </a:r>
          </a:p>
          <a:p>
            <a:r>
              <a:rPr lang="en-US" sz="2400" dirty="0"/>
              <a:t>Executes the instructions in the user program until it encounters an ending or error condition</a:t>
            </a:r>
          </a:p>
          <a:p>
            <a:r>
              <a:rPr lang="en-US" sz="2400" dirty="0"/>
              <a:t>“</a:t>
            </a:r>
            <a:r>
              <a:rPr lang="en-US" sz="2400" i="1" dirty="0"/>
              <a:t>control is passed to a job” </a:t>
            </a:r>
            <a:r>
              <a:rPr lang="en-US" sz="2400" dirty="0"/>
              <a:t> means processor is fetching and executing instructions in a user program</a:t>
            </a:r>
          </a:p>
          <a:p>
            <a:r>
              <a:rPr lang="en-US" sz="2400" dirty="0"/>
              <a:t>“</a:t>
            </a:r>
            <a:r>
              <a:rPr lang="en-US" sz="2400" i="1" dirty="0"/>
              <a:t>control is returned to the monitor” </a:t>
            </a:r>
            <a:r>
              <a:rPr lang="en-US" sz="2400" dirty="0"/>
              <a:t>means that the processor is fetching and executing instructions from the monitor program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solidFill>
                  <a:schemeClr val="accent1">
                    <a:lumMod val="75000"/>
                  </a:schemeClr>
                </a:solidFill>
              </a:rPr>
              <a:t>Job Control Language (JCL)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-609600" y="2286000"/>
          <a:ext cx="7874000" cy="3840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648200"/>
            <a:ext cx="2516038" cy="1905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Desirable Hardware </a:t>
            </a:r>
            <a:br>
              <a:rPr lang="en-US" sz="4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sz="4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Features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457200" y="2133600"/>
          <a:ext cx="81534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81000"/>
            <a:ext cx="1601980" cy="16126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Modes of Operation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533400" y="2133600"/>
          <a:ext cx="80772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Simple Batch System Overhead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54050" y="2286001"/>
            <a:ext cx="7848600" cy="990599"/>
          </a:xfrm>
        </p:spPr>
        <p:txBody>
          <a:bodyPr>
            <a:normAutofit/>
          </a:bodyPr>
          <a:lstStyle/>
          <a:p>
            <a:r>
              <a:rPr lang="en-US" sz="2400" dirty="0"/>
              <a:t>Processor time alternates between execution of user programs and execution of the monitor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3"/>
          </p:nvPr>
        </p:nvSpPr>
        <p:spPr>
          <a:xfrm>
            <a:off x="654050" y="3200400"/>
            <a:ext cx="7848600" cy="3352800"/>
          </a:xfrm>
        </p:spPr>
        <p:txBody>
          <a:bodyPr/>
          <a:lstStyle/>
          <a:p>
            <a:r>
              <a:rPr lang="en-US" sz="2400" dirty="0"/>
              <a:t>Sacrifices:</a:t>
            </a:r>
          </a:p>
          <a:p>
            <a:pPr lvl="1"/>
            <a:r>
              <a:rPr lang="en-US" sz="2200" dirty="0"/>
              <a:t>some main memory is now given over to the monitor</a:t>
            </a:r>
          </a:p>
          <a:p>
            <a:pPr lvl="1"/>
            <a:r>
              <a:rPr lang="en-US" sz="2200" dirty="0"/>
              <a:t>some processor time is consumed by the monitor</a:t>
            </a:r>
            <a:endParaRPr lang="en-US" dirty="0"/>
          </a:p>
          <a:p>
            <a:pPr marL="282575" lvl="1" indent="-282575">
              <a:spcBef>
                <a:spcPts val="1800"/>
              </a:spcBef>
            </a:pPr>
            <a:r>
              <a:rPr lang="en-US" sz="2400" dirty="0"/>
              <a:t>Despite overhead, the simple batch system improves utilization of the computer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5029200"/>
            <a:ext cx="1066800" cy="141145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8" presetClass="entr" presetSubtype="0" ac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b="1" dirty="0">
                <a:ln w="1905"/>
                <a:solidFill>
                  <a:schemeClr val="accent6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Multiprogrammed </a:t>
            </a:r>
            <a:br>
              <a:rPr lang="en-NZ" b="1" dirty="0">
                <a:ln w="1905"/>
                <a:solidFill>
                  <a:schemeClr val="accent6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NZ" b="1" dirty="0">
                <a:ln w="1905"/>
                <a:solidFill>
                  <a:schemeClr val="accent6">
                    <a:lumMod val="75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Batch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5943600" y="2438400"/>
            <a:ext cx="2667000" cy="3886200"/>
          </a:xfrm>
        </p:spPr>
        <p:txBody>
          <a:bodyPr>
            <a:normAutofit/>
          </a:bodyPr>
          <a:lstStyle/>
          <a:p>
            <a:r>
              <a:rPr lang="en-NZ" sz="2800" dirty="0"/>
              <a:t>Processor is often idle </a:t>
            </a:r>
          </a:p>
          <a:p>
            <a:pPr lvl="2"/>
            <a:r>
              <a:rPr lang="en-NZ" sz="2200" dirty="0"/>
              <a:t>even with automatic job sequencing</a:t>
            </a:r>
          </a:p>
          <a:p>
            <a:pPr lvl="2"/>
            <a:r>
              <a:rPr lang="en-NZ" sz="2200" dirty="0"/>
              <a:t>I/O devices are slow compared to processor</a:t>
            </a:r>
          </a:p>
          <a:p>
            <a:endParaRPr lang="en-NZ" dirty="0"/>
          </a:p>
        </p:txBody>
      </p:sp>
      <p:pic>
        <p:nvPicPr>
          <p:cNvPr id="4" name="Content Placeholder 3" descr="Fig02_0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33400" y="2286000"/>
            <a:ext cx="5334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7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Uniprogramming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76400" y="4495800"/>
            <a:ext cx="6197600" cy="2362200"/>
          </a:xfrm>
        </p:spPr>
        <p:txBody>
          <a:bodyPr>
            <a:normAutofit/>
          </a:bodyPr>
          <a:lstStyle/>
          <a:p>
            <a:r>
              <a:rPr lang="en-US" sz="2400" dirty="0"/>
              <a:t>The processor spends a certain amount of time executing, until it reaches an I/O instruction; it must then wait until that I/O instruction concludes before proceeding</a:t>
            </a:r>
          </a:p>
        </p:txBody>
      </p:sp>
      <p:pic>
        <p:nvPicPr>
          <p:cNvPr id="4" name="Picture 3" descr="Fig02_05a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00200" y="2895600"/>
            <a:ext cx="6205537" cy="1125116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Multiprogramming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95400" y="5105400"/>
            <a:ext cx="6705600" cy="22860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1800" dirty="0"/>
              <a:t>There must be enough memory to hold the OS (resident monitor) and one user program</a:t>
            </a:r>
          </a:p>
          <a:p>
            <a:pPr>
              <a:spcBef>
                <a:spcPts val="600"/>
              </a:spcBef>
            </a:pPr>
            <a:r>
              <a:rPr lang="en-US" sz="1800" dirty="0"/>
              <a:t>When one job needs to wait for I/O, the processor can switch to the other job, which is likely not waiting for I/O</a:t>
            </a:r>
          </a:p>
        </p:txBody>
      </p:sp>
      <p:pic>
        <p:nvPicPr>
          <p:cNvPr id="4" name="Picture 3" descr="Fig02_05b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5400" y="2514600"/>
            <a:ext cx="6627030" cy="2514599"/>
          </a:xfrm>
          <a:prstGeom prst="rect">
            <a:avLst/>
          </a:prstGeom>
        </p:spPr>
      </p:pic>
    </p:spTree>
  </p:cSld>
  <p:clrMapOvr>
    <a:masterClrMapping/>
  </p:clrMapOvr>
  <p:transition spd="slow">
    <p:wipe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Multiprogramming</a:t>
            </a:r>
          </a:p>
        </p:txBody>
      </p:sp>
      <p:pic>
        <p:nvPicPr>
          <p:cNvPr id="4" name="Content Placeholder 3" descr="Fig02_05c.gif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rcRect t="-98611" b="-98611"/>
          <a:stretch>
            <a:fillRect/>
          </a:stretch>
        </p:blipFill>
        <p:spPr>
          <a:xfrm>
            <a:off x="1752600" y="-533400"/>
            <a:ext cx="5562600" cy="8115300"/>
          </a:xfrm>
        </p:spPr>
      </p:pic>
      <p:sp>
        <p:nvSpPr>
          <p:cNvPr id="16" name="Content Placeholder 15"/>
          <p:cNvSpPr>
            <a:spLocks noGrp="1"/>
          </p:cNvSpPr>
          <p:nvPr>
            <p:ph type="body" sz="half" idx="4294967295"/>
          </p:nvPr>
        </p:nvSpPr>
        <p:spPr>
          <a:xfrm>
            <a:off x="457200" y="5029200"/>
            <a:ext cx="8001000" cy="14478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Multiprogramming</a:t>
            </a:r>
          </a:p>
          <a:p>
            <a:pPr lvl="2"/>
            <a:r>
              <a:rPr lang="en-US" sz="2400" dirty="0"/>
              <a:t>also known as multitasking</a:t>
            </a:r>
          </a:p>
          <a:p>
            <a:pPr lvl="2"/>
            <a:r>
              <a:rPr lang="en-US" sz="2400" dirty="0"/>
              <a:t>memory is expanded to hold three, four, or more programs and switch among all of them</a:t>
            </a:r>
          </a:p>
        </p:txBody>
      </p:sp>
    </p:spTree>
  </p:cSld>
  <p:clrMapOvr>
    <a:masterClrMapping/>
  </p:clrMapOvr>
  <p:transition spd="slow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Multiprogramming Example</a:t>
            </a:r>
          </a:p>
        </p:txBody>
      </p:sp>
      <p:pic>
        <p:nvPicPr>
          <p:cNvPr id="4" name="Content Placeholder 3" descr="Table02_01.gif"/>
          <p:cNvPicPr>
            <a:picLocks noGrp="1" noChangeAspect="1"/>
          </p:cNvPicPr>
          <p:nvPr>
            <p:ph sz="half" idx="4294967295"/>
          </p:nvPr>
        </p:nvPicPr>
        <p:blipFill>
          <a:blip r:embed="rId3" cstate="print"/>
          <a:srcRect l="-51348" r="-51348"/>
          <a:stretch>
            <a:fillRect/>
          </a:stretch>
        </p:blipFill>
        <p:spPr>
          <a:xfrm>
            <a:off x="-3581400" y="2362200"/>
            <a:ext cx="16341725" cy="3807781"/>
          </a:xfrm>
        </p:spPr>
      </p:pic>
    </p:spTree>
  </p:cSld>
  <p:clrMapOvr>
    <a:masterClrMapping/>
  </p:clrMapOvr>
  <p:transition spd="slow"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02_06.gif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tretch>
            <a:fillRect/>
          </a:stretch>
        </p:blipFill>
        <p:spPr>
          <a:xfrm>
            <a:off x="1219200" y="1524000"/>
            <a:ext cx="6629400" cy="4912738"/>
          </a:xfr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Utilization Histograms</a:t>
            </a:r>
          </a:p>
        </p:txBody>
      </p:sp>
    </p:spTree>
  </p:cSld>
  <p:clrMapOvr>
    <a:masterClrMapping/>
  </p:clrMapOvr>
  <p:transition spd="slow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7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Time-Sharing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4114799"/>
          </a:xfrm>
        </p:spPr>
        <p:txBody>
          <a:bodyPr>
            <a:normAutofit/>
          </a:bodyPr>
          <a:lstStyle/>
          <a:p>
            <a:r>
              <a:rPr lang="en-US" sz="2900" dirty="0"/>
              <a:t>Can be used to handle multiple interactive jobs</a:t>
            </a:r>
          </a:p>
          <a:p>
            <a:r>
              <a:rPr lang="en-US" sz="2900" dirty="0"/>
              <a:t>Processor time is shared among multiple users</a:t>
            </a:r>
          </a:p>
          <a:p>
            <a:r>
              <a:rPr lang="en-US" sz="2900" dirty="0"/>
              <a:t>Multiple users simultaneously access the system through terminals, with the OS interleaving the execution of each user program in a short burst or quantum of computation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b="1" dirty="0">
                <a:solidFill>
                  <a:schemeClr val="accent1">
                    <a:lumMod val="50000"/>
                  </a:schemeClr>
                </a:solidFill>
              </a:rPr>
              <a:t>Compatible Time-Sharing Systems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810000" cy="3809999"/>
          </a:xfrm>
        </p:spPr>
        <p:txBody>
          <a:bodyPr>
            <a:normAutofit lnSpcReduction="10000"/>
          </a:bodyPr>
          <a:lstStyle/>
          <a:p>
            <a:r>
              <a:rPr lang="en-NZ" dirty="0"/>
              <a:t>One of the first time-sharing operating systems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1765" dirty="0"/>
              <a:t>Developed at MIT by a group known as Project MAC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1765" dirty="0"/>
              <a:t>Ran on a computer with 32,000     36-bit words of main memory, with the resident monitor consuming 5000 of that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1765" dirty="0"/>
              <a:t>To simplify both the monitor and memory management a program was always loaded to start at the location of the 5000</a:t>
            </a:r>
            <a:r>
              <a:rPr lang="en-NZ" sz="1765" baseline="30000" dirty="0"/>
              <a:t>th</a:t>
            </a:r>
            <a:r>
              <a:rPr lang="en-NZ" sz="1765" dirty="0"/>
              <a:t> word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876800" y="1905000"/>
            <a:ext cx="3657600" cy="806615"/>
          </a:xfrm>
        </p:spPr>
        <p:txBody>
          <a:bodyPr/>
          <a:lstStyle/>
          <a:p>
            <a:r>
              <a:rPr lang="en-US" dirty="0"/>
              <a:t>Time Slicing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800600" y="2362200"/>
            <a:ext cx="3657600" cy="4267200"/>
          </a:xfrm>
        </p:spPr>
        <p:txBody>
          <a:bodyPr>
            <a:normAutofit fontScale="70000" lnSpcReduction="20000"/>
          </a:bodyPr>
          <a:lstStyle/>
          <a:p>
            <a:endParaRPr lang="en-NZ" dirty="0"/>
          </a:p>
          <a:p>
            <a:pPr marL="282575" lvl="1" indent="-282575">
              <a:spcBef>
                <a:spcPts val="1800"/>
              </a:spcBef>
            </a:pPr>
            <a:r>
              <a:rPr lang="en-NZ" sz="2286" dirty="0"/>
              <a:t>System clock generates interrupts at a rate of approximately one every 0.2 seconds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2323" dirty="0"/>
              <a:t>At each interrupt OS regained control and could assign processor to another user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2323" dirty="0"/>
              <a:t>At regular time intervals the current user would be preempted and another user loaded in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2323" dirty="0"/>
              <a:t>Old user programs and data were written out to disk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2286" dirty="0"/>
              <a:t>Old user program code and data were restored in main memory when that program was next given a turn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g02_07.gif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rcRect t="-49278" b="-49278"/>
          <a:stretch>
            <a:fillRect/>
          </a:stretch>
        </p:blipFill>
        <p:spPr>
          <a:xfrm>
            <a:off x="1447800" y="-914400"/>
            <a:ext cx="6477000" cy="9715500"/>
          </a:xfr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28600" y="457200"/>
            <a:ext cx="5257800" cy="915987"/>
          </a:xfrm>
        </p:spPr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CTSS Operation</a:t>
            </a:r>
          </a:p>
        </p:txBody>
      </p:sp>
    </p:spTree>
  </p:cSld>
  <p:clrMapOvr>
    <a:masterClrMapping/>
  </p:clrMapOvr>
  <p:transition spd="slow">
    <p:wedg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ctr"/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Major Advances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4114799"/>
          </a:xfrm>
        </p:spPr>
        <p:txBody>
          <a:bodyPr>
            <a:normAutofit/>
          </a:bodyPr>
          <a:lstStyle/>
          <a:p>
            <a:r>
              <a:rPr lang="en-NZ" sz="3000" dirty="0"/>
              <a:t>Operating Systems are among the most complex pieces of software ever developed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066800" y="3581400"/>
          <a:ext cx="7010400" cy="271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228600"/>
            <a:ext cx="7519988" cy="1296347"/>
          </a:xfrm>
        </p:spPr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2133600"/>
            <a:ext cx="8229600" cy="4267200"/>
          </a:xfrm>
        </p:spPr>
        <p:txBody>
          <a:bodyPr>
            <a:noAutofit/>
          </a:bodyPr>
          <a:lstStyle/>
          <a:p>
            <a:r>
              <a:rPr lang="en-US" sz="2800" dirty="0"/>
              <a:t>Fundamental to the structure of operating systems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81000"/>
            <a:ext cx="1511300" cy="1489237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/>
        </p:nvGraphicFramePr>
        <p:xfrm>
          <a:off x="990600" y="3048000"/>
          <a:ext cx="75438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Development of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33600"/>
            <a:ext cx="81534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  <a:buSzPct val="150000"/>
              <a:buFont typeface="Wingdings" charset="2"/>
              <a:buChar char="§"/>
            </a:pPr>
            <a:r>
              <a:rPr lang="en-US" sz="2400" dirty="0"/>
              <a:t> Three major lines of computer system development created problems in timing and synchronization that contributed to the development:</a:t>
            </a:r>
          </a:p>
          <a:p>
            <a:pPr>
              <a:buClr>
                <a:schemeClr val="accent1">
                  <a:lumMod val="75000"/>
                </a:schemeClr>
              </a:buClr>
              <a:buSzPct val="150000"/>
            </a:pPr>
            <a:endParaRPr lang="en-US" sz="2200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381000" y="3505200"/>
          <a:ext cx="8382000" cy="302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57200"/>
            <a:ext cx="7824788" cy="1143948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Causes of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0" y="2209800"/>
            <a:ext cx="3505200" cy="2133600"/>
          </a:xfrm>
        </p:spPr>
        <p:txBody>
          <a:bodyPr>
            <a:normAutofit fontScale="92500" lnSpcReduction="20000"/>
          </a:bodyPr>
          <a:lstStyle/>
          <a:p>
            <a:r>
              <a:rPr lang="en-US" sz="2378" b="1" dirty="0"/>
              <a:t>Nondeterminate program operation</a:t>
            </a:r>
          </a:p>
          <a:p>
            <a:pPr lvl="1"/>
            <a:r>
              <a:rPr lang="en-US" sz="1838" dirty="0"/>
              <a:t>program execution is interleaved by the processor when memory is shared</a:t>
            </a:r>
          </a:p>
          <a:p>
            <a:pPr lvl="1"/>
            <a:r>
              <a:rPr lang="en-US" sz="1838" dirty="0"/>
              <a:t>the order in which programs are scheduled may affect their outcome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3"/>
          </p:nvPr>
        </p:nvSpPr>
        <p:spPr>
          <a:xfrm>
            <a:off x="5410200" y="4267200"/>
            <a:ext cx="3429000" cy="225023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dirty="0"/>
              <a:t>Deadlocks</a:t>
            </a:r>
          </a:p>
          <a:p>
            <a:pPr lvl="1"/>
            <a:r>
              <a:rPr lang="en-US" sz="1700" dirty="0"/>
              <a:t>it is possible for two or more programs to be hung up waiting for each other</a:t>
            </a:r>
          </a:p>
          <a:p>
            <a:pPr lvl="1"/>
            <a:r>
              <a:rPr lang="en-US" sz="1700" dirty="0"/>
              <a:t>may depend on the chance timing of resource allocation and release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4"/>
          </p:nvPr>
        </p:nvSpPr>
        <p:spPr>
          <a:xfrm>
            <a:off x="381000" y="2209800"/>
            <a:ext cx="3505200" cy="20573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378" b="1" dirty="0"/>
              <a:t>Improper synchronization</a:t>
            </a:r>
          </a:p>
          <a:p>
            <a:pPr lvl="1"/>
            <a:r>
              <a:rPr lang="en-US" dirty="0"/>
              <a:t>a program must wait until the data are available in a buffer</a:t>
            </a:r>
          </a:p>
          <a:p>
            <a:pPr lvl="1"/>
            <a:r>
              <a:rPr lang="en-US" dirty="0"/>
              <a:t>improper design of the signaling mechanism can result in loss or duplication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5"/>
          </p:nvPr>
        </p:nvSpPr>
        <p:spPr>
          <a:xfrm>
            <a:off x="381000" y="4419600"/>
            <a:ext cx="3429000" cy="2097834"/>
          </a:xfrm>
        </p:spPr>
        <p:txBody>
          <a:bodyPr>
            <a:normAutofit fontScale="92500" lnSpcReduction="20000"/>
          </a:bodyPr>
          <a:lstStyle/>
          <a:p>
            <a:r>
              <a:rPr lang="en-US" sz="2353" b="1" dirty="0"/>
              <a:t>Failed mutual exclusion</a:t>
            </a:r>
          </a:p>
          <a:p>
            <a:pPr lvl="1"/>
            <a:r>
              <a:rPr lang="en-US" dirty="0"/>
              <a:t>more than one user or program attempts to make use of a shared resource at the same time</a:t>
            </a:r>
          </a:p>
          <a:p>
            <a:pPr lvl="1"/>
            <a:r>
              <a:rPr lang="en-US" dirty="0"/>
              <a:t>only one routine at at time allowed to perform an update against the file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3505200"/>
            <a:ext cx="1538288" cy="14478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153400" cy="1323041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Components of </a:t>
            </a:r>
            <a:b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</a:br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 Process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3"/>
          </p:nvPr>
        </p:nvSpPr>
        <p:spPr>
          <a:xfrm>
            <a:off x="4648200" y="2438400"/>
            <a:ext cx="3657600" cy="3733800"/>
          </a:xfrm>
        </p:spPr>
        <p:txBody>
          <a:bodyPr>
            <a:normAutofit lnSpcReduction="10000"/>
          </a:bodyPr>
          <a:lstStyle/>
          <a:p>
            <a:pPr marL="236538" lvl="1" indent="-236538"/>
            <a:r>
              <a:rPr lang="en-US" sz="2200" dirty="0"/>
              <a:t>The execution context is   essential:</a:t>
            </a:r>
          </a:p>
          <a:p>
            <a:pPr lvl="1"/>
            <a:r>
              <a:rPr lang="en-US" dirty="0"/>
              <a:t>it is the internal data by which the OS is able to supervise and control the process</a:t>
            </a:r>
          </a:p>
          <a:p>
            <a:pPr lvl="1"/>
            <a:r>
              <a:rPr lang="en-US" dirty="0"/>
              <a:t>includes the contents of the various process registers</a:t>
            </a:r>
          </a:p>
          <a:p>
            <a:pPr lvl="1"/>
            <a:r>
              <a:rPr lang="en-US" dirty="0"/>
              <a:t>includes information such as the priority of the process and whether the process is waiting for the completion of a particular I/O event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4"/>
          </p:nvPr>
        </p:nvSpPr>
        <p:spPr>
          <a:xfrm>
            <a:off x="654085" y="2286000"/>
            <a:ext cx="3657600" cy="4267200"/>
          </a:xfrm>
        </p:spPr>
        <p:txBody>
          <a:bodyPr>
            <a:noAutofit/>
          </a:bodyPr>
          <a:lstStyle/>
          <a:p>
            <a:r>
              <a:rPr lang="en-US" sz="2800" dirty="0"/>
              <a:t>A process contains three components:</a:t>
            </a:r>
          </a:p>
          <a:p>
            <a:pPr lvl="1"/>
            <a:r>
              <a:rPr lang="en-US" sz="2200" dirty="0"/>
              <a:t>an executable program</a:t>
            </a:r>
          </a:p>
          <a:p>
            <a:pPr lvl="1"/>
            <a:r>
              <a:rPr lang="en-US" sz="2200" dirty="0"/>
              <a:t>the associated data needed by the program (variables, work space, buffers, etc.)</a:t>
            </a:r>
          </a:p>
          <a:p>
            <a:pPr lvl="1"/>
            <a:r>
              <a:rPr lang="en-US" sz="2200" dirty="0"/>
              <a:t>the execution context (or “process state”) of the program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267200"/>
            <a:ext cx="1219200" cy="216033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Management</a:t>
            </a:r>
          </a:p>
        </p:txBody>
      </p:sp>
      <p:pic>
        <p:nvPicPr>
          <p:cNvPr id="4" name="Content Placeholder 3" descr="Fig02_08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t="-12687" b="-12687"/>
          <a:stretch>
            <a:fillRect/>
          </a:stretch>
        </p:blipFill>
        <p:spPr>
          <a:xfrm>
            <a:off x="3733800" y="0"/>
            <a:ext cx="4751832" cy="7127748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658368" y="3200400"/>
            <a:ext cx="2846832" cy="3352800"/>
          </a:xfrm>
        </p:spPr>
        <p:txBody>
          <a:bodyPr/>
          <a:lstStyle/>
          <a:p>
            <a:pPr>
              <a:buSzPct val="150000"/>
              <a:buFont typeface="Wingdings" charset="2"/>
              <a:buChar char="§"/>
            </a:pPr>
            <a:r>
              <a:rPr lang="en-US" dirty="0"/>
              <a:t> The entire state of the process at any instant is contained in its context</a:t>
            </a:r>
          </a:p>
          <a:p>
            <a:pPr>
              <a:buSzPct val="150000"/>
              <a:buFont typeface="Wingdings" charset="2"/>
              <a:buChar char="§"/>
            </a:pPr>
            <a:r>
              <a:rPr lang="en-US" dirty="0"/>
              <a:t> New features can be designed and incorporated into the OS by expanding the context to include any new information needed to support the feature</a:t>
            </a:r>
          </a:p>
        </p:txBody>
      </p:sp>
    </p:spTree>
  </p:cSld>
  <p:clrMapOvr>
    <a:masterClrMapping/>
  </p:clrMapOvr>
  <p:transition spd="slow">
    <p:wedg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824788" cy="1143000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7875496" cy="3962400"/>
          </a:xfrm>
        </p:spPr>
        <p:txBody>
          <a:bodyPr/>
          <a:lstStyle/>
          <a:p>
            <a:r>
              <a:rPr lang="en-US" sz="3000" dirty="0"/>
              <a:t>The OS has </a:t>
            </a:r>
            <a:r>
              <a:rPr lang="en-US" sz="3000" dirty="0">
                <a:solidFill>
                  <a:schemeClr val="accent1"/>
                </a:solidFill>
              </a:rPr>
              <a:t>five</a:t>
            </a:r>
            <a:r>
              <a:rPr lang="en-US" sz="3000" dirty="0"/>
              <a:t> principal storage management responsibilities:</a:t>
            </a:r>
          </a:p>
          <a:p>
            <a:endParaRPr lang="en-US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533400" y="3429000"/>
          <a:ext cx="8077200" cy="302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209800"/>
            <a:ext cx="8077200" cy="4114800"/>
          </a:xfrm>
        </p:spPr>
        <p:txBody>
          <a:bodyPr/>
          <a:lstStyle/>
          <a:p>
            <a:r>
              <a:rPr lang="en-US" sz="3000" dirty="0"/>
              <a:t>A facility that allows programs to address memory from a logical point of view, without regard to the amount of main memory physically available</a:t>
            </a:r>
          </a:p>
          <a:p>
            <a:r>
              <a:rPr lang="en-US" sz="3000" dirty="0"/>
              <a:t>Conceived to meet the requirement of having multiple user jobs reside in main memory concurrently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7799296" cy="3840163"/>
          </a:xfrm>
        </p:spPr>
        <p:txBody>
          <a:bodyPr>
            <a:noAutofit/>
          </a:bodyPr>
          <a:lstStyle/>
          <a:p>
            <a:r>
              <a:rPr lang="en-US" sz="2400" dirty="0"/>
              <a:t>Allows processes to be comprised of a number of fixed-size blocks, called pages</a:t>
            </a:r>
          </a:p>
          <a:p>
            <a:r>
              <a:rPr lang="en-US" sz="2400" dirty="0"/>
              <a:t>Program references a word by means of a virtual address</a:t>
            </a:r>
          </a:p>
          <a:p>
            <a:pPr lvl="2"/>
            <a:r>
              <a:rPr lang="en-US" sz="2200" dirty="0"/>
              <a:t>consists of a page number and an offset within the page</a:t>
            </a:r>
          </a:p>
          <a:p>
            <a:pPr lvl="2"/>
            <a:r>
              <a:rPr lang="en-US" sz="2200" dirty="0"/>
              <a:t>each page may be located anywhere in main memory</a:t>
            </a:r>
          </a:p>
          <a:p>
            <a:pPr marL="282575" lvl="2">
              <a:spcBef>
                <a:spcPts val="1800"/>
              </a:spcBef>
            </a:pPr>
            <a:r>
              <a:rPr lang="en-US" sz="2400" dirty="0"/>
              <a:t>Provides for a dynamic mapping between the virtual address used in the program and a real (or physical) address in main memory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914400"/>
            <a:ext cx="3657600" cy="1752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Virtual Memory</a:t>
            </a:r>
          </a:p>
        </p:txBody>
      </p:sp>
      <p:pic>
        <p:nvPicPr>
          <p:cNvPr id="4" name="Content Placeholder 3" descr="Fig02_09.gif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rcRect t="-5421" b="-5421"/>
          <a:stretch>
            <a:fillRect/>
          </a:stretch>
        </p:blipFill>
        <p:spPr>
          <a:xfrm>
            <a:off x="3962400" y="457200"/>
            <a:ext cx="4419600" cy="6172200"/>
          </a:xfrm>
        </p:spPr>
      </p:pic>
    </p:spTree>
  </p:cSld>
  <p:clrMapOvr>
    <a:masterClrMapping/>
  </p:clrMapOvr>
  <p:transition spd="slow">
    <p:wedg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609600"/>
            <a:ext cx="8077200" cy="1447800"/>
          </a:xfrm>
        </p:spPr>
        <p:txBody>
          <a:bodyPr/>
          <a:lstStyle/>
          <a:p>
            <a:pPr algn="l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Virtual Memory</a:t>
            </a:r>
            <a:br>
              <a:rPr lang="en-US" sz="4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 Addressing</a:t>
            </a:r>
          </a:p>
        </p:txBody>
      </p:sp>
      <p:pic>
        <p:nvPicPr>
          <p:cNvPr id="4" name="Content Placeholder 3" descr="Fig02_10.gif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rcRect t="-49884" b="-49884"/>
          <a:stretch>
            <a:fillRect/>
          </a:stretch>
        </p:blipFill>
        <p:spPr>
          <a:xfrm>
            <a:off x="1828800" y="228600"/>
            <a:ext cx="5638800" cy="8291777"/>
          </a:xfrm>
        </p:spPr>
      </p:pic>
    </p:spTree>
  </p:cSld>
  <p:clrMapOvr>
    <a:masterClrMapping/>
  </p:clrMapOvr>
  <p:transition spd="slow">
    <p:wipe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4800" y="914400"/>
            <a:ext cx="8458200" cy="1017588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Key Elements of an</a:t>
            </a:r>
            <a:br>
              <a:rPr lang="en-US" sz="4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800" dirty="0">
                <a:solidFill>
                  <a:schemeClr val="accent6">
                    <a:lumMod val="75000"/>
                  </a:schemeClr>
                </a:solidFill>
              </a:rPr>
              <a:t> Operating System</a:t>
            </a:r>
          </a:p>
        </p:txBody>
      </p:sp>
      <p:pic>
        <p:nvPicPr>
          <p:cNvPr id="4" name="Content Placeholder 3" descr="Fig02_11.gif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rcRect l="-14422" r="-14422"/>
          <a:stretch>
            <a:fillRect/>
          </a:stretch>
        </p:blipFill>
        <p:spPr>
          <a:xfrm>
            <a:off x="914400" y="2057400"/>
            <a:ext cx="7315200" cy="4391006"/>
          </a:xfrm>
        </p:spPr>
      </p:pic>
    </p:spTree>
  </p:cSld>
  <p:clrMapOvr>
    <a:masterClrMapping/>
  </p:clrMapOvr>
  <p:transition spd="slow">
    <p:wedg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Z" b="1" dirty="0">
                <a:solidFill>
                  <a:schemeClr val="accent6">
                    <a:lumMod val="75000"/>
                  </a:schemeClr>
                </a:solidFill>
              </a:rPr>
              <a:t>Different Architectural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2286000"/>
            <a:ext cx="8001000" cy="3962400"/>
          </a:xfrm>
        </p:spPr>
        <p:txBody>
          <a:bodyPr>
            <a:normAutofit/>
          </a:bodyPr>
          <a:lstStyle/>
          <a:p>
            <a:r>
              <a:rPr lang="en-NZ" sz="3200" dirty="0"/>
              <a:t>Demands on operating systems require new ways of organizing the OS</a:t>
            </a:r>
          </a:p>
          <a:p>
            <a:pPr lvl="1"/>
            <a:endParaRPr lang="en-NZ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762000" y="2209800"/>
          <a:ext cx="7620000" cy="546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14394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Microkernel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396239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000" dirty="0"/>
              <a:t>Assigns only a few essential functions to the kernel:</a:t>
            </a:r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endParaRPr lang="en-US" sz="3000" dirty="0"/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endParaRPr lang="en-US" sz="3000" dirty="0"/>
          </a:p>
          <a:p>
            <a:pPr marL="282575" lvl="1" indent="-282575">
              <a:lnSpc>
                <a:spcPct val="80000"/>
              </a:lnSpc>
              <a:spcBef>
                <a:spcPts val="1800"/>
              </a:spcBef>
            </a:pPr>
            <a:r>
              <a:rPr lang="en-US" sz="3000" dirty="0"/>
              <a:t>The approach:</a:t>
            </a:r>
          </a:p>
          <a:p>
            <a:pPr lvl="1"/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85800" y="2895600"/>
          <a:ext cx="84582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381000" y="4953000"/>
          <a:ext cx="8534400" cy="154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Multithreading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2255837"/>
            <a:ext cx="8382000" cy="46021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Technique in which a process, executing an application, is divided into threads that can run concurrently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3276600"/>
          <a:ext cx="82296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Virtual Machines and Virtualization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4038599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Virtualization</a:t>
            </a:r>
          </a:p>
          <a:p>
            <a:pPr lvl="1"/>
            <a:r>
              <a:rPr lang="en-US" sz="2400" dirty="0"/>
              <a:t>enables a single PC or server to simultaneously run multiple operating systems or multiple sessions of a single OS</a:t>
            </a:r>
          </a:p>
          <a:p>
            <a:pPr lvl="1"/>
            <a:r>
              <a:rPr lang="en-US" sz="2400" dirty="0"/>
              <a:t>a machine can host numerous applications, including those that run on different operating systems, on a single platform</a:t>
            </a:r>
          </a:p>
          <a:p>
            <a:pPr lvl="1"/>
            <a:r>
              <a:rPr lang="en-US" sz="2400" dirty="0"/>
              <a:t>host operating system can support a number                        of virtual machines (VM)</a:t>
            </a:r>
          </a:p>
          <a:p>
            <a:pPr lvl="3"/>
            <a:r>
              <a:rPr lang="en-US" sz="2270" dirty="0"/>
              <a:t>each has the characteristics of a particular                      OS and, in some versions of virtualization,                     the characteristics of a particular hardware                 platform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364" y="4267200"/>
            <a:ext cx="2320636" cy="2286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Virtual Machine Architecture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</p:nvPr>
        </p:nvGraphicFramePr>
        <p:xfrm>
          <a:off x="381000" y="2057400"/>
          <a:ext cx="83820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Multicore OS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86000"/>
            <a:ext cx="3429000" cy="4191000"/>
          </a:xfrm>
        </p:spPr>
        <p:txBody>
          <a:bodyPr/>
          <a:lstStyle/>
          <a:p>
            <a:r>
              <a:rPr lang="en-US" dirty="0"/>
              <a:t>The design challenge for a many-core multicore system is to efficiently harness the multicore processing power and intelligently manage the substantial on-chip resources efficiently</a:t>
            </a:r>
          </a:p>
          <a:p>
            <a:r>
              <a:rPr lang="en-US" dirty="0"/>
              <a:t>Potential for parallelism exists at three levels: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2667000" y="2438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305800" cy="1143948"/>
          </a:xfrm>
        </p:spPr>
        <p:txBody>
          <a:bodyPr/>
          <a:lstStyle/>
          <a:p>
            <a:pPr algn="ctr"/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Virtual Machine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050" y="2286000"/>
            <a:ext cx="7848600" cy="4038599"/>
          </a:xfrm>
        </p:spPr>
        <p:txBody>
          <a:bodyPr>
            <a:noAutofit/>
          </a:bodyPr>
          <a:lstStyle/>
          <a:p>
            <a:r>
              <a:rPr lang="en-US" sz="2800" dirty="0"/>
              <a:t>Allows one or more cores to be dedicated to a particular process and then leave the processor alone to devote its efforts to that process</a:t>
            </a:r>
          </a:p>
          <a:p>
            <a:r>
              <a:rPr lang="en-US" sz="2800" dirty="0"/>
              <a:t>Multicore OS could then act as a hypervisor that makes a high-level decision to allocate cores to applications but does little in the way of resource allocation beyond that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5105400"/>
            <a:ext cx="2349500" cy="1524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 txBox="1">
            <a:spLocks/>
          </p:cNvSpPr>
          <p:nvPr/>
        </p:nvSpPr>
        <p:spPr>
          <a:xfrm>
            <a:off x="381000" y="381000"/>
            <a:ext cx="8763000" cy="914400"/>
          </a:xfrm>
          <a:prstGeom prst="rect">
            <a:avLst/>
          </a:prstGeom>
          <a:effectLst/>
        </p:spPr>
        <p:txBody>
          <a:bodyPr vert="horz" lIns="91440" tIns="0" rIns="9144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+mj-lt"/>
                <a:ea typeface="+mj-ea"/>
                <a:cs typeface="+mj-cs"/>
              </a:rPr>
              <a:t>Microsoft Windows Overview</a:t>
            </a: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533400" y="1447800"/>
            <a:ext cx="3657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MS-DOS 1.0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released in 1981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4000 lines of assembly language source code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ran in 8 Kbytes of memory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used Intel 8086 microprocessor</a:t>
            </a:r>
          </a:p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38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3.0 </a:t>
            </a:r>
            <a:r>
              <a:rPr kumimoji="0" lang="en-US" sz="18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shipped in 1990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16-bit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GUI interface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implemented as a layer on top of MS-DOS</a:t>
            </a:r>
          </a:p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95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32-bit version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led to the development of Windows 98 and Windows Me</a:t>
            </a:r>
          </a:p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NT (3.1)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released in 1993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32-bit OS with the ability to support older DOS and Windows applications as well as provide   OS/2 support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838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Content Placeholder 6"/>
          <p:cNvSpPr txBox="1">
            <a:spLocks/>
          </p:cNvSpPr>
          <p:nvPr/>
        </p:nvSpPr>
        <p:spPr>
          <a:xfrm>
            <a:off x="4800600" y="1447800"/>
            <a:ext cx="38862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38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2000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76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included services and functions to support distributed processing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76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Active Directory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76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plug-and-play and power-management facilities</a:t>
            </a:r>
          </a:p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57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XP </a:t>
            </a:r>
            <a:r>
              <a:rPr kumimoji="0" lang="en-US" sz="1857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released in 2001</a:t>
            </a:r>
          </a:p>
          <a:p>
            <a:pPr marL="577850" marR="0" lvl="1" indent="-2952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73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goal was to replace the versions of Windows based on MS-DOS with an OS based on NT</a:t>
            </a:r>
          </a:p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18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Vista </a:t>
            </a:r>
            <a:r>
              <a:rPr kumimoji="0" lang="en-US" sz="181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shipped in 2007</a:t>
            </a:r>
          </a:p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18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Server </a:t>
            </a:r>
            <a:r>
              <a:rPr kumimoji="0" lang="en-US" sz="181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released in 2008</a:t>
            </a:r>
          </a:p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18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7</a:t>
            </a:r>
            <a:r>
              <a:rPr kumimoji="0" lang="en-US" sz="181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shipped in 2009, as well as </a:t>
            </a:r>
            <a:r>
              <a:rPr kumimoji="0" lang="en-US" sz="1818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</a:t>
            </a:r>
            <a:r>
              <a:rPr kumimoji="0" lang="en-US" sz="181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 </a:t>
            </a:r>
            <a:r>
              <a:rPr kumimoji="0" lang="en-US" sz="1818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Server 2008 R2</a:t>
            </a:r>
          </a:p>
          <a:p>
            <a:pPr marL="282575" marR="0" lvl="1" indent="-2825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895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 Azure</a:t>
            </a:r>
            <a:endParaRPr kumimoji="0" lang="en-US" sz="1895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77850" marR="0" lvl="1" indent="-2952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173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targets cloud computing</a:t>
            </a:r>
          </a:p>
          <a:p>
            <a:pPr marL="577850" marR="0" lvl="1" indent="-2952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76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813" y="456253"/>
            <a:ext cx="7824788" cy="106774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User-Mode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7799296" cy="45720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800" dirty="0"/>
              <a:t>Four basic types are supported by Windows: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533400" y="2895600"/>
          <a:ext cx="8229600" cy="353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Client/Server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8904" y="2286000"/>
            <a:ext cx="3657600" cy="4267200"/>
          </a:xfrm>
        </p:spPr>
        <p:txBody>
          <a:bodyPr>
            <a:normAutofit fontScale="70000" lnSpcReduction="20000"/>
          </a:bodyPr>
          <a:lstStyle/>
          <a:p>
            <a:r>
              <a:rPr lang="en-NZ" sz="3097" dirty="0"/>
              <a:t>Windows OS services, environmental subsystems, and applications are all structured using the client/server model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3097" dirty="0"/>
              <a:t>Common in distributed systems, but can be used internal to a single system</a:t>
            </a:r>
          </a:p>
          <a:p>
            <a:pPr marL="282575" lvl="1" indent="-282575">
              <a:spcBef>
                <a:spcPts val="1800"/>
              </a:spcBef>
            </a:pPr>
            <a:r>
              <a:rPr lang="en-NZ" sz="3097" dirty="0"/>
              <a:t>Processes communicate via RPC</a:t>
            </a:r>
          </a:p>
          <a:p>
            <a:endParaRPr lang="en-NZ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355" dirty="0"/>
              <a:t>Advantages:</a:t>
            </a:r>
          </a:p>
          <a:p>
            <a:pPr lvl="1">
              <a:spcBef>
                <a:spcPts val="1200"/>
              </a:spcBef>
            </a:pPr>
            <a:r>
              <a:rPr lang="en-US" sz="2968" dirty="0"/>
              <a:t>it simplifies the Executive</a:t>
            </a:r>
          </a:p>
          <a:p>
            <a:pPr lvl="1">
              <a:spcBef>
                <a:spcPts val="1200"/>
              </a:spcBef>
            </a:pPr>
            <a:r>
              <a:rPr lang="en-US" sz="2968" dirty="0"/>
              <a:t>it improves reliability</a:t>
            </a:r>
          </a:p>
          <a:p>
            <a:pPr lvl="1">
              <a:spcBef>
                <a:spcPts val="1200"/>
              </a:spcBef>
            </a:pPr>
            <a:r>
              <a:rPr lang="en-US" sz="2968" dirty="0"/>
              <a:t>it provides a uniform means for applications to communicate with services via RPCs without restricting flexibility</a:t>
            </a:r>
          </a:p>
          <a:p>
            <a:pPr lvl="1">
              <a:spcBef>
                <a:spcPts val="1200"/>
              </a:spcBef>
            </a:pPr>
            <a:r>
              <a:rPr lang="en-US" sz="2968" dirty="0"/>
              <a:t>it provides a suitable base for distributed computing</a:t>
            </a: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667794" y="4266406"/>
            <a:ext cx="3657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86000"/>
            <a:ext cx="3859304" cy="38401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Operating system objectives and functions:</a:t>
            </a:r>
          </a:p>
          <a:p>
            <a:pPr lvl="2"/>
            <a:r>
              <a:rPr lang="en-US" dirty="0"/>
              <a:t>convenience, efficiency, ability to evolve</a:t>
            </a:r>
          </a:p>
          <a:p>
            <a:pPr lvl="2"/>
            <a:r>
              <a:rPr lang="en-US" dirty="0"/>
              <a:t>user/computer interface</a:t>
            </a:r>
          </a:p>
          <a:p>
            <a:pPr lvl="2"/>
            <a:r>
              <a:rPr lang="en-US" dirty="0"/>
              <a:t>resource manager</a:t>
            </a:r>
          </a:p>
          <a:p>
            <a:pPr marL="282575" lvl="2">
              <a:spcBef>
                <a:spcPts val="1800"/>
              </a:spcBef>
            </a:pPr>
            <a:r>
              <a:rPr lang="en-US" dirty="0"/>
              <a:t>Evolution:</a:t>
            </a:r>
          </a:p>
          <a:p>
            <a:pPr marL="847725" lvl="4">
              <a:spcBef>
                <a:spcPts val="1800"/>
              </a:spcBef>
            </a:pPr>
            <a:r>
              <a:rPr lang="en-US" dirty="0"/>
              <a:t>serial processing, simple batch systems, multiprogrammed batch systems, time sharing systems</a:t>
            </a:r>
          </a:p>
          <a:p>
            <a:pPr marL="282575" lvl="2">
              <a:spcBef>
                <a:spcPts val="1800"/>
              </a:spcBef>
            </a:pPr>
            <a:r>
              <a:rPr lang="en-US" sz="1838" dirty="0"/>
              <a:t>Microsoft Windows/Windows 7</a:t>
            </a:r>
          </a:p>
          <a:p>
            <a:pPr marL="282575" lvl="2">
              <a:spcBef>
                <a:spcPts val="1800"/>
              </a:spcBef>
            </a:pPr>
            <a:r>
              <a:rPr lang="en-US" sz="1838" dirty="0"/>
              <a:t>UNIX/Linux systems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86000"/>
            <a:ext cx="4191000" cy="38401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Process</a:t>
            </a:r>
          </a:p>
          <a:p>
            <a:r>
              <a:rPr lang="en-US" dirty="0"/>
              <a:t>Memory management</a:t>
            </a:r>
          </a:p>
          <a:p>
            <a:pPr lvl="2"/>
            <a:r>
              <a:rPr lang="en-US" dirty="0"/>
              <a:t>real address, virtual address</a:t>
            </a:r>
          </a:p>
          <a:p>
            <a:pPr marL="282575" lvl="2">
              <a:spcBef>
                <a:spcPts val="1800"/>
              </a:spcBef>
            </a:pPr>
            <a:r>
              <a:rPr lang="en-US" dirty="0"/>
              <a:t>Scheduling and resource management</a:t>
            </a:r>
          </a:p>
          <a:p>
            <a:pPr marL="282575" lvl="2">
              <a:spcBef>
                <a:spcPts val="1800"/>
              </a:spcBef>
            </a:pPr>
            <a:r>
              <a:rPr lang="en-US" dirty="0"/>
              <a:t>Multithreading</a:t>
            </a:r>
          </a:p>
          <a:p>
            <a:pPr marL="282575" lvl="2"/>
            <a:r>
              <a:rPr lang="en-US" dirty="0"/>
              <a:t>Symmetric multiprocessing (SMP)</a:t>
            </a:r>
          </a:p>
          <a:p>
            <a:pPr marL="847725" lvl="4"/>
            <a:r>
              <a:rPr lang="en-US" dirty="0"/>
              <a:t>distributed OS</a:t>
            </a:r>
          </a:p>
          <a:p>
            <a:pPr marL="847725" lvl="4"/>
            <a:r>
              <a:rPr lang="en-US" dirty="0"/>
              <a:t>object oriented design</a:t>
            </a:r>
          </a:p>
          <a:p>
            <a:pPr marL="282575" lvl="2">
              <a:spcBef>
                <a:spcPts val="1800"/>
              </a:spcBef>
            </a:pPr>
            <a:r>
              <a:rPr lang="en-US" dirty="0"/>
              <a:t>Virtual machines</a:t>
            </a:r>
          </a:p>
          <a:p>
            <a:pPr marL="847725" lvl="4">
              <a:spcBef>
                <a:spcPts val="1800"/>
              </a:spcBef>
            </a:pPr>
            <a:r>
              <a:rPr lang="en-US" dirty="0"/>
              <a:t>virtualization</a:t>
            </a:r>
          </a:p>
          <a:p>
            <a:pPr marL="282575" lvl="2">
              <a:spcBef>
                <a:spcPts val="1800"/>
              </a:spcBef>
            </a:pPr>
            <a:endParaRPr lang="en-US" dirty="0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371E-3534-4AA3-B016-91DD5C67F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End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C5B03-8D52-48A4-8FFE-790B837D00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1C308-BEC4-4ED8-9420-CB8DEEB9E4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92273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x">
  <a:themeElements>
    <a:clrScheme name="Codex">
      <a:dk1>
        <a:sysClr val="windowText" lastClr="000000"/>
      </a:dk1>
      <a:lt1>
        <a:sysClr val="window" lastClr="FFFFFF"/>
      </a:lt1>
      <a:dk2>
        <a:srgbClr val="59564B"/>
      </a:dk2>
      <a:lt2>
        <a:srgbClr val="DFDAC7"/>
      </a:lt2>
      <a:accent1>
        <a:srgbClr val="990000"/>
      </a:accent1>
      <a:accent2>
        <a:srgbClr val="EFAB16"/>
      </a:accent2>
      <a:accent3>
        <a:srgbClr val="78AC35"/>
      </a:accent3>
      <a:accent4>
        <a:srgbClr val="35ACA2"/>
      </a:accent4>
      <a:accent5>
        <a:srgbClr val="4083CF"/>
      </a:accent5>
      <a:accent6>
        <a:srgbClr val="0D335E"/>
      </a:accent6>
      <a:hlink>
        <a:srgbClr val="EF8E1C"/>
      </a:hlink>
      <a:folHlink>
        <a:srgbClr val="FEC60B"/>
      </a:folHlink>
    </a:clrScheme>
    <a:fontScheme name="Codex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odex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94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alpha val="90000"/>
                <a:satMod val="115000"/>
              </a:schemeClr>
            </a:gs>
            <a:gs pos="100000">
              <a:schemeClr val="phClr">
                <a:shade val="94000"/>
                <a:alpha val="90000"/>
                <a:satMod val="135000"/>
              </a:schemeClr>
            </a:gs>
          </a:gsLst>
          <a:lin ang="5400000" scaled="1"/>
        </a:gradFill>
      </a:fillStyleLst>
      <a:lnStyleLst>
        <a:ln w="1587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2700" dir="5400000" rotWithShape="0">
              <a:srgbClr val="525252">
                <a:alpha val="85000"/>
              </a:srgbClr>
            </a:outerShdw>
          </a:effectLst>
          <a:scene3d>
            <a:camera prst="orthographicFront">
              <a:rot lat="0" lon="0" rev="0"/>
            </a:camera>
            <a:lightRig rig="sunrise" dir="t">
              <a:rot lat="0" lon="0" rev="6000000"/>
            </a:lightRig>
          </a:scene3d>
          <a:sp3d prstMaterial="matte">
            <a:bevelT w="50800" h="4445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Office PowerPoint</Application>
  <PresentationFormat>On-screen Show (4:3)</PresentationFormat>
  <Paragraphs>387</Paragraphs>
  <Slides>51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Calisto MT</vt:lpstr>
      <vt:lpstr>Wingdings</vt:lpstr>
      <vt:lpstr>Custom Design</vt:lpstr>
      <vt:lpstr>Codex</vt:lpstr>
      <vt:lpstr>Week-3 Operating System Overview</vt:lpstr>
      <vt:lpstr>PowerPoint Presentation</vt:lpstr>
      <vt:lpstr>Operating System</vt:lpstr>
      <vt:lpstr>Operating System Services</vt:lpstr>
      <vt:lpstr>Key Interfaces</vt:lpstr>
      <vt:lpstr>The Role of an OS</vt:lpstr>
      <vt:lpstr>Operating System  as Software</vt:lpstr>
      <vt:lpstr>Operating System as Resource Manager</vt:lpstr>
      <vt:lpstr>Evolution of Operating Systems</vt:lpstr>
      <vt:lpstr>Evolution of  Operating Systems</vt:lpstr>
      <vt:lpstr>Serial Processing</vt:lpstr>
      <vt:lpstr>Simple Batch Systems</vt:lpstr>
      <vt:lpstr>Monitor Point of View</vt:lpstr>
      <vt:lpstr>Processor Point of View</vt:lpstr>
      <vt:lpstr>Job Control Language (JCL)</vt:lpstr>
      <vt:lpstr>Desirable Hardware  Features</vt:lpstr>
      <vt:lpstr>Modes of Operation</vt:lpstr>
      <vt:lpstr>Simple Batch System Overhead</vt:lpstr>
      <vt:lpstr>Multiprogrammed  Batch Systems</vt:lpstr>
      <vt:lpstr>Uniprogramming</vt:lpstr>
      <vt:lpstr>Multiprogramming</vt:lpstr>
      <vt:lpstr>Multiprogramming</vt:lpstr>
      <vt:lpstr>Multiprogramming Example</vt:lpstr>
      <vt:lpstr>Utilization Histograms</vt:lpstr>
      <vt:lpstr>Time-Sharing Systems</vt:lpstr>
      <vt:lpstr>Compatible Time-Sharing Systems</vt:lpstr>
      <vt:lpstr>CTSS Operation</vt:lpstr>
      <vt:lpstr>Major Advances</vt:lpstr>
      <vt:lpstr>Process</vt:lpstr>
      <vt:lpstr>Development of the Process</vt:lpstr>
      <vt:lpstr>Causes of Errors</vt:lpstr>
      <vt:lpstr>Components of  a Process</vt:lpstr>
      <vt:lpstr>Process Management</vt:lpstr>
      <vt:lpstr>Memory Management</vt:lpstr>
      <vt:lpstr>Virtual Memory</vt:lpstr>
      <vt:lpstr>Paging</vt:lpstr>
      <vt:lpstr>Virtual Memory</vt:lpstr>
      <vt:lpstr>Virtual Memory  Addressing</vt:lpstr>
      <vt:lpstr>Key Elements of an  Operating System</vt:lpstr>
      <vt:lpstr>Different Architectural Approaches</vt:lpstr>
      <vt:lpstr>Microkernel Architecture</vt:lpstr>
      <vt:lpstr>Multithreading</vt:lpstr>
      <vt:lpstr>Virtual Machines and Virtualization</vt:lpstr>
      <vt:lpstr>Virtual Machine Architecture</vt:lpstr>
      <vt:lpstr>Multicore OS Considerations</vt:lpstr>
      <vt:lpstr>Virtual Machine Approach</vt:lpstr>
      <vt:lpstr>PowerPoint Presentation</vt:lpstr>
      <vt:lpstr>User-Mode Processes</vt:lpstr>
      <vt:lpstr>Client/Server Model</vt:lpstr>
      <vt:lpstr>Summary</vt:lpstr>
      <vt:lpstr>End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2011-04-28T23:08:24Z</dcterms:created>
  <dcterms:modified xsi:type="dcterms:W3CDTF">2024-02-20T07:14:57Z</dcterms:modified>
</cp:coreProperties>
</file>