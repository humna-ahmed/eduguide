
<file path=[Content_Types].xml><?xml version="1.0" encoding="utf-8"?>
<Types xmlns="http://schemas.openxmlformats.org/package/2006/content-types">
  <Default Extension="png" ContentType="image/png"/>
  <Default Extension="jpeg" ContentType="image/jpeg"/>
  <Default Extension="wmf" ContentType="image/x-wmf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24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1"/>
    <p:sldMasterId id="2147483741" r:id="rId2"/>
  </p:sldMasterIdLst>
  <p:notesMasterIdLst>
    <p:notesMasterId r:id="rId28"/>
  </p:notesMasterIdLst>
  <p:sldIdLst>
    <p:sldId id="370" r:id="rId3"/>
    <p:sldId id="256" r:id="rId4"/>
    <p:sldId id="347" r:id="rId5"/>
    <p:sldId id="258" r:id="rId6"/>
    <p:sldId id="312" r:id="rId7"/>
    <p:sldId id="260" r:id="rId8"/>
    <p:sldId id="262" r:id="rId9"/>
    <p:sldId id="263" r:id="rId10"/>
    <p:sldId id="265" r:id="rId11"/>
    <p:sldId id="266" r:id="rId12"/>
    <p:sldId id="268" r:id="rId13"/>
    <p:sldId id="269" r:id="rId14"/>
    <p:sldId id="348" r:id="rId15"/>
    <p:sldId id="330" r:id="rId16"/>
    <p:sldId id="316" r:id="rId17"/>
    <p:sldId id="275" r:id="rId18"/>
    <p:sldId id="326" r:id="rId19"/>
    <p:sldId id="337" r:id="rId20"/>
    <p:sldId id="338" r:id="rId21"/>
    <p:sldId id="339" r:id="rId22"/>
    <p:sldId id="301" r:id="rId23"/>
    <p:sldId id="303" r:id="rId24"/>
    <p:sldId id="340" r:id="rId25"/>
    <p:sldId id="366" r:id="rId26"/>
    <p:sldId id="371" r:id="rId2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66"/>
    <a:srgbClr val="333399"/>
    <a:srgbClr val="6666CC"/>
    <a:srgbClr val="38FF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70" autoAdjust="0"/>
    <p:restoredTop sz="89447" autoAdjust="0"/>
  </p:normalViewPr>
  <p:slideViewPr>
    <p:cSldViewPr>
      <p:cViewPr varScale="1">
        <p:scale>
          <a:sx n="96" d="100"/>
          <a:sy n="96" d="100"/>
        </p:scale>
        <p:origin x="42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CF3FE69-6D24-1B49-B8F5-47CFEB6421DF}" type="doc">
      <dgm:prSet loTypeId="urn:microsoft.com/office/officeart/2005/8/layout/list1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D6FDBE2-044C-D946-AF66-4E6D1EAAC546}">
      <dgm:prSet/>
      <dgm:spPr/>
      <dgm:t>
        <a:bodyPr/>
        <a:lstStyle/>
        <a:p>
          <a:pPr rtl="0"/>
          <a:r>
            <a:rPr lang="en-US" dirty="0"/>
            <a:t>Each thread has:</a:t>
          </a:r>
        </a:p>
      </dgm:t>
    </dgm:pt>
    <dgm:pt modelId="{0C034ED2-9521-1B46-8D37-35A152C771D9}" type="parTrans" cxnId="{5B3C6F0C-0F90-AA4F-8D06-A3770335ED96}">
      <dgm:prSet/>
      <dgm:spPr/>
      <dgm:t>
        <a:bodyPr/>
        <a:lstStyle/>
        <a:p>
          <a:endParaRPr lang="en-US"/>
        </a:p>
      </dgm:t>
    </dgm:pt>
    <dgm:pt modelId="{F2104036-C024-8C42-9434-0BB4743791EF}" type="sibTrans" cxnId="{5B3C6F0C-0F90-AA4F-8D06-A3770335ED96}">
      <dgm:prSet/>
      <dgm:spPr/>
      <dgm:t>
        <a:bodyPr/>
        <a:lstStyle/>
        <a:p>
          <a:endParaRPr lang="en-US"/>
        </a:p>
      </dgm:t>
    </dgm:pt>
    <dgm:pt modelId="{49DD2062-7C67-9D4E-A6C0-A4F6C65106E7}">
      <dgm:prSet/>
      <dgm:spPr/>
      <dgm:t>
        <a:bodyPr/>
        <a:lstStyle/>
        <a:p>
          <a:pPr rtl="0"/>
          <a:r>
            <a:rPr lang="en-US" dirty="0"/>
            <a:t>an execution state (Running, Ready, etc.)</a:t>
          </a:r>
        </a:p>
      </dgm:t>
    </dgm:pt>
    <dgm:pt modelId="{03EF178E-485E-444B-B4CF-2446D801B317}" type="parTrans" cxnId="{B41FF676-8C39-0241-8B4C-3D60670E8EB5}">
      <dgm:prSet/>
      <dgm:spPr/>
      <dgm:t>
        <a:bodyPr/>
        <a:lstStyle/>
        <a:p>
          <a:endParaRPr lang="en-US"/>
        </a:p>
      </dgm:t>
    </dgm:pt>
    <dgm:pt modelId="{0613634A-EF56-D64F-AD59-8999790F6090}" type="sibTrans" cxnId="{B41FF676-8C39-0241-8B4C-3D60670E8EB5}">
      <dgm:prSet/>
      <dgm:spPr/>
      <dgm:t>
        <a:bodyPr/>
        <a:lstStyle/>
        <a:p>
          <a:endParaRPr lang="en-US"/>
        </a:p>
      </dgm:t>
    </dgm:pt>
    <dgm:pt modelId="{4355AE52-8070-0C48-81BD-42FC0AA13B04}">
      <dgm:prSet/>
      <dgm:spPr/>
      <dgm:t>
        <a:bodyPr/>
        <a:lstStyle/>
        <a:p>
          <a:pPr rtl="0"/>
          <a:r>
            <a:rPr lang="en-US" dirty="0"/>
            <a:t>saved thread context when not running</a:t>
          </a:r>
        </a:p>
      </dgm:t>
    </dgm:pt>
    <dgm:pt modelId="{92CC476F-D53A-BC45-A22A-A5E577E991C6}" type="parTrans" cxnId="{BA99F35D-F315-B64A-B2FA-A9CC6CC3E61A}">
      <dgm:prSet/>
      <dgm:spPr/>
      <dgm:t>
        <a:bodyPr/>
        <a:lstStyle/>
        <a:p>
          <a:endParaRPr lang="en-US"/>
        </a:p>
      </dgm:t>
    </dgm:pt>
    <dgm:pt modelId="{2264E98C-F2FA-944E-8B55-A8BEB23316E0}" type="sibTrans" cxnId="{BA99F35D-F315-B64A-B2FA-A9CC6CC3E61A}">
      <dgm:prSet/>
      <dgm:spPr/>
      <dgm:t>
        <a:bodyPr/>
        <a:lstStyle/>
        <a:p>
          <a:endParaRPr lang="en-US"/>
        </a:p>
      </dgm:t>
    </dgm:pt>
    <dgm:pt modelId="{890DC9E8-3B3E-864E-A4AF-795D59B4B4CF}">
      <dgm:prSet/>
      <dgm:spPr/>
      <dgm:t>
        <a:bodyPr/>
        <a:lstStyle/>
        <a:p>
          <a:pPr rtl="0"/>
          <a:r>
            <a:rPr lang="en-US" dirty="0"/>
            <a:t>an execution stack</a:t>
          </a:r>
        </a:p>
      </dgm:t>
    </dgm:pt>
    <dgm:pt modelId="{AAF4AC6E-2567-C34E-A87E-2D33DA449641}" type="parTrans" cxnId="{29DDDDDC-6775-0E4D-A0ED-BB689C0ADED6}">
      <dgm:prSet/>
      <dgm:spPr/>
      <dgm:t>
        <a:bodyPr/>
        <a:lstStyle/>
        <a:p>
          <a:endParaRPr lang="en-US"/>
        </a:p>
      </dgm:t>
    </dgm:pt>
    <dgm:pt modelId="{510B5EB9-6AEC-F943-AF5B-AB983733739A}" type="sibTrans" cxnId="{29DDDDDC-6775-0E4D-A0ED-BB689C0ADED6}">
      <dgm:prSet/>
      <dgm:spPr/>
      <dgm:t>
        <a:bodyPr/>
        <a:lstStyle/>
        <a:p>
          <a:endParaRPr lang="en-US"/>
        </a:p>
      </dgm:t>
    </dgm:pt>
    <dgm:pt modelId="{2BC1316B-0411-5246-A176-EC0C463C5CEB}">
      <dgm:prSet/>
      <dgm:spPr/>
      <dgm:t>
        <a:bodyPr/>
        <a:lstStyle/>
        <a:p>
          <a:pPr rtl="0"/>
          <a:r>
            <a:rPr lang="en-US" dirty="0"/>
            <a:t>some per-thread static storage for local variables</a:t>
          </a:r>
        </a:p>
      </dgm:t>
    </dgm:pt>
    <dgm:pt modelId="{E4BBBBD0-FDD9-1646-8A75-DC9703F771D0}" type="parTrans" cxnId="{3EDC08E8-5384-EE4D-8DAF-228782216A8A}">
      <dgm:prSet/>
      <dgm:spPr/>
      <dgm:t>
        <a:bodyPr/>
        <a:lstStyle/>
        <a:p>
          <a:endParaRPr lang="en-US"/>
        </a:p>
      </dgm:t>
    </dgm:pt>
    <dgm:pt modelId="{172371D8-5807-814A-B5B9-17F05F1A7746}" type="sibTrans" cxnId="{3EDC08E8-5384-EE4D-8DAF-228782216A8A}">
      <dgm:prSet/>
      <dgm:spPr/>
      <dgm:t>
        <a:bodyPr/>
        <a:lstStyle/>
        <a:p>
          <a:endParaRPr lang="en-US"/>
        </a:p>
      </dgm:t>
    </dgm:pt>
    <dgm:pt modelId="{741B2E95-EC62-3E45-9B75-41EA9ED65D20}">
      <dgm:prSet/>
      <dgm:spPr/>
      <dgm:t>
        <a:bodyPr/>
        <a:lstStyle/>
        <a:p>
          <a:pPr rtl="0"/>
          <a:r>
            <a:rPr lang="en-US" dirty="0"/>
            <a:t>access to the memory and resources of its process (all threads of a process share this)</a:t>
          </a:r>
        </a:p>
      </dgm:t>
    </dgm:pt>
    <dgm:pt modelId="{CB728BB5-4A17-DF44-87C5-0DE31F870D10}" type="parTrans" cxnId="{2D5A94CD-5BC9-884A-A532-5DDC5C551573}">
      <dgm:prSet/>
      <dgm:spPr/>
      <dgm:t>
        <a:bodyPr/>
        <a:lstStyle/>
        <a:p>
          <a:endParaRPr lang="en-US"/>
        </a:p>
      </dgm:t>
    </dgm:pt>
    <dgm:pt modelId="{8EFE1291-B1E4-2840-8592-6C089E5953F2}" type="sibTrans" cxnId="{2D5A94CD-5BC9-884A-A532-5DDC5C551573}">
      <dgm:prSet/>
      <dgm:spPr/>
      <dgm:t>
        <a:bodyPr/>
        <a:lstStyle/>
        <a:p>
          <a:endParaRPr lang="en-US"/>
        </a:p>
      </dgm:t>
    </dgm:pt>
    <dgm:pt modelId="{50825A7A-F96C-8748-8EAC-3F49A06BD7C7}" type="pres">
      <dgm:prSet presAssocID="{9CF3FE69-6D24-1B49-B8F5-47CFEB6421DF}" presName="linear" presStyleCnt="0">
        <dgm:presLayoutVars>
          <dgm:dir/>
          <dgm:animLvl val="lvl"/>
          <dgm:resizeHandles val="exact"/>
        </dgm:presLayoutVars>
      </dgm:prSet>
      <dgm:spPr/>
    </dgm:pt>
    <dgm:pt modelId="{201D5F21-1DB1-104C-AE9A-CBE95FAE25C1}" type="pres">
      <dgm:prSet presAssocID="{7D6FDBE2-044C-D946-AF66-4E6D1EAAC546}" presName="parentLin" presStyleCnt="0"/>
      <dgm:spPr/>
    </dgm:pt>
    <dgm:pt modelId="{6683806C-140C-074A-8B5B-FDCCA9146C25}" type="pres">
      <dgm:prSet presAssocID="{7D6FDBE2-044C-D946-AF66-4E6D1EAAC546}" presName="parentLeftMargin" presStyleLbl="node1" presStyleIdx="0" presStyleCnt="1"/>
      <dgm:spPr/>
    </dgm:pt>
    <dgm:pt modelId="{5E289D48-2C1F-DB42-885C-FA72D3EFD61D}" type="pres">
      <dgm:prSet presAssocID="{7D6FDBE2-044C-D946-AF66-4E6D1EAAC546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90C74369-D664-AD40-8D6C-0392A0591598}" type="pres">
      <dgm:prSet presAssocID="{7D6FDBE2-044C-D946-AF66-4E6D1EAAC546}" presName="negativeSpace" presStyleCnt="0"/>
      <dgm:spPr/>
    </dgm:pt>
    <dgm:pt modelId="{03E24D38-E902-DF4A-817F-AECD509B69DC}" type="pres">
      <dgm:prSet presAssocID="{7D6FDBE2-044C-D946-AF66-4E6D1EAAC546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5B3C6F0C-0F90-AA4F-8D06-A3770335ED96}" srcId="{9CF3FE69-6D24-1B49-B8F5-47CFEB6421DF}" destId="{7D6FDBE2-044C-D946-AF66-4E6D1EAAC546}" srcOrd="0" destOrd="0" parTransId="{0C034ED2-9521-1B46-8D37-35A152C771D9}" sibTransId="{F2104036-C024-8C42-9434-0BB4743791EF}"/>
    <dgm:cxn modelId="{AB2C4125-1CE6-E649-9700-85E000F14862}" type="presOf" srcId="{7D6FDBE2-044C-D946-AF66-4E6D1EAAC546}" destId="{6683806C-140C-074A-8B5B-FDCCA9146C25}" srcOrd="0" destOrd="0" presId="urn:microsoft.com/office/officeart/2005/8/layout/list1"/>
    <dgm:cxn modelId="{BA99F35D-F315-B64A-B2FA-A9CC6CC3E61A}" srcId="{7D6FDBE2-044C-D946-AF66-4E6D1EAAC546}" destId="{4355AE52-8070-0C48-81BD-42FC0AA13B04}" srcOrd="1" destOrd="0" parTransId="{92CC476F-D53A-BC45-A22A-A5E577E991C6}" sibTransId="{2264E98C-F2FA-944E-8B55-A8BEB23316E0}"/>
    <dgm:cxn modelId="{E349C549-9D15-C44B-9117-680E8921441B}" type="presOf" srcId="{2BC1316B-0411-5246-A176-EC0C463C5CEB}" destId="{03E24D38-E902-DF4A-817F-AECD509B69DC}" srcOrd="0" destOrd="3" presId="urn:microsoft.com/office/officeart/2005/8/layout/list1"/>
    <dgm:cxn modelId="{B1803D6E-242A-824E-849F-783D0007B9AD}" type="presOf" srcId="{7D6FDBE2-044C-D946-AF66-4E6D1EAAC546}" destId="{5E289D48-2C1F-DB42-885C-FA72D3EFD61D}" srcOrd="1" destOrd="0" presId="urn:microsoft.com/office/officeart/2005/8/layout/list1"/>
    <dgm:cxn modelId="{95FBD44F-B263-7B47-BC55-2571B7C50EF2}" type="presOf" srcId="{49DD2062-7C67-9D4E-A6C0-A4F6C65106E7}" destId="{03E24D38-E902-DF4A-817F-AECD509B69DC}" srcOrd="0" destOrd="0" presId="urn:microsoft.com/office/officeart/2005/8/layout/list1"/>
    <dgm:cxn modelId="{B41FF676-8C39-0241-8B4C-3D60670E8EB5}" srcId="{7D6FDBE2-044C-D946-AF66-4E6D1EAAC546}" destId="{49DD2062-7C67-9D4E-A6C0-A4F6C65106E7}" srcOrd="0" destOrd="0" parTransId="{03EF178E-485E-444B-B4CF-2446D801B317}" sibTransId="{0613634A-EF56-D64F-AD59-8999790F6090}"/>
    <dgm:cxn modelId="{FB680583-2014-7B45-808E-A5DFD4B63FA8}" type="presOf" srcId="{9CF3FE69-6D24-1B49-B8F5-47CFEB6421DF}" destId="{50825A7A-F96C-8748-8EAC-3F49A06BD7C7}" srcOrd="0" destOrd="0" presId="urn:microsoft.com/office/officeart/2005/8/layout/list1"/>
    <dgm:cxn modelId="{A64D3BA1-F56C-514E-BA64-C37B2AFBD908}" type="presOf" srcId="{4355AE52-8070-0C48-81BD-42FC0AA13B04}" destId="{03E24D38-E902-DF4A-817F-AECD509B69DC}" srcOrd="0" destOrd="1" presId="urn:microsoft.com/office/officeart/2005/8/layout/list1"/>
    <dgm:cxn modelId="{CBF2DCB3-103A-F048-AB9E-043E6AE644FC}" type="presOf" srcId="{890DC9E8-3B3E-864E-A4AF-795D59B4B4CF}" destId="{03E24D38-E902-DF4A-817F-AECD509B69DC}" srcOrd="0" destOrd="2" presId="urn:microsoft.com/office/officeart/2005/8/layout/list1"/>
    <dgm:cxn modelId="{A77D76B6-27A4-C343-9F62-5946FA29AF55}" type="presOf" srcId="{741B2E95-EC62-3E45-9B75-41EA9ED65D20}" destId="{03E24D38-E902-DF4A-817F-AECD509B69DC}" srcOrd="0" destOrd="4" presId="urn:microsoft.com/office/officeart/2005/8/layout/list1"/>
    <dgm:cxn modelId="{2D5A94CD-5BC9-884A-A532-5DDC5C551573}" srcId="{7D6FDBE2-044C-D946-AF66-4E6D1EAAC546}" destId="{741B2E95-EC62-3E45-9B75-41EA9ED65D20}" srcOrd="4" destOrd="0" parTransId="{CB728BB5-4A17-DF44-87C5-0DE31F870D10}" sibTransId="{8EFE1291-B1E4-2840-8592-6C089E5953F2}"/>
    <dgm:cxn modelId="{29DDDDDC-6775-0E4D-A0ED-BB689C0ADED6}" srcId="{7D6FDBE2-044C-D946-AF66-4E6D1EAAC546}" destId="{890DC9E8-3B3E-864E-A4AF-795D59B4B4CF}" srcOrd="2" destOrd="0" parTransId="{AAF4AC6E-2567-C34E-A87E-2D33DA449641}" sibTransId="{510B5EB9-6AEC-F943-AF5B-AB983733739A}"/>
    <dgm:cxn modelId="{3EDC08E8-5384-EE4D-8DAF-228782216A8A}" srcId="{7D6FDBE2-044C-D946-AF66-4E6D1EAAC546}" destId="{2BC1316B-0411-5246-A176-EC0C463C5CEB}" srcOrd="3" destOrd="0" parTransId="{E4BBBBD0-FDD9-1646-8A75-DC9703F771D0}" sibTransId="{172371D8-5807-814A-B5B9-17F05F1A7746}"/>
    <dgm:cxn modelId="{42866DD1-172F-2F4D-B861-7B0AFD8BBC01}" type="presParOf" srcId="{50825A7A-F96C-8748-8EAC-3F49A06BD7C7}" destId="{201D5F21-1DB1-104C-AE9A-CBE95FAE25C1}" srcOrd="0" destOrd="0" presId="urn:microsoft.com/office/officeart/2005/8/layout/list1"/>
    <dgm:cxn modelId="{5C979B3D-BECF-504D-A003-CAC4280358E4}" type="presParOf" srcId="{201D5F21-1DB1-104C-AE9A-CBE95FAE25C1}" destId="{6683806C-140C-074A-8B5B-FDCCA9146C25}" srcOrd="0" destOrd="0" presId="urn:microsoft.com/office/officeart/2005/8/layout/list1"/>
    <dgm:cxn modelId="{FBB1C627-0586-9A48-A0EC-3E73F74F839A}" type="presParOf" srcId="{201D5F21-1DB1-104C-AE9A-CBE95FAE25C1}" destId="{5E289D48-2C1F-DB42-885C-FA72D3EFD61D}" srcOrd="1" destOrd="0" presId="urn:microsoft.com/office/officeart/2005/8/layout/list1"/>
    <dgm:cxn modelId="{9FE1803D-943B-D847-B337-952BF2869996}" type="presParOf" srcId="{50825A7A-F96C-8748-8EAC-3F49A06BD7C7}" destId="{90C74369-D664-AD40-8D6C-0392A0591598}" srcOrd="1" destOrd="0" presId="urn:microsoft.com/office/officeart/2005/8/layout/list1"/>
    <dgm:cxn modelId="{DB58FAEE-C5BB-EC4D-AEFA-1DACA28730B1}" type="presParOf" srcId="{50825A7A-F96C-8748-8EAC-3F49A06BD7C7}" destId="{03E24D38-E902-DF4A-817F-AECD509B69DC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8612792-3CCB-3147-AB6A-564A067D979F}" type="doc">
      <dgm:prSet loTypeId="urn:microsoft.com/office/officeart/2005/8/layout/hProcess4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FA0CC6C-5A11-3541-A96B-BBB9E8F10083}">
      <dgm:prSet custT="1"/>
      <dgm:spPr/>
      <dgm:t>
        <a:bodyPr/>
        <a:lstStyle/>
        <a:p>
          <a:pPr rtl="0"/>
          <a:r>
            <a:rPr lang="en-US" sz="1800" dirty="0"/>
            <a:t>Takes less time to create a new thread than a process</a:t>
          </a:r>
        </a:p>
      </dgm:t>
    </dgm:pt>
    <dgm:pt modelId="{0051A69D-4669-124D-85A6-0A75C8565B53}" type="parTrans" cxnId="{EE406D00-A366-AB41-B013-79960A0EF781}">
      <dgm:prSet/>
      <dgm:spPr/>
      <dgm:t>
        <a:bodyPr/>
        <a:lstStyle/>
        <a:p>
          <a:endParaRPr lang="en-US"/>
        </a:p>
      </dgm:t>
    </dgm:pt>
    <dgm:pt modelId="{89B2846F-B036-B845-98E7-5447983B519B}" type="sibTrans" cxnId="{EE406D00-A366-AB41-B013-79960A0EF781}">
      <dgm:prSet/>
      <dgm:spPr/>
      <dgm:t>
        <a:bodyPr/>
        <a:lstStyle/>
        <a:p>
          <a:endParaRPr lang="en-US" dirty="0"/>
        </a:p>
      </dgm:t>
    </dgm:pt>
    <dgm:pt modelId="{72BE931D-4917-064A-8CED-E89B3B49C005}">
      <dgm:prSet custT="1"/>
      <dgm:spPr/>
      <dgm:t>
        <a:bodyPr/>
        <a:lstStyle/>
        <a:p>
          <a:pPr rtl="0"/>
          <a:r>
            <a:rPr lang="en-US" sz="1800" dirty="0"/>
            <a:t>Less time to terminate a thread than a process</a:t>
          </a:r>
        </a:p>
      </dgm:t>
    </dgm:pt>
    <dgm:pt modelId="{4B95287D-3311-4B44-822D-7DBF087E83C4}" type="parTrans" cxnId="{545C5D4E-2318-DA44-81A1-FE37C177C142}">
      <dgm:prSet/>
      <dgm:spPr/>
      <dgm:t>
        <a:bodyPr/>
        <a:lstStyle/>
        <a:p>
          <a:endParaRPr lang="en-US"/>
        </a:p>
      </dgm:t>
    </dgm:pt>
    <dgm:pt modelId="{383132FC-8629-134A-9906-CD52E08F6531}" type="sibTrans" cxnId="{545C5D4E-2318-DA44-81A1-FE37C177C142}">
      <dgm:prSet/>
      <dgm:spPr/>
      <dgm:t>
        <a:bodyPr/>
        <a:lstStyle/>
        <a:p>
          <a:endParaRPr lang="en-US" dirty="0"/>
        </a:p>
      </dgm:t>
    </dgm:pt>
    <dgm:pt modelId="{1765FA09-159F-6843-8FFB-18AA17877074}">
      <dgm:prSet custT="1"/>
      <dgm:spPr/>
      <dgm:t>
        <a:bodyPr/>
        <a:lstStyle/>
        <a:p>
          <a:pPr rtl="0"/>
          <a:r>
            <a:rPr lang="en-US" sz="1800" dirty="0"/>
            <a:t>Switching between two threads takes less time than switching between processes</a:t>
          </a:r>
        </a:p>
      </dgm:t>
    </dgm:pt>
    <dgm:pt modelId="{2F61D544-E6BE-5A4A-B671-6050A491E6EE}" type="parTrans" cxnId="{D1A6B5C9-FAE6-E84A-9BDE-4250B3BC4505}">
      <dgm:prSet/>
      <dgm:spPr/>
      <dgm:t>
        <a:bodyPr/>
        <a:lstStyle/>
        <a:p>
          <a:endParaRPr lang="en-US"/>
        </a:p>
      </dgm:t>
    </dgm:pt>
    <dgm:pt modelId="{AF82CA53-B444-2C4A-A223-DA80E41EF993}" type="sibTrans" cxnId="{D1A6B5C9-FAE6-E84A-9BDE-4250B3BC4505}">
      <dgm:prSet/>
      <dgm:spPr/>
      <dgm:t>
        <a:bodyPr/>
        <a:lstStyle/>
        <a:p>
          <a:endParaRPr lang="en-US" dirty="0"/>
        </a:p>
      </dgm:t>
    </dgm:pt>
    <dgm:pt modelId="{AD34B155-D904-644D-95D1-187D4C7439BD}">
      <dgm:prSet custT="1"/>
      <dgm:spPr/>
      <dgm:t>
        <a:bodyPr/>
        <a:lstStyle/>
        <a:p>
          <a:pPr rtl="0"/>
          <a:r>
            <a:rPr lang="en-US" sz="1800" dirty="0"/>
            <a:t>Threads enhance efficiency in communication between programs</a:t>
          </a:r>
        </a:p>
      </dgm:t>
    </dgm:pt>
    <dgm:pt modelId="{7C71F8B5-0903-7B4E-89CC-A33A4F72AF14}" type="parTrans" cxnId="{B2CDC935-D2D5-1B4A-9185-022688E19A2B}">
      <dgm:prSet/>
      <dgm:spPr/>
      <dgm:t>
        <a:bodyPr/>
        <a:lstStyle/>
        <a:p>
          <a:endParaRPr lang="en-US"/>
        </a:p>
      </dgm:t>
    </dgm:pt>
    <dgm:pt modelId="{09A54BFE-F92A-F14A-9470-DB6AA6E7DBC4}" type="sibTrans" cxnId="{B2CDC935-D2D5-1B4A-9185-022688E19A2B}">
      <dgm:prSet/>
      <dgm:spPr/>
      <dgm:t>
        <a:bodyPr/>
        <a:lstStyle/>
        <a:p>
          <a:endParaRPr lang="en-US"/>
        </a:p>
      </dgm:t>
    </dgm:pt>
    <dgm:pt modelId="{F31B188B-EE04-7A41-B087-53347EEFDF99}" type="pres">
      <dgm:prSet presAssocID="{18612792-3CCB-3147-AB6A-564A067D979F}" presName="Name0" presStyleCnt="0">
        <dgm:presLayoutVars>
          <dgm:dir/>
          <dgm:animLvl val="lvl"/>
          <dgm:resizeHandles val="exact"/>
        </dgm:presLayoutVars>
      </dgm:prSet>
      <dgm:spPr/>
    </dgm:pt>
    <dgm:pt modelId="{386799D7-94D7-814E-8B46-9492E2021E75}" type="pres">
      <dgm:prSet presAssocID="{18612792-3CCB-3147-AB6A-564A067D979F}" presName="tSp" presStyleCnt="0"/>
      <dgm:spPr/>
    </dgm:pt>
    <dgm:pt modelId="{49582FC7-E5E8-FD46-97E2-1C712C16B51B}" type="pres">
      <dgm:prSet presAssocID="{18612792-3CCB-3147-AB6A-564A067D979F}" presName="bSp" presStyleCnt="0"/>
      <dgm:spPr/>
    </dgm:pt>
    <dgm:pt modelId="{A88E4BEC-E3E1-7A47-8F0D-4E9A043F7A3F}" type="pres">
      <dgm:prSet presAssocID="{18612792-3CCB-3147-AB6A-564A067D979F}" presName="process" presStyleCnt="0"/>
      <dgm:spPr/>
    </dgm:pt>
    <dgm:pt modelId="{6B723AA7-98F1-004E-92ED-62FA82380A40}" type="pres">
      <dgm:prSet presAssocID="{AFA0CC6C-5A11-3541-A96B-BBB9E8F10083}" presName="composite1" presStyleCnt="0"/>
      <dgm:spPr/>
    </dgm:pt>
    <dgm:pt modelId="{BC24B6E1-8926-6843-9594-F3E8EEF720BF}" type="pres">
      <dgm:prSet presAssocID="{AFA0CC6C-5A11-3541-A96B-BBB9E8F10083}" presName="dummyNode1" presStyleLbl="node1" presStyleIdx="0" presStyleCnt="4"/>
      <dgm:spPr/>
    </dgm:pt>
    <dgm:pt modelId="{C025B061-28CD-1A44-A68C-27DC3598CC6C}" type="pres">
      <dgm:prSet presAssocID="{AFA0CC6C-5A11-3541-A96B-BBB9E8F10083}" presName="childNode1" presStyleLbl="bgAcc1" presStyleIdx="0" presStyleCnt="4">
        <dgm:presLayoutVars>
          <dgm:bulletEnabled val="1"/>
        </dgm:presLayoutVars>
      </dgm:prSet>
      <dgm:spPr/>
    </dgm:pt>
    <dgm:pt modelId="{96DAA187-7B06-664F-AA58-18925EE1891B}" type="pres">
      <dgm:prSet presAssocID="{AFA0CC6C-5A11-3541-A96B-BBB9E8F10083}" presName="childNode1tx" presStyleLbl="bgAcc1" presStyleIdx="0" presStyleCnt="4">
        <dgm:presLayoutVars>
          <dgm:bulletEnabled val="1"/>
        </dgm:presLayoutVars>
      </dgm:prSet>
      <dgm:spPr/>
    </dgm:pt>
    <dgm:pt modelId="{D4D7556E-CD4B-0F43-B97B-025926CE55A9}" type="pres">
      <dgm:prSet presAssocID="{AFA0CC6C-5A11-3541-A96B-BBB9E8F10083}" presName="parentNode1" presStyleLbl="node1" presStyleIdx="0" presStyleCnt="4" custScaleX="113305" custScaleY="273175">
        <dgm:presLayoutVars>
          <dgm:chMax val="1"/>
          <dgm:bulletEnabled val="1"/>
        </dgm:presLayoutVars>
      </dgm:prSet>
      <dgm:spPr/>
    </dgm:pt>
    <dgm:pt modelId="{7F1022CC-12C5-4345-9F79-304BA44059D2}" type="pres">
      <dgm:prSet presAssocID="{AFA0CC6C-5A11-3541-A96B-BBB9E8F10083}" presName="connSite1" presStyleCnt="0"/>
      <dgm:spPr/>
    </dgm:pt>
    <dgm:pt modelId="{551E1238-A39B-B149-8297-AA72CE9A22C8}" type="pres">
      <dgm:prSet presAssocID="{89B2846F-B036-B845-98E7-5447983B519B}" presName="Name9" presStyleLbl="sibTrans2D1" presStyleIdx="0" presStyleCnt="3" custLinFactNeighborX="46084" custLinFactNeighborY="-15907"/>
      <dgm:spPr/>
    </dgm:pt>
    <dgm:pt modelId="{8E2546F3-012C-2348-9075-98FF862FAE46}" type="pres">
      <dgm:prSet presAssocID="{72BE931D-4917-064A-8CED-E89B3B49C005}" presName="composite2" presStyleCnt="0"/>
      <dgm:spPr/>
    </dgm:pt>
    <dgm:pt modelId="{EE0F488B-75C0-4144-9FD6-ACFC2CF22638}" type="pres">
      <dgm:prSet presAssocID="{72BE931D-4917-064A-8CED-E89B3B49C005}" presName="dummyNode2" presStyleLbl="node1" presStyleIdx="0" presStyleCnt="4"/>
      <dgm:spPr/>
    </dgm:pt>
    <dgm:pt modelId="{5FF00021-0035-EC44-9F54-1581344B5540}" type="pres">
      <dgm:prSet presAssocID="{72BE931D-4917-064A-8CED-E89B3B49C005}" presName="childNode2" presStyleLbl="bgAcc1" presStyleIdx="1" presStyleCnt="4">
        <dgm:presLayoutVars>
          <dgm:bulletEnabled val="1"/>
        </dgm:presLayoutVars>
      </dgm:prSet>
      <dgm:spPr/>
    </dgm:pt>
    <dgm:pt modelId="{07E77F62-D5DE-9246-B8F6-78FD9550873C}" type="pres">
      <dgm:prSet presAssocID="{72BE931D-4917-064A-8CED-E89B3B49C005}" presName="childNode2tx" presStyleLbl="bgAcc1" presStyleIdx="1" presStyleCnt="4">
        <dgm:presLayoutVars>
          <dgm:bulletEnabled val="1"/>
        </dgm:presLayoutVars>
      </dgm:prSet>
      <dgm:spPr/>
    </dgm:pt>
    <dgm:pt modelId="{F8DEE456-5D02-F24A-9584-7CB10AA1B0B3}" type="pres">
      <dgm:prSet presAssocID="{72BE931D-4917-064A-8CED-E89B3B49C005}" presName="parentNode2" presStyleLbl="node1" presStyleIdx="1" presStyleCnt="4" custScaleX="137971" custScaleY="240981">
        <dgm:presLayoutVars>
          <dgm:chMax val="0"/>
          <dgm:bulletEnabled val="1"/>
        </dgm:presLayoutVars>
      </dgm:prSet>
      <dgm:spPr/>
    </dgm:pt>
    <dgm:pt modelId="{C54100DE-91BD-4440-9BF7-98ED8E46F6C0}" type="pres">
      <dgm:prSet presAssocID="{72BE931D-4917-064A-8CED-E89B3B49C005}" presName="connSite2" presStyleCnt="0"/>
      <dgm:spPr/>
    </dgm:pt>
    <dgm:pt modelId="{77A16B1F-811E-5249-9C4A-E45362F95CB1}" type="pres">
      <dgm:prSet presAssocID="{383132FC-8629-134A-9906-CD52E08F6531}" presName="Name18" presStyleLbl="sibTrans2D1" presStyleIdx="1" presStyleCnt="3" custLinFactNeighborX="15062" custLinFactNeighborY="13787"/>
      <dgm:spPr/>
    </dgm:pt>
    <dgm:pt modelId="{C8D35E00-E8F9-344D-A0A4-0805AC08AE07}" type="pres">
      <dgm:prSet presAssocID="{1765FA09-159F-6843-8FFB-18AA17877074}" presName="composite1" presStyleCnt="0"/>
      <dgm:spPr/>
    </dgm:pt>
    <dgm:pt modelId="{4B113F1A-6971-C74D-93B7-B466E820B9E8}" type="pres">
      <dgm:prSet presAssocID="{1765FA09-159F-6843-8FFB-18AA17877074}" presName="dummyNode1" presStyleLbl="node1" presStyleIdx="1" presStyleCnt="4"/>
      <dgm:spPr/>
    </dgm:pt>
    <dgm:pt modelId="{2401F2B1-4C8C-3B40-BFC1-E2B42A50EB44}" type="pres">
      <dgm:prSet presAssocID="{1765FA09-159F-6843-8FFB-18AA17877074}" presName="childNode1" presStyleLbl="bgAcc1" presStyleIdx="2" presStyleCnt="4">
        <dgm:presLayoutVars>
          <dgm:bulletEnabled val="1"/>
        </dgm:presLayoutVars>
      </dgm:prSet>
      <dgm:spPr/>
    </dgm:pt>
    <dgm:pt modelId="{5B12B861-D846-F84D-881F-A2EB39D50CB6}" type="pres">
      <dgm:prSet presAssocID="{1765FA09-159F-6843-8FFB-18AA17877074}" presName="childNode1tx" presStyleLbl="bgAcc1" presStyleIdx="2" presStyleCnt="4">
        <dgm:presLayoutVars>
          <dgm:bulletEnabled val="1"/>
        </dgm:presLayoutVars>
      </dgm:prSet>
      <dgm:spPr/>
    </dgm:pt>
    <dgm:pt modelId="{877379AA-74FD-3B4E-B4C4-F6D60C04083B}" type="pres">
      <dgm:prSet presAssocID="{1765FA09-159F-6843-8FFB-18AA17877074}" presName="parentNode1" presStyleLbl="node1" presStyleIdx="2" presStyleCnt="4" custScaleX="154449" custScaleY="345556">
        <dgm:presLayoutVars>
          <dgm:chMax val="1"/>
          <dgm:bulletEnabled val="1"/>
        </dgm:presLayoutVars>
      </dgm:prSet>
      <dgm:spPr/>
    </dgm:pt>
    <dgm:pt modelId="{6AA7EA57-E851-8049-A6C9-65B7EF761E43}" type="pres">
      <dgm:prSet presAssocID="{1765FA09-159F-6843-8FFB-18AA17877074}" presName="connSite1" presStyleCnt="0"/>
      <dgm:spPr/>
    </dgm:pt>
    <dgm:pt modelId="{89B61966-62BD-9A4E-B31E-31C32831A504}" type="pres">
      <dgm:prSet presAssocID="{AF82CA53-B444-2C4A-A223-DA80E41EF993}" presName="Name9" presStyleLbl="sibTrans2D1" presStyleIdx="2" presStyleCnt="3" custLinFactNeighborX="42309" custLinFactNeighborY="-27021"/>
      <dgm:spPr/>
    </dgm:pt>
    <dgm:pt modelId="{85BABCFF-DEBC-E548-91CD-3B8952718110}" type="pres">
      <dgm:prSet presAssocID="{AD34B155-D904-644D-95D1-187D4C7439BD}" presName="composite2" presStyleCnt="0"/>
      <dgm:spPr/>
    </dgm:pt>
    <dgm:pt modelId="{EA439E54-9D59-AC4A-8214-D756227D4F2A}" type="pres">
      <dgm:prSet presAssocID="{AD34B155-D904-644D-95D1-187D4C7439BD}" presName="dummyNode2" presStyleLbl="node1" presStyleIdx="2" presStyleCnt="4"/>
      <dgm:spPr/>
    </dgm:pt>
    <dgm:pt modelId="{E1E1BC13-FC71-954D-A46E-211E173FDACF}" type="pres">
      <dgm:prSet presAssocID="{AD34B155-D904-644D-95D1-187D4C7439BD}" presName="childNode2" presStyleLbl="bgAcc1" presStyleIdx="3" presStyleCnt="4" custScaleX="136011" custScaleY="49036" custLinFactNeighborX="7653" custLinFactNeighborY="11125">
        <dgm:presLayoutVars>
          <dgm:bulletEnabled val="1"/>
        </dgm:presLayoutVars>
      </dgm:prSet>
      <dgm:spPr/>
    </dgm:pt>
    <dgm:pt modelId="{F945C3D2-839E-724B-B409-98982F52C1F6}" type="pres">
      <dgm:prSet presAssocID="{AD34B155-D904-644D-95D1-187D4C7439BD}" presName="childNode2tx" presStyleLbl="bgAcc1" presStyleIdx="3" presStyleCnt="4">
        <dgm:presLayoutVars>
          <dgm:bulletEnabled val="1"/>
        </dgm:presLayoutVars>
      </dgm:prSet>
      <dgm:spPr/>
    </dgm:pt>
    <dgm:pt modelId="{2FCD161A-46FB-A047-ABDE-85957AB23A74}" type="pres">
      <dgm:prSet presAssocID="{AD34B155-D904-644D-95D1-187D4C7439BD}" presName="parentNode2" presStyleLbl="node1" presStyleIdx="3" presStyleCnt="4" custScaleX="160014" custScaleY="253800">
        <dgm:presLayoutVars>
          <dgm:chMax val="0"/>
          <dgm:bulletEnabled val="1"/>
        </dgm:presLayoutVars>
      </dgm:prSet>
      <dgm:spPr/>
    </dgm:pt>
    <dgm:pt modelId="{895F1F65-BB13-4C40-8BB6-33B7764587BE}" type="pres">
      <dgm:prSet presAssocID="{AD34B155-D904-644D-95D1-187D4C7439BD}" presName="connSite2" presStyleCnt="0"/>
      <dgm:spPr/>
    </dgm:pt>
  </dgm:ptLst>
  <dgm:cxnLst>
    <dgm:cxn modelId="{EE406D00-A366-AB41-B013-79960A0EF781}" srcId="{18612792-3CCB-3147-AB6A-564A067D979F}" destId="{AFA0CC6C-5A11-3541-A96B-BBB9E8F10083}" srcOrd="0" destOrd="0" parTransId="{0051A69D-4669-124D-85A6-0A75C8565B53}" sibTransId="{89B2846F-B036-B845-98E7-5447983B519B}"/>
    <dgm:cxn modelId="{180E8125-AA4B-C643-B0A9-30BAA663C34F}" type="presOf" srcId="{AFA0CC6C-5A11-3541-A96B-BBB9E8F10083}" destId="{D4D7556E-CD4B-0F43-B97B-025926CE55A9}" srcOrd="0" destOrd="0" presId="urn:microsoft.com/office/officeart/2005/8/layout/hProcess4"/>
    <dgm:cxn modelId="{B2CDC935-D2D5-1B4A-9185-022688E19A2B}" srcId="{18612792-3CCB-3147-AB6A-564A067D979F}" destId="{AD34B155-D904-644D-95D1-187D4C7439BD}" srcOrd="3" destOrd="0" parTransId="{7C71F8B5-0903-7B4E-89CC-A33A4F72AF14}" sibTransId="{09A54BFE-F92A-F14A-9470-DB6AA6E7DBC4}"/>
    <dgm:cxn modelId="{545C5D4E-2318-DA44-81A1-FE37C177C142}" srcId="{18612792-3CCB-3147-AB6A-564A067D979F}" destId="{72BE931D-4917-064A-8CED-E89B3B49C005}" srcOrd="1" destOrd="0" parTransId="{4B95287D-3311-4B44-822D-7DBF087E83C4}" sibTransId="{383132FC-8629-134A-9906-CD52E08F6531}"/>
    <dgm:cxn modelId="{A4A72253-0BBA-7344-9D1D-57724CA4CFF7}" type="presOf" srcId="{18612792-3CCB-3147-AB6A-564A067D979F}" destId="{F31B188B-EE04-7A41-B087-53347EEFDF99}" srcOrd="0" destOrd="0" presId="urn:microsoft.com/office/officeart/2005/8/layout/hProcess4"/>
    <dgm:cxn modelId="{F18CFC53-E66F-D54D-A0A9-E0D1A5008AA9}" type="presOf" srcId="{72BE931D-4917-064A-8CED-E89B3B49C005}" destId="{F8DEE456-5D02-F24A-9584-7CB10AA1B0B3}" srcOrd="0" destOrd="0" presId="urn:microsoft.com/office/officeart/2005/8/layout/hProcess4"/>
    <dgm:cxn modelId="{940BA88A-F9F1-7D45-9271-B9C226AA413D}" type="presOf" srcId="{AF82CA53-B444-2C4A-A223-DA80E41EF993}" destId="{89B61966-62BD-9A4E-B31E-31C32831A504}" srcOrd="0" destOrd="0" presId="urn:microsoft.com/office/officeart/2005/8/layout/hProcess4"/>
    <dgm:cxn modelId="{ADE447B0-5D6C-354A-ADF8-E51879A47CFD}" type="presOf" srcId="{1765FA09-159F-6843-8FFB-18AA17877074}" destId="{877379AA-74FD-3B4E-B4C4-F6D60C04083B}" srcOrd="0" destOrd="0" presId="urn:microsoft.com/office/officeart/2005/8/layout/hProcess4"/>
    <dgm:cxn modelId="{56ECD6B6-55C3-6F4D-9EA8-6E8C59513E86}" type="presOf" srcId="{383132FC-8629-134A-9906-CD52E08F6531}" destId="{77A16B1F-811E-5249-9C4A-E45362F95CB1}" srcOrd="0" destOrd="0" presId="urn:microsoft.com/office/officeart/2005/8/layout/hProcess4"/>
    <dgm:cxn modelId="{968937C3-02EC-BA4C-84AA-45D66789EA75}" type="presOf" srcId="{89B2846F-B036-B845-98E7-5447983B519B}" destId="{551E1238-A39B-B149-8297-AA72CE9A22C8}" srcOrd="0" destOrd="0" presId="urn:microsoft.com/office/officeart/2005/8/layout/hProcess4"/>
    <dgm:cxn modelId="{F987A7C4-8D40-0F48-A1FE-1B558D6BF5BF}" type="presOf" srcId="{AD34B155-D904-644D-95D1-187D4C7439BD}" destId="{2FCD161A-46FB-A047-ABDE-85957AB23A74}" srcOrd="0" destOrd="0" presId="urn:microsoft.com/office/officeart/2005/8/layout/hProcess4"/>
    <dgm:cxn modelId="{D1A6B5C9-FAE6-E84A-9BDE-4250B3BC4505}" srcId="{18612792-3CCB-3147-AB6A-564A067D979F}" destId="{1765FA09-159F-6843-8FFB-18AA17877074}" srcOrd="2" destOrd="0" parTransId="{2F61D544-E6BE-5A4A-B671-6050A491E6EE}" sibTransId="{AF82CA53-B444-2C4A-A223-DA80E41EF993}"/>
    <dgm:cxn modelId="{3222F891-640D-AD42-8C94-7C268DEDEBB6}" type="presParOf" srcId="{F31B188B-EE04-7A41-B087-53347EEFDF99}" destId="{386799D7-94D7-814E-8B46-9492E2021E75}" srcOrd="0" destOrd="0" presId="urn:microsoft.com/office/officeart/2005/8/layout/hProcess4"/>
    <dgm:cxn modelId="{90E4D77A-56EE-2F49-990C-7AE1DDC76B51}" type="presParOf" srcId="{F31B188B-EE04-7A41-B087-53347EEFDF99}" destId="{49582FC7-E5E8-FD46-97E2-1C712C16B51B}" srcOrd="1" destOrd="0" presId="urn:microsoft.com/office/officeart/2005/8/layout/hProcess4"/>
    <dgm:cxn modelId="{F6F2FB55-BDE9-0944-BC1B-DA9F94DE901D}" type="presParOf" srcId="{F31B188B-EE04-7A41-B087-53347EEFDF99}" destId="{A88E4BEC-E3E1-7A47-8F0D-4E9A043F7A3F}" srcOrd="2" destOrd="0" presId="urn:microsoft.com/office/officeart/2005/8/layout/hProcess4"/>
    <dgm:cxn modelId="{2155CAEA-B517-754F-9AAD-146B68D2F158}" type="presParOf" srcId="{A88E4BEC-E3E1-7A47-8F0D-4E9A043F7A3F}" destId="{6B723AA7-98F1-004E-92ED-62FA82380A40}" srcOrd="0" destOrd="0" presId="urn:microsoft.com/office/officeart/2005/8/layout/hProcess4"/>
    <dgm:cxn modelId="{F745151B-5BBB-2446-9544-9FE260655B5D}" type="presParOf" srcId="{6B723AA7-98F1-004E-92ED-62FA82380A40}" destId="{BC24B6E1-8926-6843-9594-F3E8EEF720BF}" srcOrd="0" destOrd="0" presId="urn:microsoft.com/office/officeart/2005/8/layout/hProcess4"/>
    <dgm:cxn modelId="{26E8E2BA-AE81-A84C-9A4E-9A1B62BEE8A2}" type="presParOf" srcId="{6B723AA7-98F1-004E-92ED-62FA82380A40}" destId="{C025B061-28CD-1A44-A68C-27DC3598CC6C}" srcOrd="1" destOrd="0" presId="urn:microsoft.com/office/officeart/2005/8/layout/hProcess4"/>
    <dgm:cxn modelId="{9BB49F06-B1C4-584D-BBAE-9ED7A8E038CB}" type="presParOf" srcId="{6B723AA7-98F1-004E-92ED-62FA82380A40}" destId="{96DAA187-7B06-664F-AA58-18925EE1891B}" srcOrd="2" destOrd="0" presId="urn:microsoft.com/office/officeart/2005/8/layout/hProcess4"/>
    <dgm:cxn modelId="{6C17A77D-5D65-4E4F-AA15-0DA5FABBAB37}" type="presParOf" srcId="{6B723AA7-98F1-004E-92ED-62FA82380A40}" destId="{D4D7556E-CD4B-0F43-B97B-025926CE55A9}" srcOrd="3" destOrd="0" presId="urn:microsoft.com/office/officeart/2005/8/layout/hProcess4"/>
    <dgm:cxn modelId="{AB97E5D0-B8AF-2E4E-9D43-4AF428888B19}" type="presParOf" srcId="{6B723AA7-98F1-004E-92ED-62FA82380A40}" destId="{7F1022CC-12C5-4345-9F79-304BA44059D2}" srcOrd="4" destOrd="0" presId="urn:microsoft.com/office/officeart/2005/8/layout/hProcess4"/>
    <dgm:cxn modelId="{6DE3C36A-130D-0142-8A8B-A11B597CFDD1}" type="presParOf" srcId="{A88E4BEC-E3E1-7A47-8F0D-4E9A043F7A3F}" destId="{551E1238-A39B-B149-8297-AA72CE9A22C8}" srcOrd="1" destOrd="0" presId="urn:microsoft.com/office/officeart/2005/8/layout/hProcess4"/>
    <dgm:cxn modelId="{5E2C332B-03CA-BA48-84F7-59994B45F481}" type="presParOf" srcId="{A88E4BEC-E3E1-7A47-8F0D-4E9A043F7A3F}" destId="{8E2546F3-012C-2348-9075-98FF862FAE46}" srcOrd="2" destOrd="0" presId="urn:microsoft.com/office/officeart/2005/8/layout/hProcess4"/>
    <dgm:cxn modelId="{0DBD9C3A-0116-6B4E-AC19-CEBC7483CD88}" type="presParOf" srcId="{8E2546F3-012C-2348-9075-98FF862FAE46}" destId="{EE0F488B-75C0-4144-9FD6-ACFC2CF22638}" srcOrd="0" destOrd="0" presId="urn:microsoft.com/office/officeart/2005/8/layout/hProcess4"/>
    <dgm:cxn modelId="{C7CB4255-F153-D945-B3BD-749AC338D846}" type="presParOf" srcId="{8E2546F3-012C-2348-9075-98FF862FAE46}" destId="{5FF00021-0035-EC44-9F54-1581344B5540}" srcOrd="1" destOrd="0" presId="urn:microsoft.com/office/officeart/2005/8/layout/hProcess4"/>
    <dgm:cxn modelId="{63C67E0B-8BD7-BE49-A038-A205322E3730}" type="presParOf" srcId="{8E2546F3-012C-2348-9075-98FF862FAE46}" destId="{07E77F62-D5DE-9246-B8F6-78FD9550873C}" srcOrd="2" destOrd="0" presId="urn:microsoft.com/office/officeart/2005/8/layout/hProcess4"/>
    <dgm:cxn modelId="{87D77665-42E7-AD42-AD1C-7833F837A057}" type="presParOf" srcId="{8E2546F3-012C-2348-9075-98FF862FAE46}" destId="{F8DEE456-5D02-F24A-9584-7CB10AA1B0B3}" srcOrd="3" destOrd="0" presId="urn:microsoft.com/office/officeart/2005/8/layout/hProcess4"/>
    <dgm:cxn modelId="{729EABCC-D3E3-E143-B6A3-132BC3F370C3}" type="presParOf" srcId="{8E2546F3-012C-2348-9075-98FF862FAE46}" destId="{C54100DE-91BD-4440-9BF7-98ED8E46F6C0}" srcOrd="4" destOrd="0" presId="urn:microsoft.com/office/officeart/2005/8/layout/hProcess4"/>
    <dgm:cxn modelId="{ADF060AD-0B76-4349-9807-82E681ABCA1E}" type="presParOf" srcId="{A88E4BEC-E3E1-7A47-8F0D-4E9A043F7A3F}" destId="{77A16B1F-811E-5249-9C4A-E45362F95CB1}" srcOrd="3" destOrd="0" presId="urn:microsoft.com/office/officeart/2005/8/layout/hProcess4"/>
    <dgm:cxn modelId="{DC3E5505-503E-4A42-A4A7-99CA0C0FAC73}" type="presParOf" srcId="{A88E4BEC-E3E1-7A47-8F0D-4E9A043F7A3F}" destId="{C8D35E00-E8F9-344D-A0A4-0805AC08AE07}" srcOrd="4" destOrd="0" presId="urn:microsoft.com/office/officeart/2005/8/layout/hProcess4"/>
    <dgm:cxn modelId="{EE0E036D-5CC8-F745-A21D-DE1BEDF0F902}" type="presParOf" srcId="{C8D35E00-E8F9-344D-A0A4-0805AC08AE07}" destId="{4B113F1A-6971-C74D-93B7-B466E820B9E8}" srcOrd="0" destOrd="0" presId="urn:microsoft.com/office/officeart/2005/8/layout/hProcess4"/>
    <dgm:cxn modelId="{36D3779B-9BC8-C344-A3AF-B32316C89F4C}" type="presParOf" srcId="{C8D35E00-E8F9-344D-A0A4-0805AC08AE07}" destId="{2401F2B1-4C8C-3B40-BFC1-E2B42A50EB44}" srcOrd="1" destOrd="0" presId="urn:microsoft.com/office/officeart/2005/8/layout/hProcess4"/>
    <dgm:cxn modelId="{909B34B4-CD11-D345-BE80-65064DD53013}" type="presParOf" srcId="{C8D35E00-E8F9-344D-A0A4-0805AC08AE07}" destId="{5B12B861-D846-F84D-881F-A2EB39D50CB6}" srcOrd="2" destOrd="0" presId="urn:microsoft.com/office/officeart/2005/8/layout/hProcess4"/>
    <dgm:cxn modelId="{AB5394D5-F1FB-6341-8A2F-6F5505B643CD}" type="presParOf" srcId="{C8D35E00-E8F9-344D-A0A4-0805AC08AE07}" destId="{877379AA-74FD-3B4E-B4C4-F6D60C04083B}" srcOrd="3" destOrd="0" presId="urn:microsoft.com/office/officeart/2005/8/layout/hProcess4"/>
    <dgm:cxn modelId="{276597FA-E361-6942-BB02-87A38B47699C}" type="presParOf" srcId="{C8D35E00-E8F9-344D-A0A4-0805AC08AE07}" destId="{6AA7EA57-E851-8049-A6C9-65B7EF761E43}" srcOrd="4" destOrd="0" presId="urn:microsoft.com/office/officeart/2005/8/layout/hProcess4"/>
    <dgm:cxn modelId="{A7D39F35-DF61-4445-91F3-3BB4A4D78D85}" type="presParOf" srcId="{A88E4BEC-E3E1-7A47-8F0D-4E9A043F7A3F}" destId="{89B61966-62BD-9A4E-B31E-31C32831A504}" srcOrd="5" destOrd="0" presId="urn:microsoft.com/office/officeart/2005/8/layout/hProcess4"/>
    <dgm:cxn modelId="{3835DE35-3800-F343-BD0E-F7CB2405758E}" type="presParOf" srcId="{A88E4BEC-E3E1-7A47-8F0D-4E9A043F7A3F}" destId="{85BABCFF-DEBC-E548-91CD-3B8952718110}" srcOrd="6" destOrd="0" presId="urn:microsoft.com/office/officeart/2005/8/layout/hProcess4"/>
    <dgm:cxn modelId="{987B35A0-3B57-C543-8A26-72955F133D71}" type="presParOf" srcId="{85BABCFF-DEBC-E548-91CD-3B8952718110}" destId="{EA439E54-9D59-AC4A-8214-D756227D4F2A}" srcOrd="0" destOrd="0" presId="urn:microsoft.com/office/officeart/2005/8/layout/hProcess4"/>
    <dgm:cxn modelId="{6130018A-666D-D44A-A9BF-906362F78FEA}" type="presParOf" srcId="{85BABCFF-DEBC-E548-91CD-3B8952718110}" destId="{E1E1BC13-FC71-954D-A46E-211E173FDACF}" srcOrd="1" destOrd="0" presId="urn:microsoft.com/office/officeart/2005/8/layout/hProcess4"/>
    <dgm:cxn modelId="{6D2270B8-FB16-D04B-95B1-2B4D131E7726}" type="presParOf" srcId="{85BABCFF-DEBC-E548-91CD-3B8952718110}" destId="{F945C3D2-839E-724B-B409-98982F52C1F6}" srcOrd="2" destOrd="0" presId="urn:microsoft.com/office/officeart/2005/8/layout/hProcess4"/>
    <dgm:cxn modelId="{A65ADEEB-CC3A-AD4D-8603-6EDFD5530A00}" type="presParOf" srcId="{85BABCFF-DEBC-E548-91CD-3B8952718110}" destId="{2FCD161A-46FB-A047-ABDE-85957AB23A74}" srcOrd="3" destOrd="0" presId="urn:microsoft.com/office/officeart/2005/8/layout/hProcess4"/>
    <dgm:cxn modelId="{648E9F4F-E251-574F-8AB9-AFDCE85E38F4}" type="presParOf" srcId="{85BABCFF-DEBC-E548-91CD-3B8952718110}" destId="{895F1F65-BB13-4C40-8BB6-33B7764587BE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B8DB157-70D1-D946-9957-9D2E900191DB}" type="doc">
      <dgm:prSet loTypeId="urn:microsoft.com/office/officeart/2005/8/layout/vProcess5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7283412-E5DA-E04E-971A-85D005A3FF54}">
      <dgm:prSet custT="1"/>
      <dgm:spPr>
        <a:noFill/>
      </dgm:spPr>
      <dgm:t>
        <a:bodyPr/>
        <a:lstStyle/>
        <a:p>
          <a:pPr marL="282575" lvl="0" indent="-282575" algn="l" defTabSz="266700" rtl="0" fontAlgn="base">
            <a:lnSpc>
              <a:spcPct val="90000"/>
            </a:lnSpc>
            <a:spcBef>
              <a:spcPts val="1800"/>
            </a:spcBef>
            <a:spcAft>
              <a:spcPct val="35000"/>
            </a:spcAft>
            <a:buClr>
              <a:schemeClr val="accent1"/>
            </a:buClr>
            <a:buSzPct val="75000"/>
            <a:buFont typeface="Wingdings" pitchFamily="2" charset="2"/>
            <a:buChar char="n"/>
          </a:pPr>
          <a:r>
            <a:rPr lang="en-US" sz="2800" b="1" kern="12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  <a:cs typeface="+mn-cs"/>
            </a:rPr>
            <a:t> </a:t>
          </a:r>
          <a:r>
            <a:rPr lang="en-US" sz="2800" b="0" kern="12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  <a:cs typeface="+mn-cs"/>
            </a:rPr>
            <a:t>Most of the state information dealing with execution is maintained in thread-level data structures</a:t>
          </a:r>
        </a:p>
      </dgm:t>
    </dgm:pt>
    <dgm:pt modelId="{C192C523-29D6-9D4E-9940-FF2D0293B3DB}" type="parTrans" cxnId="{4608F162-6B43-F14B-9657-26B57B4AF3D5}">
      <dgm:prSet/>
      <dgm:spPr/>
      <dgm:t>
        <a:bodyPr/>
        <a:lstStyle/>
        <a:p>
          <a:endParaRPr lang="en-US"/>
        </a:p>
      </dgm:t>
    </dgm:pt>
    <dgm:pt modelId="{DEBF46A9-9CE1-064E-BE01-7F59B89792D8}" type="sibTrans" cxnId="{4608F162-6B43-F14B-9657-26B57B4AF3D5}">
      <dgm:prSet/>
      <dgm:spPr/>
      <dgm:t>
        <a:bodyPr/>
        <a:lstStyle/>
        <a:p>
          <a:endParaRPr lang="en-US"/>
        </a:p>
      </dgm:t>
    </dgm:pt>
    <dgm:pt modelId="{DAD9EDE4-4AC7-D04A-B636-BC58E09E9E52}" type="pres">
      <dgm:prSet presAssocID="{0B8DB157-70D1-D946-9957-9D2E900191DB}" presName="outerComposite" presStyleCnt="0">
        <dgm:presLayoutVars>
          <dgm:chMax val="5"/>
          <dgm:dir/>
          <dgm:resizeHandles val="exact"/>
        </dgm:presLayoutVars>
      </dgm:prSet>
      <dgm:spPr/>
    </dgm:pt>
    <dgm:pt modelId="{F9741F5B-6F22-5E49-B84B-FB6CF7538A0B}" type="pres">
      <dgm:prSet presAssocID="{0B8DB157-70D1-D946-9957-9D2E900191DB}" presName="dummyMaxCanvas" presStyleCnt="0">
        <dgm:presLayoutVars/>
      </dgm:prSet>
      <dgm:spPr/>
    </dgm:pt>
    <dgm:pt modelId="{0E668DFA-8A2E-204D-89CB-B704450A70C8}" type="pres">
      <dgm:prSet presAssocID="{0B8DB157-70D1-D946-9957-9D2E900191DB}" presName="OneNode_1" presStyleLbl="node1" presStyleIdx="0" presStyleCnt="1" custScaleX="94786" custScaleY="125725" custLinFactNeighborX="2281" custLinFactNeighborY="-14664">
        <dgm:presLayoutVars>
          <dgm:bulletEnabled val="1"/>
        </dgm:presLayoutVars>
      </dgm:prSet>
      <dgm:spPr/>
    </dgm:pt>
  </dgm:ptLst>
  <dgm:cxnLst>
    <dgm:cxn modelId="{549AD310-6CDE-DA4A-8D95-94FB5FE4EB1F}" type="presOf" srcId="{37283412-E5DA-E04E-971A-85D005A3FF54}" destId="{0E668DFA-8A2E-204D-89CB-B704450A70C8}" srcOrd="0" destOrd="0" presId="urn:microsoft.com/office/officeart/2005/8/layout/vProcess5"/>
    <dgm:cxn modelId="{4608F162-6B43-F14B-9657-26B57B4AF3D5}" srcId="{0B8DB157-70D1-D946-9957-9D2E900191DB}" destId="{37283412-E5DA-E04E-971A-85D005A3FF54}" srcOrd="0" destOrd="0" parTransId="{C192C523-29D6-9D4E-9940-FF2D0293B3DB}" sibTransId="{DEBF46A9-9CE1-064E-BE01-7F59B89792D8}"/>
    <dgm:cxn modelId="{A81BB8B1-4A12-A442-AA55-64452AC37ECF}" type="presOf" srcId="{0B8DB157-70D1-D946-9957-9D2E900191DB}" destId="{DAD9EDE4-4AC7-D04A-B636-BC58E09E9E52}" srcOrd="0" destOrd="0" presId="urn:microsoft.com/office/officeart/2005/8/layout/vProcess5"/>
    <dgm:cxn modelId="{EA53087A-E8B5-CF4A-9975-EB7D97158C8C}" type="presParOf" srcId="{DAD9EDE4-4AC7-D04A-B636-BC58E09E9E52}" destId="{F9741F5B-6F22-5E49-B84B-FB6CF7538A0B}" srcOrd="0" destOrd="0" presId="urn:microsoft.com/office/officeart/2005/8/layout/vProcess5"/>
    <dgm:cxn modelId="{65C9181B-A08A-A442-BA31-0F2A20415A06}" type="presParOf" srcId="{DAD9EDE4-4AC7-D04A-B636-BC58E09E9E52}" destId="{0E668DFA-8A2E-204D-89CB-B704450A70C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09159E0-43FE-E847-BD1F-013D39EEF7AD}" type="doc">
      <dgm:prSet loTypeId="urn:microsoft.com/office/officeart/2005/8/layout/arrow6" loCatId="relationship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799D16A-35E0-6740-9B74-8F1C9729CE21}">
      <dgm:prSet/>
      <dgm:spPr/>
      <dgm:t>
        <a:bodyPr/>
        <a:lstStyle/>
        <a:p>
          <a:pPr rtl="0"/>
          <a:r>
            <a:rPr lang="en-US" dirty="0"/>
            <a:t>User Level Thread (ULT)</a:t>
          </a:r>
        </a:p>
      </dgm:t>
    </dgm:pt>
    <dgm:pt modelId="{FDD94F53-35CB-2242-8F4E-828BB85D3FAF}" type="parTrans" cxnId="{6AB236C5-4BDC-1E45-8B59-718C7F7B3667}">
      <dgm:prSet/>
      <dgm:spPr/>
      <dgm:t>
        <a:bodyPr/>
        <a:lstStyle/>
        <a:p>
          <a:endParaRPr lang="en-US"/>
        </a:p>
      </dgm:t>
    </dgm:pt>
    <dgm:pt modelId="{184FBB80-03CA-734D-8281-28A639685E55}" type="sibTrans" cxnId="{6AB236C5-4BDC-1E45-8B59-718C7F7B3667}">
      <dgm:prSet/>
      <dgm:spPr/>
      <dgm:t>
        <a:bodyPr/>
        <a:lstStyle/>
        <a:p>
          <a:endParaRPr lang="en-US"/>
        </a:p>
      </dgm:t>
    </dgm:pt>
    <dgm:pt modelId="{C803ADBF-8CE0-C844-8CEF-99760ABDF659}">
      <dgm:prSet/>
      <dgm:spPr/>
      <dgm:t>
        <a:bodyPr/>
        <a:lstStyle/>
        <a:p>
          <a:pPr rtl="0"/>
          <a:endParaRPr lang="en-NZ" dirty="0"/>
        </a:p>
      </dgm:t>
    </dgm:pt>
    <dgm:pt modelId="{66974104-EED0-1346-B9EA-2004DB459F12}" type="parTrans" cxnId="{6417AEE5-8F4B-4641-99FA-8F439BE8AD4E}">
      <dgm:prSet/>
      <dgm:spPr/>
      <dgm:t>
        <a:bodyPr/>
        <a:lstStyle/>
        <a:p>
          <a:endParaRPr lang="en-US"/>
        </a:p>
      </dgm:t>
    </dgm:pt>
    <dgm:pt modelId="{D9EE15B6-445A-8C46-A10D-7C487F0E2F37}" type="sibTrans" cxnId="{6417AEE5-8F4B-4641-99FA-8F439BE8AD4E}">
      <dgm:prSet/>
      <dgm:spPr/>
      <dgm:t>
        <a:bodyPr/>
        <a:lstStyle/>
        <a:p>
          <a:endParaRPr lang="en-US"/>
        </a:p>
      </dgm:t>
    </dgm:pt>
    <dgm:pt modelId="{DC411167-CC55-CB42-BD03-7807F64D5679}">
      <dgm:prSet/>
      <dgm:spPr/>
      <dgm:t>
        <a:bodyPr/>
        <a:lstStyle/>
        <a:p>
          <a:pPr rtl="0"/>
          <a:r>
            <a:rPr lang="en-NZ" dirty="0"/>
            <a:t>Kernel level Thread (KLT) </a:t>
          </a:r>
        </a:p>
      </dgm:t>
    </dgm:pt>
    <dgm:pt modelId="{98E173CB-7F0A-B344-AD55-CDD680A68ED8}" type="parTrans" cxnId="{2366C24F-60CA-F941-9291-5FE1DC720459}">
      <dgm:prSet/>
      <dgm:spPr/>
      <dgm:t>
        <a:bodyPr/>
        <a:lstStyle/>
        <a:p>
          <a:endParaRPr lang="en-US"/>
        </a:p>
      </dgm:t>
    </dgm:pt>
    <dgm:pt modelId="{3060C359-71F5-1C41-96AA-761973EDE44E}" type="sibTrans" cxnId="{2366C24F-60CA-F941-9291-5FE1DC720459}">
      <dgm:prSet/>
      <dgm:spPr/>
      <dgm:t>
        <a:bodyPr/>
        <a:lstStyle/>
        <a:p>
          <a:endParaRPr lang="en-US"/>
        </a:p>
      </dgm:t>
    </dgm:pt>
    <dgm:pt modelId="{179BE68D-A4BF-DB4D-8129-B93AAA7C285F}" type="pres">
      <dgm:prSet presAssocID="{309159E0-43FE-E847-BD1F-013D39EEF7AD}" presName="compositeShape" presStyleCnt="0">
        <dgm:presLayoutVars>
          <dgm:chMax val="2"/>
          <dgm:dir/>
          <dgm:resizeHandles val="exact"/>
        </dgm:presLayoutVars>
      </dgm:prSet>
      <dgm:spPr/>
    </dgm:pt>
    <dgm:pt modelId="{7BE085AC-6150-B14A-A83D-67F237B285BA}" type="pres">
      <dgm:prSet presAssocID="{309159E0-43FE-E847-BD1F-013D39EEF7AD}" presName="ribbon" presStyleLbl="node1" presStyleIdx="0" presStyleCnt="1"/>
      <dgm:spPr/>
    </dgm:pt>
    <dgm:pt modelId="{14344616-8A66-5441-84C7-1DA3555BB89A}" type="pres">
      <dgm:prSet presAssocID="{309159E0-43FE-E847-BD1F-013D39EEF7AD}" presName="leftArrowText" presStyleLbl="node1" presStyleIdx="0" presStyleCnt="1">
        <dgm:presLayoutVars>
          <dgm:chMax val="0"/>
          <dgm:bulletEnabled val="1"/>
        </dgm:presLayoutVars>
      </dgm:prSet>
      <dgm:spPr/>
    </dgm:pt>
    <dgm:pt modelId="{E8D499D1-31A4-DF4A-800E-FEE8DE3CF070}" type="pres">
      <dgm:prSet presAssocID="{309159E0-43FE-E847-BD1F-013D39EEF7AD}" presName="rightArrow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2484921E-8A27-1A4B-A15D-4AAF8EA5B535}" type="presOf" srcId="{C803ADBF-8CE0-C844-8CEF-99760ABDF659}" destId="{14344616-8A66-5441-84C7-1DA3555BB89A}" srcOrd="0" destOrd="1" presId="urn:microsoft.com/office/officeart/2005/8/layout/arrow6"/>
    <dgm:cxn modelId="{AE4B9C48-3A05-2F44-A2BE-C5567B9C8A3A}" type="presOf" srcId="{6799D16A-35E0-6740-9B74-8F1C9729CE21}" destId="{14344616-8A66-5441-84C7-1DA3555BB89A}" srcOrd="0" destOrd="0" presId="urn:microsoft.com/office/officeart/2005/8/layout/arrow6"/>
    <dgm:cxn modelId="{2366C24F-60CA-F941-9291-5FE1DC720459}" srcId="{309159E0-43FE-E847-BD1F-013D39EEF7AD}" destId="{DC411167-CC55-CB42-BD03-7807F64D5679}" srcOrd="1" destOrd="0" parTransId="{98E173CB-7F0A-B344-AD55-CDD680A68ED8}" sibTransId="{3060C359-71F5-1C41-96AA-761973EDE44E}"/>
    <dgm:cxn modelId="{5F39187C-45DA-BF45-8DBB-2BE4B64DCEB8}" type="presOf" srcId="{309159E0-43FE-E847-BD1F-013D39EEF7AD}" destId="{179BE68D-A4BF-DB4D-8129-B93AAA7C285F}" srcOrd="0" destOrd="0" presId="urn:microsoft.com/office/officeart/2005/8/layout/arrow6"/>
    <dgm:cxn modelId="{94F7CEB7-5EF8-5C49-A05A-1A72C7B540C8}" type="presOf" srcId="{DC411167-CC55-CB42-BD03-7807F64D5679}" destId="{E8D499D1-31A4-DF4A-800E-FEE8DE3CF070}" srcOrd="0" destOrd="0" presId="urn:microsoft.com/office/officeart/2005/8/layout/arrow6"/>
    <dgm:cxn modelId="{6AB236C5-4BDC-1E45-8B59-718C7F7B3667}" srcId="{309159E0-43FE-E847-BD1F-013D39EEF7AD}" destId="{6799D16A-35E0-6740-9B74-8F1C9729CE21}" srcOrd="0" destOrd="0" parTransId="{FDD94F53-35CB-2242-8F4E-828BB85D3FAF}" sibTransId="{184FBB80-03CA-734D-8281-28A639685E55}"/>
    <dgm:cxn modelId="{6417AEE5-8F4B-4641-99FA-8F439BE8AD4E}" srcId="{6799D16A-35E0-6740-9B74-8F1C9729CE21}" destId="{C803ADBF-8CE0-C844-8CEF-99760ABDF659}" srcOrd="0" destOrd="0" parTransId="{66974104-EED0-1346-B9EA-2004DB459F12}" sibTransId="{D9EE15B6-445A-8C46-A10D-7C487F0E2F37}"/>
    <dgm:cxn modelId="{A49971C1-FDF8-5540-B3FB-1EEF31070A2C}" type="presParOf" srcId="{179BE68D-A4BF-DB4D-8129-B93AAA7C285F}" destId="{7BE085AC-6150-B14A-A83D-67F237B285BA}" srcOrd="0" destOrd="0" presId="urn:microsoft.com/office/officeart/2005/8/layout/arrow6"/>
    <dgm:cxn modelId="{B9126B3E-6491-754B-A7BB-5826BDB47042}" type="presParOf" srcId="{179BE68D-A4BF-DB4D-8129-B93AAA7C285F}" destId="{14344616-8A66-5441-84C7-1DA3555BB89A}" srcOrd="1" destOrd="0" presId="urn:microsoft.com/office/officeart/2005/8/layout/arrow6"/>
    <dgm:cxn modelId="{6899E1F8-AE76-7843-ACA6-9E901FA2858B}" type="presParOf" srcId="{179BE68D-A4BF-DB4D-8129-B93AAA7C285F}" destId="{E8D499D1-31A4-DF4A-800E-FEE8DE3CF070}" srcOrd="2" destOrd="0" presId="urn:microsoft.com/office/officeart/2005/8/layout/arrow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E616B09-0146-3247-8645-E01AE409C047}" type="doc">
      <dgm:prSet loTypeId="urn:microsoft.com/office/officeart/2005/8/layout/hList1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FABBA0B-D5CE-A148-8921-85F9434E68D2}">
      <dgm:prSet/>
      <dgm:spPr/>
      <dgm:t>
        <a:bodyPr/>
        <a:lstStyle/>
        <a:p>
          <a:pPr rtl="0"/>
          <a:r>
            <a:rPr lang="en-US" dirty="0"/>
            <a:t>Processes</a:t>
          </a:r>
        </a:p>
      </dgm:t>
    </dgm:pt>
    <dgm:pt modelId="{AD0C4DFE-5939-7B4B-B5C1-68ED80957011}" type="parTrans" cxnId="{D89AD941-5074-7548-B990-1975A107357D}">
      <dgm:prSet/>
      <dgm:spPr/>
      <dgm:t>
        <a:bodyPr/>
        <a:lstStyle/>
        <a:p>
          <a:endParaRPr lang="en-US"/>
        </a:p>
      </dgm:t>
    </dgm:pt>
    <dgm:pt modelId="{7CC73111-8411-284F-869E-9D243211EB42}" type="sibTrans" cxnId="{D89AD941-5074-7548-B990-1975A107357D}">
      <dgm:prSet/>
      <dgm:spPr/>
      <dgm:t>
        <a:bodyPr/>
        <a:lstStyle/>
        <a:p>
          <a:endParaRPr lang="en-US"/>
        </a:p>
      </dgm:t>
    </dgm:pt>
    <dgm:pt modelId="{A41F43D6-E0D9-3046-9BC3-C716CBB1EBF2}">
      <dgm:prSet/>
      <dgm:spPr>
        <a:solidFill>
          <a:schemeClr val="bg1">
            <a:lumMod val="95000"/>
          </a:schemeClr>
        </a:solidFill>
      </dgm:spPr>
      <dgm:t>
        <a:bodyPr/>
        <a:lstStyle/>
        <a:p>
          <a:pPr rtl="0"/>
          <a:r>
            <a:rPr lang="en-US" dirty="0"/>
            <a:t>an entity corresponding to a user job or application that owns resources</a:t>
          </a:r>
        </a:p>
      </dgm:t>
    </dgm:pt>
    <dgm:pt modelId="{DEC0319F-DC50-2641-9982-832A63EB61D0}" type="parTrans" cxnId="{9BA7721C-1C16-2A48-A948-1FB642894CA8}">
      <dgm:prSet/>
      <dgm:spPr/>
      <dgm:t>
        <a:bodyPr/>
        <a:lstStyle/>
        <a:p>
          <a:endParaRPr lang="en-US"/>
        </a:p>
      </dgm:t>
    </dgm:pt>
    <dgm:pt modelId="{806BAE70-B396-8041-9CAD-9A5D2A555249}" type="sibTrans" cxnId="{9BA7721C-1C16-2A48-A948-1FB642894CA8}">
      <dgm:prSet/>
      <dgm:spPr/>
      <dgm:t>
        <a:bodyPr/>
        <a:lstStyle/>
        <a:p>
          <a:endParaRPr lang="en-US"/>
        </a:p>
      </dgm:t>
    </dgm:pt>
    <dgm:pt modelId="{29231B7C-6CAA-E44F-BEE2-7D1979723317}">
      <dgm:prSet/>
      <dgm:spPr/>
      <dgm:t>
        <a:bodyPr/>
        <a:lstStyle/>
        <a:p>
          <a:pPr rtl="0"/>
          <a:r>
            <a:rPr lang="en-US" dirty="0"/>
            <a:t>Threads</a:t>
          </a:r>
          <a:endParaRPr lang="en-NZ" dirty="0"/>
        </a:p>
      </dgm:t>
    </dgm:pt>
    <dgm:pt modelId="{791DA195-782C-9341-936A-00998A135596}" type="parTrans" cxnId="{00802C4D-4A10-BB4F-B596-A3C427C2E128}">
      <dgm:prSet/>
      <dgm:spPr/>
      <dgm:t>
        <a:bodyPr/>
        <a:lstStyle/>
        <a:p>
          <a:endParaRPr lang="en-US"/>
        </a:p>
      </dgm:t>
    </dgm:pt>
    <dgm:pt modelId="{5B12D936-6AF9-BB49-8AD2-3DD8C760E306}" type="sibTrans" cxnId="{00802C4D-4A10-BB4F-B596-A3C427C2E128}">
      <dgm:prSet/>
      <dgm:spPr/>
      <dgm:t>
        <a:bodyPr/>
        <a:lstStyle/>
        <a:p>
          <a:endParaRPr lang="en-US"/>
        </a:p>
      </dgm:t>
    </dgm:pt>
    <dgm:pt modelId="{897B5FC2-1B6E-3C46-B69F-F795EC5E6D01}">
      <dgm:prSet/>
      <dgm:spPr>
        <a:solidFill>
          <a:schemeClr val="bg1">
            <a:lumMod val="95000"/>
          </a:schemeClr>
        </a:solidFill>
      </dgm:spPr>
      <dgm:t>
        <a:bodyPr/>
        <a:lstStyle/>
        <a:p>
          <a:pPr rtl="0"/>
          <a:r>
            <a:rPr lang="en-US" dirty="0"/>
            <a:t>a dispatchable unit of work that executes sequentially and is interruptible</a:t>
          </a:r>
        </a:p>
      </dgm:t>
    </dgm:pt>
    <dgm:pt modelId="{1B95C39D-CCD0-8641-9D30-0936BBF10AFA}" type="parTrans" cxnId="{1D5B3A88-76DD-B54E-BDF5-C33BDB2745BA}">
      <dgm:prSet/>
      <dgm:spPr/>
      <dgm:t>
        <a:bodyPr/>
        <a:lstStyle/>
        <a:p>
          <a:endParaRPr lang="en-US"/>
        </a:p>
      </dgm:t>
    </dgm:pt>
    <dgm:pt modelId="{2FC5B0E8-BEBB-9541-8647-6A7AB54863B5}" type="sibTrans" cxnId="{1D5B3A88-76DD-B54E-BDF5-C33BDB2745BA}">
      <dgm:prSet/>
      <dgm:spPr/>
      <dgm:t>
        <a:bodyPr/>
        <a:lstStyle/>
        <a:p>
          <a:endParaRPr lang="en-US"/>
        </a:p>
      </dgm:t>
    </dgm:pt>
    <dgm:pt modelId="{5D6CA6F8-45D2-9E4F-982D-0D72F720C2D8}" type="pres">
      <dgm:prSet presAssocID="{3E616B09-0146-3247-8645-E01AE409C047}" presName="Name0" presStyleCnt="0">
        <dgm:presLayoutVars>
          <dgm:dir/>
          <dgm:animLvl val="lvl"/>
          <dgm:resizeHandles val="exact"/>
        </dgm:presLayoutVars>
      </dgm:prSet>
      <dgm:spPr/>
    </dgm:pt>
    <dgm:pt modelId="{CC370B84-A2FB-634C-8748-E75D98A4A69D}" type="pres">
      <dgm:prSet presAssocID="{CFABBA0B-D5CE-A148-8921-85F9434E68D2}" presName="composite" presStyleCnt="0"/>
      <dgm:spPr/>
    </dgm:pt>
    <dgm:pt modelId="{F9161E09-98AA-F646-A320-3D36756674FD}" type="pres">
      <dgm:prSet presAssocID="{CFABBA0B-D5CE-A148-8921-85F9434E68D2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9440C12-8D27-A646-861F-C6CEC0072C12}" type="pres">
      <dgm:prSet presAssocID="{CFABBA0B-D5CE-A148-8921-85F9434E68D2}" presName="desTx" presStyleLbl="alignAccFollowNode1" presStyleIdx="0" presStyleCnt="2">
        <dgm:presLayoutVars>
          <dgm:bulletEnabled val="1"/>
        </dgm:presLayoutVars>
      </dgm:prSet>
      <dgm:spPr/>
    </dgm:pt>
    <dgm:pt modelId="{8F04ED6A-16AB-6C4A-B333-9E830F2A042B}" type="pres">
      <dgm:prSet presAssocID="{7CC73111-8411-284F-869E-9D243211EB42}" presName="space" presStyleCnt="0"/>
      <dgm:spPr/>
    </dgm:pt>
    <dgm:pt modelId="{C1360F11-06E2-C348-B7D7-468C24E36322}" type="pres">
      <dgm:prSet presAssocID="{29231B7C-6CAA-E44F-BEE2-7D1979723317}" presName="composite" presStyleCnt="0"/>
      <dgm:spPr/>
    </dgm:pt>
    <dgm:pt modelId="{06FF1D1F-9CAB-A94F-ABD9-34BF1BE2DC25}" type="pres">
      <dgm:prSet presAssocID="{29231B7C-6CAA-E44F-BEE2-7D1979723317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291AFC4-0A1D-DF4B-A31F-0D3B8C0F583F}" type="pres">
      <dgm:prSet presAssocID="{29231B7C-6CAA-E44F-BEE2-7D1979723317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6E1BB20E-45F9-1543-A3F4-D2DC3575FEC9}" type="presOf" srcId="{3E616B09-0146-3247-8645-E01AE409C047}" destId="{5D6CA6F8-45D2-9E4F-982D-0D72F720C2D8}" srcOrd="0" destOrd="0" presId="urn:microsoft.com/office/officeart/2005/8/layout/hList1"/>
    <dgm:cxn modelId="{9BA7721C-1C16-2A48-A948-1FB642894CA8}" srcId="{CFABBA0B-D5CE-A148-8921-85F9434E68D2}" destId="{A41F43D6-E0D9-3046-9BC3-C716CBB1EBF2}" srcOrd="0" destOrd="0" parTransId="{DEC0319F-DC50-2641-9982-832A63EB61D0}" sibTransId="{806BAE70-B396-8041-9CAD-9A5D2A555249}"/>
    <dgm:cxn modelId="{D89AD941-5074-7548-B990-1975A107357D}" srcId="{3E616B09-0146-3247-8645-E01AE409C047}" destId="{CFABBA0B-D5CE-A148-8921-85F9434E68D2}" srcOrd="0" destOrd="0" parTransId="{AD0C4DFE-5939-7B4B-B5C1-68ED80957011}" sibTransId="{7CC73111-8411-284F-869E-9D243211EB42}"/>
    <dgm:cxn modelId="{00802C4D-4A10-BB4F-B596-A3C427C2E128}" srcId="{3E616B09-0146-3247-8645-E01AE409C047}" destId="{29231B7C-6CAA-E44F-BEE2-7D1979723317}" srcOrd="1" destOrd="0" parTransId="{791DA195-782C-9341-936A-00998A135596}" sibTransId="{5B12D936-6AF9-BB49-8AD2-3DD8C760E306}"/>
    <dgm:cxn modelId="{1D5B3A88-76DD-B54E-BDF5-C33BDB2745BA}" srcId="{29231B7C-6CAA-E44F-BEE2-7D1979723317}" destId="{897B5FC2-1B6E-3C46-B69F-F795EC5E6D01}" srcOrd="0" destOrd="0" parTransId="{1B95C39D-CCD0-8641-9D30-0936BBF10AFA}" sibTransId="{2FC5B0E8-BEBB-9541-8647-6A7AB54863B5}"/>
    <dgm:cxn modelId="{0356E5A2-EE38-CA49-883C-4F352ED9BA10}" type="presOf" srcId="{A41F43D6-E0D9-3046-9BC3-C716CBB1EBF2}" destId="{29440C12-8D27-A646-861F-C6CEC0072C12}" srcOrd="0" destOrd="0" presId="urn:microsoft.com/office/officeart/2005/8/layout/hList1"/>
    <dgm:cxn modelId="{DFCBF6CA-5253-444A-B946-6BDF804301E4}" type="presOf" srcId="{CFABBA0B-D5CE-A148-8921-85F9434E68D2}" destId="{F9161E09-98AA-F646-A320-3D36756674FD}" srcOrd="0" destOrd="0" presId="urn:microsoft.com/office/officeart/2005/8/layout/hList1"/>
    <dgm:cxn modelId="{D9773ED0-EF06-B042-BE0E-E55B3CD5843D}" type="presOf" srcId="{29231B7C-6CAA-E44F-BEE2-7D1979723317}" destId="{06FF1D1F-9CAB-A94F-ABD9-34BF1BE2DC25}" srcOrd="0" destOrd="0" presId="urn:microsoft.com/office/officeart/2005/8/layout/hList1"/>
    <dgm:cxn modelId="{A96964F5-3F41-A640-B555-AB3B980A8714}" type="presOf" srcId="{897B5FC2-1B6E-3C46-B69F-F795EC5E6D01}" destId="{5291AFC4-0A1D-DF4B-A31F-0D3B8C0F583F}" srcOrd="0" destOrd="0" presId="urn:microsoft.com/office/officeart/2005/8/layout/hList1"/>
    <dgm:cxn modelId="{F6F3FB3D-29ED-0B42-A3C8-84790CB2D35C}" type="presParOf" srcId="{5D6CA6F8-45D2-9E4F-982D-0D72F720C2D8}" destId="{CC370B84-A2FB-634C-8748-E75D98A4A69D}" srcOrd="0" destOrd="0" presId="urn:microsoft.com/office/officeart/2005/8/layout/hList1"/>
    <dgm:cxn modelId="{BACCB37E-807D-F64D-8B0E-616007D67FBF}" type="presParOf" srcId="{CC370B84-A2FB-634C-8748-E75D98A4A69D}" destId="{F9161E09-98AA-F646-A320-3D36756674FD}" srcOrd="0" destOrd="0" presId="urn:microsoft.com/office/officeart/2005/8/layout/hList1"/>
    <dgm:cxn modelId="{0B56F3CB-F85D-D240-A184-84A9EDDA01A1}" type="presParOf" srcId="{CC370B84-A2FB-634C-8748-E75D98A4A69D}" destId="{29440C12-8D27-A646-861F-C6CEC0072C12}" srcOrd="1" destOrd="0" presId="urn:microsoft.com/office/officeart/2005/8/layout/hList1"/>
    <dgm:cxn modelId="{4E69E30E-409D-594D-B2E6-03E564DC489F}" type="presParOf" srcId="{5D6CA6F8-45D2-9E4F-982D-0D72F720C2D8}" destId="{8F04ED6A-16AB-6C4A-B333-9E830F2A042B}" srcOrd="1" destOrd="0" presId="urn:microsoft.com/office/officeart/2005/8/layout/hList1"/>
    <dgm:cxn modelId="{FB618D0B-58A9-034E-A480-03C069CDE875}" type="presParOf" srcId="{5D6CA6F8-45D2-9E4F-982D-0D72F720C2D8}" destId="{C1360F11-06E2-C348-B7D7-468C24E36322}" srcOrd="2" destOrd="0" presId="urn:microsoft.com/office/officeart/2005/8/layout/hList1"/>
    <dgm:cxn modelId="{697710A8-7F99-4548-BBD0-CD17D13946EF}" type="presParOf" srcId="{C1360F11-06E2-C348-B7D7-468C24E36322}" destId="{06FF1D1F-9CAB-A94F-ABD9-34BF1BE2DC25}" srcOrd="0" destOrd="0" presId="urn:microsoft.com/office/officeart/2005/8/layout/hList1"/>
    <dgm:cxn modelId="{BCF63C71-49C6-B04B-A831-D9A3CF8CDDC3}" type="presParOf" srcId="{C1360F11-06E2-C348-B7D7-468C24E36322}" destId="{5291AFC4-0A1D-DF4B-A31F-0D3B8C0F583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52FF333-55C4-EF4E-A5FC-9291870878AC}" type="doc">
      <dgm:prSet loTypeId="urn:microsoft.com/office/officeart/2005/8/layout/hierarchy1" loCatId="hierarchy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91E23AE-1798-E641-AAA7-BD50B810DC6D}">
      <dgm:prSet/>
      <dgm:spPr/>
      <dgm:t>
        <a:bodyPr/>
        <a:lstStyle/>
        <a:p>
          <a:pPr rtl="0"/>
          <a:r>
            <a:rPr lang="en-US" dirty="0"/>
            <a:t>Achieves concurrency without the overhead of using multiple processes</a:t>
          </a:r>
        </a:p>
      </dgm:t>
    </dgm:pt>
    <dgm:pt modelId="{3650D7D9-C168-7C42-ABBB-80E1014D3E92}" type="parTrans" cxnId="{97A1171C-DDCE-054F-BB76-36DD28477506}">
      <dgm:prSet/>
      <dgm:spPr/>
      <dgm:t>
        <a:bodyPr/>
        <a:lstStyle/>
        <a:p>
          <a:endParaRPr lang="en-US"/>
        </a:p>
      </dgm:t>
    </dgm:pt>
    <dgm:pt modelId="{634B9178-5E38-5F4F-87AA-5D3BF6F98AAE}" type="sibTrans" cxnId="{97A1171C-DDCE-054F-BB76-36DD28477506}">
      <dgm:prSet/>
      <dgm:spPr/>
      <dgm:t>
        <a:bodyPr/>
        <a:lstStyle/>
        <a:p>
          <a:endParaRPr lang="en-US"/>
        </a:p>
      </dgm:t>
    </dgm:pt>
    <dgm:pt modelId="{3EC19890-21C9-F849-9243-435B55B30C7B}">
      <dgm:prSet/>
      <dgm:spPr/>
      <dgm:t>
        <a:bodyPr/>
        <a:lstStyle/>
        <a:p>
          <a:pPr rtl="0"/>
          <a:r>
            <a:rPr lang="en-US" dirty="0"/>
            <a:t>Threads within the same process can exchange information through their common address space and have access to the shared resources of the process</a:t>
          </a:r>
        </a:p>
      </dgm:t>
    </dgm:pt>
    <dgm:pt modelId="{923BA256-3A2E-8D4C-958F-2102BE05815C}" type="parTrans" cxnId="{E9E4C924-67EF-C74C-A9D3-841EF834B654}">
      <dgm:prSet/>
      <dgm:spPr/>
      <dgm:t>
        <a:bodyPr/>
        <a:lstStyle/>
        <a:p>
          <a:endParaRPr lang="en-US" dirty="0"/>
        </a:p>
      </dgm:t>
    </dgm:pt>
    <dgm:pt modelId="{06254B42-A821-C04A-B97F-C866AC5F6BD6}" type="sibTrans" cxnId="{E9E4C924-67EF-C74C-A9D3-841EF834B654}">
      <dgm:prSet/>
      <dgm:spPr/>
      <dgm:t>
        <a:bodyPr/>
        <a:lstStyle/>
        <a:p>
          <a:endParaRPr lang="en-US"/>
        </a:p>
      </dgm:t>
    </dgm:pt>
    <dgm:pt modelId="{014C9136-51F1-794F-8863-E974346214EE}">
      <dgm:prSet/>
      <dgm:spPr/>
      <dgm:t>
        <a:bodyPr/>
        <a:lstStyle/>
        <a:p>
          <a:pPr rtl="0"/>
          <a:r>
            <a:rPr lang="en-US" dirty="0"/>
            <a:t>Threads in different processes can exchange information through shared memory that has been set up between the two processes</a:t>
          </a:r>
        </a:p>
      </dgm:t>
    </dgm:pt>
    <dgm:pt modelId="{A120185E-3EA0-9E4E-905E-5DDA34033F76}" type="parTrans" cxnId="{2B68B9F9-24E8-A640-B9E6-EE4FFDD14EA9}">
      <dgm:prSet/>
      <dgm:spPr/>
      <dgm:t>
        <a:bodyPr/>
        <a:lstStyle/>
        <a:p>
          <a:endParaRPr lang="en-US" dirty="0"/>
        </a:p>
      </dgm:t>
    </dgm:pt>
    <dgm:pt modelId="{1DEAD59E-0558-794B-AB89-3AB2801E2242}" type="sibTrans" cxnId="{2B68B9F9-24E8-A640-B9E6-EE4FFDD14EA9}">
      <dgm:prSet/>
      <dgm:spPr/>
      <dgm:t>
        <a:bodyPr/>
        <a:lstStyle/>
        <a:p>
          <a:endParaRPr lang="en-US"/>
        </a:p>
      </dgm:t>
    </dgm:pt>
    <dgm:pt modelId="{932F9D0B-9575-FE40-BCB1-15559B06EDCA}" type="pres">
      <dgm:prSet presAssocID="{052FF333-55C4-EF4E-A5FC-9291870878A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DB2F38-F52B-E64E-AB96-F3C6C69639E4}" type="pres">
      <dgm:prSet presAssocID="{B91E23AE-1798-E641-AAA7-BD50B810DC6D}" presName="hierRoot1" presStyleCnt="0"/>
      <dgm:spPr/>
    </dgm:pt>
    <dgm:pt modelId="{5F7DED4C-009C-BE40-85FC-EF6E248042AD}" type="pres">
      <dgm:prSet presAssocID="{B91E23AE-1798-E641-AAA7-BD50B810DC6D}" presName="composite" presStyleCnt="0"/>
      <dgm:spPr/>
    </dgm:pt>
    <dgm:pt modelId="{9C2BBFA4-FD11-C64F-B385-87F44DFD6E9D}" type="pres">
      <dgm:prSet presAssocID="{B91E23AE-1798-E641-AAA7-BD50B810DC6D}" presName="background" presStyleLbl="node0" presStyleIdx="0" presStyleCnt="1"/>
      <dgm:spPr/>
    </dgm:pt>
    <dgm:pt modelId="{5A90B169-569D-6845-82FD-D850FD4F7ECB}" type="pres">
      <dgm:prSet presAssocID="{B91E23AE-1798-E641-AAA7-BD50B810DC6D}" presName="text" presStyleLbl="fgAcc0" presStyleIdx="0" presStyleCnt="1">
        <dgm:presLayoutVars>
          <dgm:chPref val="3"/>
        </dgm:presLayoutVars>
      </dgm:prSet>
      <dgm:spPr/>
    </dgm:pt>
    <dgm:pt modelId="{C7649021-CC19-7A4B-B1F7-B805DB00D2CA}" type="pres">
      <dgm:prSet presAssocID="{B91E23AE-1798-E641-AAA7-BD50B810DC6D}" presName="hierChild2" presStyleCnt="0"/>
      <dgm:spPr/>
    </dgm:pt>
    <dgm:pt modelId="{01A5A7D6-9600-4A4B-83FE-D0AA84497058}" type="pres">
      <dgm:prSet presAssocID="{923BA256-3A2E-8D4C-958F-2102BE05815C}" presName="Name10" presStyleLbl="parChTrans1D2" presStyleIdx="0" presStyleCnt="2"/>
      <dgm:spPr/>
    </dgm:pt>
    <dgm:pt modelId="{F862061D-D4AF-3149-A6BE-4FABA805C9F1}" type="pres">
      <dgm:prSet presAssocID="{3EC19890-21C9-F849-9243-435B55B30C7B}" presName="hierRoot2" presStyleCnt="0"/>
      <dgm:spPr/>
    </dgm:pt>
    <dgm:pt modelId="{D3AFF624-A4CC-6C47-B018-D0845C7512D0}" type="pres">
      <dgm:prSet presAssocID="{3EC19890-21C9-F849-9243-435B55B30C7B}" presName="composite2" presStyleCnt="0"/>
      <dgm:spPr/>
    </dgm:pt>
    <dgm:pt modelId="{45D751CF-0371-5B43-A54C-0760DB33DED9}" type="pres">
      <dgm:prSet presAssocID="{3EC19890-21C9-F849-9243-435B55B30C7B}" presName="background2" presStyleLbl="node2" presStyleIdx="0" presStyleCnt="2"/>
      <dgm:spPr/>
    </dgm:pt>
    <dgm:pt modelId="{E693F0F0-A635-2641-8FE6-FF7DAA91A813}" type="pres">
      <dgm:prSet presAssocID="{3EC19890-21C9-F849-9243-435B55B30C7B}" presName="text2" presStyleLbl="fgAcc2" presStyleIdx="0" presStyleCnt="2">
        <dgm:presLayoutVars>
          <dgm:chPref val="3"/>
        </dgm:presLayoutVars>
      </dgm:prSet>
      <dgm:spPr/>
    </dgm:pt>
    <dgm:pt modelId="{CA5141C6-A094-044F-9526-65B9578828EC}" type="pres">
      <dgm:prSet presAssocID="{3EC19890-21C9-F849-9243-435B55B30C7B}" presName="hierChild3" presStyleCnt="0"/>
      <dgm:spPr/>
    </dgm:pt>
    <dgm:pt modelId="{500E5926-21BC-DA4C-8718-E096140F6721}" type="pres">
      <dgm:prSet presAssocID="{A120185E-3EA0-9E4E-905E-5DDA34033F76}" presName="Name10" presStyleLbl="parChTrans1D2" presStyleIdx="1" presStyleCnt="2"/>
      <dgm:spPr/>
    </dgm:pt>
    <dgm:pt modelId="{741FF84D-49F2-DA4C-9577-E818F784792F}" type="pres">
      <dgm:prSet presAssocID="{014C9136-51F1-794F-8863-E974346214EE}" presName="hierRoot2" presStyleCnt="0"/>
      <dgm:spPr/>
    </dgm:pt>
    <dgm:pt modelId="{8CE69FA0-6EA2-E048-AA33-1B0F6728430D}" type="pres">
      <dgm:prSet presAssocID="{014C9136-51F1-794F-8863-E974346214EE}" presName="composite2" presStyleCnt="0"/>
      <dgm:spPr/>
    </dgm:pt>
    <dgm:pt modelId="{D95F1863-BED8-D940-A1BF-C1E6F6EA23EF}" type="pres">
      <dgm:prSet presAssocID="{014C9136-51F1-794F-8863-E974346214EE}" presName="background2" presStyleLbl="node2" presStyleIdx="1" presStyleCnt="2"/>
      <dgm:spPr/>
    </dgm:pt>
    <dgm:pt modelId="{4BD8E55B-4838-D147-9405-F6502952C1F9}" type="pres">
      <dgm:prSet presAssocID="{014C9136-51F1-794F-8863-E974346214EE}" presName="text2" presStyleLbl="fgAcc2" presStyleIdx="1" presStyleCnt="2">
        <dgm:presLayoutVars>
          <dgm:chPref val="3"/>
        </dgm:presLayoutVars>
      </dgm:prSet>
      <dgm:spPr/>
    </dgm:pt>
    <dgm:pt modelId="{FACFA3D1-1126-C94E-B7BC-998AFAED1CD0}" type="pres">
      <dgm:prSet presAssocID="{014C9136-51F1-794F-8863-E974346214EE}" presName="hierChild3" presStyleCnt="0"/>
      <dgm:spPr/>
    </dgm:pt>
  </dgm:ptLst>
  <dgm:cxnLst>
    <dgm:cxn modelId="{6C35770B-9D6E-0648-9279-C4562B676571}" type="presOf" srcId="{A120185E-3EA0-9E4E-905E-5DDA34033F76}" destId="{500E5926-21BC-DA4C-8718-E096140F6721}" srcOrd="0" destOrd="0" presId="urn:microsoft.com/office/officeart/2005/8/layout/hierarchy1"/>
    <dgm:cxn modelId="{97A1171C-DDCE-054F-BB76-36DD28477506}" srcId="{052FF333-55C4-EF4E-A5FC-9291870878AC}" destId="{B91E23AE-1798-E641-AAA7-BD50B810DC6D}" srcOrd="0" destOrd="0" parTransId="{3650D7D9-C168-7C42-ABBB-80E1014D3E92}" sibTransId="{634B9178-5E38-5F4F-87AA-5D3BF6F98AAE}"/>
    <dgm:cxn modelId="{E9E4C924-67EF-C74C-A9D3-841EF834B654}" srcId="{B91E23AE-1798-E641-AAA7-BD50B810DC6D}" destId="{3EC19890-21C9-F849-9243-435B55B30C7B}" srcOrd="0" destOrd="0" parTransId="{923BA256-3A2E-8D4C-958F-2102BE05815C}" sibTransId="{06254B42-A821-C04A-B97F-C866AC5F6BD6}"/>
    <dgm:cxn modelId="{4BD39035-9785-974A-ACEA-A0572E6D97FE}" type="presOf" srcId="{3EC19890-21C9-F849-9243-435B55B30C7B}" destId="{E693F0F0-A635-2641-8FE6-FF7DAA91A813}" srcOrd="0" destOrd="0" presId="urn:microsoft.com/office/officeart/2005/8/layout/hierarchy1"/>
    <dgm:cxn modelId="{D124F060-B05C-A24E-9251-C26916F29618}" type="presOf" srcId="{923BA256-3A2E-8D4C-958F-2102BE05815C}" destId="{01A5A7D6-9600-4A4B-83FE-D0AA84497058}" srcOrd="0" destOrd="0" presId="urn:microsoft.com/office/officeart/2005/8/layout/hierarchy1"/>
    <dgm:cxn modelId="{C6FBBB45-DB44-8E43-8008-ACC36958A3A1}" type="presOf" srcId="{014C9136-51F1-794F-8863-E974346214EE}" destId="{4BD8E55B-4838-D147-9405-F6502952C1F9}" srcOrd="0" destOrd="0" presId="urn:microsoft.com/office/officeart/2005/8/layout/hierarchy1"/>
    <dgm:cxn modelId="{C48F9AA1-797F-DD40-9D79-5E7BC9E9D936}" type="presOf" srcId="{052FF333-55C4-EF4E-A5FC-9291870878AC}" destId="{932F9D0B-9575-FE40-BCB1-15559B06EDCA}" srcOrd="0" destOrd="0" presId="urn:microsoft.com/office/officeart/2005/8/layout/hierarchy1"/>
    <dgm:cxn modelId="{67A49EA2-8E07-A248-93EE-40A261727856}" type="presOf" srcId="{B91E23AE-1798-E641-AAA7-BD50B810DC6D}" destId="{5A90B169-569D-6845-82FD-D850FD4F7ECB}" srcOrd="0" destOrd="0" presId="urn:microsoft.com/office/officeart/2005/8/layout/hierarchy1"/>
    <dgm:cxn modelId="{2B68B9F9-24E8-A640-B9E6-EE4FFDD14EA9}" srcId="{B91E23AE-1798-E641-AAA7-BD50B810DC6D}" destId="{014C9136-51F1-794F-8863-E974346214EE}" srcOrd="1" destOrd="0" parTransId="{A120185E-3EA0-9E4E-905E-5DDA34033F76}" sibTransId="{1DEAD59E-0558-794B-AB89-3AB2801E2242}"/>
    <dgm:cxn modelId="{38DE10DB-4022-0441-B8EE-6612F919942B}" type="presParOf" srcId="{932F9D0B-9575-FE40-BCB1-15559B06EDCA}" destId="{DBDB2F38-F52B-E64E-AB96-F3C6C69639E4}" srcOrd="0" destOrd="0" presId="urn:microsoft.com/office/officeart/2005/8/layout/hierarchy1"/>
    <dgm:cxn modelId="{2ADC8212-D234-6A4F-80BF-85AA6F34BE4E}" type="presParOf" srcId="{DBDB2F38-F52B-E64E-AB96-F3C6C69639E4}" destId="{5F7DED4C-009C-BE40-85FC-EF6E248042AD}" srcOrd="0" destOrd="0" presId="urn:microsoft.com/office/officeart/2005/8/layout/hierarchy1"/>
    <dgm:cxn modelId="{AA40186F-E784-8345-8ADF-8EE4328D669C}" type="presParOf" srcId="{5F7DED4C-009C-BE40-85FC-EF6E248042AD}" destId="{9C2BBFA4-FD11-C64F-B385-87F44DFD6E9D}" srcOrd="0" destOrd="0" presId="urn:microsoft.com/office/officeart/2005/8/layout/hierarchy1"/>
    <dgm:cxn modelId="{F631F5F7-98BD-E24C-8FE7-9CC5253A1582}" type="presParOf" srcId="{5F7DED4C-009C-BE40-85FC-EF6E248042AD}" destId="{5A90B169-569D-6845-82FD-D850FD4F7ECB}" srcOrd="1" destOrd="0" presId="urn:microsoft.com/office/officeart/2005/8/layout/hierarchy1"/>
    <dgm:cxn modelId="{162461F7-15C1-7E49-8198-86BA96FC42DA}" type="presParOf" srcId="{DBDB2F38-F52B-E64E-AB96-F3C6C69639E4}" destId="{C7649021-CC19-7A4B-B1F7-B805DB00D2CA}" srcOrd="1" destOrd="0" presId="urn:microsoft.com/office/officeart/2005/8/layout/hierarchy1"/>
    <dgm:cxn modelId="{82D8BAA9-C5B6-7A43-812A-F73937DE879F}" type="presParOf" srcId="{C7649021-CC19-7A4B-B1F7-B805DB00D2CA}" destId="{01A5A7D6-9600-4A4B-83FE-D0AA84497058}" srcOrd="0" destOrd="0" presId="urn:microsoft.com/office/officeart/2005/8/layout/hierarchy1"/>
    <dgm:cxn modelId="{645A8BF9-A0E5-4E45-8179-ED6CD4A25A7A}" type="presParOf" srcId="{C7649021-CC19-7A4B-B1F7-B805DB00D2CA}" destId="{F862061D-D4AF-3149-A6BE-4FABA805C9F1}" srcOrd="1" destOrd="0" presId="urn:microsoft.com/office/officeart/2005/8/layout/hierarchy1"/>
    <dgm:cxn modelId="{20EC9845-B159-F644-8C81-D0398CADD20C}" type="presParOf" srcId="{F862061D-D4AF-3149-A6BE-4FABA805C9F1}" destId="{D3AFF624-A4CC-6C47-B018-D0845C7512D0}" srcOrd="0" destOrd="0" presId="urn:microsoft.com/office/officeart/2005/8/layout/hierarchy1"/>
    <dgm:cxn modelId="{4545CF14-24C6-6F4C-AF4D-1C9C52A64825}" type="presParOf" srcId="{D3AFF624-A4CC-6C47-B018-D0845C7512D0}" destId="{45D751CF-0371-5B43-A54C-0760DB33DED9}" srcOrd="0" destOrd="0" presId="urn:microsoft.com/office/officeart/2005/8/layout/hierarchy1"/>
    <dgm:cxn modelId="{A246DF3F-8EE4-5945-A8D6-0195A1DDBCE8}" type="presParOf" srcId="{D3AFF624-A4CC-6C47-B018-D0845C7512D0}" destId="{E693F0F0-A635-2641-8FE6-FF7DAA91A813}" srcOrd="1" destOrd="0" presId="urn:microsoft.com/office/officeart/2005/8/layout/hierarchy1"/>
    <dgm:cxn modelId="{086EDEF5-EDC1-534E-996C-37F31D4097FF}" type="presParOf" srcId="{F862061D-D4AF-3149-A6BE-4FABA805C9F1}" destId="{CA5141C6-A094-044F-9526-65B9578828EC}" srcOrd="1" destOrd="0" presId="urn:microsoft.com/office/officeart/2005/8/layout/hierarchy1"/>
    <dgm:cxn modelId="{7BCB4079-06FE-F244-B16B-C00D18A06DFC}" type="presParOf" srcId="{C7649021-CC19-7A4B-B1F7-B805DB00D2CA}" destId="{500E5926-21BC-DA4C-8718-E096140F6721}" srcOrd="2" destOrd="0" presId="urn:microsoft.com/office/officeart/2005/8/layout/hierarchy1"/>
    <dgm:cxn modelId="{1E38796D-03F7-414F-934E-DDE025671C5E}" type="presParOf" srcId="{C7649021-CC19-7A4B-B1F7-B805DB00D2CA}" destId="{741FF84D-49F2-DA4C-9577-E818F784792F}" srcOrd="3" destOrd="0" presId="urn:microsoft.com/office/officeart/2005/8/layout/hierarchy1"/>
    <dgm:cxn modelId="{333DCD70-0A43-6443-8EC1-FC36B44004E0}" type="presParOf" srcId="{741FF84D-49F2-DA4C-9577-E818F784792F}" destId="{8CE69FA0-6EA2-E048-AA33-1B0F6728430D}" srcOrd="0" destOrd="0" presId="urn:microsoft.com/office/officeart/2005/8/layout/hierarchy1"/>
    <dgm:cxn modelId="{C295833B-16C4-D042-BCFE-A756AF08285C}" type="presParOf" srcId="{8CE69FA0-6EA2-E048-AA33-1B0F6728430D}" destId="{D95F1863-BED8-D940-A1BF-C1E6F6EA23EF}" srcOrd="0" destOrd="0" presId="urn:microsoft.com/office/officeart/2005/8/layout/hierarchy1"/>
    <dgm:cxn modelId="{87A4BDAE-AA63-944D-AD6A-5E4390731DE7}" type="presParOf" srcId="{8CE69FA0-6EA2-E048-AA33-1B0F6728430D}" destId="{4BD8E55B-4838-D147-9405-F6502952C1F9}" srcOrd="1" destOrd="0" presId="urn:microsoft.com/office/officeart/2005/8/layout/hierarchy1"/>
    <dgm:cxn modelId="{391374F0-370A-984E-A651-88E0973878BD}" type="presParOf" srcId="{741FF84D-49F2-DA4C-9577-E818F784792F}" destId="{FACFA3D1-1126-C94E-B7BC-998AFAED1CD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C0F125E-DBA3-404A-A387-7AA865B70F73}" type="doc">
      <dgm:prSet loTypeId="urn:microsoft.com/office/officeart/2008/layout/LinedList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FAEC055-E24C-784D-8042-DCAA7EB1B932}">
      <dgm:prSet custT="1"/>
      <dgm:spPr/>
      <dgm:t>
        <a:bodyPr/>
        <a:lstStyle/>
        <a:p>
          <a:r>
            <a:rPr lang="en-US" sz="2700" dirty="0"/>
            <a:t>Interrupts</a:t>
          </a:r>
        </a:p>
      </dgm:t>
    </dgm:pt>
    <dgm:pt modelId="{5E06EF93-C9CA-1E42-8A08-EE30A89FB53B}" type="parTrans" cxnId="{5E84CB6C-9F61-1F4E-A85F-D94B943F1ADD}">
      <dgm:prSet/>
      <dgm:spPr/>
      <dgm:t>
        <a:bodyPr/>
        <a:lstStyle/>
        <a:p>
          <a:endParaRPr lang="en-US"/>
        </a:p>
      </dgm:t>
    </dgm:pt>
    <dgm:pt modelId="{248D4B19-B790-5B4B-9AF2-1DF4886A2336}" type="sibTrans" cxnId="{5E84CB6C-9F61-1F4E-A85F-D94B943F1ADD}">
      <dgm:prSet/>
      <dgm:spPr/>
      <dgm:t>
        <a:bodyPr/>
        <a:lstStyle/>
        <a:p>
          <a:endParaRPr lang="en-US"/>
        </a:p>
      </dgm:t>
    </dgm:pt>
    <dgm:pt modelId="{34440324-2A3E-EC44-8A00-3E05C9ADC31B}">
      <dgm:prSet custT="1"/>
      <dgm:spPr/>
      <dgm:t>
        <a:bodyPr/>
        <a:lstStyle/>
        <a:p>
          <a:r>
            <a:rPr lang="en-US" sz="2000" dirty="0"/>
            <a:t>synchronized by preventing their handling for a period of time</a:t>
          </a:r>
        </a:p>
      </dgm:t>
    </dgm:pt>
    <dgm:pt modelId="{A17B8D27-0EC7-604D-93E2-8DC7D25B33D0}" type="parTrans" cxnId="{A4E00F47-7DC1-5843-87D4-4A7C0D22BB69}">
      <dgm:prSet/>
      <dgm:spPr/>
      <dgm:t>
        <a:bodyPr/>
        <a:lstStyle/>
        <a:p>
          <a:endParaRPr lang="en-US"/>
        </a:p>
      </dgm:t>
    </dgm:pt>
    <dgm:pt modelId="{9D65B186-9DBD-5548-9628-649519E0D07A}" type="sibTrans" cxnId="{A4E00F47-7DC1-5843-87D4-4A7C0D22BB69}">
      <dgm:prSet/>
      <dgm:spPr/>
      <dgm:t>
        <a:bodyPr/>
        <a:lstStyle/>
        <a:p>
          <a:endParaRPr lang="en-US"/>
        </a:p>
      </dgm:t>
    </dgm:pt>
    <dgm:pt modelId="{9C4AC180-9988-2B48-8784-4F13A14B4EE3}">
      <dgm:prSet custT="1"/>
      <dgm:spPr/>
      <dgm:t>
        <a:bodyPr/>
        <a:lstStyle/>
        <a:p>
          <a:r>
            <a:rPr lang="en-US" sz="2000" dirty="0"/>
            <a:t>cooperate with each other and manage the use of shared data structures by primitives that enforce mutual exclusion and synchronize their execution</a:t>
          </a:r>
        </a:p>
      </dgm:t>
    </dgm:pt>
    <dgm:pt modelId="{3FEBB468-8C04-3D4D-9F49-CF5AB6B01DE1}">
      <dgm:prSet phldrT="[Text]" custT="1"/>
      <dgm:spPr/>
      <dgm:t>
        <a:bodyPr/>
        <a:lstStyle/>
        <a:p>
          <a:r>
            <a:rPr lang="en-US" sz="2700" dirty="0"/>
            <a:t>Processes (threads)</a:t>
          </a:r>
        </a:p>
      </dgm:t>
    </dgm:pt>
    <dgm:pt modelId="{7927C5E6-ED9E-C340-A1AA-6EB0872296DB}" type="sibTrans" cxnId="{457AC1D2-56FE-1E46-A2D5-6257DD2F5C3A}">
      <dgm:prSet/>
      <dgm:spPr/>
      <dgm:t>
        <a:bodyPr/>
        <a:lstStyle/>
        <a:p>
          <a:endParaRPr lang="en-US"/>
        </a:p>
      </dgm:t>
    </dgm:pt>
    <dgm:pt modelId="{B0720642-24E1-214F-9EA2-6C8B29D7596B}" type="parTrans" cxnId="{457AC1D2-56FE-1E46-A2D5-6257DD2F5C3A}">
      <dgm:prSet/>
      <dgm:spPr/>
      <dgm:t>
        <a:bodyPr/>
        <a:lstStyle/>
        <a:p>
          <a:endParaRPr lang="en-US"/>
        </a:p>
      </dgm:t>
    </dgm:pt>
    <dgm:pt modelId="{7A47CDED-1785-F945-A050-24F1C4525D13}" type="sibTrans" cxnId="{F32AF32B-9DF8-064D-99A5-DD508E5F801A}">
      <dgm:prSet/>
      <dgm:spPr/>
      <dgm:t>
        <a:bodyPr/>
        <a:lstStyle/>
        <a:p>
          <a:endParaRPr lang="en-US"/>
        </a:p>
      </dgm:t>
    </dgm:pt>
    <dgm:pt modelId="{273FD3FF-E8E7-014A-9784-5EB8EEE13397}" type="parTrans" cxnId="{F32AF32B-9DF8-064D-99A5-DD508E5F801A}">
      <dgm:prSet/>
      <dgm:spPr/>
      <dgm:t>
        <a:bodyPr/>
        <a:lstStyle/>
        <a:p>
          <a:endParaRPr lang="en-US"/>
        </a:p>
      </dgm:t>
    </dgm:pt>
    <dgm:pt modelId="{93C246D5-7303-C249-A9DD-AB705B9473D2}" type="pres">
      <dgm:prSet presAssocID="{EC0F125E-DBA3-404A-A387-7AA865B70F73}" presName="vert0" presStyleCnt="0">
        <dgm:presLayoutVars>
          <dgm:dir/>
          <dgm:animOne val="branch"/>
          <dgm:animLvl val="lvl"/>
        </dgm:presLayoutVars>
      </dgm:prSet>
      <dgm:spPr/>
    </dgm:pt>
    <dgm:pt modelId="{49064325-F871-1445-AD04-4E175EF1365E}" type="pres">
      <dgm:prSet presAssocID="{3FEBB468-8C04-3D4D-9F49-CF5AB6B01DE1}" presName="thickLine" presStyleLbl="alignNode1" presStyleIdx="0" presStyleCnt="2"/>
      <dgm:spPr/>
    </dgm:pt>
    <dgm:pt modelId="{D0190E46-A216-4748-AA4A-BF9D3C64D281}" type="pres">
      <dgm:prSet presAssocID="{3FEBB468-8C04-3D4D-9F49-CF5AB6B01DE1}" presName="horz1" presStyleCnt="0"/>
      <dgm:spPr/>
    </dgm:pt>
    <dgm:pt modelId="{5308B19D-3226-7F43-90A7-076E34833999}" type="pres">
      <dgm:prSet presAssocID="{3FEBB468-8C04-3D4D-9F49-CF5AB6B01DE1}" presName="tx1" presStyleLbl="revTx" presStyleIdx="0" presStyleCnt="4"/>
      <dgm:spPr/>
    </dgm:pt>
    <dgm:pt modelId="{963D6094-EA4C-1B42-BCD4-4F10A8C244B9}" type="pres">
      <dgm:prSet presAssocID="{3FEBB468-8C04-3D4D-9F49-CF5AB6B01DE1}" presName="vert1" presStyleCnt="0"/>
      <dgm:spPr/>
    </dgm:pt>
    <dgm:pt modelId="{A080AE69-75DF-F648-896C-48641745A31E}" type="pres">
      <dgm:prSet presAssocID="{9C4AC180-9988-2B48-8784-4F13A14B4EE3}" presName="vertSpace2a" presStyleCnt="0"/>
      <dgm:spPr/>
    </dgm:pt>
    <dgm:pt modelId="{F79F41D7-96D8-994B-90BB-FD5462D98DCE}" type="pres">
      <dgm:prSet presAssocID="{9C4AC180-9988-2B48-8784-4F13A14B4EE3}" presName="horz2" presStyleCnt="0"/>
      <dgm:spPr/>
    </dgm:pt>
    <dgm:pt modelId="{2AF22AFB-28A3-9B46-B04D-7F6F29309214}" type="pres">
      <dgm:prSet presAssocID="{9C4AC180-9988-2B48-8784-4F13A14B4EE3}" presName="horzSpace2" presStyleCnt="0"/>
      <dgm:spPr/>
    </dgm:pt>
    <dgm:pt modelId="{5A890009-52E7-D04B-83B6-E421AA5B9F18}" type="pres">
      <dgm:prSet presAssocID="{9C4AC180-9988-2B48-8784-4F13A14B4EE3}" presName="tx2" presStyleLbl="revTx" presStyleIdx="1" presStyleCnt="4"/>
      <dgm:spPr/>
    </dgm:pt>
    <dgm:pt modelId="{5C6FBD28-2DA7-3F48-AD02-E9AE689D1CD3}" type="pres">
      <dgm:prSet presAssocID="{9C4AC180-9988-2B48-8784-4F13A14B4EE3}" presName="vert2" presStyleCnt="0"/>
      <dgm:spPr/>
    </dgm:pt>
    <dgm:pt modelId="{25CBDD50-B0DB-4E4F-85BD-EFF7B7241204}" type="pres">
      <dgm:prSet presAssocID="{9C4AC180-9988-2B48-8784-4F13A14B4EE3}" presName="thinLine2b" presStyleLbl="callout" presStyleIdx="0" presStyleCnt="2"/>
      <dgm:spPr/>
    </dgm:pt>
    <dgm:pt modelId="{2EE0DB58-750B-7D4D-A8F9-B19DCAD00F2A}" type="pres">
      <dgm:prSet presAssocID="{9C4AC180-9988-2B48-8784-4F13A14B4EE3}" presName="vertSpace2b" presStyleCnt="0"/>
      <dgm:spPr/>
    </dgm:pt>
    <dgm:pt modelId="{B1D9BB74-11EB-5446-9A70-9E4A968739EF}" type="pres">
      <dgm:prSet presAssocID="{0FAEC055-E24C-784D-8042-DCAA7EB1B932}" presName="thickLine" presStyleLbl="alignNode1" presStyleIdx="1" presStyleCnt="2"/>
      <dgm:spPr/>
    </dgm:pt>
    <dgm:pt modelId="{F9440E25-A48D-E442-B3CE-2025710D3FCB}" type="pres">
      <dgm:prSet presAssocID="{0FAEC055-E24C-784D-8042-DCAA7EB1B932}" presName="horz1" presStyleCnt="0"/>
      <dgm:spPr/>
    </dgm:pt>
    <dgm:pt modelId="{3CEF4735-D4B5-974D-B9BF-54ACF1BEFBF9}" type="pres">
      <dgm:prSet presAssocID="{0FAEC055-E24C-784D-8042-DCAA7EB1B932}" presName="tx1" presStyleLbl="revTx" presStyleIdx="2" presStyleCnt="4"/>
      <dgm:spPr/>
    </dgm:pt>
    <dgm:pt modelId="{61830790-4776-874D-A2DF-5A5BEC691721}" type="pres">
      <dgm:prSet presAssocID="{0FAEC055-E24C-784D-8042-DCAA7EB1B932}" presName="vert1" presStyleCnt="0"/>
      <dgm:spPr/>
    </dgm:pt>
    <dgm:pt modelId="{21A50DA7-D7FD-8F48-A142-B33A70F668BD}" type="pres">
      <dgm:prSet presAssocID="{34440324-2A3E-EC44-8A00-3E05C9ADC31B}" presName="vertSpace2a" presStyleCnt="0"/>
      <dgm:spPr/>
    </dgm:pt>
    <dgm:pt modelId="{7BA82E4F-F410-9547-8189-2D5C2CA7D4B1}" type="pres">
      <dgm:prSet presAssocID="{34440324-2A3E-EC44-8A00-3E05C9ADC31B}" presName="horz2" presStyleCnt="0"/>
      <dgm:spPr/>
    </dgm:pt>
    <dgm:pt modelId="{A37AF7C1-A047-2C4F-A77E-1E81CD548BAA}" type="pres">
      <dgm:prSet presAssocID="{34440324-2A3E-EC44-8A00-3E05C9ADC31B}" presName="horzSpace2" presStyleCnt="0"/>
      <dgm:spPr/>
    </dgm:pt>
    <dgm:pt modelId="{55E25350-D609-0E4C-AF06-74901F766641}" type="pres">
      <dgm:prSet presAssocID="{34440324-2A3E-EC44-8A00-3E05C9ADC31B}" presName="tx2" presStyleLbl="revTx" presStyleIdx="3" presStyleCnt="4"/>
      <dgm:spPr/>
    </dgm:pt>
    <dgm:pt modelId="{F1C8B7F9-67C6-8148-B021-57DE2339D0A7}" type="pres">
      <dgm:prSet presAssocID="{34440324-2A3E-EC44-8A00-3E05C9ADC31B}" presName="vert2" presStyleCnt="0"/>
      <dgm:spPr/>
    </dgm:pt>
    <dgm:pt modelId="{3E291C2B-B993-824E-9D25-B57FA36470B9}" type="pres">
      <dgm:prSet presAssocID="{34440324-2A3E-EC44-8A00-3E05C9ADC31B}" presName="thinLine2b" presStyleLbl="callout" presStyleIdx="1" presStyleCnt="2"/>
      <dgm:spPr/>
    </dgm:pt>
    <dgm:pt modelId="{10EFC0AC-C661-954C-911E-A1FDF917420A}" type="pres">
      <dgm:prSet presAssocID="{34440324-2A3E-EC44-8A00-3E05C9ADC31B}" presName="vertSpace2b" presStyleCnt="0"/>
      <dgm:spPr/>
    </dgm:pt>
  </dgm:ptLst>
  <dgm:cxnLst>
    <dgm:cxn modelId="{F32AF32B-9DF8-064D-99A5-DD508E5F801A}" srcId="{3FEBB468-8C04-3D4D-9F49-CF5AB6B01DE1}" destId="{9C4AC180-9988-2B48-8784-4F13A14B4EE3}" srcOrd="0" destOrd="0" parTransId="{273FD3FF-E8E7-014A-9784-5EB8EEE13397}" sibTransId="{7A47CDED-1785-F945-A050-24F1C4525D13}"/>
    <dgm:cxn modelId="{B72D3F3C-92BA-824A-A10D-9A2CC6019DEE}" type="presOf" srcId="{3FEBB468-8C04-3D4D-9F49-CF5AB6B01DE1}" destId="{5308B19D-3226-7F43-90A7-076E34833999}" srcOrd="0" destOrd="0" presId="urn:microsoft.com/office/officeart/2008/layout/LinedList"/>
    <dgm:cxn modelId="{3FA3FB5D-8D90-B14F-B974-687462832B26}" type="presOf" srcId="{EC0F125E-DBA3-404A-A387-7AA865B70F73}" destId="{93C246D5-7303-C249-A9DD-AB705B9473D2}" srcOrd="0" destOrd="0" presId="urn:microsoft.com/office/officeart/2008/layout/LinedList"/>
    <dgm:cxn modelId="{A4E00F47-7DC1-5843-87D4-4A7C0D22BB69}" srcId="{0FAEC055-E24C-784D-8042-DCAA7EB1B932}" destId="{34440324-2A3E-EC44-8A00-3E05C9ADC31B}" srcOrd="0" destOrd="0" parTransId="{A17B8D27-0EC7-604D-93E2-8DC7D25B33D0}" sibTransId="{9D65B186-9DBD-5548-9628-649519E0D07A}"/>
    <dgm:cxn modelId="{5E84CB6C-9F61-1F4E-A85F-D94B943F1ADD}" srcId="{EC0F125E-DBA3-404A-A387-7AA865B70F73}" destId="{0FAEC055-E24C-784D-8042-DCAA7EB1B932}" srcOrd="1" destOrd="0" parTransId="{5E06EF93-C9CA-1E42-8A08-EE30A89FB53B}" sibTransId="{248D4B19-B790-5B4B-9AF2-1DF4886A2336}"/>
    <dgm:cxn modelId="{457AC1D2-56FE-1E46-A2D5-6257DD2F5C3A}" srcId="{EC0F125E-DBA3-404A-A387-7AA865B70F73}" destId="{3FEBB468-8C04-3D4D-9F49-CF5AB6B01DE1}" srcOrd="0" destOrd="0" parTransId="{B0720642-24E1-214F-9EA2-6C8B29D7596B}" sibTransId="{7927C5E6-ED9E-C340-A1AA-6EB0872296DB}"/>
    <dgm:cxn modelId="{5B1DD1D7-3C50-9343-B60A-CC296F26704B}" type="presOf" srcId="{9C4AC180-9988-2B48-8784-4F13A14B4EE3}" destId="{5A890009-52E7-D04B-83B6-E421AA5B9F18}" srcOrd="0" destOrd="0" presId="urn:microsoft.com/office/officeart/2008/layout/LinedList"/>
    <dgm:cxn modelId="{6434E2DA-EAAC-E449-9F4C-46D396518DC1}" type="presOf" srcId="{34440324-2A3E-EC44-8A00-3E05C9ADC31B}" destId="{55E25350-D609-0E4C-AF06-74901F766641}" srcOrd="0" destOrd="0" presId="urn:microsoft.com/office/officeart/2008/layout/LinedList"/>
    <dgm:cxn modelId="{1A0D58E9-251C-0846-B159-5CA71FF25135}" type="presOf" srcId="{0FAEC055-E24C-784D-8042-DCAA7EB1B932}" destId="{3CEF4735-D4B5-974D-B9BF-54ACF1BEFBF9}" srcOrd="0" destOrd="0" presId="urn:microsoft.com/office/officeart/2008/layout/LinedList"/>
    <dgm:cxn modelId="{B4A3B9C1-C374-5348-B013-BF66FCA6BB2C}" type="presParOf" srcId="{93C246D5-7303-C249-A9DD-AB705B9473D2}" destId="{49064325-F871-1445-AD04-4E175EF1365E}" srcOrd="0" destOrd="0" presId="urn:microsoft.com/office/officeart/2008/layout/LinedList"/>
    <dgm:cxn modelId="{F71D42BA-38BE-A345-8E97-300984D7A452}" type="presParOf" srcId="{93C246D5-7303-C249-A9DD-AB705B9473D2}" destId="{D0190E46-A216-4748-AA4A-BF9D3C64D281}" srcOrd="1" destOrd="0" presId="urn:microsoft.com/office/officeart/2008/layout/LinedList"/>
    <dgm:cxn modelId="{A8DDAA57-1D0E-3B4E-9E0B-91400EAF0AAD}" type="presParOf" srcId="{D0190E46-A216-4748-AA4A-BF9D3C64D281}" destId="{5308B19D-3226-7F43-90A7-076E34833999}" srcOrd="0" destOrd="0" presId="urn:microsoft.com/office/officeart/2008/layout/LinedList"/>
    <dgm:cxn modelId="{3F0AE5A0-14B6-C449-8F5F-98BC7A19A32C}" type="presParOf" srcId="{D0190E46-A216-4748-AA4A-BF9D3C64D281}" destId="{963D6094-EA4C-1B42-BCD4-4F10A8C244B9}" srcOrd="1" destOrd="0" presId="urn:microsoft.com/office/officeart/2008/layout/LinedList"/>
    <dgm:cxn modelId="{E98D72A0-CC27-1546-9165-8C2F436D28C4}" type="presParOf" srcId="{963D6094-EA4C-1B42-BCD4-4F10A8C244B9}" destId="{A080AE69-75DF-F648-896C-48641745A31E}" srcOrd="0" destOrd="0" presId="urn:microsoft.com/office/officeart/2008/layout/LinedList"/>
    <dgm:cxn modelId="{EEBADB88-3ADD-3C47-947A-6A51F08D54D4}" type="presParOf" srcId="{963D6094-EA4C-1B42-BCD4-4F10A8C244B9}" destId="{F79F41D7-96D8-994B-90BB-FD5462D98DCE}" srcOrd="1" destOrd="0" presId="urn:microsoft.com/office/officeart/2008/layout/LinedList"/>
    <dgm:cxn modelId="{B5B1137D-2BB5-7041-9255-D261E84D8D7A}" type="presParOf" srcId="{F79F41D7-96D8-994B-90BB-FD5462D98DCE}" destId="{2AF22AFB-28A3-9B46-B04D-7F6F29309214}" srcOrd="0" destOrd="0" presId="urn:microsoft.com/office/officeart/2008/layout/LinedList"/>
    <dgm:cxn modelId="{704FD50A-4DB0-284F-B2E1-5CE79257C7FF}" type="presParOf" srcId="{F79F41D7-96D8-994B-90BB-FD5462D98DCE}" destId="{5A890009-52E7-D04B-83B6-E421AA5B9F18}" srcOrd="1" destOrd="0" presId="urn:microsoft.com/office/officeart/2008/layout/LinedList"/>
    <dgm:cxn modelId="{6952F613-986B-B344-B065-D6DCA99FA331}" type="presParOf" srcId="{F79F41D7-96D8-994B-90BB-FD5462D98DCE}" destId="{5C6FBD28-2DA7-3F48-AD02-E9AE689D1CD3}" srcOrd="2" destOrd="0" presId="urn:microsoft.com/office/officeart/2008/layout/LinedList"/>
    <dgm:cxn modelId="{1B3D6069-CC52-5A45-BBF1-84D4C0B44397}" type="presParOf" srcId="{963D6094-EA4C-1B42-BCD4-4F10A8C244B9}" destId="{25CBDD50-B0DB-4E4F-85BD-EFF7B7241204}" srcOrd="2" destOrd="0" presId="urn:microsoft.com/office/officeart/2008/layout/LinedList"/>
    <dgm:cxn modelId="{B78A8587-BFEF-9B4F-AD5A-7026286B7B99}" type="presParOf" srcId="{963D6094-EA4C-1B42-BCD4-4F10A8C244B9}" destId="{2EE0DB58-750B-7D4D-A8F9-B19DCAD00F2A}" srcOrd="3" destOrd="0" presId="urn:microsoft.com/office/officeart/2008/layout/LinedList"/>
    <dgm:cxn modelId="{6B0CE6C8-F44E-4B47-8C10-D8E0974C9E54}" type="presParOf" srcId="{93C246D5-7303-C249-A9DD-AB705B9473D2}" destId="{B1D9BB74-11EB-5446-9A70-9E4A968739EF}" srcOrd="2" destOrd="0" presId="urn:microsoft.com/office/officeart/2008/layout/LinedList"/>
    <dgm:cxn modelId="{16B81272-7EF8-9C47-8DE7-13DC6CC0047E}" type="presParOf" srcId="{93C246D5-7303-C249-A9DD-AB705B9473D2}" destId="{F9440E25-A48D-E442-B3CE-2025710D3FCB}" srcOrd="3" destOrd="0" presId="urn:microsoft.com/office/officeart/2008/layout/LinedList"/>
    <dgm:cxn modelId="{3B1D6651-EDD5-4D4C-9AE8-EA83F8E7EB19}" type="presParOf" srcId="{F9440E25-A48D-E442-B3CE-2025710D3FCB}" destId="{3CEF4735-D4B5-974D-B9BF-54ACF1BEFBF9}" srcOrd="0" destOrd="0" presId="urn:microsoft.com/office/officeart/2008/layout/LinedList"/>
    <dgm:cxn modelId="{47FF0F59-49BD-8C49-8B95-FD890177F81B}" type="presParOf" srcId="{F9440E25-A48D-E442-B3CE-2025710D3FCB}" destId="{61830790-4776-874D-A2DF-5A5BEC691721}" srcOrd="1" destOrd="0" presId="urn:microsoft.com/office/officeart/2008/layout/LinedList"/>
    <dgm:cxn modelId="{17A4C9F8-4F7A-234A-BD22-DBD987C7C3AB}" type="presParOf" srcId="{61830790-4776-874D-A2DF-5A5BEC691721}" destId="{21A50DA7-D7FD-8F48-A142-B33A70F668BD}" srcOrd="0" destOrd="0" presId="urn:microsoft.com/office/officeart/2008/layout/LinedList"/>
    <dgm:cxn modelId="{885DA727-07E2-9441-BD84-9DC530F281A5}" type="presParOf" srcId="{61830790-4776-874D-A2DF-5A5BEC691721}" destId="{7BA82E4F-F410-9547-8189-2D5C2CA7D4B1}" srcOrd="1" destOrd="0" presId="urn:microsoft.com/office/officeart/2008/layout/LinedList"/>
    <dgm:cxn modelId="{9AAB106F-8904-BD48-AACF-0F2227A1E1B2}" type="presParOf" srcId="{7BA82E4F-F410-9547-8189-2D5C2CA7D4B1}" destId="{A37AF7C1-A047-2C4F-A77E-1E81CD548BAA}" srcOrd="0" destOrd="0" presId="urn:microsoft.com/office/officeart/2008/layout/LinedList"/>
    <dgm:cxn modelId="{16651143-F3FE-E641-BC34-35951D7980DF}" type="presParOf" srcId="{7BA82E4F-F410-9547-8189-2D5C2CA7D4B1}" destId="{55E25350-D609-0E4C-AF06-74901F766641}" srcOrd="1" destOrd="0" presId="urn:microsoft.com/office/officeart/2008/layout/LinedList"/>
    <dgm:cxn modelId="{BE192FA0-AE50-0D42-A935-4ABE4FE5EAF4}" type="presParOf" srcId="{7BA82E4F-F410-9547-8189-2D5C2CA7D4B1}" destId="{F1C8B7F9-67C6-8148-B021-57DE2339D0A7}" srcOrd="2" destOrd="0" presId="urn:microsoft.com/office/officeart/2008/layout/LinedList"/>
    <dgm:cxn modelId="{0EFA4DA9-4933-254F-AF15-C9CD860E5A28}" type="presParOf" srcId="{61830790-4776-874D-A2DF-5A5BEC691721}" destId="{3E291C2B-B993-824E-9D25-B57FA36470B9}" srcOrd="2" destOrd="0" presId="urn:microsoft.com/office/officeart/2008/layout/LinedList"/>
    <dgm:cxn modelId="{4D1A97D1-CF28-8F49-87BB-2BE591A388A4}" type="presParOf" srcId="{61830790-4776-874D-A2DF-5A5BEC691721}" destId="{10EFC0AC-C661-954C-911E-A1FDF917420A}" srcOrd="3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58A1956-4C05-3840-B633-B9B9C3BBB93B}" type="doc">
      <dgm:prSet loTypeId="urn:microsoft.com/office/officeart/2005/8/layout/pyramid2" loCatId="list" qsTypeId="urn:microsoft.com/office/officeart/2005/8/quickstyle/simple4" qsCatId="simple" csTypeId="urn:microsoft.com/office/officeart/2005/8/colors/accent1_2" csCatId="accent1" phldr="1"/>
      <dgm:spPr/>
    </dgm:pt>
    <dgm:pt modelId="{2A7E0A70-7517-C54F-992E-058788DBB8C1}">
      <dgm:prSet phldrT="[Text]"/>
      <dgm:spPr/>
      <dgm:t>
        <a:bodyPr/>
        <a:lstStyle/>
        <a:p>
          <a:r>
            <a:rPr lang="en-US"/>
            <a:t>Foreground process</a:t>
          </a:r>
        </a:p>
      </dgm:t>
    </dgm:pt>
    <dgm:pt modelId="{6F27DD3E-C098-2F47-B38E-9B5D2430E6BD}" type="parTrans" cxnId="{2832D4D4-E908-4443-8F8F-84CACA04B934}">
      <dgm:prSet/>
      <dgm:spPr/>
      <dgm:t>
        <a:bodyPr/>
        <a:lstStyle/>
        <a:p>
          <a:endParaRPr lang="en-US"/>
        </a:p>
      </dgm:t>
    </dgm:pt>
    <dgm:pt modelId="{7840926E-853F-CF42-9A8A-00A56E79A025}" type="sibTrans" cxnId="{2832D4D4-E908-4443-8F8F-84CACA04B934}">
      <dgm:prSet/>
      <dgm:spPr/>
      <dgm:t>
        <a:bodyPr/>
        <a:lstStyle/>
        <a:p>
          <a:endParaRPr lang="en-US"/>
        </a:p>
      </dgm:t>
    </dgm:pt>
    <dgm:pt modelId="{6525CCC1-8A2A-6D46-852E-4C6B2B3C1FA6}">
      <dgm:prSet/>
      <dgm:spPr/>
      <dgm:t>
        <a:bodyPr/>
        <a:lstStyle/>
        <a:p>
          <a:r>
            <a:rPr lang="en-US"/>
            <a:t>Visible process</a:t>
          </a:r>
          <a:endParaRPr lang="en-US" dirty="0"/>
        </a:p>
      </dgm:t>
    </dgm:pt>
    <dgm:pt modelId="{956F9B27-200E-B64B-AB18-4F3832F5640B}" type="parTrans" cxnId="{D31A3265-68AA-BA4C-BFE1-161CE11E3D27}">
      <dgm:prSet/>
      <dgm:spPr/>
      <dgm:t>
        <a:bodyPr/>
        <a:lstStyle/>
        <a:p>
          <a:endParaRPr lang="en-US"/>
        </a:p>
      </dgm:t>
    </dgm:pt>
    <dgm:pt modelId="{A22951EF-E270-6E48-9AA5-C1A41B9E825E}" type="sibTrans" cxnId="{D31A3265-68AA-BA4C-BFE1-161CE11E3D27}">
      <dgm:prSet/>
      <dgm:spPr/>
      <dgm:t>
        <a:bodyPr/>
        <a:lstStyle/>
        <a:p>
          <a:endParaRPr lang="en-US"/>
        </a:p>
      </dgm:t>
    </dgm:pt>
    <dgm:pt modelId="{E9B74022-B45C-4D49-AD5F-09C9BA4A370B}">
      <dgm:prSet/>
      <dgm:spPr/>
      <dgm:t>
        <a:bodyPr/>
        <a:lstStyle/>
        <a:p>
          <a:r>
            <a:rPr lang="en-US"/>
            <a:t>Service process</a:t>
          </a:r>
          <a:endParaRPr lang="en-US" dirty="0"/>
        </a:p>
      </dgm:t>
    </dgm:pt>
    <dgm:pt modelId="{65110151-DF81-384D-82CB-005A1E532032}" type="parTrans" cxnId="{59B38F26-B889-ED46-8C63-D2B620ED82CD}">
      <dgm:prSet/>
      <dgm:spPr/>
      <dgm:t>
        <a:bodyPr/>
        <a:lstStyle/>
        <a:p>
          <a:endParaRPr lang="en-US"/>
        </a:p>
      </dgm:t>
    </dgm:pt>
    <dgm:pt modelId="{6245189E-0CB1-5E43-9AA1-4D4718E6BFAA}" type="sibTrans" cxnId="{59B38F26-B889-ED46-8C63-D2B620ED82CD}">
      <dgm:prSet/>
      <dgm:spPr/>
      <dgm:t>
        <a:bodyPr/>
        <a:lstStyle/>
        <a:p>
          <a:endParaRPr lang="en-US"/>
        </a:p>
      </dgm:t>
    </dgm:pt>
    <dgm:pt modelId="{5094971A-CC5A-F843-A092-61E28811F2F6}">
      <dgm:prSet/>
      <dgm:spPr/>
      <dgm:t>
        <a:bodyPr/>
        <a:lstStyle/>
        <a:p>
          <a:r>
            <a:rPr lang="en-US"/>
            <a:t>Background process</a:t>
          </a:r>
          <a:endParaRPr lang="en-US" dirty="0"/>
        </a:p>
      </dgm:t>
    </dgm:pt>
    <dgm:pt modelId="{7C445866-2715-F847-82DD-51C8534D5880}" type="parTrans" cxnId="{74F292BA-4A3A-494E-AFAE-D5E759617499}">
      <dgm:prSet/>
      <dgm:spPr/>
      <dgm:t>
        <a:bodyPr/>
        <a:lstStyle/>
        <a:p>
          <a:endParaRPr lang="en-US"/>
        </a:p>
      </dgm:t>
    </dgm:pt>
    <dgm:pt modelId="{61098769-9EB2-6643-844A-911CC4E7AF4A}" type="sibTrans" cxnId="{74F292BA-4A3A-494E-AFAE-D5E759617499}">
      <dgm:prSet/>
      <dgm:spPr/>
      <dgm:t>
        <a:bodyPr/>
        <a:lstStyle/>
        <a:p>
          <a:endParaRPr lang="en-US"/>
        </a:p>
      </dgm:t>
    </dgm:pt>
    <dgm:pt modelId="{B4ECEAA0-8F58-9B42-9C4E-D97BDAA6B67A}">
      <dgm:prSet/>
      <dgm:spPr/>
      <dgm:t>
        <a:bodyPr/>
        <a:lstStyle/>
        <a:p>
          <a:r>
            <a:rPr lang="en-US" dirty="0"/>
            <a:t>Empty process</a:t>
          </a:r>
        </a:p>
      </dgm:t>
    </dgm:pt>
    <dgm:pt modelId="{21789603-A659-D641-998C-11DC26BF358D}" type="parTrans" cxnId="{92FC9CF8-4B85-2746-9F7E-4BBA64F8EB57}">
      <dgm:prSet/>
      <dgm:spPr/>
      <dgm:t>
        <a:bodyPr/>
        <a:lstStyle/>
        <a:p>
          <a:endParaRPr lang="en-US"/>
        </a:p>
      </dgm:t>
    </dgm:pt>
    <dgm:pt modelId="{DC8A5F1B-85FA-B64B-99C5-5E76A2DC20BD}" type="sibTrans" cxnId="{92FC9CF8-4B85-2746-9F7E-4BBA64F8EB57}">
      <dgm:prSet/>
      <dgm:spPr/>
      <dgm:t>
        <a:bodyPr/>
        <a:lstStyle/>
        <a:p>
          <a:endParaRPr lang="en-US"/>
        </a:p>
      </dgm:t>
    </dgm:pt>
    <dgm:pt modelId="{3792B750-9A60-F84C-87EB-9044A4FD5D47}" type="pres">
      <dgm:prSet presAssocID="{A58A1956-4C05-3840-B633-B9B9C3BBB93B}" presName="compositeShape" presStyleCnt="0">
        <dgm:presLayoutVars>
          <dgm:dir/>
          <dgm:resizeHandles/>
        </dgm:presLayoutVars>
      </dgm:prSet>
      <dgm:spPr/>
    </dgm:pt>
    <dgm:pt modelId="{F26ADAFC-8F77-0A4B-8EBC-CE98AEB27895}" type="pres">
      <dgm:prSet presAssocID="{A58A1956-4C05-3840-B633-B9B9C3BBB93B}" presName="pyramid" presStyleLbl="node1" presStyleIdx="0" presStyleCnt="1"/>
      <dgm:spPr/>
    </dgm:pt>
    <dgm:pt modelId="{D571795D-1CF7-CD44-B67B-3F8B10E53225}" type="pres">
      <dgm:prSet presAssocID="{A58A1956-4C05-3840-B633-B9B9C3BBB93B}" presName="theList" presStyleCnt="0"/>
      <dgm:spPr/>
    </dgm:pt>
    <dgm:pt modelId="{D7F236B6-343E-6D4F-B3F6-E91247AE0537}" type="pres">
      <dgm:prSet presAssocID="{2A7E0A70-7517-C54F-992E-058788DBB8C1}" presName="aNode" presStyleLbl="fgAcc1" presStyleIdx="0" presStyleCnt="5">
        <dgm:presLayoutVars>
          <dgm:bulletEnabled val="1"/>
        </dgm:presLayoutVars>
      </dgm:prSet>
      <dgm:spPr/>
    </dgm:pt>
    <dgm:pt modelId="{602BF3DB-B5F3-664F-8CA4-6B2303F1808E}" type="pres">
      <dgm:prSet presAssocID="{2A7E0A70-7517-C54F-992E-058788DBB8C1}" presName="aSpace" presStyleCnt="0"/>
      <dgm:spPr/>
    </dgm:pt>
    <dgm:pt modelId="{D3733D29-E208-EF4A-9AEF-65F84BCE6E23}" type="pres">
      <dgm:prSet presAssocID="{6525CCC1-8A2A-6D46-852E-4C6B2B3C1FA6}" presName="aNode" presStyleLbl="fgAcc1" presStyleIdx="1" presStyleCnt="5">
        <dgm:presLayoutVars>
          <dgm:bulletEnabled val="1"/>
        </dgm:presLayoutVars>
      </dgm:prSet>
      <dgm:spPr/>
    </dgm:pt>
    <dgm:pt modelId="{070055A0-6F91-AA4F-9323-F543E77EE22B}" type="pres">
      <dgm:prSet presAssocID="{6525CCC1-8A2A-6D46-852E-4C6B2B3C1FA6}" presName="aSpace" presStyleCnt="0"/>
      <dgm:spPr/>
    </dgm:pt>
    <dgm:pt modelId="{18B59D32-1887-2E44-BF45-4BE4E74A7629}" type="pres">
      <dgm:prSet presAssocID="{E9B74022-B45C-4D49-AD5F-09C9BA4A370B}" presName="aNode" presStyleLbl="fgAcc1" presStyleIdx="2" presStyleCnt="5">
        <dgm:presLayoutVars>
          <dgm:bulletEnabled val="1"/>
        </dgm:presLayoutVars>
      </dgm:prSet>
      <dgm:spPr/>
    </dgm:pt>
    <dgm:pt modelId="{B8AC2C98-B58A-5B42-AF37-6C98D99C8645}" type="pres">
      <dgm:prSet presAssocID="{E9B74022-B45C-4D49-AD5F-09C9BA4A370B}" presName="aSpace" presStyleCnt="0"/>
      <dgm:spPr/>
    </dgm:pt>
    <dgm:pt modelId="{47D5B74A-039D-3D40-8FCA-1558254F17B2}" type="pres">
      <dgm:prSet presAssocID="{5094971A-CC5A-F843-A092-61E28811F2F6}" presName="aNode" presStyleLbl="fgAcc1" presStyleIdx="3" presStyleCnt="5">
        <dgm:presLayoutVars>
          <dgm:bulletEnabled val="1"/>
        </dgm:presLayoutVars>
      </dgm:prSet>
      <dgm:spPr/>
    </dgm:pt>
    <dgm:pt modelId="{5617B59D-BD4D-9D42-859D-841F9C49A71F}" type="pres">
      <dgm:prSet presAssocID="{5094971A-CC5A-F843-A092-61E28811F2F6}" presName="aSpace" presStyleCnt="0"/>
      <dgm:spPr/>
    </dgm:pt>
    <dgm:pt modelId="{BF037080-3959-DE49-B667-1EFD3F32EFD5}" type="pres">
      <dgm:prSet presAssocID="{B4ECEAA0-8F58-9B42-9C4E-D97BDAA6B67A}" presName="aNode" presStyleLbl="fgAcc1" presStyleIdx="4" presStyleCnt="5">
        <dgm:presLayoutVars>
          <dgm:bulletEnabled val="1"/>
        </dgm:presLayoutVars>
      </dgm:prSet>
      <dgm:spPr/>
    </dgm:pt>
    <dgm:pt modelId="{845BD1E6-26B2-CC48-8CB6-322CCB99CD3D}" type="pres">
      <dgm:prSet presAssocID="{B4ECEAA0-8F58-9B42-9C4E-D97BDAA6B67A}" presName="aSpace" presStyleCnt="0"/>
      <dgm:spPr/>
    </dgm:pt>
  </dgm:ptLst>
  <dgm:cxnLst>
    <dgm:cxn modelId="{59B38F26-B889-ED46-8C63-D2B620ED82CD}" srcId="{A58A1956-4C05-3840-B633-B9B9C3BBB93B}" destId="{E9B74022-B45C-4D49-AD5F-09C9BA4A370B}" srcOrd="2" destOrd="0" parTransId="{65110151-DF81-384D-82CB-005A1E532032}" sibTransId="{6245189E-0CB1-5E43-9AA1-4D4718E6BFAA}"/>
    <dgm:cxn modelId="{BC4A3831-B1A9-D547-BC0D-05E688E9C5F6}" type="presOf" srcId="{5094971A-CC5A-F843-A092-61E28811F2F6}" destId="{47D5B74A-039D-3D40-8FCA-1558254F17B2}" srcOrd="0" destOrd="0" presId="urn:microsoft.com/office/officeart/2005/8/layout/pyramid2"/>
    <dgm:cxn modelId="{DBDC8A3D-5362-554B-824E-4DF44B5E7C6A}" type="presOf" srcId="{E9B74022-B45C-4D49-AD5F-09C9BA4A370B}" destId="{18B59D32-1887-2E44-BF45-4BE4E74A7629}" srcOrd="0" destOrd="0" presId="urn:microsoft.com/office/officeart/2005/8/layout/pyramid2"/>
    <dgm:cxn modelId="{D31A3265-68AA-BA4C-BFE1-161CE11E3D27}" srcId="{A58A1956-4C05-3840-B633-B9B9C3BBB93B}" destId="{6525CCC1-8A2A-6D46-852E-4C6B2B3C1FA6}" srcOrd="1" destOrd="0" parTransId="{956F9B27-200E-B64B-AB18-4F3832F5640B}" sibTransId="{A22951EF-E270-6E48-9AA5-C1A41B9E825E}"/>
    <dgm:cxn modelId="{4234E447-F2E3-D240-A108-71510E67A0E4}" type="presOf" srcId="{2A7E0A70-7517-C54F-992E-058788DBB8C1}" destId="{D7F236B6-343E-6D4F-B3F6-E91247AE0537}" srcOrd="0" destOrd="0" presId="urn:microsoft.com/office/officeart/2005/8/layout/pyramid2"/>
    <dgm:cxn modelId="{FEA3A27C-B4A3-E64F-B29C-6E8C86707107}" type="presOf" srcId="{6525CCC1-8A2A-6D46-852E-4C6B2B3C1FA6}" destId="{D3733D29-E208-EF4A-9AEF-65F84BCE6E23}" srcOrd="0" destOrd="0" presId="urn:microsoft.com/office/officeart/2005/8/layout/pyramid2"/>
    <dgm:cxn modelId="{671BF78D-3607-2145-B364-FE28594A1037}" type="presOf" srcId="{A58A1956-4C05-3840-B633-B9B9C3BBB93B}" destId="{3792B750-9A60-F84C-87EB-9044A4FD5D47}" srcOrd="0" destOrd="0" presId="urn:microsoft.com/office/officeart/2005/8/layout/pyramid2"/>
    <dgm:cxn modelId="{5B520692-0019-5A44-ADCC-25617AFC8CD8}" type="presOf" srcId="{B4ECEAA0-8F58-9B42-9C4E-D97BDAA6B67A}" destId="{BF037080-3959-DE49-B667-1EFD3F32EFD5}" srcOrd="0" destOrd="0" presId="urn:microsoft.com/office/officeart/2005/8/layout/pyramid2"/>
    <dgm:cxn modelId="{74F292BA-4A3A-494E-AFAE-D5E759617499}" srcId="{A58A1956-4C05-3840-B633-B9B9C3BBB93B}" destId="{5094971A-CC5A-F843-A092-61E28811F2F6}" srcOrd="3" destOrd="0" parTransId="{7C445866-2715-F847-82DD-51C8534D5880}" sibTransId="{61098769-9EB2-6643-844A-911CC4E7AF4A}"/>
    <dgm:cxn modelId="{2832D4D4-E908-4443-8F8F-84CACA04B934}" srcId="{A58A1956-4C05-3840-B633-B9B9C3BBB93B}" destId="{2A7E0A70-7517-C54F-992E-058788DBB8C1}" srcOrd="0" destOrd="0" parTransId="{6F27DD3E-C098-2F47-B38E-9B5D2430E6BD}" sibTransId="{7840926E-853F-CF42-9A8A-00A56E79A025}"/>
    <dgm:cxn modelId="{92FC9CF8-4B85-2746-9F7E-4BBA64F8EB57}" srcId="{A58A1956-4C05-3840-B633-B9B9C3BBB93B}" destId="{B4ECEAA0-8F58-9B42-9C4E-D97BDAA6B67A}" srcOrd="4" destOrd="0" parTransId="{21789603-A659-D641-998C-11DC26BF358D}" sibTransId="{DC8A5F1B-85FA-B64B-99C5-5E76A2DC20BD}"/>
    <dgm:cxn modelId="{E8A780BE-79E3-1147-BB1D-E98BB15DD631}" type="presParOf" srcId="{3792B750-9A60-F84C-87EB-9044A4FD5D47}" destId="{F26ADAFC-8F77-0A4B-8EBC-CE98AEB27895}" srcOrd="0" destOrd="0" presId="urn:microsoft.com/office/officeart/2005/8/layout/pyramid2"/>
    <dgm:cxn modelId="{BC1616A4-399A-254C-8BC1-C808AA2B725F}" type="presParOf" srcId="{3792B750-9A60-F84C-87EB-9044A4FD5D47}" destId="{D571795D-1CF7-CD44-B67B-3F8B10E53225}" srcOrd="1" destOrd="0" presId="urn:microsoft.com/office/officeart/2005/8/layout/pyramid2"/>
    <dgm:cxn modelId="{ED1B2609-089D-C242-9C22-9B94EE7B376D}" type="presParOf" srcId="{D571795D-1CF7-CD44-B67B-3F8B10E53225}" destId="{D7F236B6-343E-6D4F-B3F6-E91247AE0537}" srcOrd="0" destOrd="0" presId="urn:microsoft.com/office/officeart/2005/8/layout/pyramid2"/>
    <dgm:cxn modelId="{E8E46B55-9A5F-894E-B328-99C57F8E8E20}" type="presParOf" srcId="{D571795D-1CF7-CD44-B67B-3F8B10E53225}" destId="{602BF3DB-B5F3-664F-8CA4-6B2303F1808E}" srcOrd="1" destOrd="0" presId="urn:microsoft.com/office/officeart/2005/8/layout/pyramid2"/>
    <dgm:cxn modelId="{FC8EC818-F029-6849-BF2F-58289DC90A49}" type="presParOf" srcId="{D571795D-1CF7-CD44-B67B-3F8B10E53225}" destId="{D3733D29-E208-EF4A-9AEF-65F84BCE6E23}" srcOrd="2" destOrd="0" presId="urn:microsoft.com/office/officeart/2005/8/layout/pyramid2"/>
    <dgm:cxn modelId="{9E81B988-DB37-5A48-82B9-66D08B6FA0BE}" type="presParOf" srcId="{D571795D-1CF7-CD44-B67B-3F8B10E53225}" destId="{070055A0-6F91-AA4F-9323-F543E77EE22B}" srcOrd="3" destOrd="0" presId="urn:microsoft.com/office/officeart/2005/8/layout/pyramid2"/>
    <dgm:cxn modelId="{2E61E725-317C-494B-BB02-613DD1FA80B3}" type="presParOf" srcId="{D571795D-1CF7-CD44-B67B-3F8B10E53225}" destId="{18B59D32-1887-2E44-BF45-4BE4E74A7629}" srcOrd="4" destOrd="0" presId="urn:microsoft.com/office/officeart/2005/8/layout/pyramid2"/>
    <dgm:cxn modelId="{BDCB39BA-C2CB-6B4F-AB2C-F7DF91197CCB}" type="presParOf" srcId="{D571795D-1CF7-CD44-B67B-3F8B10E53225}" destId="{B8AC2C98-B58A-5B42-AF37-6C98D99C8645}" srcOrd="5" destOrd="0" presId="urn:microsoft.com/office/officeart/2005/8/layout/pyramid2"/>
    <dgm:cxn modelId="{9863E522-94AD-3541-BD42-D33FBEB86982}" type="presParOf" srcId="{D571795D-1CF7-CD44-B67B-3F8B10E53225}" destId="{47D5B74A-039D-3D40-8FCA-1558254F17B2}" srcOrd="6" destOrd="0" presId="urn:microsoft.com/office/officeart/2005/8/layout/pyramid2"/>
    <dgm:cxn modelId="{CC54DBE6-F472-AB40-91CE-A92A2B42E208}" type="presParOf" srcId="{D571795D-1CF7-CD44-B67B-3F8B10E53225}" destId="{5617B59D-BD4D-9D42-859D-841F9C49A71F}" srcOrd="7" destOrd="0" presId="urn:microsoft.com/office/officeart/2005/8/layout/pyramid2"/>
    <dgm:cxn modelId="{9DBE26B9-AAF1-674D-9080-D5F07B5FE4BE}" type="presParOf" srcId="{D571795D-1CF7-CD44-B67B-3F8B10E53225}" destId="{BF037080-3959-DE49-B667-1EFD3F32EFD5}" srcOrd="8" destOrd="0" presId="urn:microsoft.com/office/officeart/2005/8/layout/pyramid2"/>
    <dgm:cxn modelId="{1349E223-CAFD-3347-AB22-106AD3DB72CE}" type="presParOf" srcId="{D571795D-1CF7-CD44-B67B-3F8B10E53225}" destId="{845BD1E6-26B2-CC48-8CB6-322CCB99CD3D}" srcOrd="9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E24D38-E902-DF4A-817F-AECD509B69DC}">
      <dsp:nvSpPr>
        <dsp:cNvPr id="0" name=""/>
        <dsp:cNvSpPr/>
      </dsp:nvSpPr>
      <dsp:spPr>
        <a:xfrm>
          <a:off x="0" y="513134"/>
          <a:ext cx="7696200" cy="3487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7311" tIns="562356" rIns="597311" bIns="192024" numCol="1" spcCol="1270" anchor="t" anchorCtr="0">
          <a:noAutofit/>
        </a:bodyPr>
        <a:lstStyle/>
        <a:p>
          <a:pPr marL="228600" lvl="1" indent="-228600" algn="l" defTabSz="12001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an execution state (Running, Ready, etc.)</a:t>
          </a:r>
        </a:p>
        <a:p>
          <a:pPr marL="228600" lvl="1" indent="-228600" algn="l" defTabSz="12001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saved thread context when not running</a:t>
          </a:r>
        </a:p>
        <a:p>
          <a:pPr marL="228600" lvl="1" indent="-228600" algn="l" defTabSz="12001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an execution stack</a:t>
          </a:r>
        </a:p>
        <a:p>
          <a:pPr marL="228600" lvl="1" indent="-228600" algn="l" defTabSz="12001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some per-thread static storage for local variables</a:t>
          </a:r>
        </a:p>
        <a:p>
          <a:pPr marL="228600" lvl="1" indent="-228600" algn="l" defTabSz="12001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 dirty="0"/>
            <a:t>access to the memory and resources of its process (all threads of a process share this)</a:t>
          </a:r>
        </a:p>
      </dsp:txBody>
      <dsp:txXfrm>
        <a:off x="0" y="513134"/>
        <a:ext cx="7696200" cy="3487050"/>
      </dsp:txXfrm>
    </dsp:sp>
    <dsp:sp modelId="{5E289D48-2C1F-DB42-885C-FA72D3EFD61D}">
      <dsp:nvSpPr>
        <dsp:cNvPr id="0" name=""/>
        <dsp:cNvSpPr/>
      </dsp:nvSpPr>
      <dsp:spPr>
        <a:xfrm>
          <a:off x="384810" y="114614"/>
          <a:ext cx="5387340" cy="79704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3629" tIns="0" rIns="203629" bIns="0" numCol="1" spcCol="1270" anchor="ctr" anchorCtr="0">
          <a:noAutofit/>
        </a:bodyPr>
        <a:lstStyle/>
        <a:p>
          <a:pPr marL="0" lvl="0" indent="0" algn="l" defTabSz="1200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Each thread has:</a:t>
          </a:r>
        </a:p>
      </dsp:txBody>
      <dsp:txXfrm>
        <a:off x="423718" y="153522"/>
        <a:ext cx="5309524" cy="719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25B061-28CD-1A44-A68C-27DC3598CC6C}">
      <dsp:nvSpPr>
        <dsp:cNvPr id="0" name=""/>
        <dsp:cNvSpPr/>
      </dsp:nvSpPr>
      <dsp:spPr>
        <a:xfrm>
          <a:off x="337" y="1748798"/>
          <a:ext cx="1421750" cy="11726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1E1238-A39B-B149-8297-AA72CE9A22C8}">
      <dsp:nvSpPr>
        <dsp:cNvPr id="0" name=""/>
        <dsp:cNvSpPr/>
      </dsp:nvSpPr>
      <dsp:spPr>
        <a:xfrm>
          <a:off x="1529986" y="2162745"/>
          <a:ext cx="1596901" cy="1596901"/>
        </a:xfrm>
        <a:prstGeom prst="leftCircularArrow">
          <a:avLst>
            <a:gd name="adj1" fmla="val 2536"/>
            <a:gd name="adj2" fmla="val 307664"/>
            <a:gd name="adj3" fmla="val 1977197"/>
            <a:gd name="adj4" fmla="val 8918511"/>
            <a:gd name="adj5" fmla="val 2959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4D7556E-CD4B-0F43-B97B-025926CE55A9}">
      <dsp:nvSpPr>
        <dsp:cNvPr id="0" name=""/>
        <dsp:cNvSpPr/>
      </dsp:nvSpPr>
      <dsp:spPr>
        <a:xfrm>
          <a:off x="232208" y="2235007"/>
          <a:ext cx="1431923" cy="137287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Takes less time to create a new thread than a process</a:t>
          </a:r>
        </a:p>
      </dsp:txBody>
      <dsp:txXfrm>
        <a:off x="272418" y="2275217"/>
        <a:ext cx="1351503" cy="1292455"/>
      </dsp:txXfrm>
    </dsp:sp>
    <dsp:sp modelId="{5FF00021-0035-EC44-9F54-1581344B5540}">
      <dsp:nvSpPr>
        <dsp:cNvPr id="0" name=""/>
        <dsp:cNvSpPr/>
      </dsp:nvSpPr>
      <dsp:spPr>
        <a:xfrm>
          <a:off x="1857013" y="2143506"/>
          <a:ext cx="1421750" cy="11726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A16B1F-811E-5249-9C4A-E45362F95CB1}">
      <dsp:nvSpPr>
        <dsp:cNvPr id="0" name=""/>
        <dsp:cNvSpPr/>
      </dsp:nvSpPr>
      <dsp:spPr>
        <a:xfrm>
          <a:off x="2971805" y="1219208"/>
          <a:ext cx="1995416" cy="1995416"/>
        </a:xfrm>
        <a:prstGeom prst="circularArrow">
          <a:avLst>
            <a:gd name="adj1" fmla="val 2030"/>
            <a:gd name="adj2" fmla="val 243362"/>
            <a:gd name="adj3" fmla="val 19308553"/>
            <a:gd name="adj4" fmla="val 12302936"/>
            <a:gd name="adj5" fmla="val 2368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8DEE456-5D02-F24A-9584-7CB10AA1B0B3}">
      <dsp:nvSpPr>
        <dsp:cNvPr id="0" name=""/>
        <dsp:cNvSpPr/>
      </dsp:nvSpPr>
      <dsp:spPr>
        <a:xfrm>
          <a:off x="1933023" y="1537965"/>
          <a:ext cx="1743647" cy="121108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Less time to terminate a thread than a process</a:t>
          </a:r>
        </a:p>
      </dsp:txBody>
      <dsp:txXfrm>
        <a:off x="1968494" y="1573436"/>
        <a:ext cx="1672705" cy="1140138"/>
      </dsp:txXfrm>
    </dsp:sp>
    <dsp:sp modelId="{2401F2B1-4C8C-3B40-BFC1-E2B42A50EB44}">
      <dsp:nvSpPr>
        <dsp:cNvPr id="0" name=""/>
        <dsp:cNvSpPr/>
      </dsp:nvSpPr>
      <dsp:spPr>
        <a:xfrm>
          <a:off x="3897664" y="1657858"/>
          <a:ext cx="1421750" cy="11726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B61966-62BD-9A4E-B31E-31C32831A504}">
      <dsp:nvSpPr>
        <dsp:cNvPr id="0" name=""/>
        <dsp:cNvSpPr/>
      </dsp:nvSpPr>
      <dsp:spPr>
        <a:xfrm>
          <a:off x="5638797" y="1371606"/>
          <a:ext cx="2314721" cy="2314721"/>
        </a:xfrm>
        <a:prstGeom prst="leftCircularArrow">
          <a:avLst>
            <a:gd name="adj1" fmla="val 1750"/>
            <a:gd name="adj2" fmla="val 208457"/>
            <a:gd name="adj3" fmla="val 2003327"/>
            <a:gd name="adj4" fmla="val 9043849"/>
            <a:gd name="adj5" fmla="val 2042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77379AA-74FD-3B4E-B4C4-F6D60C04083B}">
      <dsp:nvSpPr>
        <dsp:cNvPr id="0" name=""/>
        <dsp:cNvSpPr/>
      </dsp:nvSpPr>
      <dsp:spPr>
        <a:xfrm>
          <a:off x="3869551" y="1962187"/>
          <a:ext cx="1951892" cy="173663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Switching between two threads takes less time than switching between processes</a:t>
          </a:r>
        </a:p>
      </dsp:txBody>
      <dsp:txXfrm>
        <a:off x="3920415" y="2013051"/>
        <a:ext cx="1850164" cy="1634907"/>
      </dsp:txXfrm>
    </dsp:sp>
    <dsp:sp modelId="{E1E1BC13-FC71-954D-A46E-211E173FDACF}">
      <dsp:nvSpPr>
        <dsp:cNvPr id="0" name=""/>
        <dsp:cNvSpPr/>
      </dsp:nvSpPr>
      <dsp:spPr>
        <a:xfrm>
          <a:off x="6123131" y="2588882"/>
          <a:ext cx="1933736" cy="57501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CD161A-46FB-A047-ABDE-85957AB23A74}">
      <dsp:nvSpPr>
        <dsp:cNvPr id="0" name=""/>
        <dsp:cNvSpPr/>
      </dsp:nvSpPr>
      <dsp:spPr>
        <a:xfrm>
          <a:off x="6207041" y="1521859"/>
          <a:ext cx="2022221" cy="127550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Threads enhance efficiency in communication between programs</a:t>
          </a:r>
        </a:p>
      </dsp:txBody>
      <dsp:txXfrm>
        <a:off x="6244399" y="1559217"/>
        <a:ext cx="1947505" cy="120078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668DFA-8A2E-204D-89CB-B704450A70C8}">
      <dsp:nvSpPr>
        <dsp:cNvPr id="0" name=""/>
        <dsp:cNvSpPr/>
      </dsp:nvSpPr>
      <dsp:spPr>
        <a:xfrm>
          <a:off x="381001" y="457196"/>
          <a:ext cx="7388213" cy="2557726"/>
        </a:xfrm>
        <a:prstGeom prst="roundRect">
          <a:avLst>
            <a:gd name="adj" fmla="val 10000"/>
          </a:avLst>
        </a:prstGeom>
        <a:noFill/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282575" lvl="0" indent="-282575" algn="l" defTabSz="266700" rtl="0" fontAlgn="base">
            <a:lnSpc>
              <a:spcPct val="90000"/>
            </a:lnSpc>
            <a:spcBef>
              <a:spcPct val="0"/>
            </a:spcBef>
            <a:spcAft>
              <a:spcPct val="35000"/>
            </a:spcAft>
            <a:buClr>
              <a:schemeClr val="accent1"/>
            </a:buClr>
            <a:buSzPct val="75000"/>
            <a:buFont typeface="Wingdings" pitchFamily="2" charset="2"/>
            <a:buNone/>
          </a:pPr>
          <a:r>
            <a:rPr lang="en-US" sz="2800" b="1" kern="12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  <a:cs typeface="+mn-cs"/>
            </a:rPr>
            <a:t> </a:t>
          </a:r>
          <a:r>
            <a:rPr lang="en-US" sz="2800" b="0" kern="1200" dirty="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  <a:cs typeface="+mn-cs"/>
            </a:rPr>
            <a:t>Most of the state information dealing with execution is maintained in thread-level data structures</a:t>
          </a:r>
        </a:p>
      </dsp:txBody>
      <dsp:txXfrm>
        <a:off x="455914" y="532109"/>
        <a:ext cx="7238387" cy="24079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E085AC-6150-B14A-A83D-67F237B285BA}">
      <dsp:nvSpPr>
        <dsp:cNvPr id="0" name=""/>
        <dsp:cNvSpPr/>
      </dsp:nvSpPr>
      <dsp:spPr>
        <a:xfrm>
          <a:off x="0" y="807720"/>
          <a:ext cx="8153400" cy="3261360"/>
        </a:xfrm>
        <a:prstGeom prst="leftRightRibbon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4344616-8A66-5441-84C7-1DA3555BB89A}">
      <dsp:nvSpPr>
        <dsp:cNvPr id="0" name=""/>
        <dsp:cNvSpPr/>
      </dsp:nvSpPr>
      <dsp:spPr>
        <a:xfrm>
          <a:off x="978407" y="1378457"/>
          <a:ext cx="2690621" cy="1598066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113792" rIns="0" bIns="121920" numCol="1" spcCol="1270" anchor="ctr" anchorCtr="0">
          <a:noAutofit/>
        </a:bodyPr>
        <a:lstStyle/>
        <a:p>
          <a:pPr marL="0" lvl="0" indent="0" algn="l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User Level Thread (ULT)</a:t>
          </a:r>
        </a:p>
        <a:p>
          <a:pPr marL="228600" lvl="1" indent="-228600" algn="l" defTabSz="11112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NZ" sz="2500" kern="1200" dirty="0"/>
        </a:p>
      </dsp:txBody>
      <dsp:txXfrm>
        <a:off x="978407" y="1378457"/>
        <a:ext cx="2690621" cy="1598066"/>
      </dsp:txXfrm>
    </dsp:sp>
    <dsp:sp modelId="{E8D499D1-31A4-DF4A-800E-FEE8DE3CF070}">
      <dsp:nvSpPr>
        <dsp:cNvPr id="0" name=""/>
        <dsp:cNvSpPr/>
      </dsp:nvSpPr>
      <dsp:spPr>
        <a:xfrm>
          <a:off x="4076700" y="1900275"/>
          <a:ext cx="3179826" cy="1598066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113792" rIns="0" bIns="121920" numCol="1" spcCol="1270" anchor="ctr" anchorCtr="0">
          <a:noAutofit/>
        </a:bodyPr>
        <a:lstStyle/>
        <a:p>
          <a:pPr marL="0" lvl="0" indent="0" algn="ctr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NZ" sz="3200" kern="1200" dirty="0"/>
            <a:t>Kernel level Thread (KLT) </a:t>
          </a:r>
        </a:p>
      </dsp:txBody>
      <dsp:txXfrm>
        <a:off x="4076700" y="1900275"/>
        <a:ext cx="3179826" cy="159806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161E09-98AA-F646-A320-3D36756674FD}">
      <dsp:nvSpPr>
        <dsp:cNvPr id="0" name=""/>
        <dsp:cNvSpPr/>
      </dsp:nvSpPr>
      <dsp:spPr>
        <a:xfrm>
          <a:off x="34" y="126524"/>
          <a:ext cx="3347070" cy="86400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121920" rIns="213360" bIns="121920" numCol="1" spcCol="1270" anchor="ctr" anchorCtr="0">
          <a:noAutofit/>
        </a:bodyPr>
        <a:lstStyle/>
        <a:p>
          <a:pPr marL="0" lvl="0" indent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Processes</a:t>
          </a:r>
        </a:p>
      </dsp:txBody>
      <dsp:txXfrm>
        <a:off x="34" y="126524"/>
        <a:ext cx="3347070" cy="864000"/>
      </dsp:txXfrm>
    </dsp:sp>
    <dsp:sp modelId="{29440C12-8D27-A646-861F-C6CEC0072C12}">
      <dsp:nvSpPr>
        <dsp:cNvPr id="0" name=""/>
        <dsp:cNvSpPr/>
      </dsp:nvSpPr>
      <dsp:spPr>
        <a:xfrm>
          <a:off x="34" y="990524"/>
          <a:ext cx="3347070" cy="2388150"/>
        </a:xfrm>
        <a:prstGeom prst="rect">
          <a:avLst/>
        </a:prstGeom>
        <a:solidFill>
          <a:schemeClr val="bg1">
            <a:lumMod val="9500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213360" bIns="240030" numCol="1" spcCol="1270" anchor="t" anchorCtr="0">
          <a:noAutofit/>
        </a:bodyPr>
        <a:lstStyle/>
        <a:p>
          <a:pPr marL="285750" lvl="1" indent="-285750" algn="l" defTabSz="1333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 dirty="0"/>
            <a:t>an entity corresponding to a user job or application that owns resources</a:t>
          </a:r>
        </a:p>
      </dsp:txBody>
      <dsp:txXfrm>
        <a:off x="34" y="990524"/>
        <a:ext cx="3347070" cy="2388150"/>
      </dsp:txXfrm>
    </dsp:sp>
    <dsp:sp modelId="{06FF1D1F-9CAB-A94F-ABD9-34BF1BE2DC25}">
      <dsp:nvSpPr>
        <dsp:cNvPr id="0" name=""/>
        <dsp:cNvSpPr/>
      </dsp:nvSpPr>
      <dsp:spPr>
        <a:xfrm>
          <a:off x="3815694" y="126524"/>
          <a:ext cx="3347070" cy="86400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121920" rIns="213360" bIns="121920" numCol="1" spcCol="1270" anchor="ctr" anchorCtr="0">
          <a:noAutofit/>
        </a:bodyPr>
        <a:lstStyle/>
        <a:p>
          <a:pPr marL="0" lvl="0" indent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Threads</a:t>
          </a:r>
          <a:endParaRPr lang="en-NZ" sz="3000" kern="1200" dirty="0"/>
        </a:p>
      </dsp:txBody>
      <dsp:txXfrm>
        <a:off x="3815694" y="126524"/>
        <a:ext cx="3347070" cy="864000"/>
      </dsp:txXfrm>
    </dsp:sp>
    <dsp:sp modelId="{5291AFC4-0A1D-DF4B-A31F-0D3B8C0F583F}">
      <dsp:nvSpPr>
        <dsp:cNvPr id="0" name=""/>
        <dsp:cNvSpPr/>
      </dsp:nvSpPr>
      <dsp:spPr>
        <a:xfrm>
          <a:off x="3815694" y="990524"/>
          <a:ext cx="3347070" cy="2388150"/>
        </a:xfrm>
        <a:prstGeom prst="rect">
          <a:avLst/>
        </a:prstGeom>
        <a:solidFill>
          <a:schemeClr val="bg1">
            <a:lumMod val="9500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213360" bIns="240030" numCol="1" spcCol="1270" anchor="t" anchorCtr="0">
          <a:noAutofit/>
        </a:bodyPr>
        <a:lstStyle/>
        <a:p>
          <a:pPr marL="285750" lvl="1" indent="-285750" algn="l" defTabSz="13335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 dirty="0"/>
            <a:t>a dispatchable unit of work that executes sequentially and is interruptible</a:t>
          </a:r>
        </a:p>
      </dsp:txBody>
      <dsp:txXfrm>
        <a:off x="3815694" y="990524"/>
        <a:ext cx="3347070" cy="238815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0E5926-21BC-DA4C-8718-E096140F6721}">
      <dsp:nvSpPr>
        <dsp:cNvPr id="0" name=""/>
        <dsp:cNvSpPr/>
      </dsp:nvSpPr>
      <dsp:spPr>
        <a:xfrm>
          <a:off x="3512939" y="1655622"/>
          <a:ext cx="1591270" cy="7573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16077"/>
              </a:lnTo>
              <a:lnTo>
                <a:pt x="1591270" y="516077"/>
              </a:lnTo>
              <a:lnTo>
                <a:pt x="1591270" y="75730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A5A7D6-9600-4A4B-83FE-D0AA84497058}">
      <dsp:nvSpPr>
        <dsp:cNvPr id="0" name=""/>
        <dsp:cNvSpPr/>
      </dsp:nvSpPr>
      <dsp:spPr>
        <a:xfrm>
          <a:off x="1921668" y="1655622"/>
          <a:ext cx="1591270" cy="757300"/>
        </a:xfrm>
        <a:custGeom>
          <a:avLst/>
          <a:gdLst/>
          <a:ahLst/>
          <a:cxnLst/>
          <a:rect l="0" t="0" r="0" b="0"/>
          <a:pathLst>
            <a:path>
              <a:moveTo>
                <a:pt x="1591270" y="0"/>
              </a:moveTo>
              <a:lnTo>
                <a:pt x="1591270" y="516077"/>
              </a:lnTo>
              <a:lnTo>
                <a:pt x="0" y="516077"/>
              </a:lnTo>
              <a:lnTo>
                <a:pt x="0" y="757300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C2BBFA4-FD11-C64F-B385-87F44DFD6E9D}">
      <dsp:nvSpPr>
        <dsp:cNvPr id="0" name=""/>
        <dsp:cNvSpPr/>
      </dsp:nvSpPr>
      <dsp:spPr>
        <a:xfrm>
          <a:off x="2210990" y="2147"/>
          <a:ext cx="2603896" cy="165347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A90B169-569D-6845-82FD-D850FD4F7ECB}">
      <dsp:nvSpPr>
        <dsp:cNvPr id="0" name=""/>
        <dsp:cNvSpPr/>
      </dsp:nvSpPr>
      <dsp:spPr>
        <a:xfrm>
          <a:off x="2500312" y="277003"/>
          <a:ext cx="2603896" cy="16534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Achieves concurrency without the overhead of using multiple processes</a:t>
          </a:r>
        </a:p>
      </dsp:txBody>
      <dsp:txXfrm>
        <a:off x="2548741" y="325432"/>
        <a:ext cx="2507038" cy="1556616"/>
      </dsp:txXfrm>
    </dsp:sp>
    <dsp:sp modelId="{45D751CF-0371-5B43-A54C-0760DB33DED9}">
      <dsp:nvSpPr>
        <dsp:cNvPr id="0" name=""/>
        <dsp:cNvSpPr/>
      </dsp:nvSpPr>
      <dsp:spPr>
        <a:xfrm>
          <a:off x="619720" y="2412922"/>
          <a:ext cx="2603896" cy="165347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693F0F0-A635-2641-8FE6-FF7DAA91A813}">
      <dsp:nvSpPr>
        <dsp:cNvPr id="0" name=""/>
        <dsp:cNvSpPr/>
      </dsp:nvSpPr>
      <dsp:spPr>
        <a:xfrm>
          <a:off x="909042" y="2687777"/>
          <a:ext cx="2603896" cy="16534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Threads within the same process can exchange information through their common address space and have access to the shared resources of the process</a:t>
          </a:r>
        </a:p>
      </dsp:txBody>
      <dsp:txXfrm>
        <a:off x="957471" y="2736206"/>
        <a:ext cx="2507038" cy="1556616"/>
      </dsp:txXfrm>
    </dsp:sp>
    <dsp:sp modelId="{D95F1863-BED8-D940-A1BF-C1E6F6EA23EF}">
      <dsp:nvSpPr>
        <dsp:cNvPr id="0" name=""/>
        <dsp:cNvSpPr/>
      </dsp:nvSpPr>
      <dsp:spPr>
        <a:xfrm>
          <a:off x="3802260" y="2412922"/>
          <a:ext cx="2603896" cy="165347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BD8E55B-4838-D147-9405-F6502952C1F9}">
      <dsp:nvSpPr>
        <dsp:cNvPr id="0" name=""/>
        <dsp:cNvSpPr/>
      </dsp:nvSpPr>
      <dsp:spPr>
        <a:xfrm>
          <a:off x="4091582" y="2687777"/>
          <a:ext cx="2603896" cy="16534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Threads in different processes can exchange information through shared memory that has been set up between the two processes</a:t>
          </a:r>
        </a:p>
      </dsp:txBody>
      <dsp:txXfrm>
        <a:off x="4140011" y="2736206"/>
        <a:ext cx="2507038" cy="155661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064325-F871-1445-AD04-4E175EF1365E}">
      <dsp:nvSpPr>
        <dsp:cNvPr id="0" name=""/>
        <dsp:cNvSpPr/>
      </dsp:nvSpPr>
      <dsp:spPr>
        <a:xfrm>
          <a:off x="0" y="0"/>
          <a:ext cx="8305800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308B19D-3226-7F43-90A7-076E34833999}">
      <dsp:nvSpPr>
        <dsp:cNvPr id="0" name=""/>
        <dsp:cNvSpPr/>
      </dsp:nvSpPr>
      <dsp:spPr>
        <a:xfrm>
          <a:off x="0" y="0"/>
          <a:ext cx="1661160" cy="15621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Processes (threads)</a:t>
          </a:r>
        </a:p>
      </dsp:txBody>
      <dsp:txXfrm>
        <a:off x="0" y="0"/>
        <a:ext cx="1661160" cy="1562100"/>
      </dsp:txXfrm>
    </dsp:sp>
    <dsp:sp modelId="{5A890009-52E7-D04B-83B6-E421AA5B9F18}">
      <dsp:nvSpPr>
        <dsp:cNvPr id="0" name=""/>
        <dsp:cNvSpPr/>
      </dsp:nvSpPr>
      <dsp:spPr>
        <a:xfrm>
          <a:off x="1785747" y="70935"/>
          <a:ext cx="6520053" cy="14187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cooperate with each other and manage the use of shared data structures by primitives that enforce mutual exclusion and synchronize their execution</a:t>
          </a:r>
        </a:p>
      </dsp:txBody>
      <dsp:txXfrm>
        <a:off x="1785747" y="70935"/>
        <a:ext cx="6520053" cy="1418704"/>
      </dsp:txXfrm>
    </dsp:sp>
    <dsp:sp modelId="{25CBDD50-B0DB-4E4F-85BD-EFF7B7241204}">
      <dsp:nvSpPr>
        <dsp:cNvPr id="0" name=""/>
        <dsp:cNvSpPr/>
      </dsp:nvSpPr>
      <dsp:spPr>
        <a:xfrm>
          <a:off x="1661160" y="1489639"/>
          <a:ext cx="66446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B1D9BB74-11EB-5446-9A70-9E4A968739EF}">
      <dsp:nvSpPr>
        <dsp:cNvPr id="0" name=""/>
        <dsp:cNvSpPr/>
      </dsp:nvSpPr>
      <dsp:spPr>
        <a:xfrm>
          <a:off x="0" y="1562100"/>
          <a:ext cx="8305800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CEF4735-D4B5-974D-B9BF-54ACF1BEFBF9}">
      <dsp:nvSpPr>
        <dsp:cNvPr id="0" name=""/>
        <dsp:cNvSpPr/>
      </dsp:nvSpPr>
      <dsp:spPr>
        <a:xfrm>
          <a:off x="0" y="1562100"/>
          <a:ext cx="1661160" cy="15621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Interrupts</a:t>
          </a:r>
        </a:p>
      </dsp:txBody>
      <dsp:txXfrm>
        <a:off x="0" y="1562100"/>
        <a:ext cx="1661160" cy="1562100"/>
      </dsp:txXfrm>
    </dsp:sp>
    <dsp:sp modelId="{55E25350-D609-0E4C-AF06-74901F766641}">
      <dsp:nvSpPr>
        <dsp:cNvPr id="0" name=""/>
        <dsp:cNvSpPr/>
      </dsp:nvSpPr>
      <dsp:spPr>
        <a:xfrm>
          <a:off x="1785747" y="1633035"/>
          <a:ext cx="6520053" cy="14187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synchronized by preventing their handling for a period of time</a:t>
          </a:r>
        </a:p>
      </dsp:txBody>
      <dsp:txXfrm>
        <a:off x="1785747" y="1633035"/>
        <a:ext cx="6520053" cy="1418704"/>
      </dsp:txXfrm>
    </dsp:sp>
    <dsp:sp modelId="{3E291C2B-B993-824E-9D25-B57FA36470B9}">
      <dsp:nvSpPr>
        <dsp:cNvPr id="0" name=""/>
        <dsp:cNvSpPr/>
      </dsp:nvSpPr>
      <dsp:spPr>
        <a:xfrm>
          <a:off x="1661160" y="3051739"/>
          <a:ext cx="664464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4925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6ADAFC-8F77-0A4B-8EBC-CE98AEB27895}">
      <dsp:nvSpPr>
        <dsp:cNvPr id="0" name=""/>
        <dsp:cNvSpPr/>
      </dsp:nvSpPr>
      <dsp:spPr>
        <a:xfrm>
          <a:off x="601662" y="0"/>
          <a:ext cx="4254500" cy="4254500"/>
        </a:xfrm>
        <a:prstGeom prst="triangl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alpha val="90000"/>
                <a:satMod val="115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alpha val="90000"/>
                <a:satMod val="135000"/>
              </a:schemeClr>
            </a:gs>
          </a:gsLst>
          <a:lin ang="5400000" scaled="1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7F236B6-343E-6D4F-B3F6-E91247AE0537}">
      <dsp:nvSpPr>
        <dsp:cNvPr id="0" name=""/>
        <dsp:cNvSpPr/>
      </dsp:nvSpPr>
      <dsp:spPr>
        <a:xfrm>
          <a:off x="2728912" y="425865"/>
          <a:ext cx="2765425" cy="604936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Foreground process</a:t>
          </a:r>
        </a:p>
      </dsp:txBody>
      <dsp:txXfrm>
        <a:off x="2758443" y="455396"/>
        <a:ext cx="2706363" cy="545874"/>
      </dsp:txXfrm>
    </dsp:sp>
    <dsp:sp modelId="{D3733D29-E208-EF4A-9AEF-65F84BCE6E23}">
      <dsp:nvSpPr>
        <dsp:cNvPr id="0" name=""/>
        <dsp:cNvSpPr/>
      </dsp:nvSpPr>
      <dsp:spPr>
        <a:xfrm>
          <a:off x="2728912" y="1106419"/>
          <a:ext cx="2765425" cy="604936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Visible process</a:t>
          </a:r>
          <a:endParaRPr lang="en-US" sz="2300" kern="1200" dirty="0"/>
        </a:p>
      </dsp:txBody>
      <dsp:txXfrm>
        <a:off x="2758443" y="1135950"/>
        <a:ext cx="2706363" cy="545874"/>
      </dsp:txXfrm>
    </dsp:sp>
    <dsp:sp modelId="{18B59D32-1887-2E44-BF45-4BE4E74A7629}">
      <dsp:nvSpPr>
        <dsp:cNvPr id="0" name=""/>
        <dsp:cNvSpPr/>
      </dsp:nvSpPr>
      <dsp:spPr>
        <a:xfrm>
          <a:off x="2728912" y="1786973"/>
          <a:ext cx="2765425" cy="604936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Service process</a:t>
          </a:r>
          <a:endParaRPr lang="en-US" sz="2300" kern="1200" dirty="0"/>
        </a:p>
      </dsp:txBody>
      <dsp:txXfrm>
        <a:off x="2758443" y="1816504"/>
        <a:ext cx="2706363" cy="545874"/>
      </dsp:txXfrm>
    </dsp:sp>
    <dsp:sp modelId="{47D5B74A-039D-3D40-8FCA-1558254F17B2}">
      <dsp:nvSpPr>
        <dsp:cNvPr id="0" name=""/>
        <dsp:cNvSpPr/>
      </dsp:nvSpPr>
      <dsp:spPr>
        <a:xfrm>
          <a:off x="2728912" y="2467526"/>
          <a:ext cx="2765425" cy="604936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Background process</a:t>
          </a:r>
          <a:endParaRPr lang="en-US" sz="2300" kern="1200" dirty="0"/>
        </a:p>
      </dsp:txBody>
      <dsp:txXfrm>
        <a:off x="2758443" y="2497057"/>
        <a:ext cx="2706363" cy="545874"/>
      </dsp:txXfrm>
    </dsp:sp>
    <dsp:sp modelId="{BF037080-3959-DE49-B667-1EFD3F32EFD5}">
      <dsp:nvSpPr>
        <dsp:cNvPr id="0" name=""/>
        <dsp:cNvSpPr/>
      </dsp:nvSpPr>
      <dsp:spPr>
        <a:xfrm>
          <a:off x="2728912" y="3148080"/>
          <a:ext cx="2765425" cy="604936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Empty process</a:t>
          </a:r>
        </a:p>
      </dsp:txBody>
      <dsp:txXfrm>
        <a:off x="2758443" y="3177611"/>
        <a:ext cx="2706363" cy="5458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arrow6">
  <dgm:title val=""/>
  <dgm:desc val=""/>
  <dgm:catLst>
    <dgm:cat type="relationship" pri="4000"/>
    <dgm:cat type="process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clrData>
  <dgm:layoutNode name="compositeShape">
    <dgm:varLst>
      <dgm:chMax val="2"/>
      <dgm:dir/>
      <dgm:resizeHandles val="exact"/>
    </dgm:varLst>
    <dgm:alg type="composite">
      <dgm:param type="horzAlign" val="ctr"/>
      <dgm:param type="vertAlign" val="mid"/>
      <dgm:param type="ar" val="2.5"/>
    </dgm:alg>
    <dgm:shape xmlns:r="http://schemas.openxmlformats.org/officeDocument/2006/relationships" r:blip="">
      <dgm:adjLst/>
    </dgm:shape>
    <dgm:presOf/>
    <dgm:constrLst>
      <dgm:constr type="primFontSz" for="des" ptType="node" op="equ"/>
      <dgm:constr type="w" for="ch" forName="ribbon" refType="h" refFor="ch" refForName="ribbon" fact="2.5"/>
      <dgm:constr type="h" for="ch" forName="leftArrowText" refType="h" fact="0.49"/>
      <dgm:constr type="ctrY" for="ch" forName="leftArrowText" refType="ctrY" refFor="ch" refForName="ribbon"/>
      <dgm:constr type="ctrYOff" for="ch" forName="leftArrowText" refType="h" refFor="ch" refForName="ribbon" fact="-0.08"/>
      <dgm:constr type="l" for="ch" forName="leftArrowText" refType="w" refFor="ch" refForName="ribbon" fact="0.12"/>
      <dgm:constr type="r" for="ch" forName="leftArrowText" refType="w" refFor="ch" refForName="ribbon" fact="0.45"/>
      <dgm:constr type="h" for="ch" forName="rightArrowText" refType="h" fact="0.49"/>
      <dgm:constr type="ctrY" for="ch" forName="rightArrowText" refType="ctrY" refFor="ch" refForName="ribbon"/>
      <dgm:constr type="ctrYOff" for="ch" forName="rightArrowText" refType="h" refFor="ch" refForName="ribbon" fact="0.08"/>
      <dgm:constr type="l" for="ch" forName="rightArrowText" refType="w" refFor="ch" refForName="ribbon" fact="0.5"/>
      <dgm:constr type="r" for="ch" forName="rightArrowText" refType="w" refFor="ch" refForName="ribbon" fact="0.89"/>
    </dgm:constrLst>
    <dgm:ruleLst/>
    <dgm:choose name="Name0">
      <dgm:if name="Name1" axis="ch" ptType="node" func="cnt" op="gte" val="1">
        <dgm:layoutNode name="ribbon" styleLbl="node1">
          <dgm:alg type="sp"/>
          <dgm:shape xmlns:r="http://schemas.openxmlformats.org/officeDocument/2006/relationships" type="leftRightRibbon" r:blip="">
            <dgm:adjLst/>
          </dgm:shape>
          <dgm:presOf/>
          <dgm:constrLst/>
          <dgm:ruleLst/>
        </dgm:layoutNode>
        <dgm:layoutNode name="leftArrowText" styleLbl="node1">
          <dgm:varLst>
            <dgm:chMax val="0"/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rect" r:blip="" hideGeom="1">
            <dgm:adjLst/>
          </dgm:shape>
          <dgm:choose name="Name2">
            <dgm:if name="Name3" func="var" arg="dir" op="equ" val="norm">
              <dgm:presOf axis="ch desOrSelf" ptType="node node" st="1 1" cnt="1 0"/>
            </dgm:if>
            <dgm:else name="Name4">
              <dgm:presOf axis="ch desOrSelf" ptType="node node" st="2 1" cnt="1 0"/>
            </dgm:else>
          </dgm:choose>
          <dgm:constrLst>
            <dgm:constr type="primFontSz" val="65"/>
            <dgm:constr type="tMarg" refType="primFontSz" fact="0.28"/>
            <dgm:constr type="lMarg"/>
            <dgm:constr type="bMarg" refType="primFontSz" fact="0.3"/>
            <dgm:constr type="rMarg"/>
          </dgm:constrLst>
          <dgm:ruleLst>
            <dgm:rule type="primFontSz" val="5" fact="NaN" max="NaN"/>
          </dgm:ruleLst>
        </dgm:layoutNode>
        <dgm:layoutNode name="rightArrowText" styleLbl="node1">
          <dgm:varLst>
            <dgm:chMax val="0"/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rect" r:blip="" hideGeom="1">
            <dgm:adjLst/>
          </dgm:shape>
          <dgm:choose name="Name5">
            <dgm:if name="Name6" func="var" arg="dir" op="equ" val="norm">
              <dgm:presOf axis="ch desOrSelf" ptType="node node" st="2 1" cnt="1 0"/>
            </dgm:if>
            <dgm:else name="Name7">
              <dgm:presOf axis="ch desOrSelf" ptType="node node" st="1 1" cnt="1 0"/>
            </dgm:else>
          </dgm:choose>
          <dgm:constrLst>
            <dgm:constr type="primFontSz" val="65"/>
            <dgm:constr type="tMarg" refType="primFontSz" fact="0.28"/>
            <dgm:constr type="lMarg"/>
            <dgm:constr type="bMarg" refType="primFontSz" fact="0.3"/>
            <dgm:constr type="rMarg"/>
          </dgm:constrLst>
          <dgm:ruleLst>
            <dgm:rule type="primFontSz" val="5" fact="NaN" max="NaN"/>
          </dgm:ruleLst>
        </dgm:layoutNode>
      </dgm:if>
      <dgm:else name="Name8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0118C455-DCBE-41F6-9A52-324D6BC54AEC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1F781F4-099F-4112-9B1E-8A4E4163911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78943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i="1" kern="120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endParaRPr lang="en-NZ" sz="1200" kern="120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NZ" sz="1200" kern="120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47500" lnSpcReduction="20000"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F781F4-099F-4112-9B1E-8A4E4163911A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7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6CD45C-81C4-4E27-A18A-8835B7066D8D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F246AB-72DE-4829-A3EE-183283F17E5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DF4F1D-9F1B-4CA4-932E-311654E99826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217303-0E5B-4E24-BCA3-62F5881C102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0E4233-E030-4D82-AE1D-06E871FCE686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F17966-739A-4E4E-BEF8-5E9D65CAA6D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C5EE9E-C85E-43CC-91D6-50F7B4961BB7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9B75778-597E-43D2-A71E-341C60964EE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9F8884-1DEA-4C84-A489-E724713CC95E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D71189-8D0B-455A-87B2-3A89DCBF685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2DFE5A-BFC9-454A-A87C-69BA4FE25A0F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5D2254-A369-4EE7-927D-AE713623071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4A6603-BAC9-4FFA-BE72-57B7C0EDA50D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69E04E-7B9E-40CB-AECA-9BEEF7D4B16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56F2E53-C0F0-49CC-8B3F-6BA3D019B99D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175EC1-C65E-447A-8CAE-CC74F724346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4AA9AB-7925-475F-87E4-57F6EF092961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A6BC3C-EF4C-4932-8208-7FBB5701A0AF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9C3780-DD3C-46A5-8303-4579155A8DB3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2BAF33-582B-4B0D-B27A-32E91EEEB04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3C4502-BF88-49E9-A189-5718D68C95C9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835F4E-BD93-49E1-84D0-363BA31979D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/>
          <p:cNvSpPr/>
          <p:nvPr/>
        </p:nvSpPr>
        <p:spPr>
          <a:xfrm>
            <a:off x="341086" y="928914"/>
            <a:ext cx="8432800" cy="177074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707" y="968189"/>
            <a:ext cx="7799387" cy="1237130"/>
          </a:xfrm>
        </p:spPr>
        <p:txBody>
          <a:bodyPr anchor="b" anchorCtr="0"/>
          <a:lstStyle>
            <a:lvl1pPr algn="r">
              <a:lnSpc>
                <a:spcPts val="5000"/>
              </a:lnSpc>
              <a:defRPr sz="4600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707" y="2209799"/>
            <a:ext cx="7799387" cy="466165"/>
          </a:xfrm>
        </p:spPr>
        <p:txBody>
          <a:bodyPr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F5D2D3F-B0F1-446B-B7CC-19B90EB0017B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305300" y="6492875"/>
            <a:ext cx="533400" cy="365125"/>
          </a:xfrm>
        </p:spPr>
        <p:txBody>
          <a:bodyPr vert="horz" lIns="91440" tIns="45720" rIns="91440" bIns="45720" rtlCol="0" anchor="ctr"/>
          <a:lstStyle>
            <a:lvl1pPr marL="0" algn="ctr" defTabSz="914400" rtl="0" eaLnBrk="1" latinLnBrk="0" hangingPunct="1">
              <a:defRPr sz="1100" b="1" kern="120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46FA4F69-47FA-46CC-8030-E13D0EF9E85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16802"/>
            <a:ext cx="8229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TitleSlide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8229600" cy="356646"/>
          </a:xfrm>
          <a:prstGeom prst="rect">
            <a:avLst/>
          </a:prstGeom>
        </p:spPr>
      </p:pic>
      <p:pic>
        <p:nvPicPr>
          <p:cNvPr id="10" name="Picture 9" descr="TitleSlideBott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00601"/>
            <a:ext cx="8229600" cy="3700199"/>
          </a:xfrm>
          <a:prstGeom prst="rect">
            <a:avLst/>
          </a:prstGeom>
        </p:spPr>
      </p:pic>
      <p:sp>
        <p:nvSpPr>
          <p:cNvPr id="11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247" y="6492875"/>
            <a:ext cx="34155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14400" rtl="0" eaLnBrk="1" latinLnBrk="0" hangingPunct="1">
              <a:defRPr sz="1100" b="1" kern="120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0D744-A176-4DCB-9147-2AE7B7E87481}" type="datetimeFigureOut">
              <a:rPr lang="en-US"/>
              <a:pPr/>
              <a:t>2/20/2024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1679-83E0-4571-98D7-4BB535B5F505}" type="slidenum">
              <a:rPr/>
              <a:pPr/>
              <a:t>‹#›</a:t>
            </a:fld>
            <a:endParaRPr/>
          </a:p>
        </p:txBody>
      </p:sp>
      <p:pic>
        <p:nvPicPr>
          <p:cNvPr id="7" name="Picture 6" descr="green.gif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8429625" y="5562600"/>
            <a:ext cx="714375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7" descr="hand.gif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0" y="6115050"/>
            <a:ext cx="1190625" cy="742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Freeform 8"/>
          <p:cNvSpPr/>
          <p:nvPr userDrawn="1"/>
        </p:nvSpPr>
        <p:spPr>
          <a:xfrm>
            <a:off x="1171575" y="6124575"/>
            <a:ext cx="7286625" cy="219075"/>
          </a:xfrm>
          <a:custGeom>
            <a:avLst/>
            <a:gdLst>
              <a:gd name="connsiteX0" fmla="*/ 0 w 7286625"/>
              <a:gd name="connsiteY0" fmla="*/ 219075 h 219075"/>
              <a:gd name="connsiteX1" fmla="*/ 190500 w 7286625"/>
              <a:gd name="connsiteY1" fmla="*/ 180975 h 219075"/>
              <a:gd name="connsiteX2" fmla="*/ 2790825 w 7286625"/>
              <a:gd name="connsiteY2" fmla="*/ 171450 h 219075"/>
              <a:gd name="connsiteX3" fmla="*/ 2924175 w 7286625"/>
              <a:gd name="connsiteY3" fmla="*/ 152400 h 219075"/>
              <a:gd name="connsiteX4" fmla="*/ 3267075 w 7286625"/>
              <a:gd name="connsiteY4" fmla="*/ 133350 h 219075"/>
              <a:gd name="connsiteX5" fmla="*/ 3390900 w 7286625"/>
              <a:gd name="connsiteY5" fmla="*/ 123825 h 219075"/>
              <a:gd name="connsiteX6" fmla="*/ 3667125 w 7286625"/>
              <a:gd name="connsiteY6" fmla="*/ 85725 h 219075"/>
              <a:gd name="connsiteX7" fmla="*/ 3838575 w 7286625"/>
              <a:gd name="connsiteY7" fmla="*/ 76200 h 219075"/>
              <a:gd name="connsiteX8" fmla="*/ 4381500 w 7286625"/>
              <a:gd name="connsiteY8" fmla="*/ 47625 h 219075"/>
              <a:gd name="connsiteX9" fmla="*/ 4552950 w 7286625"/>
              <a:gd name="connsiteY9" fmla="*/ 38100 h 219075"/>
              <a:gd name="connsiteX10" fmla="*/ 4686300 w 7286625"/>
              <a:gd name="connsiteY10" fmla="*/ 28575 h 219075"/>
              <a:gd name="connsiteX11" fmla="*/ 5562600 w 7286625"/>
              <a:gd name="connsiteY11" fmla="*/ 0 h 219075"/>
              <a:gd name="connsiteX12" fmla="*/ 6486525 w 7286625"/>
              <a:gd name="connsiteY12" fmla="*/ 9525 h 219075"/>
              <a:gd name="connsiteX13" fmla="*/ 6581775 w 7286625"/>
              <a:gd name="connsiteY13" fmla="*/ 19050 h 219075"/>
              <a:gd name="connsiteX14" fmla="*/ 6715125 w 7286625"/>
              <a:gd name="connsiteY14" fmla="*/ 47625 h 219075"/>
              <a:gd name="connsiteX15" fmla="*/ 7210425 w 7286625"/>
              <a:gd name="connsiteY15" fmla="*/ 66675 h 219075"/>
              <a:gd name="connsiteX16" fmla="*/ 7286625 w 7286625"/>
              <a:gd name="connsiteY16" fmla="*/ 76200 h 219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7286625" h="219075">
                <a:moveTo>
                  <a:pt x="0" y="219075"/>
                </a:moveTo>
                <a:cubicBezTo>
                  <a:pt x="67827" y="173857"/>
                  <a:pt x="45538" y="182475"/>
                  <a:pt x="190500" y="180975"/>
                </a:cubicBezTo>
                <a:lnTo>
                  <a:pt x="2790825" y="171450"/>
                </a:lnTo>
                <a:cubicBezTo>
                  <a:pt x="2835275" y="165100"/>
                  <a:pt x="2879529" y="157183"/>
                  <a:pt x="2924175" y="152400"/>
                </a:cubicBezTo>
                <a:cubicBezTo>
                  <a:pt x="3020054" y="142127"/>
                  <a:pt x="3181234" y="138255"/>
                  <a:pt x="3267075" y="133350"/>
                </a:cubicBezTo>
                <a:cubicBezTo>
                  <a:pt x="3308405" y="130988"/>
                  <a:pt x="3349625" y="127000"/>
                  <a:pt x="3390900" y="123825"/>
                </a:cubicBezTo>
                <a:cubicBezTo>
                  <a:pt x="3496096" y="104698"/>
                  <a:pt x="3551356" y="92157"/>
                  <a:pt x="3667125" y="85725"/>
                </a:cubicBezTo>
                <a:lnTo>
                  <a:pt x="3838575" y="76200"/>
                </a:lnTo>
                <a:cubicBezTo>
                  <a:pt x="4421283" y="38197"/>
                  <a:pt x="3784538" y="73028"/>
                  <a:pt x="4381500" y="47625"/>
                </a:cubicBezTo>
                <a:cubicBezTo>
                  <a:pt x="4438686" y="45192"/>
                  <a:pt x="4495823" y="41670"/>
                  <a:pt x="4552950" y="38100"/>
                </a:cubicBezTo>
                <a:cubicBezTo>
                  <a:pt x="4597426" y="35320"/>
                  <a:pt x="4641768" y="30255"/>
                  <a:pt x="4686300" y="28575"/>
                </a:cubicBezTo>
                <a:lnTo>
                  <a:pt x="5562600" y="0"/>
                </a:lnTo>
                <a:lnTo>
                  <a:pt x="6486525" y="9525"/>
                </a:lnTo>
                <a:cubicBezTo>
                  <a:pt x="6518428" y="10121"/>
                  <a:pt x="6550352" y="13505"/>
                  <a:pt x="6581775" y="19050"/>
                </a:cubicBezTo>
                <a:cubicBezTo>
                  <a:pt x="6696351" y="39269"/>
                  <a:pt x="6600009" y="39686"/>
                  <a:pt x="6715125" y="47625"/>
                </a:cubicBezTo>
                <a:cubicBezTo>
                  <a:pt x="6818795" y="54775"/>
                  <a:pt x="7128867" y="63956"/>
                  <a:pt x="7210425" y="66675"/>
                </a:cubicBezTo>
                <a:cubicBezTo>
                  <a:pt x="7254060" y="81220"/>
                  <a:pt x="7228960" y="76200"/>
                  <a:pt x="7286625" y="76200"/>
                </a:cubicBezTo>
              </a:path>
            </a:pathLst>
          </a:cu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pic>
        <p:nvPicPr>
          <p:cNvPr id="10" name="Picture 9" descr="top.gif"/>
          <p:cNvPicPr>
            <a:picLocks noChangeAspect="1"/>
          </p:cNvPicPr>
          <p:nvPr userDrawn="1"/>
        </p:nvPicPr>
        <p:blipFill>
          <a:blip r:embed="rId4"/>
          <a:srcRect/>
          <a:stretch>
            <a:fillRect/>
          </a:stretch>
        </p:blipFill>
        <p:spPr bwMode="auto">
          <a:xfrm rot="18850181">
            <a:off x="-155575" y="330200"/>
            <a:ext cx="2000250" cy="1047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/>
          <p:cNvSpPr/>
          <p:nvPr/>
        </p:nvSpPr>
        <p:spPr>
          <a:xfrm>
            <a:off x="326571" y="362857"/>
            <a:ext cx="8440058" cy="25182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8041" y="3575712"/>
            <a:ext cx="5396671" cy="1340467"/>
          </a:xfrm>
        </p:spPr>
        <p:txBody>
          <a:bodyPr tIns="0" bIns="0" anchor="b" anchorCtr="0"/>
          <a:lstStyle>
            <a:lvl1pPr algn="r">
              <a:defRPr sz="4600" b="0" cap="none" baseline="0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98041" y="4980297"/>
            <a:ext cx="5396671" cy="810904"/>
          </a:xfrm>
        </p:spPr>
        <p:txBody>
          <a:bodyPr tIns="0" bIns="0" anchor="t" anchorCtr="0">
            <a:normAutofit/>
          </a:bodyPr>
          <a:lstStyle>
            <a:lvl1pPr marL="0" indent="0" algn="r">
              <a:spcBef>
                <a:spcPts val="300"/>
              </a:spcBef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0F29AB0-274B-47BE-985F-46164E2F9B8D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306824" y="6492240"/>
            <a:ext cx="533400" cy="365125"/>
          </a:xfrm>
        </p:spPr>
        <p:txBody>
          <a:bodyPr vert="horz" lIns="91440" tIns="45720" rIns="91440" bIns="45720" rtlCol="0" anchor="ctr"/>
          <a:lstStyle>
            <a:lvl1pPr marL="0" algn="ctr" defTabSz="914400" rtl="0" eaLnBrk="1" latinLnBrk="0" hangingPunct="1">
              <a:defRPr sz="1100" b="1" kern="120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93238FDB-2D8C-4804-B582-7DB90366B95F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7" name="Picture 6" descr="SectionHeader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47" y="457200"/>
            <a:ext cx="2216561" cy="5943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 rot="5400000">
            <a:off x="-222366" y="3369564"/>
            <a:ext cx="5943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8904" y="2286000"/>
            <a:ext cx="3657600" cy="38401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1308" y="2286000"/>
            <a:ext cx="3657600" cy="3840163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6F0B030-1580-4866-BCBB-5B9DCBDFAB68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D77EB8B-B6EB-443D-9CB4-B019CEC8F476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388" y="2040081"/>
            <a:ext cx="3657600" cy="730415"/>
          </a:xfrm>
        </p:spPr>
        <p:txBody>
          <a:bodyPr tIns="0" bIns="0" anchor="ctr" anchorCtr="0">
            <a:noAutofit/>
          </a:bodyPr>
          <a:lstStyle>
            <a:lvl1pPr marL="0" indent="0" algn="ctr">
              <a:lnSpc>
                <a:spcPts val="3000"/>
              </a:lnSpc>
              <a:spcBef>
                <a:spcPts val="300"/>
              </a:spcBef>
              <a:buNone/>
              <a:defRPr sz="26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3388" y="2797175"/>
            <a:ext cx="3657600" cy="332898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8032" y="2040081"/>
            <a:ext cx="3657600" cy="730415"/>
          </a:xfrm>
        </p:spPr>
        <p:txBody>
          <a:bodyPr tIns="0" bIns="0" anchor="ctr" anchorCtr="0">
            <a:noAutofit/>
          </a:bodyPr>
          <a:lstStyle>
            <a:lvl1pPr marL="0" indent="0" algn="ctr">
              <a:lnSpc>
                <a:spcPts val="3000"/>
              </a:lnSpc>
              <a:spcBef>
                <a:spcPts val="300"/>
              </a:spcBef>
              <a:buNone/>
              <a:defRPr sz="26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8032" y="2797175"/>
            <a:ext cx="3657600" cy="332898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0FF0F97-1060-4EBF-B543-874A8397FCDC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6104A5-FF6A-4891-8FE3-D539A7A66E05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884488" y="4484687"/>
            <a:ext cx="3375025" cy="1588"/>
          </a:xfrm>
          <a:prstGeom prst="line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, Top and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4050" y="2286001"/>
            <a:ext cx="7848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E62B1BE-7229-4612-B077-302E9FB27D58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367C90-D8D8-4A11-9BC3-E7451ACC5EB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654050" y="4302966"/>
            <a:ext cx="7848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28032" y="2286001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E62B1BE-7229-4612-B077-302E9FB27D58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367C90-D8D8-4A11-9BC3-E7451ACC5EB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4828032" y="4302966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Content Placeholder 2"/>
          <p:cNvSpPr>
            <a:spLocks noGrp="1"/>
          </p:cNvSpPr>
          <p:nvPr>
            <p:ph sz="half" idx="14"/>
          </p:nvPr>
        </p:nvSpPr>
        <p:spPr>
          <a:xfrm>
            <a:off x="654085" y="2286000"/>
            <a:ext cx="3657600" cy="38401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28032" y="2286001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E62B1BE-7229-4612-B077-302E9FB27D58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367C90-D8D8-4A11-9BC3-E7451ACC5EB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sz="half" idx="13"/>
          </p:nvPr>
        </p:nvSpPr>
        <p:spPr>
          <a:xfrm>
            <a:off x="4828032" y="4302966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0" name="Content Placeholder 2"/>
          <p:cNvSpPr>
            <a:spLocks noGrp="1"/>
          </p:cNvSpPr>
          <p:nvPr>
            <p:ph sz="half" idx="14"/>
          </p:nvPr>
        </p:nvSpPr>
        <p:spPr>
          <a:xfrm>
            <a:off x="658906" y="2286001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11" name="Content Placeholder 2"/>
          <p:cNvSpPr>
            <a:spLocks noGrp="1"/>
          </p:cNvSpPr>
          <p:nvPr>
            <p:ph sz="half" idx="15"/>
          </p:nvPr>
        </p:nvSpPr>
        <p:spPr>
          <a:xfrm>
            <a:off x="658906" y="4302966"/>
            <a:ext cx="3657600" cy="18288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</p:spTree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848A180-20FC-43E6-ACF2-E4D2D7D4238C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012834-41A2-49E3-8762-B14EE3F5CFB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/>
          <p:cNvSpPr/>
          <p:nvPr/>
        </p:nvSpPr>
        <p:spPr>
          <a:xfrm>
            <a:off x="355600" y="566057"/>
            <a:ext cx="8396514" cy="25980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457200"/>
            <a:ext cx="8229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B242E86-E886-49FE-9E81-CBA74FDF21F4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9A6F0D-A611-4358-861D-7B01E830389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/>
          <p:cNvSpPr/>
          <p:nvPr/>
        </p:nvSpPr>
        <p:spPr>
          <a:xfrm>
            <a:off x="333828" y="566057"/>
            <a:ext cx="8454571" cy="21335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457200"/>
            <a:ext cx="8229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644868"/>
            <a:ext cx="3657600" cy="1098332"/>
          </a:xfrm>
        </p:spPr>
        <p:txBody>
          <a:bodyPr anchor="b"/>
          <a:lstStyle>
            <a:lvl1pPr algn="l">
              <a:defRPr sz="3600" b="0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28032" y="654268"/>
            <a:ext cx="3657600" cy="54864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8368" y="2774731"/>
            <a:ext cx="3657600" cy="3168869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5E854A5-A6D3-4FF2-A83D-4A92E35723B6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B79F47-3AF0-4617-BC60-2E592392BB4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/>
          <p:cNvSpPr/>
          <p:nvPr/>
        </p:nvSpPr>
        <p:spPr>
          <a:xfrm>
            <a:off x="355600" y="348343"/>
            <a:ext cx="8432800" cy="23513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 rot="5400000">
            <a:off x="5598058" y="3310469"/>
            <a:ext cx="5943600" cy="237061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644868"/>
            <a:ext cx="3657600" cy="1098332"/>
          </a:xfrm>
        </p:spPr>
        <p:txBody>
          <a:bodyPr anchor="b"/>
          <a:lstStyle>
            <a:lvl1pPr algn="l">
              <a:defRPr sz="3600" b="0">
                <a:solidFill>
                  <a:schemeClr val="accent1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8368" y="2774731"/>
            <a:ext cx="3657600" cy="3168869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BFCA2E3-A4EC-4D3C-A723-C30C7527518B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DF8B95-FD24-4BC4-B430-69A3136D11E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28032" y="457200"/>
            <a:ext cx="3621024" cy="59436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 dirty="0"/>
              <a:t>Click icon to add picture</a:t>
            </a:r>
            <a:endParaRPr dirty="0"/>
          </a:p>
        </p:txBody>
      </p:sp>
    </p:spTree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286000"/>
            <a:ext cx="7874000" cy="38401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2AEB11F-C391-4BDD-82EB-6F3E13A9F9E1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F0D068-AB96-40B8-9FAA-4228627632C0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/>
          <p:cNvSpPr/>
          <p:nvPr/>
        </p:nvSpPr>
        <p:spPr>
          <a:xfrm>
            <a:off x="348342" y="362857"/>
            <a:ext cx="8440057" cy="2336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VerticalR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668" y="457200"/>
            <a:ext cx="1546230" cy="5943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 rot="5400000">
            <a:off x="4074414" y="3369564"/>
            <a:ext cx="5943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19582" y="693738"/>
            <a:ext cx="1491018" cy="5432425"/>
          </a:xfrm>
        </p:spPr>
        <p:txBody>
          <a:bodyPr vert="eaVert" tIns="45720" bIns="45720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93738"/>
            <a:ext cx="6019800" cy="54324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42669FE-0345-4152-A335-E3D8B60CD5FA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7040A0-6A5C-4BDA-AED7-03967CF0473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image" Target="../media/image2.jpe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01CF5B1-68BC-4F44-89BE-2F24F67B5729}" type="datetimeFigureOut">
              <a:rPr lang="en-US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F69DAB5F-4C32-47E8-A254-E438E2D0D3F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</p:sldLayoutIdLst>
  <p:transition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RunningTop-R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457200"/>
            <a:ext cx="8229600" cy="138200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8813" y="456252"/>
            <a:ext cx="7824788" cy="1323041"/>
          </a:xfrm>
          <a:prstGeom prst="rect">
            <a:avLst/>
          </a:prstGeom>
          <a:effectLst/>
        </p:spPr>
        <p:txBody>
          <a:bodyPr vert="horz" lIns="91440" tIns="0" rIns="9144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0" y="2286000"/>
            <a:ext cx="6197600" cy="38401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9036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 b="1">
                <a:solidFill>
                  <a:schemeClr val="bg1">
                    <a:lumMod val="65000"/>
                  </a:schemeClr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fld id="{5E62B1BE-7229-4612-B077-302E9FB27D58}" type="datetimeFigureOut">
              <a:rPr lang="en-US" smtClean="0"/>
              <a:pPr>
                <a:defRPr/>
              </a:pPr>
              <a:t>2/20/2024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247" y="6492875"/>
            <a:ext cx="34155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14400" rtl="0" eaLnBrk="1" latinLnBrk="0" hangingPunct="1">
              <a:defRPr sz="1100" b="1" kern="1200">
                <a:solidFill>
                  <a:schemeClr val="bg1">
                    <a:lumMod val="65000"/>
                  </a:schemeClr>
                </a:solidFill>
                <a:latin typeface="Calibri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8666" y="6149788"/>
            <a:ext cx="533400" cy="365125"/>
          </a:xfrm>
          <a:prstGeom prst="rect">
            <a:avLst/>
          </a:prstGeom>
        </p:spPr>
        <p:txBody>
          <a:bodyPr vert="horz" lIns="91440" tIns="91440" rIns="91440" bIns="91440" rtlCol="0" anchor="ctr"/>
          <a:lstStyle>
            <a:lvl1pPr algn="l">
              <a:defRPr sz="1800" b="0">
                <a:solidFill>
                  <a:schemeClr val="accent1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fld id="{E4367C90-D8D8-4A11-9BC3-E7451ACC5EB2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20040" y="320040"/>
            <a:ext cx="8503920" cy="6217920"/>
          </a:xfrm>
          <a:prstGeom prst="rect">
            <a:avLst/>
          </a:prstGeom>
          <a:noFill/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840960"/>
            <a:ext cx="8229600" cy="118872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  <p:sldLayoutId id="2147483752" r:id="rId11"/>
    <p:sldLayoutId id="2147483753" r:id="rId12"/>
    <p:sldLayoutId id="2147483754" r:id="rId13"/>
    <p:sldLayoutId id="2147483755" r:id="rId14"/>
  </p:sldLayoutIdLst>
  <p:transition/>
  <p:txStyles>
    <p:titleStyle>
      <a:lvl1pPr algn="r" defTabSz="914400" rtl="0" eaLnBrk="1" latinLnBrk="0" hangingPunct="1">
        <a:lnSpc>
          <a:spcPts val="5400"/>
        </a:lnSpc>
        <a:spcBef>
          <a:spcPct val="0"/>
        </a:spcBef>
        <a:buNone/>
        <a:defRPr sz="5200" kern="1200"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latin typeface="+mj-lt"/>
          <a:ea typeface="+mj-ea"/>
          <a:cs typeface="+mj-cs"/>
        </a:defRPr>
      </a:lvl1pPr>
    </p:titleStyle>
    <p:bodyStyle>
      <a:lvl1pPr marL="282575" indent="-282575" algn="l" defTabSz="914400" rtl="0" eaLnBrk="1" latinLnBrk="0" hangingPunct="1">
        <a:spcBef>
          <a:spcPts val="1800"/>
        </a:spcBef>
        <a:buClr>
          <a:schemeClr val="accent1"/>
        </a:buClr>
        <a:buSzPct val="75000"/>
        <a:buFont typeface="Wingdings" pitchFamily="2" charset="2"/>
        <a:buChar char="n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77850" indent="-295275" algn="l" defTabSz="914400" rtl="0" eaLnBrk="1" latinLnBrk="0" hangingPunct="1">
        <a:spcBef>
          <a:spcPts val="600"/>
        </a:spcBef>
        <a:buClr>
          <a:schemeClr val="accent1"/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860425" indent="-282575" algn="l" defTabSz="914400" rtl="0" eaLnBrk="1" latinLnBrk="0" hangingPunct="1">
        <a:spcBef>
          <a:spcPts val="600"/>
        </a:spcBef>
        <a:buClr>
          <a:schemeClr val="accent1"/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143000" indent="-282575" algn="l" defTabSz="914400" rtl="0" eaLnBrk="1" latinLnBrk="0" hangingPunct="1">
        <a:spcBef>
          <a:spcPts val="600"/>
        </a:spcBef>
        <a:buClr>
          <a:schemeClr val="accent1"/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425575" indent="-282575" algn="l" defTabSz="914400" rtl="0" eaLnBrk="1" latinLnBrk="0" hangingPunct="1">
        <a:spcBef>
          <a:spcPts val="600"/>
        </a:spcBef>
        <a:buClr>
          <a:schemeClr val="accent1"/>
        </a:buClr>
        <a:buSzPct val="75000"/>
        <a:buFont typeface="Wingdings" pitchFamily="2" charset="2"/>
        <a:buChar char="n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wmf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19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Relationship Id="rId9" Type="http://schemas.openxmlformats.org/officeDocument/2006/relationships/image" Target="../media/image21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0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Week-4</a:t>
            </a:r>
            <a:br>
              <a:rPr lang="en-US" dirty="0"/>
            </a:br>
            <a:r>
              <a:rPr lang="en-US" dirty="0"/>
              <a:t>Operating System Overview</a:t>
            </a:r>
          </a:p>
        </p:txBody>
      </p:sp>
      <p:sp>
        <p:nvSpPr>
          <p:cNvPr id="7" name="Subtitle 2"/>
          <p:cNvSpPr txBox="1">
            <a:spLocks/>
          </p:cNvSpPr>
          <p:nvPr/>
        </p:nvSpPr>
        <p:spPr bwMode="auto">
          <a:xfrm>
            <a:off x="457200" y="1905000"/>
            <a:ext cx="2133600" cy="434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ctr" fontAlgn="auto">
              <a:spcBef>
                <a:spcPct val="20000"/>
              </a:spcBef>
              <a:spcAft>
                <a:spcPts val="0"/>
              </a:spcAft>
              <a:defRPr/>
            </a:pPr>
            <a: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Operating Systems:</a:t>
            </a:r>
            <a:b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</a:br>
            <a: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Internals and Design Principles</a:t>
            </a:r>
            <a:b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</a:br>
            <a:endParaRPr lang="en-US" sz="3200" i="1" dirty="0">
              <a:solidFill>
                <a:schemeClr val="bg2">
                  <a:lumMod val="25000"/>
                </a:schemeClr>
              </a:solidFill>
              <a:latin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0FB6F-6F99-427B-99DF-143DBCBAA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Threads</a:t>
            </a:r>
          </a:p>
        </p:txBody>
      </p:sp>
      <p:sp>
        <p:nvSpPr>
          <p:cNvPr id="9" name="Subtitle 2"/>
          <p:cNvSpPr txBox="1">
            <a:spLocks/>
          </p:cNvSpPr>
          <p:nvPr/>
        </p:nvSpPr>
        <p:spPr bwMode="auto">
          <a:xfrm>
            <a:off x="609600" y="1143000"/>
            <a:ext cx="1981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algn="ctr" fontAlgn="auto">
              <a:spcBef>
                <a:spcPct val="20000"/>
              </a:spcBef>
              <a:spcAft>
                <a:spcPts val="0"/>
              </a:spcAft>
              <a:defRPr/>
            </a:pPr>
            <a:endParaRPr lang="en-US" sz="3200" i="1" dirty="0">
              <a:solidFill>
                <a:schemeClr val="bg2">
                  <a:lumMod val="25000"/>
                </a:schemeClr>
              </a:solidFill>
              <a:latin typeface="+mn-lt"/>
            </a:endParaRPr>
          </a:p>
          <a:p>
            <a:pPr algn="ctr" fontAlgn="auto">
              <a:spcBef>
                <a:spcPct val="20000"/>
              </a:spcBef>
              <a:spcAft>
                <a:spcPts val="0"/>
              </a:spcAft>
              <a:defRPr/>
            </a:pPr>
            <a: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Operating Systems:</a:t>
            </a:r>
            <a:b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</a:br>
            <a: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  <a:t>Internals and Design Principles</a:t>
            </a:r>
            <a:br>
              <a:rPr lang="en-US" sz="3200" i="1" dirty="0">
                <a:solidFill>
                  <a:schemeClr val="bg2">
                    <a:lumMod val="25000"/>
                  </a:schemeClr>
                </a:solidFill>
                <a:latin typeface="+mn-lt"/>
              </a:rPr>
            </a:br>
            <a:endParaRPr lang="en-US" sz="3200" i="1" dirty="0">
              <a:solidFill>
                <a:schemeClr val="bg2">
                  <a:lumMod val="25000"/>
                </a:schemeClr>
              </a:solidFill>
              <a:latin typeface="+mn-lt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3B663-03F4-494C-9046-37371272F4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1000"/>
            <a:ext cx="7467600" cy="1143000"/>
          </a:xfrm>
        </p:spPr>
        <p:txBody>
          <a:bodyPr/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Processes and Threads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"/>
          </p:nvPr>
        </p:nvSpPr>
        <p:spPr>
          <a:xfrm>
            <a:off x="685800" y="2209800"/>
            <a:ext cx="3657600" cy="730415"/>
          </a:xfrm>
        </p:spPr>
        <p:txBody>
          <a:bodyPr/>
          <a:lstStyle/>
          <a:p>
            <a:r>
              <a:rPr lang="en-US" dirty="0"/>
              <a:t>Resource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457200" y="2971800"/>
            <a:ext cx="3657600" cy="3633788"/>
          </a:xfrm>
        </p:spPr>
        <p:txBody>
          <a:bodyPr>
            <a:normAutofit/>
          </a:bodyPr>
          <a:lstStyle/>
          <a:p>
            <a:pPr lvl="1">
              <a:buNone/>
            </a:pPr>
            <a:r>
              <a:rPr lang="en-US" sz="2400" dirty="0"/>
              <a:t>    </a:t>
            </a:r>
            <a:r>
              <a:rPr lang="en-US" sz="2400" dirty="0">
                <a:solidFill>
                  <a:schemeClr val="tx1"/>
                </a:solidFill>
              </a:rPr>
              <a:t>Process includes a virtual address space to hold the process image</a:t>
            </a:r>
          </a:p>
          <a:p>
            <a:pPr lvl="2"/>
            <a:r>
              <a:rPr lang="en-US" sz="1800" dirty="0"/>
              <a:t>the OS performs a protection function to prevent unwanted interference between processes with respect to resources</a:t>
            </a:r>
          </a:p>
          <a:p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3"/>
          </p:nvPr>
        </p:nvSpPr>
        <p:spPr>
          <a:xfrm>
            <a:off x="4800600" y="2209800"/>
            <a:ext cx="3657600" cy="730415"/>
          </a:xfrm>
        </p:spPr>
        <p:txBody>
          <a:bodyPr/>
          <a:lstStyle/>
          <a:p>
            <a:r>
              <a:rPr lang="en-US" dirty="0"/>
              <a:t>Scheduling/Execution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48200" y="2971800"/>
            <a:ext cx="4114800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buNone/>
            </a:pPr>
            <a:r>
              <a:rPr lang="en-US" sz="2400" dirty="0">
                <a:latin typeface="+mn-lt"/>
              </a:rPr>
              <a:t>Follows an execution path that may be interleaved with other processes</a:t>
            </a:r>
          </a:p>
          <a:p>
            <a:pPr marL="860425" lvl="2" indent="-282575">
              <a:spcBef>
                <a:spcPts val="600"/>
              </a:spcBef>
              <a:buClr>
                <a:schemeClr val="accent1"/>
              </a:buClr>
              <a:buSzPct val="75000"/>
              <a:buFont typeface="Wingdings" pitchFamily="2" charset="2"/>
              <a:buChar char="n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a process has an execution state (Running, Ready, etc.) and a dispatching priority and is scheduled and dispatched by the OS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Processes and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2286000"/>
            <a:ext cx="8382000" cy="4572000"/>
          </a:xfrm>
        </p:spPr>
        <p:txBody>
          <a:bodyPr>
            <a:normAutofit/>
          </a:bodyPr>
          <a:lstStyle/>
          <a:p>
            <a:r>
              <a:rPr lang="en-US" sz="2800" dirty="0"/>
              <a:t>The unit of dispatching is referred to as a </a:t>
            </a:r>
            <a:r>
              <a:rPr lang="en-US" sz="2800" b="1" i="1" dirty="0"/>
              <a:t>thread </a:t>
            </a:r>
            <a:r>
              <a:rPr lang="en-US" sz="2800" dirty="0"/>
              <a:t>or </a:t>
            </a:r>
            <a:r>
              <a:rPr lang="en-US" sz="2800" b="1" i="1" dirty="0"/>
              <a:t>lightweight process</a:t>
            </a:r>
          </a:p>
          <a:p>
            <a:r>
              <a:rPr lang="en-US" sz="2800" dirty="0"/>
              <a:t>The unit of resource ownership is referred to as a </a:t>
            </a:r>
            <a:r>
              <a:rPr lang="en-US" sz="2800" b="1" i="1" dirty="0"/>
              <a:t>process</a:t>
            </a:r>
            <a:r>
              <a:rPr lang="en-US" sz="2800" dirty="0"/>
              <a:t> or </a:t>
            </a:r>
            <a:r>
              <a:rPr lang="en-US" sz="2800" b="1" i="1" dirty="0"/>
              <a:t>task</a:t>
            </a:r>
          </a:p>
          <a:p>
            <a:r>
              <a:rPr lang="en-NZ" sz="2800" b="1" i="1" dirty="0"/>
              <a:t>Multithreading - </a:t>
            </a:r>
            <a:r>
              <a:rPr lang="en-NZ" sz="2800" dirty="0"/>
              <a:t>The ability of an OS to support multiple, concurrent paths of execution within a single process</a:t>
            </a:r>
            <a:endParaRPr lang="en-US" sz="2800" dirty="0"/>
          </a:p>
          <a:p>
            <a:endParaRPr lang="en-US" b="1" dirty="0"/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533400"/>
            <a:ext cx="757152" cy="1305316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-304800" y="304800"/>
            <a:ext cx="9144000" cy="1219200"/>
          </a:xfrm>
        </p:spPr>
        <p:txBody>
          <a:bodyPr/>
          <a:lstStyle/>
          <a:p>
            <a:r>
              <a:rPr lang="en-NZ" b="1" dirty="0">
                <a:solidFill>
                  <a:schemeClr val="accent1">
                    <a:lumMod val="50000"/>
                  </a:schemeClr>
                </a:solidFill>
              </a:rPr>
              <a:t>Single Threaded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81000" y="1676400"/>
            <a:ext cx="3581400" cy="4953000"/>
          </a:xfrm>
        </p:spPr>
        <p:txBody>
          <a:bodyPr/>
          <a:lstStyle/>
          <a:p>
            <a:endParaRPr lang="en-US" sz="2600" dirty="0"/>
          </a:p>
          <a:p>
            <a:r>
              <a:rPr lang="en-US" sz="2600" dirty="0"/>
              <a:t>A single thread of execution per process, in which the concept of a thread is not recognized, is referred to as a single-threaded approach</a:t>
            </a:r>
            <a:endParaRPr lang="en-US" sz="1400" dirty="0"/>
          </a:p>
          <a:p>
            <a:r>
              <a:rPr lang="en-US" sz="2600" dirty="0"/>
              <a:t>MS-DOS is an example</a:t>
            </a:r>
          </a:p>
          <a:p>
            <a:endParaRPr lang="en-NZ" sz="2800" dirty="0"/>
          </a:p>
        </p:txBody>
      </p:sp>
      <p:pic>
        <p:nvPicPr>
          <p:cNvPr id="6" name="Picture 5" descr="f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2286000"/>
            <a:ext cx="5127812" cy="3962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28600" y="0"/>
            <a:ext cx="8229600" cy="1447800"/>
          </a:xfrm>
        </p:spPr>
        <p:txBody>
          <a:bodyPr/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Multithreaded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81000" y="2057400"/>
            <a:ext cx="3657600" cy="5029200"/>
          </a:xfrm>
        </p:spPr>
        <p:txBody>
          <a:bodyPr/>
          <a:lstStyle/>
          <a:p>
            <a:r>
              <a:rPr lang="en-US" sz="2600" dirty="0"/>
              <a:t>The right half of Figure 4.1 depicts multithreaded approaches</a:t>
            </a:r>
            <a:endParaRPr lang="en-US" sz="1100" dirty="0"/>
          </a:p>
          <a:p>
            <a:r>
              <a:rPr lang="en-US" sz="2600" dirty="0"/>
              <a:t>A Java run-time environment is an example of a system of one process with multiple threads</a:t>
            </a:r>
          </a:p>
        </p:txBody>
      </p:sp>
      <p:pic>
        <p:nvPicPr>
          <p:cNvPr id="7" name="Picture 6" descr="f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600" y="1905000"/>
            <a:ext cx="5620871" cy="4343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33400"/>
            <a:ext cx="7824788" cy="991547"/>
          </a:xfrm>
        </p:spPr>
        <p:txBody>
          <a:bodyPr/>
          <a:lstStyle/>
          <a:p>
            <a:pPr algn="ctr"/>
            <a:r>
              <a:rPr lang="en-US" sz="6600" dirty="0">
                <a:solidFill>
                  <a:schemeClr val="accent1">
                    <a:lumMod val="75000"/>
                  </a:schemeClr>
                </a:solidFill>
              </a:rPr>
              <a:t>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2057400"/>
            <a:ext cx="8382000" cy="4495800"/>
          </a:xfrm>
        </p:spPr>
        <p:txBody>
          <a:bodyPr>
            <a:normAutofit/>
          </a:bodyPr>
          <a:lstStyle/>
          <a:p>
            <a:pPr>
              <a:buSzPct val="155000"/>
              <a:buFont typeface="Wingdings" charset="2"/>
              <a:buChar char="§"/>
            </a:pPr>
            <a:r>
              <a:rPr lang="en-US" sz="2800" dirty="0"/>
              <a:t>The unit or resource allocation and a unit of protection</a:t>
            </a:r>
          </a:p>
          <a:p>
            <a:pPr>
              <a:buSzPct val="155000"/>
              <a:buFont typeface="Wingdings" charset="2"/>
              <a:buChar char="§"/>
            </a:pPr>
            <a:r>
              <a:rPr lang="en-US" sz="2800" dirty="0"/>
              <a:t>A virtual address space that holds the process image</a:t>
            </a:r>
          </a:p>
          <a:p>
            <a:pPr>
              <a:buSzPct val="155000"/>
              <a:buFont typeface="Wingdings" charset="2"/>
              <a:buChar char="§"/>
            </a:pPr>
            <a:r>
              <a:rPr lang="en-US" sz="2800" dirty="0"/>
              <a:t>Protected access to:</a:t>
            </a:r>
          </a:p>
          <a:p>
            <a:pPr marL="1309688" lvl="1" indent="-396875">
              <a:buSzPct val="100000"/>
              <a:buFont typeface="Wingdings" charset="2"/>
              <a:buChar char="§"/>
            </a:pPr>
            <a:r>
              <a:rPr lang="en-US" sz="2800" dirty="0"/>
              <a:t>processors</a:t>
            </a:r>
          </a:p>
          <a:p>
            <a:pPr marL="1309688" lvl="1" indent="-396875">
              <a:buSzPct val="100000"/>
              <a:buFont typeface="Wingdings" charset="2"/>
              <a:buChar char="§"/>
            </a:pPr>
            <a:r>
              <a:rPr lang="en-US" sz="2800" dirty="0"/>
              <a:t>other processes </a:t>
            </a:r>
          </a:p>
          <a:p>
            <a:pPr marL="1309688" lvl="1" indent="-396875">
              <a:buSzPct val="100000"/>
              <a:buFont typeface="Wingdings" charset="2"/>
              <a:buChar char="§"/>
            </a:pPr>
            <a:r>
              <a:rPr lang="en-US" sz="2800" dirty="0"/>
              <a:t>files</a:t>
            </a:r>
          </a:p>
          <a:p>
            <a:pPr marL="1309688" lvl="1" indent="-396875">
              <a:buSzPct val="100000"/>
              <a:buFont typeface="Wingdings" charset="2"/>
              <a:buChar char="§"/>
            </a:pPr>
            <a:r>
              <a:rPr lang="en-US" sz="2800" dirty="0"/>
              <a:t>I/O resources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267200"/>
            <a:ext cx="2326724" cy="20701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533400"/>
            <a:ext cx="7824788" cy="1323041"/>
          </a:xfrm>
        </p:spPr>
        <p:txBody>
          <a:bodyPr/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One or More Threads </a:t>
            </a:r>
            <a:br>
              <a:rPr lang="en-US" b="1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in a Process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</p:nvPr>
        </p:nvGraphicFramePr>
        <p:xfrm>
          <a:off x="762000" y="2438400"/>
          <a:ext cx="7696200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91400" y="2286000"/>
            <a:ext cx="1307839" cy="12319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f2.pdf"/>
          <p:cNvPicPr>
            <a:picLocks noChangeAspect="1"/>
          </p:cNvPicPr>
          <p:nvPr/>
        </p:nvPicPr>
        <p:blipFill>
          <a:blip r:embed="rId3"/>
          <a:srcRect l="8182" t="10588" r="6364" b="15294"/>
          <a:stretch>
            <a:fillRect/>
          </a:stretch>
        </p:blipFill>
        <p:spPr>
          <a:xfrm>
            <a:off x="318872" y="726194"/>
            <a:ext cx="8520328" cy="5710417"/>
          </a:xfrm>
          <a:prstGeom prst="rect">
            <a:avLst/>
          </a:prstGeom>
        </p:spPr>
      </p:pic>
    </p:spTree>
  </p:cSld>
  <p:clrMapOvr>
    <a:masterClrMapping/>
  </p:clrMapOvr>
  <p:transition spd="slow">
    <p:randomBar dir="vert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533400"/>
            <a:ext cx="7824788" cy="991548"/>
          </a:xfrm>
        </p:spPr>
        <p:txBody>
          <a:bodyPr/>
          <a:lstStyle/>
          <a:p>
            <a:pPr algn="ctr"/>
            <a:r>
              <a:rPr lang="en-US" sz="6000" dirty="0">
                <a:solidFill>
                  <a:schemeClr val="tx1"/>
                </a:solidFill>
              </a:rPr>
              <a:t>Benefits of Threads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62298299"/>
              </p:ext>
            </p:extLst>
          </p:nvPr>
        </p:nvGraphicFramePr>
        <p:xfrm>
          <a:off x="457200" y="1524000"/>
          <a:ext cx="8229600" cy="5105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381000"/>
            <a:ext cx="7824788" cy="1371600"/>
          </a:xfrm>
        </p:spPr>
        <p:txBody>
          <a:bodyPr/>
          <a:lstStyle/>
          <a:p>
            <a:pPr algn="ctr"/>
            <a:r>
              <a:rPr lang="en-US" sz="4800" b="1" dirty="0">
                <a:solidFill>
                  <a:schemeClr val="accent1">
                    <a:lumMod val="50000"/>
                  </a:schemeClr>
                </a:solidFill>
              </a:rPr>
              <a:t>Thread Use in a </a:t>
            </a:r>
            <a:br>
              <a:rPr lang="en-US" sz="4800" b="1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sz="4800" b="1" dirty="0">
                <a:solidFill>
                  <a:schemeClr val="accent1">
                    <a:lumMod val="50000"/>
                  </a:schemeClr>
                </a:solidFill>
              </a:rPr>
              <a:t>Single-User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8904" y="2286000"/>
            <a:ext cx="8027896" cy="4343400"/>
          </a:xfrm>
        </p:spPr>
        <p:txBody>
          <a:bodyPr/>
          <a:lstStyle/>
          <a:p>
            <a:r>
              <a:rPr lang="en-US" sz="3600" dirty="0"/>
              <a:t>Foreground and background work</a:t>
            </a:r>
          </a:p>
          <a:p>
            <a:r>
              <a:rPr lang="en-US" sz="3600" dirty="0"/>
              <a:t>Asynchronous processing</a:t>
            </a:r>
          </a:p>
          <a:p>
            <a:r>
              <a:rPr lang="en-US" sz="3600" dirty="0"/>
              <a:t>Speed of execution</a:t>
            </a:r>
          </a:p>
          <a:p>
            <a:r>
              <a:rPr lang="en-US" sz="3600" dirty="0"/>
              <a:t>Modular program structure</a:t>
            </a:r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4114800"/>
            <a:ext cx="2281604" cy="1905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3"/>
            <a:ext cx="7824788" cy="1067747"/>
          </a:xfrm>
        </p:spPr>
        <p:txBody>
          <a:bodyPr/>
          <a:lstStyle/>
          <a:p>
            <a:pPr algn="ctr"/>
            <a:r>
              <a:rPr lang="en-US" sz="5200" dirty="0">
                <a:ln>
                  <a:solidFill>
                    <a:schemeClr val="tx1"/>
                  </a:solidFill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Threads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sz="half" idx="4294967295"/>
          </p:nvPr>
        </p:nvGraphicFramePr>
        <p:xfrm>
          <a:off x="0" y="2057400"/>
          <a:ext cx="7794625" cy="40687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286000"/>
            <a:ext cx="8153400" cy="8751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2575" indent="-282575">
              <a:lnSpc>
                <a:spcPct val="90000"/>
              </a:lnSpc>
              <a:spcBef>
                <a:spcPts val="1800"/>
              </a:spcBef>
              <a:spcAft>
                <a:spcPct val="35000"/>
              </a:spcAft>
              <a:buClr>
                <a:schemeClr val="accent1"/>
              </a:buClr>
              <a:buSzPct val="75000"/>
              <a:buFont typeface="Wingdings" pitchFamily="2" charset="2"/>
              <a:buChar char="n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 In an OS that supports threads, scheduling and dispatching is done on a thread basis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95800"/>
            <a:ext cx="7620000" cy="2066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defTabSz="266700">
              <a:lnSpc>
                <a:spcPct val="90000"/>
              </a:lnSpc>
              <a:spcAft>
                <a:spcPct val="35000"/>
              </a:spcAft>
              <a:buClr>
                <a:schemeClr val="accent1"/>
              </a:buClr>
              <a:buSzPct val="100000"/>
              <a:buFont typeface="Wingdings" charset="2"/>
              <a:buChar char="§"/>
            </a:pPr>
            <a:r>
              <a:rPr lang="en-US" sz="2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suspending a process involves suspending all      	 threads of the process </a:t>
            </a:r>
          </a:p>
          <a:p>
            <a:pPr lvl="1" defTabSz="266700">
              <a:lnSpc>
                <a:spcPct val="90000"/>
              </a:lnSpc>
              <a:spcAft>
                <a:spcPct val="35000"/>
              </a:spcAft>
              <a:buClr>
                <a:schemeClr val="accent1"/>
              </a:buClr>
              <a:buSzPct val="100000"/>
              <a:buFont typeface="Wingdings" charset="2"/>
              <a:buChar char="§"/>
            </a:pPr>
            <a:r>
              <a:rPr lang="en-US" sz="26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termination of a process terminates all         		 	 threads within the process</a:t>
            </a:r>
          </a:p>
          <a:p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0" y="4876800"/>
            <a:ext cx="1600200" cy="17526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7824788" cy="1143947"/>
          </a:xfrm>
        </p:spPr>
        <p:txBody>
          <a:bodyPr/>
          <a:lstStyle/>
          <a:p>
            <a:r>
              <a:rPr lang="en-NZ" b="1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75000"/>
                  </a:schemeClr>
                </a:solidFill>
              </a:rPr>
              <a:t>Thread Execution States</a:t>
            </a:r>
            <a:endParaRPr lang="en-US" b="1" dirty="0">
              <a:ln>
                <a:solidFill>
                  <a:schemeClr val="tx1"/>
                </a:solidFill>
              </a:ln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057400"/>
            <a:ext cx="3657600" cy="3840163"/>
          </a:xfrm>
        </p:spPr>
        <p:txBody>
          <a:bodyPr>
            <a:normAutofit/>
          </a:bodyPr>
          <a:lstStyle/>
          <a:p>
            <a:endParaRPr lang="en-US" dirty="0"/>
          </a:p>
          <a:p>
            <a:pPr>
              <a:buNone/>
            </a:pPr>
            <a:r>
              <a:rPr lang="en-US" sz="3200" dirty="0"/>
              <a:t>The key states for a thread are:</a:t>
            </a:r>
          </a:p>
          <a:p>
            <a:pPr>
              <a:buNone/>
            </a:pPr>
            <a:endParaRPr lang="en-US" sz="3600" dirty="0"/>
          </a:p>
          <a:p>
            <a:pPr marL="1371600" lvl="3">
              <a:spcBef>
                <a:spcPct val="0"/>
              </a:spcBef>
            </a:pPr>
            <a:r>
              <a:rPr lang="en-US" sz="2800" dirty="0"/>
              <a:t>Running</a:t>
            </a:r>
          </a:p>
          <a:p>
            <a:pPr marL="1371600" lvl="3">
              <a:spcBef>
                <a:spcPct val="0"/>
              </a:spcBef>
            </a:pPr>
            <a:r>
              <a:rPr lang="en-US" sz="2800" dirty="0"/>
              <a:t>Ready</a:t>
            </a:r>
          </a:p>
          <a:p>
            <a:pPr marL="1371600" lvl="3">
              <a:spcBef>
                <a:spcPct val="0"/>
              </a:spcBef>
            </a:pPr>
            <a:r>
              <a:rPr lang="en-US" sz="2800" dirty="0"/>
              <a:t>Blocked</a:t>
            </a:r>
          </a:p>
          <a:p>
            <a:endParaRPr lang="en-US" dirty="0"/>
          </a:p>
        </p:txBody>
      </p:sp>
      <p:cxnSp>
        <p:nvCxnSpPr>
          <p:cNvPr id="5" name="Straight Connector 4"/>
          <p:cNvCxnSpPr/>
          <p:nvPr/>
        </p:nvCxnSpPr>
        <p:spPr>
          <a:xfrm rot="5400000">
            <a:off x="2591594" y="4190206"/>
            <a:ext cx="3961606" cy="794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876800" y="1905000"/>
            <a:ext cx="3962400" cy="44996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hangingPunct="0">
              <a:spcBef>
                <a:spcPct val="20000"/>
              </a:spcBef>
              <a:buFont typeface="Arial" charset="0"/>
            </a:pPr>
            <a:endParaRPr lang="en-US" sz="3200" dirty="0">
              <a:latin typeface="+mn-lt"/>
            </a:endParaRPr>
          </a:p>
          <a:p>
            <a:pPr marL="342900" indent="-342900" eaLnBrk="0" hangingPunct="0">
              <a:spcBef>
                <a:spcPct val="20000"/>
              </a:spcBef>
              <a:buFont typeface="Arial" charset="0"/>
            </a:pPr>
            <a:r>
              <a:rPr lang="en-US" sz="3200" dirty="0">
                <a:latin typeface="+mn-lt"/>
              </a:rPr>
              <a:t>  Thread operations associated with a change in thread state are:</a:t>
            </a:r>
          </a:p>
          <a:p>
            <a:pPr marL="342900" indent="-342900" eaLnBrk="0" hangingPunct="0">
              <a:spcBef>
                <a:spcPct val="20000"/>
              </a:spcBef>
              <a:buFont typeface="Arial" charset="0"/>
            </a:pPr>
            <a:endParaRPr lang="en-US" sz="1500" dirty="0">
              <a:latin typeface="+mn-lt"/>
            </a:endParaRPr>
          </a:p>
          <a:p>
            <a:pPr lvl="3" indent="-282575">
              <a:buClr>
                <a:schemeClr val="accent1"/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Spawn</a:t>
            </a:r>
          </a:p>
          <a:p>
            <a:pPr lvl="3" indent="-282575">
              <a:buClr>
                <a:schemeClr val="accent1"/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Block</a:t>
            </a:r>
          </a:p>
          <a:p>
            <a:pPr lvl="3" indent="-282575">
              <a:buClr>
                <a:schemeClr val="accent1"/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Unblock</a:t>
            </a:r>
          </a:p>
          <a:p>
            <a:pPr lvl="3" indent="-282575">
              <a:buClr>
                <a:schemeClr val="accent1"/>
              </a:buClr>
              <a:buSzPct val="75000"/>
              <a:buFont typeface="Wingdings" pitchFamily="2" charset="2"/>
              <a:buChar char="n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Finish</a:t>
            </a: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33400"/>
            <a:ext cx="7772400" cy="991548"/>
          </a:xfrm>
        </p:spPr>
        <p:txBody>
          <a:bodyPr/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Thread Synchronization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8904" y="2286000"/>
            <a:ext cx="7951696" cy="3840163"/>
          </a:xfrm>
        </p:spPr>
        <p:txBody>
          <a:bodyPr>
            <a:noAutofit/>
          </a:bodyPr>
          <a:lstStyle/>
          <a:p>
            <a:r>
              <a:rPr lang="en-US" sz="3000" dirty="0"/>
              <a:t>It is necessary to synchronize the activities of the various threads</a:t>
            </a:r>
          </a:p>
          <a:p>
            <a:pPr lvl="3"/>
            <a:r>
              <a:rPr lang="en-US" sz="2800" dirty="0"/>
              <a:t>all threads of a process share the same address space and other resources</a:t>
            </a:r>
          </a:p>
          <a:p>
            <a:pPr lvl="3"/>
            <a:r>
              <a:rPr lang="en-US" sz="2800" dirty="0"/>
              <a:t>any alteration of a resource by one thread affects the other threads in the same process</a:t>
            </a: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813" y="456252"/>
            <a:ext cx="7824788" cy="1143947"/>
          </a:xfrm>
        </p:spPr>
        <p:txBody>
          <a:bodyPr/>
          <a:lstStyle/>
          <a:p>
            <a:pPr algn="ctr"/>
            <a:r>
              <a:rPr lang="en-NZ" sz="4800" b="1" dirty="0">
                <a:solidFill>
                  <a:schemeClr val="tx1"/>
                </a:solidFill>
              </a:rPr>
              <a:t>Types of Threads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4294967295"/>
          </p:nvPr>
        </p:nvGraphicFramePr>
        <p:xfrm>
          <a:off x="533400" y="1600200"/>
          <a:ext cx="8153400" cy="4876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381000"/>
            <a:ext cx="8610600" cy="1143000"/>
          </a:xfrm>
        </p:spPr>
        <p:txBody>
          <a:bodyPr/>
          <a:lstStyle/>
          <a:p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User-Level Threads (ULTs)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609600" y="2209800"/>
            <a:ext cx="3505200" cy="5791200"/>
          </a:xfrm>
        </p:spPr>
        <p:txBody>
          <a:bodyPr/>
          <a:lstStyle/>
          <a:p>
            <a:r>
              <a:rPr lang="en-US" sz="2800" dirty="0"/>
              <a:t>All thread management is done by the application</a:t>
            </a:r>
          </a:p>
          <a:p>
            <a:r>
              <a:rPr lang="en-US" sz="2800" dirty="0"/>
              <a:t>The kernel is not aware of the existence of threads</a:t>
            </a:r>
          </a:p>
          <a:p>
            <a:endParaRPr lang="en-US" dirty="0"/>
          </a:p>
        </p:txBody>
      </p:sp>
      <p:pic>
        <p:nvPicPr>
          <p:cNvPr id="5" name="Picture 4" descr="f5.pdf"/>
          <p:cNvPicPr>
            <a:picLocks noChangeAspect="1"/>
          </p:cNvPicPr>
          <p:nvPr/>
        </p:nvPicPr>
        <p:blipFill>
          <a:blip r:embed="rId3"/>
          <a:srcRect l="2727" t="10588" r="65455" b="35294"/>
          <a:stretch>
            <a:fillRect/>
          </a:stretch>
        </p:blipFill>
        <p:spPr>
          <a:xfrm>
            <a:off x="4267200" y="1143000"/>
            <a:ext cx="4191000" cy="55082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 xmlns:mv="urn:schemas-microsoft-com:mac:vml">
      <p:transition spd="slow">
        <p:split orient="vert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NZ" b="1" dirty="0">
                <a:solidFill>
                  <a:schemeClr val="accent1">
                    <a:lumMod val="75000"/>
                  </a:schemeClr>
                </a:solidFill>
              </a:rPr>
              <a:t>Process and Thread </a:t>
            </a:r>
            <a:br>
              <a:rPr lang="en-NZ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NZ" b="1" dirty="0">
                <a:solidFill>
                  <a:schemeClr val="accent1">
                    <a:lumMod val="75000"/>
                  </a:schemeClr>
                </a:solidFill>
              </a:rPr>
              <a:t>Objects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</p:nvPr>
        </p:nvGraphicFramePr>
        <p:xfrm>
          <a:off x="1066800" y="2971800"/>
          <a:ext cx="7162800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2909295"/>
            <a:ext cx="8229600" cy="1039410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99136" tIns="113792" rIns="199136" bIns="113792" numCol="1" spcCol="1270" anchor="ctr" anchorCtr="0">
            <a:noAutofit/>
          </a:bodyPr>
          <a:lstStyle/>
          <a:p>
            <a:pPr lvl="0" algn="ctr" defTabSz="1244600" rtl="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en-US" sz="2800" kern="1200" dirty="0"/>
          </a:p>
        </p:txBody>
      </p:sp>
      <p:sp>
        <p:nvSpPr>
          <p:cNvPr id="9" name="TextBox 8"/>
          <p:cNvSpPr txBox="1"/>
          <p:nvPr/>
        </p:nvSpPr>
        <p:spPr>
          <a:xfrm>
            <a:off x="990600" y="2133600"/>
            <a:ext cx="7391400" cy="8751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defTabSz="1244600">
              <a:lnSpc>
                <a:spcPct val="90000"/>
              </a:lnSpc>
              <a:spcAft>
                <a:spcPct val="35000"/>
              </a:spcAft>
            </a:pPr>
            <a:r>
              <a:rPr lang="en-US" sz="2800" dirty="0">
                <a:latin typeface="+mn-lt"/>
              </a:rPr>
              <a:t>Windows makes use of two types of        process-related objects:</a:t>
            </a:r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1752600" y="2057400"/>
            <a:ext cx="6400800" cy="152400"/>
          </a:xfrm>
          <a:prstGeom prst="rect">
            <a:avLst/>
          </a:prstGeom>
          <a:blipFill rotWithShape="1">
            <a:blip r:embed="rId3"/>
            <a:tile tx="0" ty="0" sx="100000" sy="100000" flip="none" algn="tl"/>
          </a:blip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762000"/>
            <a:ext cx="6964438" cy="555391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91400" y="1752600"/>
            <a:ext cx="15240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+mn-lt"/>
              </a:rPr>
              <a:t>Table 4.3  </a:t>
            </a:r>
          </a:p>
          <a:p>
            <a:pPr algn="ctr"/>
            <a:endParaRPr lang="en-US" sz="2000" b="1" dirty="0">
              <a:latin typeface="+mn-lt"/>
            </a:endParaRPr>
          </a:p>
          <a:p>
            <a:pPr algn="ctr"/>
            <a:r>
              <a:rPr lang="en-US" sz="2000" b="1" dirty="0">
                <a:latin typeface="+mn-lt"/>
              </a:rPr>
              <a:t>Windows </a:t>
            </a:r>
          </a:p>
          <a:p>
            <a:pPr algn="ctr"/>
            <a:endParaRPr lang="en-US" sz="2000" b="1" dirty="0">
              <a:latin typeface="+mn-lt"/>
            </a:endParaRPr>
          </a:p>
          <a:p>
            <a:pPr algn="ctr"/>
            <a:r>
              <a:rPr lang="en-US" sz="2000" b="1" dirty="0">
                <a:latin typeface="+mn-lt"/>
              </a:rPr>
              <a:t>Process </a:t>
            </a:r>
          </a:p>
          <a:p>
            <a:pPr algn="ctr"/>
            <a:endParaRPr lang="en-US" sz="2000" b="1" dirty="0">
              <a:latin typeface="+mn-lt"/>
            </a:endParaRPr>
          </a:p>
          <a:p>
            <a:pPr algn="ctr"/>
            <a:r>
              <a:rPr lang="en-US" sz="2000" b="1" dirty="0">
                <a:latin typeface="+mn-lt"/>
              </a:rPr>
              <a:t>Object </a:t>
            </a:r>
          </a:p>
          <a:p>
            <a:pPr algn="ctr"/>
            <a:endParaRPr lang="en-US" sz="2000" b="1" dirty="0">
              <a:latin typeface="+mn-lt"/>
            </a:endParaRPr>
          </a:p>
          <a:p>
            <a:pPr algn="ctr"/>
            <a:r>
              <a:rPr lang="en-US" sz="2000" b="1" dirty="0">
                <a:latin typeface="+mn-lt"/>
              </a:rPr>
              <a:t>Attributes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5715000"/>
            <a:ext cx="1143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n-lt"/>
              </a:rPr>
              <a:t>(Table is on page 175 in textbook)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7239000" y="609600"/>
            <a:ext cx="1371600" cy="4191000"/>
          </a:xfrm>
        </p:spPr>
        <p:txBody>
          <a:bodyPr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Table 4.4 Windows Thread Object Attributes 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762000"/>
            <a:ext cx="6599485" cy="563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5791200"/>
            <a:ext cx="152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n-lt"/>
              </a:rPr>
              <a:t>(Table is on page 175 in textbook)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04801"/>
            <a:ext cx="7824788" cy="1143000"/>
          </a:xfrm>
        </p:spPr>
        <p:txBody>
          <a:bodyPr/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Multithreaded Process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646749504"/>
              </p:ext>
            </p:extLst>
          </p:nvPr>
        </p:nvGraphicFramePr>
        <p:xfrm>
          <a:off x="1143000" y="2133600"/>
          <a:ext cx="7315200" cy="4343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633825">
            <a:off x="6248400" y="3581400"/>
            <a:ext cx="1078630" cy="10160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945615">
            <a:off x="911088" y="2400341"/>
            <a:ext cx="1371600" cy="17068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f11.pdf"/>
          <p:cNvPicPr>
            <a:picLocks noChangeAspect="1"/>
          </p:cNvPicPr>
          <p:nvPr/>
        </p:nvPicPr>
        <p:blipFill>
          <a:blip r:embed="rId3"/>
          <a:srcRect l="8182" t="15294" r="9091" b="7059"/>
          <a:stretch>
            <a:fillRect/>
          </a:stretch>
        </p:blipFill>
        <p:spPr>
          <a:xfrm>
            <a:off x="465042" y="651469"/>
            <a:ext cx="8145558" cy="59076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 xmlns:mv="urn:schemas-microsoft-com:mac:vml">
      <p:transition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f12.pdf"/>
          <p:cNvPicPr>
            <a:picLocks noChangeAspect="1"/>
          </p:cNvPicPr>
          <p:nvPr/>
        </p:nvPicPr>
        <p:blipFill>
          <a:blip r:embed="rId3"/>
          <a:srcRect t="20000" b="20909"/>
          <a:stretch>
            <a:fillRect/>
          </a:stretch>
        </p:blipFill>
        <p:spPr>
          <a:xfrm>
            <a:off x="445773" y="484273"/>
            <a:ext cx="8164827" cy="62437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 xmlns:mv="urn:schemas-microsoft-com:mac:vml">
      <p:transition spd="slow">
        <p:split orient="vert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28600"/>
            <a:ext cx="8458200" cy="1323041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Interrupts as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533400" y="1143000"/>
            <a:ext cx="8229600" cy="4953000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pPr>
              <a:buSzPct val="110000"/>
              <a:buFont typeface="Wingdings" charset="2"/>
              <a:buChar char="§"/>
            </a:pPr>
            <a:r>
              <a:rPr lang="en-US" sz="2800" dirty="0"/>
              <a:t>Most operating systems contain two fundamental forms of concurrent activity:</a:t>
            </a: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2899010167"/>
              </p:ext>
            </p:extLst>
          </p:nvPr>
        </p:nvGraphicFramePr>
        <p:xfrm>
          <a:off x="381000" y="3276600"/>
          <a:ext cx="8305800" cy="3124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Processes and Threads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4"/>
          </p:nvPr>
        </p:nvSpPr>
        <p:spPr>
          <a:xfrm>
            <a:off x="685800" y="2057400"/>
            <a:ext cx="3352799" cy="4343400"/>
          </a:xfrm>
        </p:spPr>
        <p:txBody>
          <a:bodyPr>
            <a:normAutofit fontScale="77500" lnSpcReduction="20000"/>
          </a:bodyPr>
          <a:lstStyle/>
          <a:p>
            <a:r>
              <a:rPr lang="en-US" sz="2800" dirty="0"/>
              <a:t>A precedence hierarchy is used to determine which process or processes to kill in order to reclaim needed resources</a:t>
            </a:r>
          </a:p>
          <a:p>
            <a:r>
              <a:rPr lang="en-US" sz="2800" dirty="0"/>
              <a:t>Processes are killed beginning with the lowest precedence first</a:t>
            </a:r>
          </a:p>
          <a:p>
            <a:r>
              <a:rPr lang="en-US" sz="2811" dirty="0"/>
              <a:t>The levels of the hierarchy, in descending order of precedence are:</a:t>
            </a:r>
          </a:p>
        </p:txBody>
      </p:sp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876034174"/>
              </p:ext>
            </p:extLst>
          </p:nvPr>
        </p:nvGraphicFramePr>
        <p:xfrm>
          <a:off x="3276600" y="2133600"/>
          <a:ext cx="6096000" cy="42545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Down Arrow 3"/>
          <p:cNvSpPr/>
          <p:nvPr/>
        </p:nvSpPr>
        <p:spPr>
          <a:xfrm>
            <a:off x="7391400" y="3124200"/>
            <a:ext cx="152400" cy="228600"/>
          </a:xfrm>
          <a:prstGeom prst="downArrow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/>
          <p:cNvSpPr/>
          <p:nvPr/>
        </p:nvSpPr>
        <p:spPr>
          <a:xfrm>
            <a:off x="7391400" y="3733800"/>
            <a:ext cx="152400" cy="228600"/>
          </a:xfrm>
          <a:prstGeom prst="downArrow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/>
          <p:cNvSpPr/>
          <p:nvPr/>
        </p:nvSpPr>
        <p:spPr>
          <a:xfrm>
            <a:off x="7391400" y="4495800"/>
            <a:ext cx="152400" cy="228600"/>
          </a:xfrm>
          <a:prstGeom prst="downArrow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/>
          <p:cNvSpPr/>
          <p:nvPr/>
        </p:nvSpPr>
        <p:spPr>
          <a:xfrm>
            <a:off x="7391400" y="5181600"/>
            <a:ext cx="152400" cy="228600"/>
          </a:xfrm>
          <a:prstGeom prst="downArrow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A371E-3534-4AA3-B016-91DD5C67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End </a:t>
            </a:r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C5B03-8D52-48A4-8FFE-790B837D00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1C308-BEC4-4ED8-9420-CB8DEEB9E4E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719227368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dex">
  <a:themeElements>
    <a:clrScheme name="Codex">
      <a:dk1>
        <a:sysClr val="windowText" lastClr="000000"/>
      </a:dk1>
      <a:lt1>
        <a:sysClr val="window" lastClr="FFFFFF"/>
      </a:lt1>
      <a:dk2>
        <a:srgbClr val="59564B"/>
      </a:dk2>
      <a:lt2>
        <a:srgbClr val="DFDAC7"/>
      </a:lt2>
      <a:accent1>
        <a:srgbClr val="990000"/>
      </a:accent1>
      <a:accent2>
        <a:srgbClr val="EFAB16"/>
      </a:accent2>
      <a:accent3>
        <a:srgbClr val="78AC35"/>
      </a:accent3>
      <a:accent4>
        <a:srgbClr val="35ACA2"/>
      </a:accent4>
      <a:accent5>
        <a:srgbClr val="4083CF"/>
      </a:accent5>
      <a:accent6>
        <a:srgbClr val="0D335E"/>
      </a:accent6>
      <a:hlink>
        <a:srgbClr val="EF8E1C"/>
      </a:hlink>
      <a:folHlink>
        <a:srgbClr val="FEC60B"/>
      </a:folHlink>
    </a:clrScheme>
    <a:fontScheme name="Codex">
      <a:majorFont>
        <a:latin typeface="Calisto MT"/>
        <a:ea typeface=""/>
        <a:cs typeface=""/>
        <a:font script="Jpan" typeface="ＭＳ 明朝"/>
      </a:majorFont>
      <a:minorFont>
        <a:latin typeface="Calisto MT"/>
        <a:ea typeface=""/>
        <a:cs typeface=""/>
        <a:font script="Jpan" typeface="ＭＳ 明朝"/>
      </a:minorFont>
    </a:fontScheme>
    <a:fmtScheme name="Codex">
      <a: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60000"/>
                <a:satMod val="135000"/>
              </a:schemeClr>
            </a:gs>
            <a:gs pos="100000">
              <a:schemeClr val="phClr">
                <a:tint val="100000"/>
                <a:shade val="94000"/>
                <a:satMod val="13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alpha val="90000"/>
                <a:satMod val="115000"/>
              </a:schemeClr>
            </a:gs>
            <a:gs pos="100000">
              <a:schemeClr val="phClr">
                <a:shade val="94000"/>
                <a:alpha val="90000"/>
                <a:satMod val="135000"/>
              </a:schemeClr>
            </a:gs>
          </a:gsLst>
          <a:lin ang="5400000" scaled="1"/>
        </a:gradFill>
      </a:fillStyleLst>
      <a:lnStyleLst>
        <a:ln w="1587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12700" dir="5400000" rotWithShape="0">
              <a:srgbClr val="525252">
                <a:alpha val="85000"/>
              </a:srgbClr>
            </a:outerShdw>
          </a:effectLst>
          <a:scene3d>
            <a:camera prst="orthographicFront">
              <a:rot lat="0" lon="0" rev="0"/>
            </a:camera>
            <a:lightRig rig="sunrise" dir="t">
              <a:rot lat="0" lon="0" rev="6000000"/>
            </a:lightRig>
          </a:scene3d>
          <a:sp3d prstMaterial="matte">
            <a:bevelT w="50800" h="44450" prst="angl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728</Words>
  <Application>Microsoft Office PowerPoint</Application>
  <PresentationFormat>On-screen Show (4:3)</PresentationFormat>
  <Paragraphs>141</Paragraphs>
  <Slides>25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Calisto MT</vt:lpstr>
      <vt:lpstr>Wingdings</vt:lpstr>
      <vt:lpstr>Custom Design</vt:lpstr>
      <vt:lpstr>Codex</vt:lpstr>
      <vt:lpstr>Week-4 Operating System Overview</vt:lpstr>
      <vt:lpstr> Threads</vt:lpstr>
      <vt:lpstr>Processes and Threads</vt:lpstr>
      <vt:lpstr>Processes and Threads</vt:lpstr>
      <vt:lpstr>Single Threaded Approaches</vt:lpstr>
      <vt:lpstr>Multithreaded Approaches</vt:lpstr>
      <vt:lpstr>Processes</vt:lpstr>
      <vt:lpstr>One or More Threads  in a Process</vt:lpstr>
      <vt:lpstr>PowerPoint Presentation</vt:lpstr>
      <vt:lpstr>Benefits of Threads</vt:lpstr>
      <vt:lpstr>Thread Use in a  Single-User System</vt:lpstr>
      <vt:lpstr>Threads</vt:lpstr>
      <vt:lpstr>Thread Execution States</vt:lpstr>
      <vt:lpstr>Thread Synchronization</vt:lpstr>
      <vt:lpstr>Types of Threads</vt:lpstr>
      <vt:lpstr>User-Level Threads (ULTs)</vt:lpstr>
      <vt:lpstr>Process and Thread  Objects</vt:lpstr>
      <vt:lpstr>PowerPoint Presentation</vt:lpstr>
      <vt:lpstr>Table 4.4 Windows Thread Object Attributes </vt:lpstr>
      <vt:lpstr>Multithreaded Process</vt:lpstr>
      <vt:lpstr>PowerPoint Presentation</vt:lpstr>
      <vt:lpstr>PowerPoint Presentation</vt:lpstr>
      <vt:lpstr>Interrupts as Threads</vt:lpstr>
      <vt:lpstr>Processes and Threads</vt:lpstr>
      <vt:lpstr>End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2014-02-03T03:16:36Z</dcterms:created>
  <dcterms:modified xsi:type="dcterms:W3CDTF">2024-02-20T07:59:39Z</dcterms:modified>
</cp:coreProperties>
</file>