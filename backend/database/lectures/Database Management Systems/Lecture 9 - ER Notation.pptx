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78EBD-1B6D-4D63-BE21-5AFD59B8F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07414-C34A-4876-A63B-5985F6B38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99D9C-64ED-4D86-9D88-1DCC06DD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A051-7EEA-41F6-8450-9DF7EF68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34C6E-D3A2-4534-A065-C31E2B74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7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35997-AE25-4DB6-9C4F-1FE6B7938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02C5D-94FF-4793-9E93-1FCBE4681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3531-6863-4BF3-BBCC-9AE561AB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1AB99-79D0-4E61-9E95-4A6093D4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21EB2-8EEF-40FB-9D1C-9B7433EB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83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AF78-E7A6-452C-8A95-FE09248A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38927-6CC1-4848-A2C6-1650C0EAF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5985B-302F-462F-9A98-8E131B1CB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C7A62-A2D0-40B3-AE4C-0FC5E7DC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9D84C-85D2-49A1-8DBF-307314AA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37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C368-591B-41B4-B230-96FB240D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A35D-24FD-4F77-A26B-0825ECB24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EE8F0-7883-4821-8324-FB9D21E11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87EB3-0B3D-4BD2-ADA1-4661CB9A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6A17B-85E3-42D8-B3C4-6461E111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BF30C-9AF2-4083-85D4-AAA1C060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00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E2BF-E9C3-43D1-8999-049FB058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12BFE-3FED-4154-887F-3C036F22B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F48A3-087A-4A9D-BB29-EFA0052A6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A5186-6B40-4AE0-85EE-52680AD2C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7F3711-6568-408E-ADBC-D06EC9D90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1728D-8708-40D0-94B2-C74FBA47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1FA015-EF92-435D-8665-094878DE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3A740-146C-4283-8F64-91D1ABC2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15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E4F3-A5DB-462C-8AC3-7F8AF478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5D150-5723-4E62-B810-C77311CB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D3BBC-AA03-4916-83DC-FE522869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BEBB1-10F4-4CF4-9867-AB5A4EAC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21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2A037-5607-418A-B698-10A8BDBB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D9E66-D920-443B-893B-FC7F68DE3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546D1-884C-45AB-8CBA-043077C0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94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C74B-CD6E-4BCE-8A94-5388B616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1238E-6850-4F6F-83F9-444FDD6D6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2667F-3832-4E25-AB66-9A07B72E3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C3871-49A0-426E-B626-A2A4C77F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604E7-D62C-4027-9220-DFD8201E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DCCAC-5F98-4FE7-9690-7C99109D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2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2B7E-4188-47C2-80C1-BA574E05F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B5830-0414-4C5C-A9AA-5CAABEF45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CFB15-22E7-464A-99D4-6156A97C7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B3FDB-DA18-4423-84D5-1BCCE7E25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63279-6950-4B52-99DB-28350786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44153-250F-4EE2-96B1-A47A49EF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11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DDDF-E614-4952-A8AE-E11C227C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40CFF-37F9-464F-A087-C53F52104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5F342-7214-4E27-9FE2-9C2D42C8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4678C-49D2-4CF7-B07A-3BD87251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8D966-7B85-4CB1-9009-E5984EAD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55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F4755-EB1C-4CD3-91E1-E028F284B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39B35-A835-4A33-8519-59805B0E5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BE827-D560-4C35-B7DB-BD1E1930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FA34-DF23-4380-8995-0E70E846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7A792-92D0-4508-83C2-643376CF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0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AF3D4-B3A5-4639-90B5-3F441A3CC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32D17-42CD-4ACD-A85F-8D4EDC11B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A88FC-ED44-4CB1-838F-9BD6C907E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8CC43-8799-4488-9E15-FC740402D337}" type="datetimeFigureOut">
              <a:rPr lang="en-GB" smtClean="0"/>
              <a:t>22/03/2020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C41AC-F6B8-44E4-A361-CC07E4FD5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480EF-76F1-49A3-9964-59B1FBA5C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60BCA-4204-4D2F-9522-A79078630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00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8AD3-0828-442E-ACD6-CE6D0C798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Exercise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F5A7B-C728-4F25-A766-75AB878F25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36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874A-CEAA-4CC2-A443-77F6725B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picture containing table&#10;&#10;Description automatically generated">
            <a:extLst>
              <a:ext uri="{FF2B5EF4-FFF2-40B4-BE49-F238E27FC236}">
                <a16:creationId xmlns:a16="http://schemas.microsoft.com/office/drawing/2014/main" id="{3E47B498-6FCB-48AE-AEB0-50123566E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312" y="1825625"/>
            <a:ext cx="7637376" cy="4351338"/>
          </a:xfrm>
        </p:spPr>
      </p:pic>
    </p:spTree>
    <p:extLst>
      <p:ext uri="{BB962C8B-B14F-4D97-AF65-F5344CB8AC3E}">
        <p14:creationId xmlns:p14="http://schemas.microsoft.com/office/powerpoint/2010/main" val="399534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1A644-5105-40B9-8244-96BB9CB0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picture containing table&#10;&#10;Description automatically generated">
            <a:extLst>
              <a:ext uri="{FF2B5EF4-FFF2-40B4-BE49-F238E27FC236}">
                <a16:creationId xmlns:a16="http://schemas.microsoft.com/office/drawing/2014/main" id="{17A42CE9-A7D3-45A5-93E2-94EC23AB1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949" y="1825625"/>
            <a:ext cx="7752101" cy="4351338"/>
          </a:xfrm>
        </p:spPr>
      </p:pic>
    </p:spTree>
    <p:extLst>
      <p:ext uri="{BB962C8B-B14F-4D97-AF65-F5344CB8AC3E}">
        <p14:creationId xmlns:p14="http://schemas.microsoft.com/office/powerpoint/2010/main" val="237799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8F2E-730B-40C7-9869-29E8A9F9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B9118850-7FA4-4826-8111-9EF8D2F38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4" y="547419"/>
            <a:ext cx="10267326" cy="5763161"/>
          </a:xfrm>
        </p:spPr>
      </p:pic>
    </p:spTree>
    <p:extLst>
      <p:ext uri="{BB962C8B-B14F-4D97-AF65-F5344CB8AC3E}">
        <p14:creationId xmlns:p14="http://schemas.microsoft.com/office/powerpoint/2010/main" val="1733906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D33F-C36C-4126-8A22-05E57C27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63926AC8-273D-4A0F-856D-C19075EC7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" y="38100"/>
            <a:ext cx="7153275" cy="3390900"/>
          </a:xfrm>
        </p:spPr>
      </p:pic>
    </p:spTree>
    <p:extLst>
      <p:ext uri="{BB962C8B-B14F-4D97-AF65-F5344CB8AC3E}">
        <p14:creationId xmlns:p14="http://schemas.microsoft.com/office/powerpoint/2010/main" val="274093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AF57-FC6E-4E71-A467-B4BB40F0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text&#10;&#10;Description automatically generated">
            <a:extLst>
              <a:ext uri="{FF2B5EF4-FFF2-40B4-BE49-F238E27FC236}">
                <a16:creationId xmlns:a16="http://schemas.microsoft.com/office/drawing/2014/main" id="{A3EB1735-0DBE-4FB1-B93A-496E0C716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968" y="2619976"/>
            <a:ext cx="8164064" cy="2762636"/>
          </a:xfrm>
        </p:spPr>
      </p:pic>
    </p:spTree>
    <p:extLst>
      <p:ext uri="{BB962C8B-B14F-4D97-AF65-F5344CB8AC3E}">
        <p14:creationId xmlns:p14="http://schemas.microsoft.com/office/powerpoint/2010/main" val="24434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95C7-A4F0-45EA-8A33-D020A058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613E5C0-094B-47C4-B401-0656761DC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66" y="225425"/>
            <a:ext cx="6354009" cy="4741656"/>
          </a:xfrm>
        </p:spPr>
      </p:pic>
    </p:spTree>
    <p:extLst>
      <p:ext uri="{BB962C8B-B14F-4D97-AF65-F5344CB8AC3E}">
        <p14:creationId xmlns:p14="http://schemas.microsoft.com/office/powerpoint/2010/main" val="427700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EFB1-286C-4B8B-A4BE-C6CFF61C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96A70-08FB-4781-83D1-00318D910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1CA14-A59D-41F5-8B4A-7685FF86A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04" y="365125"/>
            <a:ext cx="9084436" cy="527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5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7EF8-6949-46BE-9916-9F6298EA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37E8-BD17-48AF-8368-AD7759EEA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C1B32-AB70-42BA-B1A5-81DCBBC85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49" y="354188"/>
            <a:ext cx="11278780" cy="510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81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E951-76B9-4313-8A95-270DA931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25366-B9D9-4C84-A113-746490AFE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91EBA-D03F-410F-8AD9-3CCB5B97E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927"/>
            <a:ext cx="12192000" cy="641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1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ER 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Exercise</dc:title>
  <dc:creator>Bushra Fazal BUKC</dc:creator>
  <cp:lastModifiedBy>Bushra Fazal BUKC</cp:lastModifiedBy>
  <cp:revision>7</cp:revision>
  <dcterms:created xsi:type="dcterms:W3CDTF">2020-03-21T07:35:28Z</dcterms:created>
  <dcterms:modified xsi:type="dcterms:W3CDTF">2020-03-22T09:15:31Z</dcterms:modified>
</cp:coreProperties>
</file>