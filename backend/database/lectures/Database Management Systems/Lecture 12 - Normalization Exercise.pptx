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0"/>
  </p:notesMasterIdLst>
  <p:sldIdLst>
    <p:sldId id="305" r:id="rId2"/>
    <p:sldId id="307" r:id="rId3"/>
    <p:sldId id="308" r:id="rId4"/>
    <p:sldId id="309" r:id="rId5"/>
    <p:sldId id="306" r:id="rId6"/>
    <p:sldId id="365" r:id="rId7"/>
    <p:sldId id="372" r:id="rId8"/>
    <p:sldId id="366" r:id="rId9"/>
    <p:sldId id="391" r:id="rId10"/>
    <p:sldId id="394" r:id="rId11"/>
    <p:sldId id="392" r:id="rId12"/>
    <p:sldId id="393" r:id="rId13"/>
    <p:sldId id="400" r:id="rId14"/>
    <p:sldId id="395" r:id="rId15"/>
    <p:sldId id="396" r:id="rId16"/>
    <p:sldId id="397" r:id="rId17"/>
    <p:sldId id="398" r:id="rId18"/>
    <p:sldId id="399" r:id="rId19"/>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Georgia" panose="02040502050405020303" pitchFamily="18"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Georgia" panose="02040502050405020303" pitchFamily="18"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Georgia" panose="02040502050405020303" pitchFamily="18"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Georgia" panose="02040502050405020303" pitchFamily="18"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Georgia" panose="02040502050405020303" pitchFamily="18" charset="0"/>
        <a:ea typeface="+mn-ea"/>
        <a:cs typeface="Arial" panose="020B0604020202020204" pitchFamily="34" charset="0"/>
      </a:defRPr>
    </a:lvl5pPr>
    <a:lvl6pPr marL="2286000" algn="l" defTabSz="914400" rtl="0" eaLnBrk="1" latinLnBrk="0" hangingPunct="1">
      <a:defRPr kern="1200">
        <a:solidFill>
          <a:schemeClr val="tx1"/>
        </a:solidFill>
        <a:latin typeface="Georgia" panose="02040502050405020303" pitchFamily="18" charset="0"/>
        <a:ea typeface="+mn-ea"/>
        <a:cs typeface="Arial" panose="020B0604020202020204" pitchFamily="34" charset="0"/>
      </a:defRPr>
    </a:lvl6pPr>
    <a:lvl7pPr marL="2743200" algn="l" defTabSz="914400" rtl="0" eaLnBrk="1" latinLnBrk="0" hangingPunct="1">
      <a:defRPr kern="1200">
        <a:solidFill>
          <a:schemeClr val="tx1"/>
        </a:solidFill>
        <a:latin typeface="Georgia" panose="02040502050405020303" pitchFamily="18" charset="0"/>
        <a:ea typeface="+mn-ea"/>
        <a:cs typeface="Arial" panose="020B0604020202020204" pitchFamily="34" charset="0"/>
      </a:defRPr>
    </a:lvl7pPr>
    <a:lvl8pPr marL="3200400" algn="l" defTabSz="914400" rtl="0" eaLnBrk="1" latinLnBrk="0" hangingPunct="1">
      <a:defRPr kern="1200">
        <a:solidFill>
          <a:schemeClr val="tx1"/>
        </a:solidFill>
        <a:latin typeface="Georgia" panose="02040502050405020303" pitchFamily="18" charset="0"/>
        <a:ea typeface="+mn-ea"/>
        <a:cs typeface="Arial" panose="020B0604020202020204" pitchFamily="34" charset="0"/>
      </a:defRPr>
    </a:lvl8pPr>
    <a:lvl9pPr marL="3657600" algn="l" defTabSz="914400" rtl="0" eaLnBrk="1" latinLnBrk="0" hangingPunct="1">
      <a:defRPr kern="1200">
        <a:solidFill>
          <a:schemeClr val="tx1"/>
        </a:solidFill>
        <a:latin typeface="Georgia" panose="02040502050405020303" pitchFamily="18"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FF"/>
    <a:srgbClr val="3366FF"/>
    <a:srgbClr val="66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9" d="100"/>
          <a:sy n="69" d="100"/>
        </p:scale>
        <p:origin x="1416" y="7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AF05F39-77B8-4AAF-8B10-15C2EF3D068A}" type="datetimeFigureOut">
              <a:rPr lang="en-US" smtClean="0"/>
              <a:pPr/>
              <a:t>5/13/2024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34A571A-13BB-427F-966C-F797F7B26440}" type="slidenum">
              <a:rPr lang="en-US" smtClean="0"/>
              <a:pPr/>
              <a:t>‹#›</a:t>
            </a:fld>
            <a:endParaRPr lang="en-US"/>
          </a:p>
        </p:txBody>
      </p:sp>
    </p:spTree>
    <p:extLst>
      <p:ext uri="{BB962C8B-B14F-4D97-AF65-F5344CB8AC3E}">
        <p14:creationId xmlns:p14="http://schemas.microsoft.com/office/powerpoint/2010/main" val="3825158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7"/>
          <p:cNvSpPr>
            <a:spLocks noGrp="1" noChangeArrowheads="1"/>
          </p:cNvSpPr>
          <p:nvPr>
            <p:ph type="sldNum" sz="quarter" idx="5"/>
          </p:nvPr>
        </p:nvSpPr>
        <p:spPr>
          <a:noFill/>
        </p:spPr>
        <p:txBody>
          <a:bodyPr/>
          <a:lstStyle/>
          <a:p>
            <a:fld id="{CCE2B3E5-67ED-4EAE-A777-569B5668C394}" type="slidenum">
              <a:rPr lang="en-US" altLang="en-US"/>
              <a:pPr/>
              <a:t>18</a:t>
            </a:fld>
            <a:endParaRPr lang="en-US" altLang="en-US"/>
          </a:p>
        </p:txBody>
      </p:sp>
      <p:sp>
        <p:nvSpPr>
          <p:cNvPr id="169987" name="Rectangle 2"/>
          <p:cNvSpPr>
            <a:spLocks noGrp="1" noRot="1" noChangeAspect="1" noChangeArrowheads="1" noTextEdit="1"/>
          </p:cNvSpPr>
          <p:nvPr>
            <p:ph type="sldImg"/>
          </p:nvPr>
        </p:nvSpPr>
        <p:spPr>
          <a:ln/>
        </p:spPr>
      </p:sp>
      <p:sp>
        <p:nvSpPr>
          <p:cNvPr id="169988" name="Rectangle 3"/>
          <p:cNvSpPr>
            <a:spLocks noGrp="1" noChangeArrowheads="1"/>
          </p:cNvSpPr>
          <p:nvPr>
            <p:ph type="body" idx="1"/>
          </p:nvPr>
        </p:nvSpPr>
        <p:spPr>
          <a:noFill/>
          <a:ln/>
        </p:spPr>
        <p:txBody>
          <a:bodyPr/>
          <a:lstStyle/>
          <a:p>
            <a:pPr eaLnBrk="1" hangingPunct="1"/>
            <a:endParaRPr lang="en-US" altLang="en-US" smtClean="0"/>
          </a:p>
        </p:txBody>
      </p:sp>
    </p:spTree>
    <p:extLst>
      <p:ext uri="{BB962C8B-B14F-4D97-AF65-F5344CB8AC3E}">
        <p14:creationId xmlns:p14="http://schemas.microsoft.com/office/powerpoint/2010/main" val="418140239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useBgFill="1">
        <p:nvSpPr>
          <p:cNvPr id="4" name="Rounded Rectangle 3"/>
          <p:cNvSpPr/>
          <p:nvPr/>
        </p:nvSpPr>
        <p:spPr bwMode="white">
          <a:xfrm>
            <a:off x="5410200" y="3962400"/>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useBgFill="1">
        <p:nvSpPr>
          <p:cNvPr id="5" name="Rounded Rectangle 4"/>
          <p:cNvSpPr/>
          <p:nvPr/>
        </p:nvSpPr>
        <p:spPr bwMode="white">
          <a:xfrm>
            <a:off x="7377113" y="4060825"/>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 name="Rectangle 5"/>
          <p:cNvSpPr/>
          <p:nvPr/>
        </p:nvSpPr>
        <p:spPr>
          <a:xfrm>
            <a:off x="0" y="3962400"/>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Rectangle 7"/>
          <p:cNvSpPr/>
          <p:nvPr userDrawn="1"/>
        </p:nvSpPr>
        <p:spPr>
          <a:xfrm>
            <a:off x="0" y="0"/>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4" name="TextBox 25"/>
          <p:cNvSpPr txBox="1">
            <a:spLocks noChangeArrowheads="1"/>
          </p:cNvSpPr>
          <p:nvPr userDrawn="1"/>
        </p:nvSpPr>
        <p:spPr bwMode="auto">
          <a:xfrm>
            <a:off x="533400" y="6350169"/>
            <a:ext cx="8077200"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eorgia" pitchFamily="18" charset="0"/>
              </a:defRPr>
            </a:lvl1pPr>
            <a:lvl2pPr marL="742950" indent="-285750">
              <a:defRPr>
                <a:solidFill>
                  <a:schemeClr val="tx1"/>
                </a:solidFill>
                <a:latin typeface="Georgia" pitchFamily="18" charset="0"/>
              </a:defRPr>
            </a:lvl2pPr>
            <a:lvl3pPr marL="1143000" indent="-228600">
              <a:defRPr>
                <a:solidFill>
                  <a:schemeClr val="tx1"/>
                </a:solidFill>
                <a:latin typeface="Georgia" pitchFamily="18" charset="0"/>
              </a:defRPr>
            </a:lvl3pPr>
            <a:lvl4pPr marL="1600200" indent="-228600">
              <a:defRPr>
                <a:solidFill>
                  <a:schemeClr val="tx1"/>
                </a:solidFill>
                <a:latin typeface="Georgia" pitchFamily="18" charset="0"/>
              </a:defRPr>
            </a:lvl4pPr>
            <a:lvl5pPr marL="2057400" indent="-228600">
              <a:defRPr>
                <a:solidFill>
                  <a:schemeClr val="tx1"/>
                </a:solidFill>
                <a:latin typeface="Georgia" pitchFamily="18" charset="0"/>
              </a:defRPr>
            </a:lvl5pPr>
            <a:lvl6pPr marL="2514600" indent="-228600" fontAlgn="base">
              <a:spcBef>
                <a:spcPct val="0"/>
              </a:spcBef>
              <a:spcAft>
                <a:spcPct val="0"/>
              </a:spcAft>
              <a:defRPr>
                <a:solidFill>
                  <a:schemeClr val="tx1"/>
                </a:solidFill>
                <a:latin typeface="Georgia" pitchFamily="18" charset="0"/>
              </a:defRPr>
            </a:lvl6pPr>
            <a:lvl7pPr marL="2971800" indent="-228600" fontAlgn="base">
              <a:spcBef>
                <a:spcPct val="0"/>
              </a:spcBef>
              <a:spcAft>
                <a:spcPct val="0"/>
              </a:spcAft>
              <a:defRPr>
                <a:solidFill>
                  <a:schemeClr val="tx1"/>
                </a:solidFill>
                <a:latin typeface="Georgia" pitchFamily="18" charset="0"/>
              </a:defRPr>
            </a:lvl7pPr>
            <a:lvl8pPr marL="3429000" indent="-228600" fontAlgn="base">
              <a:spcBef>
                <a:spcPct val="0"/>
              </a:spcBef>
              <a:spcAft>
                <a:spcPct val="0"/>
              </a:spcAft>
              <a:defRPr>
                <a:solidFill>
                  <a:schemeClr val="tx1"/>
                </a:solidFill>
                <a:latin typeface="Georgia" pitchFamily="18" charset="0"/>
              </a:defRPr>
            </a:lvl8pPr>
            <a:lvl9pPr marL="3886200" indent="-228600" fontAlgn="base">
              <a:spcBef>
                <a:spcPct val="0"/>
              </a:spcBef>
              <a:spcAft>
                <a:spcPct val="0"/>
              </a:spcAft>
              <a:defRPr>
                <a:solidFill>
                  <a:schemeClr val="tx1"/>
                </a:solidFill>
                <a:latin typeface="Georgia" pitchFamily="18" charset="0"/>
              </a:defRPr>
            </a:lvl9pPr>
          </a:lstStyle>
          <a:p>
            <a:pPr marL="0" marR="0" indent="0" algn="ctr" defTabSz="914400" rtl="0" eaLnBrk="1" fontAlgn="base" latinLnBrk="0" hangingPunct="1">
              <a:lnSpc>
                <a:spcPct val="100000"/>
              </a:lnSpc>
              <a:spcBef>
                <a:spcPct val="0"/>
              </a:spcBef>
              <a:spcAft>
                <a:spcPct val="0"/>
              </a:spcAft>
              <a:buClrTx/>
              <a:buSzTx/>
              <a:buFontTx/>
              <a:buNone/>
              <a:tabLst/>
              <a:defRPr/>
            </a:pPr>
            <a:r>
              <a:rPr lang="en-US" altLang="en-US" sz="800" dirty="0" smtClean="0">
                <a:solidFill>
                  <a:schemeClr val="bg1">
                    <a:lumMod val="65000"/>
                  </a:schemeClr>
                </a:solidFill>
                <a:latin typeface="Calibri" pitchFamily="34" charset="0"/>
              </a:rPr>
              <a:t>©2017</a:t>
            </a:r>
            <a:r>
              <a:rPr lang="en-US" altLang="en-US" sz="800" baseline="0" dirty="0" smtClean="0">
                <a:solidFill>
                  <a:schemeClr val="bg1">
                    <a:lumMod val="65000"/>
                  </a:schemeClr>
                </a:solidFill>
                <a:latin typeface="Calibri" pitchFamily="34" charset="0"/>
              </a:rPr>
              <a:t> C</a:t>
            </a:r>
            <a:r>
              <a:rPr lang="en-US" altLang="en-US" sz="800" dirty="0" smtClean="0">
                <a:solidFill>
                  <a:schemeClr val="bg1">
                    <a:lumMod val="65000"/>
                  </a:schemeClr>
                </a:solidFill>
                <a:latin typeface="Calibri" pitchFamily="34" charset="0"/>
              </a:rPr>
              <a:t>engage Learning®. May not be scanned, copied or duplicated, or posted to a publicly accessible website, in whole or in part,</a:t>
            </a:r>
            <a:r>
              <a:rPr lang="en-US" altLang="en-US" sz="800" baseline="0" dirty="0" smtClean="0">
                <a:solidFill>
                  <a:schemeClr val="bg1">
                    <a:lumMod val="65000"/>
                  </a:schemeClr>
                </a:solidFill>
                <a:latin typeface="Calibri" pitchFamily="34" charset="0"/>
              </a:rPr>
              <a:t> except for use as permitted in a license distributed with a certain product or service or otherwise on a password-protected website or school-approved learning management system for classroom use.</a:t>
            </a:r>
            <a:r>
              <a:rPr lang="en-US" altLang="en-US" sz="900" baseline="0" dirty="0" smtClean="0">
                <a:solidFill>
                  <a:schemeClr val="bg1">
                    <a:lumMod val="65000"/>
                  </a:schemeClr>
                </a:solidFill>
                <a:latin typeface="Calibri" pitchFamily="34" charset="0"/>
              </a:rPr>
              <a:t>  </a:t>
            </a:r>
            <a:endParaRPr lang="en-US" altLang="en-US" sz="900" dirty="0" smtClean="0">
              <a:solidFill>
                <a:schemeClr val="bg1">
                  <a:lumMod val="65000"/>
                </a:schemeClr>
              </a:solidFill>
              <a:latin typeface="Calibri" pitchFamily="34" charset="0"/>
            </a:endParaRPr>
          </a:p>
          <a:p>
            <a:pPr algn="ctr">
              <a:defRPr/>
            </a:pPr>
            <a:r>
              <a:rPr lang="en-US" altLang="en-US" sz="900" dirty="0" smtClean="0">
                <a:solidFill>
                  <a:srgbClr val="262626"/>
                </a:solidFill>
                <a:latin typeface="Calibri" pitchFamily="34" charset="0"/>
                <a:ea typeface="Calibri" pitchFamily="34" charset="0"/>
                <a:cs typeface="Calibri" pitchFamily="34" charset="0"/>
              </a:rPr>
              <a:t>.</a:t>
            </a:r>
          </a:p>
        </p:txBody>
      </p:sp>
      <p:sp>
        <p:nvSpPr>
          <p:cNvPr id="9" name="Subtitle 8"/>
          <p:cNvSpPr>
            <a:spLocks noGrp="1"/>
          </p:cNvSpPr>
          <p:nvPr>
            <p:ph type="subTitle" idx="1"/>
          </p:nvPr>
        </p:nvSpPr>
        <p:spPr>
          <a:xfrm>
            <a:off x="1584293" y="4724400"/>
            <a:ext cx="6324600" cy="1295400"/>
          </a:xfrm>
        </p:spPr>
        <p:txBody>
          <a:bodyPr>
            <a:noAutofit/>
          </a:bodyPr>
          <a:lstStyle>
            <a:lvl1pPr marL="64008" indent="0" algn="ctr">
              <a:buNone/>
              <a:defRPr sz="4000">
                <a:solidFill>
                  <a:schemeClr val="accent3">
                    <a:lumMod val="75000"/>
                  </a:schemeClr>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dirty="0" smtClean="0"/>
              <a:t>Click to edit Master subtitle style</a:t>
            </a:r>
            <a:endParaRPr lang="en-US" dirty="0"/>
          </a:p>
        </p:txBody>
      </p:sp>
      <p:pic>
        <p:nvPicPr>
          <p:cNvPr id="15" name="Picture 14" descr="Screen Clippi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18521" y="335903"/>
            <a:ext cx="8306959" cy="3120826"/>
          </a:xfrm>
          <a:prstGeom prst="rect">
            <a:avLst/>
          </a:prstGeom>
        </p:spPr>
      </p:pic>
    </p:spTree>
    <p:extLst>
      <p:ext uri="{BB962C8B-B14F-4D97-AF65-F5344CB8AC3E}">
        <p14:creationId xmlns:p14="http://schemas.microsoft.com/office/powerpoint/2010/main" val="111476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3">
                    <a:lumMod val="75000"/>
                  </a:schemeClr>
                </a:solidFill>
              </a:defRPr>
            </a:lvl1pPr>
          </a:lstStyle>
          <a:p>
            <a:r>
              <a:rPr lang="en-US" dirty="0" smtClean="0"/>
              <a:t>Click to edit Master title style</a:t>
            </a:r>
            <a:endParaRPr lang="en-US" dirty="0"/>
          </a:p>
        </p:txBody>
      </p:sp>
      <p:sp>
        <p:nvSpPr>
          <p:cNvPr id="3" name="Content Placeholder 2"/>
          <p:cNvSpPr>
            <a:spLocks noGrp="1"/>
          </p:cNvSpPr>
          <p:nvPr>
            <p:ph idx="1"/>
          </p:nvPr>
        </p:nvSpPr>
        <p:spPr/>
        <p:txBody>
          <a:bodyPr/>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a:xfrm>
            <a:off x="6586538" y="612775"/>
            <a:ext cx="957262" cy="457200"/>
          </a:xfrm>
          <a:prstGeom prst="rect">
            <a:avLst/>
          </a:prstGeom>
        </p:spPr>
        <p:txBody>
          <a:bodyPr/>
          <a:lstStyle>
            <a:lvl1pPr fontAlgn="auto">
              <a:spcBef>
                <a:spcPts val="0"/>
              </a:spcBef>
              <a:spcAft>
                <a:spcPts val="0"/>
              </a:spcAft>
              <a:defRPr>
                <a:latin typeface="+mn-lt"/>
                <a:cs typeface="+mn-cs"/>
              </a:defRPr>
            </a:lvl1pPr>
          </a:lstStyle>
          <a:p>
            <a:pPr>
              <a:defRPr/>
            </a:pPr>
            <a:fld id="{55D42B16-DF26-470E-8402-9FDCC4B485CE}" type="datetimeFigureOut">
              <a:rPr lang="en-US"/>
              <a:pPr>
                <a:defRPr/>
              </a:pPr>
              <a:t>5/13/2024</a:t>
            </a:fld>
            <a:endParaRPr lang="en-US"/>
          </a:p>
        </p:txBody>
      </p:sp>
      <p:sp>
        <p:nvSpPr>
          <p:cNvPr id="5" name="Footer Placeholder 4"/>
          <p:cNvSpPr>
            <a:spLocks noGrp="1"/>
          </p:cNvSpPr>
          <p:nvPr>
            <p:ph type="ftr" sz="quarter" idx="11"/>
          </p:nvPr>
        </p:nvSpPr>
        <p:spPr>
          <a:xfrm>
            <a:off x="5257800" y="612775"/>
            <a:ext cx="1325563" cy="457200"/>
          </a:xfrm>
          <a:prstGeom prst="rect">
            <a:avLst/>
          </a:prstGeom>
        </p:spPr>
        <p:txBody>
          <a:bodyPr/>
          <a:lstStyle>
            <a:lvl1pPr fontAlgn="auto">
              <a:spcBef>
                <a:spcPts val="0"/>
              </a:spcBef>
              <a:spcAft>
                <a:spcPts val="0"/>
              </a:spcAft>
              <a:defRPr>
                <a:latin typeface="+mn-lt"/>
                <a:cs typeface="+mn-cs"/>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fld id="{6DCEE066-B400-49D8-9289-3749C8DE4F0F}" type="slidenum">
              <a:rPr lang="en-US" altLang="en-US"/>
              <a:pPr/>
              <a:t>‹#›</a:t>
            </a:fld>
            <a:endParaRPr lang="en-US" altLang="en-US"/>
          </a:p>
        </p:txBody>
      </p:sp>
    </p:spTree>
    <p:extLst>
      <p:ext uri="{BB962C8B-B14F-4D97-AF65-F5344CB8AC3E}">
        <p14:creationId xmlns:p14="http://schemas.microsoft.com/office/powerpoint/2010/main" val="360840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133600" y="2892427"/>
            <a:ext cx="5715000" cy="1470025"/>
          </a:xfrm>
        </p:spPr>
        <p:txBody>
          <a:bodyPr/>
          <a:lstStyle/>
          <a:p>
            <a:r>
              <a:rPr lang="en-US" dirty="0" smtClean="0"/>
              <a:t>Click to edit Master title style</a:t>
            </a:r>
            <a:endParaRPr lang="en-US" dirty="0"/>
          </a:p>
        </p:txBody>
      </p:sp>
      <p:sp>
        <p:nvSpPr>
          <p:cNvPr id="3" name="Subtitle 2"/>
          <p:cNvSpPr>
            <a:spLocks noGrp="1"/>
          </p:cNvSpPr>
          <p:nvPr>
            <p:ph type="subTitle" idx="1"/>
          </p:nvPr>
        </p:nvSpPr>
        <p:spPr>
          <a:xfrm>
            <a:off x="2438400" y="4648200"/>
            <a:ext cx="5029200" cy="1371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cxnSp>
        <p:nvCxnSpPr>
          <p:cNvPr id="11" name="Straight Connector 10"/>
          <p:cNvCxnSpPr/>
          <p:nvPr userDrawn="1"/>
        </p:nvCxnSpPr>
        <p:spPr>
          <a:xfrm rot="5400000" flipH="1" flipV="1">
            <a:off x="-494505" y="3162300"/>
            <a:ext cx="4037806" cy="795"/>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6" name="Picture 5" descr="Bahria Logo new white.png"/>
          <p:cNvPicPr>
            <a:picLocks noChangeAspect="1"/>
          </p:cNvPicPr>
          <p:nvPr userDrawn="1"/>
        </p:nvPicPr>
        <p:blipFill>
          <a:blip r:embed="rId2"/>
          <a:stretch>
            <a:fillRect/>
          </a:stretch>
        </p:blipFill>
        <p:spPr>
          <a:xfrm>
            <a:off x="1676400" y="990600"/>
            <a:ext cx="6676806" cy="173736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Only">
  <p:cSld name="เนื้อหา">
    <p:spTree>
      <p:nvGrpSpPr>
        <p:cNvPr id="1" name=""/>
        <p:cNvGrpSpPr/>
        <p:nvPr/>
      </p:nvGrpSpPr>
      <p:grpSpPr>
        <a:xfrm>
          <a:off x="0" y="0"/>
          <a:ext cx="0" cy="0"/>
          <a:chOff x="0" y="0"/>
          <a:chExt cx="0" cy="0"/>
        </a:xfrm>
      </p:grpSpPr>
      <p:sp>
        <p:nvSpPr>
          <p:cNvPr id="2" name="ตัวยึดเนื้อหา 1"/>
          <p:cNvSpPr>
            <a:spLocks noGrp="1"/>
          </p:cNvSpPr>
          <p:nvPr>
            <p:ph/>
          </p:nvPr>
        </p:nvSpPr>
        <p:spPr>
          <a:xfrm>
            <a:off x="685800" y="609600"/>
            <a:ext cx="7772400" cy="5486400"/>
          </a:xfrm>
        </p:spPr>
        <p:txBody>
          <a:bodyPr/>
          <a:lstStyle/>
          <a:p>
            <a:pPr lvl="0"/>
            <a:r>
              <a:rPr lang="th-TH" smtClean="0"/>
              <a:t>คลิกเพื่อแก้ไขลักษณะของข้อความต้นแบบ</a:t>
            </a:r>
          </a:p>
          <a:p>
            <a:pPr lvl="1"/>
            <a:r>
              <a:rPr lang="th-TH" smtClean="0"/>
              <a:t>ระดับที่สอง</a:t>
            </a:r>
          </a:p>
          <a:p>
            <a:pPr lvl="2"/>
            <a:r>
              <a:rPr lang="th-TH" smtClean="0"/>
              <a:t>ระดับที่สาม</a:t>
            </a:r>
          </a:p>
          <a:p>
            <a:pPr lvl="3"/>
            <a:r>
              <a:rPr lang="th-TH" smtClean="0"/>
              <a:t>ระดับที่สี่</a:t>
            </a:r>
          </a:p>
          <a:p>
            <a:pPr lvl="4"/>
            <a:r>
              <a:rPr lang="th-TH" smtClean="0"/>
              <a:t>ระดับที่ห้า</a:t>
            </a:r>
            <a:endParaRPr lang="th-TH"/>
          </a:p>
        </p:txBody>
      </p:sp>
      <p:sp>
        <p:nvSpPr>
          <p:cNvPr id="3" name="ตัวยึดวันที่ 2"/>
          <p:cNvSpPr>
            <a:spLocks noGrp="1"/>
          </p:cNvSpPr>
          <p:nvPr>
            <p:ph type="dt" sz="half" idx="10"/>
          </p:nvPr>
        </p:nvSpPr>
        <p:spPr>
          <a:xfrm>
            <a:off x="685800" y="6248400"/>
            <a:ext cx="1905000" cy="457200"/>
          </a:xfrm>
          <a:prstGeom prst="rect">
            <a:avLst/>
          </a:prstGeom>
        </p:spPr>
        <p:txBody>
          <a:bodyPr/>
          <a:lstStyle>
            <a:lvl1pPr>
              <a:defRPr/>
            </a:lvl1pPr>
          </a:lstStyle>
          <a:p>
            <a:pPr>
              <a:defRPr/>
            </a:pPr>
            <a:endParaRPr lang="en-US"/>
          </a:p>
        </p:txBody>
      </p:sp>
      <p:sp>
        <p:nvSpPr>
          <p:cNvPr id="4" name="ตัวยึดท้ายกระดาษ 3"/>
          <p:cNvSpPr>
            <a:spLocks noGrp="1"/>
          </p:cNvSpPr>
          <p:nvPr>
            <p:ph type="ftr" sz="quarter" idx="11"/>
          </p:nvPr>
        </p:nvSpPr>
        <p:spPr>
          <a:xfrm>
            <a:off x="3124200" y="6248400"/>
            <a:ext cx="2895600" cy="457200"/>
          </a:xfrm>
          <a:prstGeom prst="rect">
            <a:avLst/>
          </a:prstGeom>
        </p:spPr>
        <p:txBody>
          <a:bodyPr/>
          <a:lstStyle>
            <a:lvl1pPr>
              <a:defRPr/>
            </a:lvl1pPr>
          </a:lstStyle>
          <a:p>
            <a:pPr>
              <a:defRPr/>
            </a:pPr>
            <a:endParaRPr lang="en-US"/>
          </a:p>
        </p:txBody>
      </p:sp>
      <p:sp>
        <p:nvSpPr>
          <p:cNvPr id="5" name="ตัวยึดหมายเลขภาพนิ่ง 4"/>
          <p:cNvSpPr>
            <a:spLocks noGrp="1"/>
          </p:cNvSpPr>
          <p:nvPr>
            <p:ph type="sldNum" sz="quarter" idx="12"/>
          </p:nvPr>
        </p:nvSpPr>
        <p:spPr>
          <a:xfrm>
            <a:off x="6553200" y="6248400"/>
            <a:ext cx="1905000" cy="457200"/>
          </a:xfrm>
        </p:spPr>
        <p:txBody>
          <a:bodyPr/>
          <a:lstStyle>
            <a:lvl1pPr>
              <a:defRPr/>
            </a:lvl1pPr>
          </a:lstStyle>
          <a:p>
            <a:pPr>
              <a:defRPr/>
            </a:pPr>
            <a:fld id="{DF806649-1945-48B1-9ECD-5EB5C4FAACA5}" type="slidenum">
              <a:rPr lang="en-US"/>
              <a:pPr>
                <a:defRPr/>
              </a:pPr>
              <a:t>‹#›</a:t>
            </a:fld>
            <a:endParaRPr lang="en-US"/>
          </a:p>
        </p:txBody>
      </p:sp>
    </p:spTree>
  </p:cSld>
  <p:clrMapOvr>
    <a:masterClrMapping/>
  </p:clrMapOvr>
  <p:transition>
    <p:random/>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0"/>
            <a:ext cx="2133600" cy="365125"/>
          </a:xfrm>
          <a:prstGeom prst="rect">
            <a:avLst/>
          </a:prstGeom>
        </p:spPr>
        <p:txBody>
          <a:bodyPr/>
          <a:lstStyle/>
          <a:p>
            <a:fld id="{F92BE8FD-8DEF-445A-9D43-D13709C0193D}" type="datetimeFigureOut">
              <a:rPr lang="en-US" smtClean="0"/>
              <a:pPr/>
              <a:t>5/13/2024</a:t>
            </a:fld>
            <a:endParaRPr lang="en-US"/>
          </a:p>
        </p:txBody>
      </p:sp>
      <p:sp>
        <p:nvSpPr>
          <p:cNvPr id="3" name="Footer Placeholder 2"/>
          <p:cNvSpPr>
            <a:spLocks noGrp="1"/>
          </p:cNvSpPr>
          <p:nvPr>
            <p:ph type="ftr" sz="quarter" idx="11"/>
          </p:nvPr>
        </p:nvSpPr>
        <p:spPr>
          <a:xfrm>
            <a:off x="3124200" y="6356350"/>
            <a:ext cx="289560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22035B48-1707-47FE-892C-3D62A8FA13F2}"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5F978D"/>
          </a:solidFill>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Rectangle 5"/>
          <p:cNvSpPr>
            <a:spLocks noGrp="1" noChangeArrowheads="1"/>
          </p:cNvSpPr>
          <p:nvPr>
            <p:ph type="ftr" sz="quarter" idx="10"/>
          </p:nvPr>
        </p:nvSpPr>
        <p:spPr>
          <a:xfrm>
            <a:off x="457200" y="6248400"/>
            <a:ext cx="5410200" cy="476250"/>
          </a:xfrm>
          <a:prstGeom prst="rect">
            <a:avLst/>
          </a:prstGeom>
        </p:spPr>
        <p:txBody>
          <a:bodyPr/>
          <a:lstStyle>
            <a:lvl1pPr>
              <a:defRPr smtClean="0">
                <a:solidFill>
                  <a:srgbClr val="0000CC"/>
                </a:solidFill>
              </a:defRPr>
            </a:lvl1pPr>
          </a:lstStyle>
          <a:p>
            <a:pPr>
              <a:defRPr/>
            </a:pPr>
            <a:r>
              <a:rPr lang="en-US" dirty="0" smtClean="0">
                <a:solidFill>
                  <a:srgbClr val="D57A15"/>
                </a:solidFill>
              </a:rPr>
              <a:t>KROENKE AND AUER - DATABASE PROCESSING, 14th Edition </a:t>
            </a:r>
            <a:r>
              <a:rPr lang="en-US" dirty="0" smtClean="0"/>
              <a:t> </a:t>
            </a:r>
            <a:r>
              <a:rPr lang="en-US" dirty="0" smtClean="0">
                <a:solidFill>
                  <a:srgbClr val="5F978D"/>
                </a:solidFill>
              </a:rPr>
              <a:t>© 2016 Pearson Education, Inc.</a:t>
            </a:r>
            <a:endParaRPr lang="en-US" dirty="0">
              <a:solidFill>
                <a:srgbClr val="5F978D"/>
              </a:solidFill>
            </a:endParaRPr>
          </a:p>
        </p:txBody>
      </p:sp>
      <p:sp>
        <p:nvSpPr>
          <p:cNvPr id="6" name="Rectangle 6"/>
          <p:cNvSpPr>
            <a:spLocks noGrp="1" noChangeArrowheads="1"/>
          </p:cNvSpPr>
          <p:nvPr>
            <p:ph type="sldNum" sz="quarter" idx="11"/>
          </p:nvPr>
        </p:nvSpPr>
        <p:spPr/>
        <p:txBody>
          <a:bodyPr/>
          <a:lstStyle>
            <a:lvl1pPr>
              <a:defRPr dirty="0" smtClean="0">
                <a:solidFill>
                  <a:srgbClr val="7B7ABB"/>
                </a:solidFill>
              </a:defRPr>
            </a:lvl1pPr>
          </a:lstStyle>
          <a:p>
            <a:pPr>
              <a:defRPr/>
            </a:pPr>
            <a:r>
              <a:rPr lang="en-US" smtClean="0"/>
              <a:t>3-</a:t>
            </a:r>
            <a:fld id="{F6661826-2724-4861-8343-6BABF56BCB63}" type="slidenum">
              <a:rPr lang="en-US" smtClean="0"/>
              <a:pPr>
                <a:defRPr/>
              </a:pPr>
              <a:t>‹#›</a:t>
            </a:fld>
            <a:endParaRPr lang="en-US" smtClean="0"/>
          </a:p>
          <a:p>
            <a:pPr>
              <a:defRPr/>
            </a:pPr>
            <a:endParaRPr lang="en-US"/>
          </a:p>
        </p:txBody>
      </p:sp>
    </p:spTree>
    <p:extLst>
      <p:ext uri="{BB962C8B-B14F-4D97-AF65-F5344CB8AC3E}">
        <p14:creationId xmlns:p14="http://schemas.microsoft.com/office/powerpoint/2010/main" val="42668194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ounded Rectangle 32"/>
          <p:cNvSpPr/>
          <p:nvPr/>
        </p:nvSpPr>
        <p:spPr bwMode="white">
          <a:xfrm>
            <a:off x="5407025" y="496888"/>
            <a:ext cx="3063875" cy="28575"/>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027" name="Title Placeholder 21"/>
          <p:cNvSpPr>
            <a:spLocks noGrp="1"/>
          </p:cNvSpPr>
          <p:nvPr>
            <p:ph type="title"/>
          </p:nvPr>
        </p:nvSpPr>
        <p:spPr bwMode="auto">
          <a:xfrm>
            <a:off x="457200" y="457200"/>
            <a:ext cx="8229600" cy="106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smtClean="0"/>
              <a:t>Click to edit Master title style</a:t>
            </a:r>
          </a:p>
        </p:txBody>
      </p:sp>
      <p:sp>
        <p:nvSpPr>
          <p:cNvPr id="1028" name="Text Placeholder 12"/>
          <p:cNvSpPr>
            <a:spLocks noGrp="1"/>
          </p:cNvSpPr>
          <p:nvPr>
            <p:ph type="body" idx="1"/>
          </p:nvPr>
        </p:nvSpPr>
        <p:spPr bwMode="auto">
          <a:xfrm>
            <a:off x="457200" y="1600200"/>
            <a:ext cx="8229600" cy="4897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smtClean="0"/>
              <a:t>Click to edit Master text styles</a:t>
            </a:r>
          </a:p>
          <a:p>
            <a:pPr lvl="1"/>
            <a:r>
              <a:rPr lang="en-US" altLang="en-US" dirty="0" smtClean="0"/>
              <a:t>Second level</a:t>
            </a:r>
          </a:p>
          <a:p>
            <a:pPr lvl="2"/>
            <a:r>
              <a:rPr lang="en-US" altLang="en-US" dirty="0" smtClean="0"/>
              <a:t>Third level</a:t>
            </a:r>
          </a:p>
          <a:p>
            <a:pPr lvl="3"/>
            <a:r>
              <a:rPr lang="en-US" altLang="en-US" dirty="0" smtClean="0"/>
              <a:t>Fourth level</a:t>
            </a:r>
          </a:p>
          <a:p>
            <a:pPr lvl="4"/>
            <a:r>
              <a:rPr lang="en-US" altLang="en-US" dirty="0" smtClean="0"/>
              <a:t>Fifth level</a:t>
            </a:r>
          </a:p>
        </p:txBody>
      </p:sp>
      <p:sp>
        <p:nvSpPr>
          <p:cNvPr id="23" name="Slide Number Placeholder 22"/>
          <p:cNvSpPr>
            <a:spLocks noGrp="1"/>
          </p:cNvSpPr>
          <p:nvPr>
            <p:ph type="sldNum" sz="quarter" idx="4"/>
          </p:nvPr>
        </p:nvSpPr>
        <p:spPr>
          <a:xfrm>
            <a:off x="8686800" y="6553200"/>
            <a:ext cx="457200" cy="3048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B2295934-098C-46D5-8B6F-5CB26F4D7F65}" type="slidenum">
              <a:rPr lang="en-US" altLang="en-US"/>
              <a:pPr/>
              <a:t>‹#›</a:t>
            </a:fld>
            <a:endParaRPr lang="en-US" altLang="en-US"/>
          </a:p>
        </p:txBody>
      </p:sp>
      <p:sp>
        <p:nvSpPr>
          <p:cNvPr id="20" name="Rectangle 19"/>
          <p:cNvSpPr/>
          <p:nvPr userDrawn="1"/>
        </p:nvSpPr>
        <p:spPr>
          <a:xfrm>
            <a:off x="0" y="0"/>
            <a:ext cx="9144000" cy="381000"/>
          </a:xfrm>
          <a:prstGeom prst="rect">
            <a:avLst/>
          </a:prstGeom>
          <a:solidFill>
            <a:srgbClr val="0070C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userDrawn="1"/>
        </p:nvSpPr>
        <p:spPr>
          <a:xfrm>
            <a:off x="0" y="7938"/>
            <a:ext cx="9144000" cy="220662"/>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4" name="Rectangle 23"/>
          <p:cNvSpPr/>
          <p:nvPr userDrawn="1"/>
        </p:nvSpPr>
        <p:spPr>
          <a:xfrm>
            <a:off x="0" y="381000"/>
            <a:ext cx="9144000" cy="58738"/>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033" name="TextBox 8"/>
          <p:cNvSpPr txBox="1">
            <a:spLocks noChangeArrowheads="1"/>
          </p:cNvSpPr>
          <p:nvPr userDrawn="1"/>
        </p:nvSpPr>
        <p:spPr bwMode="auto">
          <a:xfrm>
            <a:off x="533400" y="6324600"/>
            <a:ext cx="8077200" cy="3539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Georgia" pitchFamily="18" charset="0"/>
              </a:defRPr>
            </a:lvl1pPr>
            <a:lvl2pPr marL="742950" indent="-285750">
              <a:defRPr>
                <a:solidFill>
                  <a:schemeClr val="tx1"/>
                </a:solidFill>
                <a:latin typeface="Georgia" pitchFamily="18" charset="0"/>
              </a:defRPr>
            </a:lvl2pPr>
            <a:lvl3pPr marL="1143000" indent="-228600">
              <a:defRPr>
                <a:solidFill>
                  <a:schemeClr val="tx1"/>
                </a:solidFill>
                <a:latin typeface="Georgia" pitchFamily="18" charset="0"/>
              </a:defRPr>
            </a:lvl3pPr>
            <a:lvl4pPr marL="1600200" indent="-228600">
              <a:defRPr>
                <a:solidFill>
                  <a:schemeClr val="tx1"/>
                </a:solidFill>
                <a:latin typeface="Georgia" pitchFamily="18" charset="0"/>
              </a:defRPr>
            </a:lvl4pPr>
            <a:lvl5pPr marL="2057400" indent="-228600">
              <a:defRPr>
                <a:solidFill>
                  <a:schemeClr val="tx1"/>
                </a:solidFill>
                <a:latin typeface="Georgia" pitchFamily="18" charset="0"/>
              </a:defRPr>
            </a:lvl5pPr>
            <a:lvl6pPr marL="2514600" indent="-228600" fontAlgn="base">
              <a:spcBef>
                <a:spcPct val="0"/>
              </a:spcBef>
              <a:spcAft>
                <a:spcPct val="0"/>
              </a:spcAft>
              <a:defRPr>
                <a:solidFill>
                  <a:schemeClr val="tx1"/>
                </a:solidFill>
                <a:latin typeface="Georgia" pitchFamily="18" charset="0"/>
              </a:defRPr>
            </a:lvl6pPr>
            <a:lvl7pPr marL="2971800" indent="-228600" fontAlgn="base">
              <a:spcBef>
                <a:spcPct val="0"/>
              </a:spcBef>
              <a:spcAft>
                <a:spcPct val="0"/>
              </a:spcAft>
              <a:defRPr>
                <a:solidFill>
                  <a:schemeClr val="tx1"/>
                </a:solidFill>
                <a:latin typeface="Georgia" pitchFamily="18" charset="0"/>
              </a:defRPr>
            </a:lvl7pPr>
            <a:lvl8pPr marL="3429000" indent="-228600" fontAlgn="base">
              <a:spcBef>
                <a:spcPct val="0"/>
              </a:spcBef>
              <a:spcAft>
                <a:spcPct val="0"/>
              </a:spcAft>
              <a:defRPr>
                <a:solidFill>
                  <a:schemeClr val="tx1"/>
                </a:solidFill>
                <a:latin typeface="Georgia" pitchFamily="18" charset="0"/>
              </a:defRPr>
            </a:lvl8pPr>
            <a:lvl9pPr marL="3886200" indent="-228600" fontAlgn="base">
              <a:spcBef>
                <a:spcPct val="0"/>
              </a:spcBef>
              <a:spcAft>
                <a:spcPct val="0"/>
              </a:spcAft>
              <a:defRPr>
                <a:solidFill>
                  <a:schemeClr val="tx1"/>
                </a:solidFill>
                <a:latin typeface="Georgia" pitchFamily="18" charset="0"/>
              </a:defRPr>
            </a:lvl9pPr>
          </a:lstStyle>
          <a:p>
            <a:pPr marL="0" marR="0" indent="0" algn="ctr" defTabSz="853410" rtl="0" eaLnBrk="0" fontAlgn="base" latinLnBrk="0" hangingPunct="0">
              <a:lnSpc>
                <a:spcPct val="100000"/>
              </a:lnSpc>
              <a:spcBef>
                <a:spcPct val="0"/>
              </a:spcBef>
              <a:spcAft>
                <a:spcPct val="0"/>
              </a:spcAft>
              <a:buClrTx/>
              <a:buSzTx/>
              <a:buFontTx/>
              <a:buNone/>
              <a:tabLst/>
              <a:defRPr/>
            </a:pPr>
            <a:r>
              <a:rPr lang="en-US" altLang="en-US" sz="800" dirty="0" smtClean="0">
                <a:solidFill>
                  <a:schemeClr val="bg1">
                    <a:lumMod val="65000"/>
                  </a:schemeClr>
                </a:solidFill>
                <a:latin typeface="Calibri" pitchFamily="34" charset="0"/>
              </a:rPr>
              <a:t>©2017</a:t>
            </a:r>
            <a:r>
              <a:rPr lang="en-US" altLang="en-US" sz="800" baseline="0" dirty="0" smtClean="0">
                <a:solidFill>
                  <a:schemeClr val="bg1">
                    <a:lumMod val="65000"/>
                  </a:schemeClr>
                </a:solidFill>
                <a:latin typeface="Calibri" pitchFamily="34" charset="0"/>
              </a:rPr>
              <a:t> C</a:t>
            </a:r>
            <a:r>
              <a:rPr lang="en-US" altLang="en-US" sz="800" dirty="0" smtClean="0">
                <a:solidFill>
                  <a:schemeClr val="bg1">
                    <a:lumMod val="65000"/>
                  </a:schemeClr>
                </a:solidFill>
                <a:latin typeface="Calibri" pitchFamily="34" charset="0"/>
              </a:rPr>
              <a:t>engage Learning®. May not be scanned, copied or duplicated, or posted to a publicly accessible website, in whole or in part,</a:t>
            </a:r>
            <a:r>
              <a:rPr lang="en-US" altLang="en-US" sz="800" baseline="0" dirty="0" smtClean="0">
                <a:solidFill>
                  <a:schemeClr val="bg1">
                    <a:lumMod val="65000"/>
                  </a:schemeClr>
                </a:solidFill>
                <a:latin typeface="Calibri" pitchFamily="34" charset="0"/>
              </a:rPr>
              <a:t> except for use as permitted in a license distributed with a certain product or service or otherwise on a password-protected website or school-approved learning management system for classroom use</a:t>
            </a:r>
            <a:r>
              <a:rPr lang="en-US" altLang="en-US" sz="900" baseline="0" dirty="0" smtClean="0">
                <a:solidFill>
                  <a:schemeClr val="bg1">
                    <a:lumMod val="65000"/>
                  </a:schemeClr>
                </a:solidFill>
                <a:latin typeface="Calibri" pitchFamily="34" charset="0"/>
              </a:rPr>
              <a:t>.  </a:t>
            </a:r>
            <a:endParaRPr lang="en-US" altLang="en-US" sz="900" dirty="0" smtClean="0">
              <a:solidFill>
                <a:schemeClr val="bg1">
                  <a:lumMod val="65000"/>
                </a:schemeClr>
              </a:solidFill>
              <a:latin typeface="Calibri" pitchFamily="34" charset="0"/>
            </a:endParaRPr>
          </a:p>
        </p:txBody>
      </p:sp>
    </p:spTree>
  </p:cSld>
  <p:clrMap bg1="lt1" tx1="dk1" bg2="lt2" tx2="dk2" accent1="accent1" accent2="accent2" accent3="accent3" accent4="accent4" accent5="accent5" accent6="accent6" hlink="hlink" folHlink="folHlink"/>
  <p:sldLayoutIdLst>
    <p:sldLayoutId id="2147483705" r:id="rId1"/>
    <p:sldLayoutId id="2147483706" r:id="rId2"/>
    <p:sldLayoutId id="2147483707" r:id="rId3"/>
    <p:sldLayoutId id="2147483708" r:id="rId4"/>
    <p:sldLayoutId id="2147483710" r:id="rId5"/>
    <p:sldLayoutId id="2147483712" r:id="rId6"/>
  </p:sldLayoutIdLst>
  <p:timing>
    <p:tnLst>
      <p:par>
        <p:cTn id="1" dur="indefinite" restart="never" nodeType="tmRoot"/>
      </p:par>
    </p:tnLst>
  </p:timing>
  <p:txStyles>
    <p:titleStyle>
      <a:lvl1pPr algn="ctr" rtl="0" eaLnBrk="0" fontAlgn="base" hangingPunct="0">
        <a:spcBef>
          <a:spcPct val="0"/>
        </a:spcBef>
        <a:spcAft>
          <a:spcPct val="0"/>
        </a:spcAft>
        <a:defRPr sz="4000" kern="1200">
          <a:solidFill>
            <a:schemeClr val="accent3">
              <a:lumMod val="75000"/>
            </a:schemeClr>
          </a:solidFill>
          <a:latin typeface="Times New Roman" panose="02020603050405020304" pitchFamily="18" charset="0"/>
          <a:ea typeface="+mj-ea"/>
          <a:cs typeface="Times New Roman" panose="02020603050405020304" pitchFamily="18" charset="0"/>
        </a:defRPr>
      </a:lvl1pPr>
      <a:lvl2pPr algn="ctr" rtl="0" eaLnBrk="0" fontAlgn="base" hangingPunct="0">
        <a:spcBef>
          <a:spcPct val="0"/>
        </a:spcBef>
        <a:spcAft>
          <a:spcPct val="0"/>
        </a:spcAft>
        <a:defRPr sz="4000">
          <a:solidFill>
            <a:schemeClr val="tx2"/>
          </a:solidFill>
          <a:latin typeface="Times New Roman" pitchFamily="18" charset="0"/>
          <a:cs typeface="Times New Roman" pitchFamily="18" charset="0"/>
        </a:defRPr>
      </a:lvl2pPr>
      <a:lvl3pPr algn="ctr" rtl="0" eaLnBrk="0" fontAlgn="base" hangingPunct="0">
        <a:spcBef>
          <a:spcPct val="0"/>
        </a:spcBef>
        <a:spcAft>
          <a:spcPct val="0"/>
        </a:spcAft>
        <a:defRPr sz="4000">
          <a:solidFill>
            <a:schemeClr val="tx2"/>
          </a:solidFill>
          <a:latin typeface="Times New Roman" pitchFamily="18" charset="0"/>
          <a:cs typeface="Times New Roman" pitchFamily="18" charset="0"/>
        </a:defRPr>
      </a:lvl3pPr>
      <a:lvl4pPr algn="ctr" rtl="0" eaLnBrk="0" fontAlgn="base" hangingPunct="0">
        <a:spcBef>
          <a:spcPct val="0"/>
        </a:spcBef>
        <a:spcAft>
          <a:spcPct val="0"/>
        </a:spcAft>
        <a:defRPr sz="4000">
          <a:solidFill>
            <a:schemeClr val="tx2"/>
          </a:solidFill>
          <a:latin typeface="Times New Roman" pitchFamily="18" charset="0"/>
          <a:cs typeface="Times New Roman" pitchFamily="18" charset="0"/>
        </a:defRPr>
      </a:lvl4pPr>
      <a:lvl5pPr algn="ctr" rtl="0" eaLnBrk="0" fontAlgn="base" hangingPunct="0">
        <a:spcBef>
          <a:spcPct val="0"/>
        </a:spcBef>
        <a:spcAft>
          <a:spcPct val="0"/>
        </a:spcAft>
        <a:defRPr sz="4000">
          <a:solidFill>
            <a:schemeClr val="tx2"/>
          </a:solidFill>
          <a:latin typeface="Times New Roman" pitchFamily="18" charset="0"/>
          <a:cs typeface="Times New Roman" pitchFamily="18" charset="0"/>
        </a:defRPr>
      </a:lvl5pPr>
      <a:lvl6pPr marL="457200" algn="ctr" rtl="0" fontAlgn="base">
        <a:spcBef>
          <a:spcPct val="0"/>
        </a:spcBef>
        <a:spcAft>
          <a:spcPct val="0"/>
        </a:spcAft>
        <a:defRPr sz="4000">
          <a:solidFill>
            <a:schemeClr val="tx2"/>
          </a:solidFill>
          <a:latin typeface="Times New Roman" pitchFamily="18" charset="0"/>
          <a:cs typeface="Times New Roman" pitchFamily="18" charset="0"/>
        </a:defRPr>
      </a:lvl6pPr>
      <a:lvl7pPr marL="914400" algn="ctr" rtl="0" fontAlgn="base">
        <a:spcBef>
          <a:spcPct val="0"/>
        </a:spcBef>
        <a:spcAft>
          <a:spcPct val="0"/>
        </a:spcAft>
        <a:defRPr sz="4000">
          <a:solidFill>
            <a:schemeClr val="tx2"/>
          </a:solidFill>
          <a:latin typeface="Times New Roman" pitchFamily="18" charset="0"/>
          <a:cs typeface="Times New Roman" pitchFamily="18" charset="0"/>
        </a:defRPr>
      </a:lvl7pPr>
      <a:lvl8pPr marL="1371600" algn="ctr" rtl="0" fontAlgn="base">
        <a:spcBef>
          <a:spcPct val="0"/>
        </a:spcBef>
        <a:spcAft>
          <a:spcPct val="0"/>
        </a:spcAft>
        <a:defRPr sz="4000">
          <a:solidFill>
            <a:schemeClr val="tx2"/>
          </a:solidFill>
          <a:latin typeface="Times New Roman" pitchFamily="18" charset="0"/>
          <a:cs typeface="Times New Roman" pitchFamily="18" charset="0"/>
        </a:defRPr>
      </a:lvl8pPr>
      <a:lvl9pPr marL="1828800" algn="ctr" rtl="0" fontAlgn="base">
        <a:spcBef>
          <a:spcPct val="0"/>
        </a:spcBef>
        <a:spcAft>
          <a:spcPct val="0"/>
        </a:spcAft>
        <a:defRPr sz="4000">
          <a:solidFill>
            <a:schemeClr val="tx2"/>
          </a:solidFill>
          <a:latin typeface="Times New Roman" pitchFamily="18" charset="0"/>
          <a:cs typeface="Times New Roman" pitchFamily="18" charset="0"/>
        </a:defRPr>
      </a:lvl9pPr>
    </p:titleStyle>
    <p:bodyStyle>
      <a:lvl1pPr marL="365125" indent="-255588" algn="l" rtl="0" eaLnBrk="0" fontAlgn="base" hangingPunct="0">
        <a:spcBef>
          <a:spcPts val="300"/>
        </a:spcBef>
        <a:spcAft>
          <a:spcPts val="600"/>
        </a:spcAft>
        <a:buClr>
          <a:srgbClr val="0070C0"/>
        </a:buClr>
        <a:buFont typeface="Wingdings" panose="05000000000000000000" pitchFamily="2" charset="2"/>
        <a:buChar char="§"/>
        <a:defRPr sz="2800" kern="1200">
          <a:solidFill>
            <a:srgbClr val="002060"/>
          </a:solidFill>
          <a:latin typeface="Times New Roman" panose="02020603050405020304" pitchFamily="18" charset="0"/>
          <a:ea typeface="+mn-ea"/>
          <a:cs typeface="Times New Roman" panose="02020603050405020304" pitchFamily="18" charset="0"/>
        </a:defRPr>
      </a:lvl1pPr>
      <a:lvl2pPr marL="657225" indent="-246063" algn="l" rtl="0" eaLnBrk="0" fontAlgn="base" hangingPunct="0">
        <a:spcBef>
          <a:spcPts val="300"/>
        </a:spcBef>
        <a:spcAft>
          <a:spcPts val="600"/>
        </a:spcAft>
        <a:buClr>
          <a:srgbClr val="0070C0"/>
        </a:buClr>
        <a:buFont typeface="Wingdings" panose="05000000000000000000" pitchFamily="2" charset="2"/>
        <a:buChar char="§"/>
        <a:defRPr sz="2600" kern="1200">
          <a:solidFill>
            <a:srgbClr val="002060"/>
          </a:solidFill>
          <a:latin typeface="Times New Roman" panose="02020603050405020304" pitchFamily="18" charset="0"/>
          <a:ea typeface="+mn-ea"/>
          <a:cs typeface="Times New Roman" panose="02020603050405020304" pitchFamily="18" charset="0"/>
        </a:defRPr>
      </a:lvl2pPr>
      <a:lvl3pPr marL="922338" indent="-219075" algn="l" rtl="0" eaLnBrk="0" fontAlgn="base" hangingPunct="0">
        <a:spcBef>
          <a:spcPts val="300"/>
        </a:spcBef>
        <a:spcAft>
          <a:spcPts val="600"/>
        </a:spcAft>
        <a:buClr>
          <a:srgbClr val="0070C0"/>
        </a:buClr>
        <a:buFont typeface="Wingdings" panose="05000000000000000000" pitchFamily="2" charset="2"/>
        <a:buChar char="§"/>
        <a:defRPr sz="2400" kern="1200">
          <a:solidFill>
            <a:srgbClr val="002060"/>
          </a:solidFill>
          <a:latin typeface="Times New Roman" panose="02020603050405020304" pitchFamily="18" charset="0"/>
          <a:ea typeface="+mn-ea"/>
          <a:cs typeface="Times New Roman" panose="02020603050405020304" pitchFamily="18" charset="0"/>
        </a:defRPr>
      </a:lvl3pPr>
      <a:lvl4pPr marL="1179513" indent="-200025" algn="l" rtl="0" eaLnBrk="0" fontAlgn="base" hangingPunct="0">
        <a:spcBef>
          <a:spcPts val="300"/>
        </a:spcBef>
        <a:spcAft>
          <a:spcPts val="600"/>
        </a:spcAft>
        <a:buClr>
          <a:srgbClr val="0070C0"/>
        </a:buClr>
        <a:buFont typeface="Wingdings" panose="05000000000000000000" pitchFamily="2" charset="2"/>
        <a:buChar char="§"/>
        <a:defRPr sz="2200" kern="1200">
          <a:solidFill>
            <a:srgbClr val="002060"/>
          </a:solidFill>
          <a:latin typeface="Times New Roman" panose="02020603050405020304" pitchFamily="18" charset="0"/>
          <a:ea typeface="+mn-ea"/>
          <a:cs typeface="Times New Roman" panose="02020603050405020304" pitchFamily="18" charset="0"/>
        </a:defRPr>
      </a:lvl4pPr>
      <a:lvl5pPr marL="1389063" indent="-182563" algn="l" rtl="0" eaLnBrk="0" fontAlgn="base" hangingPunct="0">
        <a:spcBef>
          <a:spcPts val="300"/>
        </a:spcBef>
        <a:spcAft>
          <a:spcPts val="600"/>
        </a:spcAft>
        <a:buClr>
          <a:srgbClr val="0070C0"/>
        </a:buClr>
        <a:buFont typeface="Wingdings" panose="05000000000000000000" pitchFamily="2" charset="2"/>
        <a:buChar char="§"/>
        <a:defRPr sz="2000" kern="1200">
          <a:solidFill>
            <a:srgbClr val="002060"/>
          </a:solidFill>
          <a:latin typeface="Times New Roman" panose="02020603050405020304" pitchFamily="18" charset="0"/>
          <a:ea typeface="+mn-ea"/>
          <a:cs typeface="Times New Roman" panose="02020603050405020304" pitchFamily="18" charset="0"/>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600200" y="3352800"/>
            <a:ext cx="7239000" cy="1676400"/>
          </a:xfrm>
        </p:spPr>
        <p:txBody>
          <a:bodyPr>
            <a:noAutofit/>
            <a:scene3d>
              <a:camera prst="orthographicFront"/>
              <a:lightRig rig="soft" dir="tl">
                <a:rot lat="0" lon="0" rev="0"/>
              </a:lightRig>
            </a:scene3d>
            <a:sp3d contourW="25400" prstMaterial="matte">
              <a:bevelT w="25400" h="55880" prst="artDeco"/>
              <a:contourClr>
                <a:schemeClr val="accent2">
                  <a:tint val="20000"/>
                </a:schemeClr>
              </a:contourClr>
            </a:sp3d>
          </a:bodyPr>
          <a:lstStyle/>
          <a:p>
            <a:r>
              <a:rPr lang="en-US" sz="3600" b="1" spc="50" dirty="0" smtClean="0">
                <a:ln w="11430"/>
                <a:solidFill>
                  <a:srgbClr val="0033CC"/>
                </a:solidFill>
                <a:effectLst>
                  <a:outerShdw blurRad="76200" dist="50800" dir="5400000" algn="tl" rotWithShape="0">
                    <a:srgbClr val="000000">
                      <a:alpha val="65000"/>
                    </a:srgbClr>
                  </a:outerShdw>
                </a:effectLst>
              </a:rPr>
              <a:t>Normalization Exercise</a:t>
            </a:r>
            <a:endParaRPr lang="en-US" sz="3600" b="1" spc="50" dirty="0" smtClean="0">
              <a:ln w="11430"/>
              <a:solidFill>
                <a:srgbClr val="0033CC"/>
              </a:solidFill>
              <a:effectLst>
                <a:outerShdw blurRad="76200" dist="50800" dir="5400000" algn="tl" rotWithShape="0">
                  <a:srgbClr val="000000">
                    <a:alpha val="65000"/>
                  </a:srgbClr>
                </a:outerShdw>
              </a:effectLst>
            </a:endParaRPr>
          </a:p>
        </p:txBody>
      </p:sp>
    </p:spTree>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pPr>
              <a:defRPr/>
            </a:pPr>
            <a:r>
              <a:rPr lang="en-US" sz="4800" kern="1200" dirty="0" smtClean="0">
                <a:solidFill>
                  <a:schemeClr val="tx1"/>
                </a:solidFill>
              </a:rPr>
              <a:t>Exercise 1</a:t>
            </a:r>
            <a:endParaRPr lang="th-TH" sz="4800" kern="1200" dirty="0">
              <a:solidFill>
                <a:schemeClr val="tx1"/>
              </a:solidFill>
              <a:cs typeface="AngsanaUPC" pitchFamily="18" charset="-34"/>
            </a:endParaRPr>
          </a:p>
        </p:txBody>
      </p:sp>
      <p:sp>
        <p:nvSpPr>
          <p:cNvPr id="36867" name="Text Box 4"/>
          <p:cNvSpPr txBox="1">
            <a:spLocks noChangeArrowheads="1"/>
          </p:cNvSpPr>
          <p:nvPr/>
        </p:nvSpPr>
        <p:spPr bwMode="auto">
          <a:xfrm>
            <a:off x="838200" y="2943225"/>
            <a:ext cx="1066800" cy="714375"/>
          </a:xfrm>
          <a:prstGeom prst="rect">
            <a:avLst/>
          </a:prstGeom>
          <a:noFill/>
          <a:ln w="12700" cap="sq">
            <a:solidFill>
              <a:schemeClr val="tx1"/>
            </a:solidFill>
            <a:miter lim="800000"/>
            <a:headEnd type="none" w="sm" len="sm"/>
            <a:tailEnd type="none" w="sm" len="sm"/>
          </a:ln>
        </p:spPr>
        <p:txBody>
          <a:bodyPr>
            <a:spAutoFit/>
          </a:bodyPr>
          <a:lstStyle/>
          <a:p>
            <a:pPr algn="ctr">
              <a:spcBef>
                <a:spcPct val="50000"/>
              </a:spcBef>
            </a:pPr>
            <a:r>
              <a:rPr lang="en-US" u="sng">
                <a:ea typeface="GungsuhChe" pitchFamily="49" charset="-127"/>
              </a:rPr>
              <a:t>A</a:t>
            </a:r>
            <a:endParaRPr lang="th-TH" u="sng">
              <a:ea typeface="GungsuhChe" pitchFamily="49" charset="-127"/>
            </a:endParaRPr>
          </a:p>
        </p:txBody>
      </p:sp>
      <p:sp>
        <p:nvSpPr>
          <p:cNvPr id="36868" name="Text Box 6"/>
          <p:cNvSpPr txBox="1">
            <a:spLocks noChangeArrowheads="1"/>
          </p:cNvSpPr>
          <p:nvPr/>
        </p:nvSpPr>
        <p:spPr bwMode="auto">
          <a:xfrm>
            <a:off x="1905000" y="2943225"/>
            <a:ext cx="1066800" cy="714375"/>
          </a:xfrm>
          <a:prstGeom prst="rect">
            <a:avLst/>
          </a:prstGeom>
          <a:noFill/>
          <a:ln w="12700" cap="sq">
            <a:solidFill>
              <a:schemeClr val="tx1"/>
            </a:solidFill>
            <a:miter lim="800000"/>
            <a:headEnd type="none" w="sm" len="sm"/>
            <a:tailEnd type="none" w="sm" len="sm"/>
          </a:ln>
        </p:spPr>
        <p:txBody>
          <a:bodyPr>
            <a:spAutoFit/>
          </a:bodyPr>
          <a:lstStyle/>
          <a:p>
            <a:pPr algn="ctr">
              <a:spcBef>
                <a:spcPct val="50000"/>
              </a:spcBef>
            </a:pPr>
            <a:r>
              <a:rPr lang="en-US" u="sng">
                <a:ea typeface="GungsuhChe" pitchFamily="49" charset="-127"/>
              </a:rPr>
              <a:t>B</a:t>
            </a:r>
            <a:endParaRPr lang="th-TH" u="sng">
              <a:ea typeface="GungsuhChe" pitchFamily="49" charset="-127"/>
            </a:endParaRPr>
          </a:p>
        </p:txBody>
      </p:sp>
      <p:sp>
        <p:nvSpPr>
          <p:cNvPr id="36869" name="Text Box 7"/>
          <p:cNvSpPr txBox="1">
            <a:spLocks noChangeArrowheads="1"/>
          </p:cNvSpPr>
          <p:nvPr/>
        </p:nvSpPr>
        <p:spPr bwMode="auto">
          <a:xfrm>
            <a:off x="2971800" y="2943225"/>
            <a:ext cx="1066800" cy="714375"/>
          </a:xfrm>
          <a:prstGeom prst="rect">
            <a:avLst/>
          </a:prstGeom>
          <a:noFill/>
          <a:ln w="12700" cap="sq">
            <a:solidFill>
              <a:schemeClr val="tx1"/>
            </a:solidFill>
            <a:miter lim="800000"/>
            <a:headEnd type="none" w="sm" len="sm"/>
            <a:tailEnd type="none" w="sm" len="sm"/>
          </a:ln>
        </p:spPr>
        <p:txBody>
          <a:bodyPr>
            <a:spAutoFit/>
          </a:bodyPr>
          <a:lstStyle/>
          <a:p>
            <a:pPr algn="ctr">
              <a:spcBef>
                <a:spcPct val="50000"/>
              </a:spcBef>
            </a:pPr>
            <a:r>
              <a:rPr lang="en-US">
                <a:ea typeface="GungsuhChe" pitchFamily="49" charset="-127"/>
              </a:rPr>
              <a:t>C</a:t>
            </a:r>
            <a:endParaRPr lang="th-TH">
              <a:ea typeface="GungsuhChe" pitchFamily="49" charset="-127"/>
            </a:endParaRPr>
          </a:p>
        </p:txBody>
      </p:sp>
      <p:sp>
        <p:nvSpPr>
          <p:cNvPr id="36870" name="Text Box 8"/>
          <p:cNvSpPr txBox="1">
            <a:spLocks noChangeArrowheads="1"/>
          </p:cNvSpPr>
          <p:nvPr/>
        </p:nvSpPr>
        <p:spPr bwMode="auto">
          <a:xfrm>
            <a:off x="4038600" y="2943225"/>
            <a:ext cx="1066800" cy="714375"/>
          </a:xfrm>
          <a:prstGeom prst="rect">
            <a:avLst/>
          </a:prstGeom>
          <a:noFill/>
          <a:ln w="12700" cap="sq">
            <a:solidFill>
              <a:schemeClr val="tx1"/>
            </a:solidFill>
            <a:miter lim="800000"/>
            <a:headEnd type="none" w="sm" len="sm"/>
            <a:tailEnd type="none" w="sm" len="sm"/>
          </a:ln>
        </p:spPr>
        <p:txBody>
          <a:bodyPr>
            <a:spAutoFit/>
          </a:bodyPr>
          <a:lstStyle/>
          <a:p>
            <a:pPr algn="ctr">
              <a:spcBef>
                <a:spcPct val="50000"/>
              </a:spcBef>
            </a:pPr>
            <a:r>
              <a:rPr lang="en-US">
                <a:ea typeface="GungsuhChe" pitchFamily="49" charset="-127"/>
              </a:rPr>
              <a:t>D</a:t>
            </a:r>
            <a:endParaRPr lang="th-TH">
              <a:ea typeface="GungsuhChe" pitchFamily="49" charset="-127"/>
            </a:endParaRPr>
          </a:p>
        </p:txBody>
      </p:sp>
      <p:sp>
        <p:nvSpPr>
          <p:cNvPr id="36871" name="Text Box 9"/>
          <p:cNvSpPr txBox="1">
            <a:spLocks noChangeArrowheads="1"/>
          </p:cNvSpPr>
          <p:nvPr/>
        </p:nvSpPr>
        <p:spPr bwMode="auto">
          <a:xfrm>
            <a:off x="5105400" y="2943225"/>
            <a:ext cx="1066800" cy="714375"/>
          </a:xfrm>
          <a:prstGeom prst="rect">
            <a:avLst/>
          </a:prstGeom>
          <a:noFill/>
          <a:ln w="12700" cap="sq">
            <a:solidFill>
              <a:schemeClr val="tx1"/>
            </a:solidFill>
            <a:miter lim="800000"/>
            <a:headEnd type="none" w="sm" len="sm"/>
            <a:tailEnd type="none" w="sm" len="sm"/>
          </a:ln>
        </p:spPr>
        <p:txBody>
          <a:bodyPr>
            <a:spAutoFit/>
          </a:bodyPr>
          <a:lstStyle/>
          <a:p>
            <a:pPr algn="ctr">
              <a:spcBef>
                <a:spcPct val="50000"/>
              </a:spcBef>
            </a:pPr>
            <a:r>
              <a:rPr lang="en-US">
                <a:ea typeface="GungsuhChe" pitchFamily="49" charset="-127"/>
              </a:rPr>
              <a:t>E</a:t>
            </a:r>
            <a:endParaRPr lang="th-TH">
              <a:ea typeface="GungsuhChe" pitchFamily="49" charset="-127"/>
            </a:endParaRPr>
          </a:p>
        </p:txBody>
      </p:sp>
      <p:sp>
        <p:nvSpPr>
          <p:cNvPr id="36872" name="Text Box 10"/>
          <p:cNvSpPr txBox="1">
            <a:spLocks noChangeArrowheads="1"/>
          </p:cNvSpPr>
          <p:nvPr/>
        </p:nvSpPr>
        <p:spPr bwMode="auto">
          <a:xfrm>
            <a:off x="6172200" y="2943225"/>
            <a:ext cx="1066800" cy="714375"/>
          </a:xfrm>
          <a:prstGeom prst="rect">
            <a:avLst/>
          </a:prstGeom>
          <a:noFill/>
          <a:ln w="12700" cap="sq">
            <a:solidFill>
              <a:schemeClr val="tx1"/>
            </a:solidFill>
            <a:miter lim="800000"/>
            <a:headEnd type="none" w="sm" len="sm"/>
            <a:tailEnd type="none" w="sm" len="sm"/>
          </a:ln>
        </p:spPr>
        <p:txBody>
          <a:bodyPr>
            <a:spAutoFit/>
          </a:bodyPr>
          <a:lstStyle/>
          <a:p>
            <a:pPr algn="ctr">
              <a:spcBef>
                <a:spcPct val="50000"/>
              </a:spcBef>
            </a:pPr>
            <a:r>
              <a:rPr lang="en-US">
                <a:ea typeface="GungsuhChe" pitchFamily="49" charset="-127"/>
              </a:rPr>
              <a:t>F</a:t>
            </a:r>
            <a:endParaRPr lang="th-TH">
              <a:ea typeface="GungsuhChe" pitchFamily="49" charset="-127"/>
            </a:endParaRPr>
          </a:p>
        </p:txBody>
      </p:sp>
      <p:sp>
        <p:nvSpPr>
          <p:cNvPr id="36873" name="Text Box 11"/>
          <p:cNvSpPr txBox="1">
            <a:spLocks noChangeArrowheads="1"/>
          </p:cNvSpPr>
          <p:nvPr/>
        </p:nvSpPr>
        <p:spPr bwMode="auto">
          <a:xfrm>
            <a:off x="7239000" y="2943225"/>
            <a:ext cx="1066800" cy="714375"/>
          </a:xfrm>
          <a:prstGeom prst="rect">
            <a:avLst/>
          </a:prstGeom>
          <a:noFill/>
          <a:ln w="12700" cap="sq">
            <a:solidFill>
              <a:schemeClr val="tx1"/>
            </a:solidFill>
            <a:miter lim="800000"/>
            <a:headEnd type="none" w="sm" len="sm"/>
            <a:tailEnd type="none" w="sm" len="sm"/>
          </a:ln>
        </p:spPr>
        <p:txBody>
          <a:bodyPr>
            <a:spAutoFit/>
          </a:bodyPr>
          <a:lstStyle/>
          <a:p>
            <a:pPr algn="ctr">
              <a:spcBef>
                <a:spcPct val="50000"/>
              </a:spcBef>
            </a:pPr>
            <a:r>
              <a:rPr lang="en-US">
                <a:ea typeface="GungsuhChe" pitchFamily="49" charset="-127"/>
              </a:rPr>
              <a:t>G</a:t>
            </a:r>
            <a:endParaRPr lang="th-TH">
              <a:ea typeface="GungsuhChe" pitchFamily="49" charset="-127"/>
            </a:endParaRPr>
          </a:p>
        </p:txBody>
      </p:sp>
      <p:sp>
        <p:nvSpPr>
          <p:cNvPr id="36874" name="Line 12"/>
          <p:cNvSpPr>
            <a:spLocks noChangeShapeType="1"/>
          </p:cNvSpPr>
          <p:nvPr/>
        </p:nvSpPr>
        <p:spPr bwMode="auto">
          <a:xfrm flipV="1">
            <a:off x="1371600" y="2286000"/>
            <a:ext cx="0" cy="609600"/>
          </a:xfrm>
          <a:prstGeom prst="line">
            <a:avLst/>
          </a:prstGeom>
          <a:noFill/>
          <a:ln w="12700" cap="sq">
            <a:solidFill>
              <a:schemeClr val="tx1"/>
            </a:solidFill>
            <a:round/>
            <a:headEnd type="none" w="sm" len="sm"/>
            <a:tailEnd type="none" w="sm" len="sm"/>
          </a:ln>
        </p:spPr>
        <p:txBody>
          <a:bodyPr/>
          <a:lstStyle/>
          <a:p>
            <a:endParaRPr lang="en-US"/>
          </a:p>
        </p:txBody>
      </p:sp>
      <p:sp>
        <p:nvSpPr>
          <p:cNvPr id="36875" name="Line 13"/>
          <p:cNvSpPr>
            <a:spLocks noChangeShapeType="1"/>
          </p:cNvSpPr>
          <p:nvPr/>
        </p:nvSpPr>
        <p:spPr bwMode="auto">
          <a:xfrm>
            <a:off x="1371600" y="2286000"/>
            <a:ext cx="6400800" cy="0"/>
          </a:xfrm>
          <a:prstGeom prst="line">
            <a:avLst/>
          </a:prstGeom>
          <a:noFill/>
          <a:ln w="12700" cap="sq">
            <a:solidFill>
              <a:schemeClr val="tx1"/>
            </a:solidFill>
            <a:round/>
            <a:headEnd type="none" w="sm" len="sm"/>
            <a:tailEnd type="none" w="sm" len="sm"/>
          </a:ln>
        </p:spPr>
        <p:txBody>
          <a:bodyPr/>
          <a:lstStyle/>
          <a:p>
            <a:endParaRPr lang="en-US"/>
          </a:p>
        </p:txBody>
      </p:sp>
      <p:sp>
        <p:nvSpPr>
          <p:cNvPr id="36876" name="Line 14"/>
          <p:cNvSpPr>
            <a:spLocks noChangeShapeType="1"/>
          </p:cNvSpPr>
          <p:nvPr/>
        </p:nvSpPr>
        <p:spPr bwMode="auto">
          <a:xfrm>
            <a:off x="7772400" y="2271713"/>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6877" name="Line 15"/>
          <p:cNvSpPr>
            <a:spLocks noChangeShapeType="1"/>
          </p:cNvSpPr>
          <p:nvPr/>
        </p:nvSpPr>
        <p:spPr bwMode="auto">
          <a:xfrm>
            <a:off x="6705600" y="2286000"/>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6878" name="Line 16"/>
          <p:cNvSpPr>
            <a:spLocks noChangeShapeType="1"/>
          </p:cNvSpPr>
          <p:nvPr/>
        </p:nvSpPr>
        <p:spPr bwMode="auto">
          <a:xfrm>
            <a:off x="5638800" y="2286000"/>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6879" name="Line 17"/>
          <p:cNvSpPr>
            <a:spLocks noChangeShapeType="1"/>
          </p:cNvSpPr>
          <p:nvPr/>
        </p:nvSpPr>
        <p:spPr bwMode="auto">
          <a:xfrm>
            <a:off x="4572000" y="2286000"/>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6880" name="Line 18"/>
          <p:cNvSpPr>
            <a:spLocks noChangeShapeType="1"/>
          </p:cNvSpPr>
          <p:nvPr/>
        </p:nvSpPr>
        <p:spPr bwMode="auto">
          <a:xfrm>
            <a:off x="3505200" y="2286000"/>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6881" name="Line 20"/>
          <p:cNvSpPr>
            <a:spLocks noChangeShapeType="1"/>
          </p:cNvSpPr>
          <p:nvPr/>
        </p:nvSpPr>
        <p:spPr bwMode="auto">
          <a:xfrm flipV="1">
            <a:off x="2438400" y="2286000"/>
            <a:ext cx="0" cy="685800"/>
          </a:xfrm>
          <a:prstGeom prst="line">
            <a:avLst/>
          </a:prstGeom>
          <a:noFill/>
          <a:ln w="12700" cap="sq">
            <a:solidFill>
              <a:schemeClr val="tx1"/>
            </a:solidFill>
            <a:round/>
            <a:headEnd type="none" w="sm" len="sm"/>
            <a:tailEnd type="none" w="sm" len="sm"/>
          </a:ln>
        </p:spPr>
        <p:txBody>
          <a:bodyPr/>
          <a:lstStyle/>
          <a:p>
            <a:endParaRPr lang="en-US"/>
          </a:p>
        </p:txBody>
      </p:sp>
      <p:sp>
        <p:nvSpPr>
          <p:cNvPr id="36882" name="Line 21"/>
          <p:cNvSpPr>
            <a:spLocks noChangeShapeType="1"/>
          </p:cNvSpPr>
          <p:nvPr/>
        </p:nvSpPr>
        <p:spPr bwMode="auto">
          <a:xfrm>
            <a:off x="1371600" y="3657600"/>
            <a:ext cx="0" cy="838200"/>
          </a:xfrm>
          <a:prstGeom prst="line">
            <a:avLst/>
          </a:prstGeom>
          <a:noFill/>
          <a:ln w="12700" cap="sq">
            <a:solidFill>
              <a:schemeClr val="tx1"/>
            </a:solidFill>
            <a:round/>
            <a:headEnd type="none" w="sm" len="sm"/>
            <a:tailEnd type="none" w="sm" len="sm"/>
          </a:ln>
        </p:spPr>
        <p:txBody>
          <a:bodyPr/>
          <a:lstStyle/>
          <a:p>
            <a:endParaRPr lang="en-US"/>
          </a:p>
        </p:txBody>
      </p:sp>
      <p:sp>
        <p:nvSpPr>
          <p:cNvPr id="36883" name="Line 22"/>
          <p:cNvSpPr>
            <a:spLocks noChangeShapeType="1"/>
          </p:cNvSpPr>
          <p:nvPr/>
        </p:nvSpPr>
        <p:spPr bwMode="auto">
          <a:xfrm>
            <a:off x="1371600" y="4495800"/>
            <a:ext cx="3200400" cy="0"/>
          </a:xfrm>
          <a:prstGeom prst="line">
            <a:avLst/>
          </a:prstGeom>
          <a:noFill/>
          <a:ln w="12700" cap="sq">
            <a:solidFill>
              <a:schemeClr val="tx1"/>
            </a:solidFill>
            <a:round/>
            <a:headEnd type="none" w="sm" len="sm"/>
            <a:tailEnd type="none" w="sm" len="sm"/>
          </a:ln>
        </p:spPr>
        <p:txBody>
          <a:bodyPr/>
          <a:lstStyle/>
          <a:p>
            <a:endParaRPr lang="en-US"/>
          </a:p>
        </p:txBody>
      </p:sp>
      <p:sp>
        <p:nvSpPr>
          <p:cNvPr id="36884" name="Line 23"/>
          <p:cNvSpPr>
            <a:spLocks noChangeShapeType="1"/>
          </p:cNvSpPr>
          <p:nvPr/>
        </p:nvSpPr>
        <p:spPr bwMode="auto">
          <a:xfrm flipV="1">
            <a:off x="4572000" y="3657600"/>
            <a:ext cx="0" cy="838200"/>
          </a:xfrm>
          <a:prstGeom prst="line">
            <a:avLst/>
          </a:prstGeom>
          <a:noFill/>
          <a:ln w="12700" cap="sq">
            <a:solidFill>
              <a:schemeClr val="tx1"/>
            </a:solidFill>
            <a:round/>
            <a:headEnd type="none" w="sm" len="sm"/>
            <a:tailEnd type="triangle" w="lg" len="med"/>
          </a:ln>
        </p:spPr>
        <p:txBody>
          <a:bodyPr/>
          <a:lstStyle/>
          <a:p>
            <a:endParaRPr lang="en-US"/>
          </a:p>
        </p:txBody>
      </p:sp>
      <p:sp>
        <p:nvSpPr>
          <p:cNvPr id="36885" name="Line 24"/>
          <p:cNvSpPr>
            <a:spLocks noChangeShapeType="1"/>
          </p:cNvSpPr>
          <p:nvPr/>
        </p:nvSpPr>
        <p:spPr bwMode="auto">
          <a:xfrm flipV="1">
            <a:off x="2438400" y="3657600"/>
            <a:ext cx="0" cy="533400"/>
          </a:xfrm>
          <a:prstGeom prst="line">
            <a:avLst/>
          </a:prstGeom>
          <a:noFill/>
          <a:ln w="12700" cap="sq">
            <a:solidFill>
              <a:schemeClr val="tx1"/>
            </a:solidFill>
            <a:round/>
            <a:headEnd type="none" w="sm" len="sm"/>
            <a:tailEnd type="triangle" w="lg" len="med"/>
          </a:ln>
        </p:spPr>
        <p:txBody>
          <a:bodyPr/>
          <a:lstStyle/>
          <a:p>
            <a:endParaRPr lang="en-US"/>
          </a:p>
        </p:txBody>
      </p:sp>
      <p:sp>
        <p:nvSpPr>
          <p:cNvPr id="36886" name="Line 25"/>
          <p:cNvSpPr>
            <a:spLocks noChangeShapeType="1"/>
          </p:cNvSpPr>
          <p:nvPr/>
        </p:nvSpPr>
        <p:spPr bwMode="auto">
          <a:xfrm>
            <a:off x="2438400" y="4191000"/>
            <a:ext cx="990600" cy="0"/>
          </a:xfrm>
          <a:prstGeom prst="line">
            <a:avLst/>
          </a:prstGeom>
          <a:noFill/>
          <a:ln w="12700" cap="sq">
            <a:solidFill>
              <a:schemeClr val="tx1"/>
            </a:solidFill>
            <a:round/>
            <a:headEnd type="none" w="sm" len="sm"/>
            <a:tailEnd type="none" w="sm" len="sm"/>
          </a:ln>
        </p:spPr>
        <p:txBody>
          <a:bodyPr/>
          <a:lstStyle/>
          <a:p>
            <a:endParaRPr lang="en-US"/>
          </a:p>
        </p:txBody>
      </p:sp>
      <p:sp>
        <p:nvSpPr>
          <p:cNvPr id="36887" name="Line 26"/>
          <p:cNvSpPr>
            <a:spLocks noChangeShapeType="1"/>
          </p:cNvSpPr>
          <p:nvPr/>
        </p:nvSpPr>
        <p:spPr bwMode="auto">
          <a:xfrm flipV="1">
            <a:off x="3429000" y="3657600"/>
            <a:ext cx="0" cy="533400"/>
          </a:xfrm>
          <a:prstGeom prst="line">
            <a:avLst/>
          </a:prstGeom>
          <a:noFill/>
          <a:ln w="12700" cap="sq">
            <a:solidFill>
              <a:schemeClr val="tx1"/>
            </a:solidFill>
            <a:round/>
            <a:headEnd type="none" w="sm" len="sm"/>
            <a:tailEnd type="none" w="sm" len="sm"/>
          </a:ln>
        </p:spPr>
        <p:txBody>
          <a:bodyPr/>
          <a:lstStyle/>
          <a:p>
            <a:endParaRPr lang="en-US"/>
          </a:p>
        </p:txBody>
      </p:sp>
      <p:sp>
        <p:nvSpPr>
          <p:cNvPr id="36888" name="Line 27"/>
          <p:cNvSpPr>
            <a:spLocks noChangeShapeType="1"/>
          </p:cNvSpPr>
          <p:nvPr/>
        </p:nvSpPr>
        <p:spPr bwMode="auto">
          <a:xfrm>
            <a:off x="5638800" y="3657600"/>
            <a:ext cx="0" cy="838200"/>
          </a:xfrm>
          <a:prstGeom prst="line">
            <a:avLst/>
          </a:prstGeom>
          <a:noFill/>
          <a:ln w="12700" cap="sq">
            <a:solidFill>
              <a:schemeClr val="tx1"/>
            </a:solidFill>
            <a:round/>
            <a:headEnd type="none" w="sm" len="sm"/>
            <a:tailEnd type="none" w="sm" len="sm"/>
          </a:ln>
        </p:spPr>
        <p:txBody>
          <a:bodyPr/>
          <a:lstStyle/>
          <a:p>
            <a:endParaRPr lang="en-US"/>
          </a:p>
        </p:txBody>
      </p:sp>
      <p:sp>
        <p:nvSpPr>
          <p:cNvPr id="36889" name="Line 28"/>
          <p:cNvSpPr>
            <a:spLocks noChangeShapeType="1"/>
          </p:cNvSpPr>
          <p:nvPr/>
        </p:nvSpPr>
        <p:spPr bwMode="auto">
          <a:xfrm>
            <a:off x="5638800" y="4495800"/>
            <a:ext cx="2133600" cy="0"/>
          </a:xfrm>
          <a:prstGeom prst="line">
            <a:avLst/>
          </a:prstGeom>
          <a:noFill/>
          <a:ln w="12700" cap="sq">
            <a:solidFill>
              <a:schemeClr val="tx1"/>
            </a:solidFill>
            <a:round/>
            <a:headEnd type="none" w="sm" len="sm"/>
            <a:tailEnd type="none" w="sm" len="sm"/>
          </a:ln>
        </p:spPr>
        <p:txBody>
          <a:bodyPr/>
          <a:lstStyle/>
          <a:p>
            <a:endParaRPr lang="en-US"/>
          </a:p>
        </p:txBody>
      </p:sp>
      <p:sp>
        <p:nvSpPr>
          <p:cNvPr id="36890" name="Line 29"/>
          <p:cNvSpPr>
            <a:spLocks noChangeShapeType="1"/>
          </p:cNvSpPr>
          <p:nvPr/>
        </p:nvSpPr>
        <p:spPr bwMode="auto">
          <a:xfrm flipV="1">
            <a:off x="7772400" y="3657600"/>
            <a:ext cx="0" cy="838200"/>
          </a:xfrm>
          <a:prstGeom prst="line">
            <a:avLst/>
          </a:prstGeom>
          <a:noFill/>
          <a:ln w="12700" cap="sq">
            <a:solidFill>
              <a:schemeClr val="tx1"/>
            </a:solidFill>
            <a:round/>
            <a:headEnd type="none" w="sm" len="sm"/>
            <a:tailEnd type="triangle" w="lg" len="med"/>
          </a:ln>
        </p:spPr>
        <p:txBody>
          <a:bodyPr/>
          <a:lstStyle/>
          <a:p>
            <a:endParaRPr lang="en-US"/>
          </a:p>
        </p:txBody>
      </p:sp>
    </p:spTree>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pPr>
              <a:defRPr/>
            </a:pPr>
            <a:r>
              <a:rPr lang="en-US" sz="4800" kern="1200" dirty="0" smtClean="0">
                <a:solidFill>
                  <a:schemeClr val="tx1"/>
                </a:solidFill>
              </a:rPr>
              <a:t>Exercise 2</a:t>
            </a:r>
            <a:endParaRPr lang="th-TH" sz="4800" kern="1200" dirty="0">
              <a:solidFill>
                <a:schemeClr val="tx1"/>
              </a:solidFill>
              <a:cs typeface="AngsanaUPC" pitchFamily="18" charset="-34"/>
            </a:endParaRPr>
          </a:p>
        </p:txBody>
      </p:sp>
      <p:sp>
        <p:nvSpPr>
          <p:cNvPr id="37898" name="Line 11"/>
          <p:cNvSpPr>
            <a:spLocks noChangeShapeType="1"/>
          </p:cNvSpPr>
          <p:nvPr/>
        </p:nvSpPr>
        <p:spPr bwMode="auto">
          <a:xfrm flipV="1">
            <a:off x="609600" y="2605087"/>
            <a:ext cx="0" cy="609600"/>
          </a:xfrm>
          <a:prstGeom prst="line">
            <a:avLst/>
          </a:prstGeom>
          <a:noFill/>
          <a:ln w="12700" cap="sq">
            <a:solidFill>
              <a:schemeClr val="tx1"/>
            </a:solidFill>
            <a:round/>
            <a:headEnd type="none" w="sm" len="sm"/>
            <a:tailEnd type="none" w="sm" len="sm"/>
          </a:ln>
        </p:spPr>
        <p:txBody>
          <a:bodyPr/>
          <a:lstStyle/>
          <a:p>
            <a:endParaRPr lang="en-US"/>
          </a:p>
        </p:txBody>
      </p:sp>
      <p:sp>
        <p:nvSpPr>
          <p:cNvPr id="37899" name="Line 12"/>
          <p:cNvSpPr>
            <a:spLocks noChangeShapeType="1"/>
          </p:cNvSpPr>
          <p:nvPr/>
        </p:nvSpPr>
        <p:spPr bwMode="auto">
          <a:xfrm>
            <a:off x="609600" y="2605087"/>
            <a:ext cx="7848600" cy="0"/>
          </a:xfrm>
          <a:prstGeom prst="line">
            <a:avLst/>
          </a:prstGeom>
          <a:noFill/>
          <a:ln w="12700" cap="sq">
            <a:solidFill>
              <a:schemeClr val="tx1"/>
            </a:solidFill>
            <a:round/>
            <a:headEnd type="none" w="sm" len="sm"/>
            <a:tailEnd type="none" w="sm" len="sm"/>
          </a:ln>
        </p:spPr>
        <p:txBody>
          <a:bodyPr/>
          <a:lstStyle/>
          <a:p>
            <a:endParaRPr lang="en-US"/>
          </a:p>
        </p:txBody>
      </p:sp>
      <p:sp>
        <p:nvSpPr>
          <p:cNvPr id="37900" name="Line 13"/>
          <p:cNvSpPr>
            <a:spLocks noChangeShapeType="1"/>
          </p:cNvSpPr>
          <p:nvPr/>
        </p:nvSpPr>
        <p:spPr bwMode="auto">
          <a:xfrm>
            <a:off x="5943600" y="2590800"/>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7901" name="Line 14"/>
          <p:cNvSpPr>
            <a:spLocks noChangeShapeType="1"/>
          </p:cNvSpPr>
          <p:nvPr/>
        </p:nvSpPr>
        <p:spPr bwMode="auto">
          <a:xfrm>
            <a:off x="5105400" y="2605087"/>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7902" name="Line 15"/>
          <p:cNvSpPr>
            <a:spLocks noChangeShapeType="1"/>
          </p:cNvSpPr>
          <p:nvPr/>
        </p:nvSpPr>
        <p:spPr bwMode="auto">
          <a:xfrm>
            <a:off x="4267200" y="2605087"/>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7903" name="Line 16"/>
          <p:cNvSpPr>
            <a:spLocks noChangeShapeType="1"/>
          </p:cNvSpPr>
          <p:nvPr/>
        </p:nvSpPr>
        <p:spPr bwMode="auto">
          <a:xfrm>
            <a:off x="3352800" y="2605087"/>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7904" name="Line 17"/>
          <p:cNvSpPr>
            <a:spLocks noChangeShapeType="1"/>
          </p:cNvSpPr>
          <p:nvPr/>
        </p:nvSpPr>
        <p:spPr bwMode="auto">
          <a:xfrm>
            <a:off x="2514600" y="2605087"/>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7905" name="Line 18"/>
          <p:cNvSpPr>
            <a:spLocks noChangeShapeType="1"/>
          </p:cNvSpPr>
          <p:nvPr/>
        </p:nvSpPr>
        <p:spPr bwMode="auto">
          <a:xfrm flipV="1">
            <a:off x="1524000" y="2605087"/>
            <a:ext cx="0" cy="685800"/>
          </a:xfrm>
          <a:prstGeom prst="line">
            <a:avLst/>
          </a:prstGeom>
          <a:noFill/>
          <a:ln w="12700" cap="sq">
            <a:solidFill>
              <a:schemeClr val="tx1"/>
            </a:solidFill>
            <a:round/>
            <a:headEnd type="none" w="sm" len="sm"/>
            <a:tailEnd type="none" w="sm" len="sm"/>
          </a:ln>
        </p:spPr>
        <p:txBody>
          <a:bodyPr/>
          <a:lstStyle/>
          <a:p>
            <a:endParaRPr lang="en-US"/>
          </a:p>
        </p:txBody>
      </p:sp>
      <p:sp>
        <p:nvSpPr>
          <p:cNvPr id="37906" name="Line 19"/>
          <p:cNvSpPr>
            <a:spLocks noChangeShapeType="1"/>
          </p:cNvSpPr>
          <p:nvPr/>
        </p:nvSpPr>
        <p:spPr bwMode="auto">
          <a:xfrm>
            <a:off x="609600" y="3976687"/>
            <a:ext cx="0" cy="838200"/>
          </a:xfrm>
          <a:prstGeom prst="line">
            <a:avLst/>
          </a:prstGeom>
          <a:noFill/>
          <a:ln w="12700" cap="sq">
            <a:solidFill>
              <a:schemeClr val="tx1"/>
            </a:solidFill>
            <a:round/>
            <a:headEnd type="none" w="sm" len="sm"/>
            <a:tailEnd type="none" w="sm" len="sm"/>
          </a:ln>
        </p:spPr>
        <p:txBody>
          <a:bodyPr/>
          <a:lstStyle/>
          <a:p>
            <a:endParaRPr lang="en-US"/>
          </a:p>
        </p:txBody>
      </p:sp>
      <p:sp>
        <p:nvSpPr>
          <p:cNvPr id="37907" name="Line 20"/>
          <p:cNvSpPr>
            <a:spLocks noChangeShapeType="1"/>
          </p:cNvSpPr>
          <p:nvPr/>
        </p:nvSpPr>
        <p:spPr bwMode="auto">
          <a:xfrm>
            <a:off x="609600" y="4814887"/>
            <a:ext cx="7620000" cy="0"/>
          </a:xfrm>
          <a:prstGeom prst="line">
            <a:avLst/>
          </a:prstGeom>
          <a:noFill/>
          <a:ln w="12700" cap="sq">
            <a:solidFill>
              <a:schemeClr val="tx1"/>
            </a:solidFill>
            <a:round/>
            <a:headEnd type="none" w="sm" len="sm"/>
            <a:tailEnd type="none" w="sm" len="sm"/>
          </a:ln>
        </p:spPr>
        <p:txBody>
          <a:bodyPr/>
          <a:lstStyle/>
          <a:p>
            <a:endParaRPr lang="en-US"/>
          </a:p>
        </p:txBody>
      </p:sp>
      <p:sp>
        <p:nvSpPr>
          <p:cNvPr id="37908" name="Line 21"/>
          <p:cNvSpPr>
            <a:spLocks noChangeShapeType="1"/>
          </p:cNvSpPr>
          <p:nvPr/>
        </p:nvSpPr>
        <p:spPr bwMode="auto">
          <a:xfrm flipV="1">
            <a:off x="4191000" y="3976687"/>
            <a:ext cx="0" cy="838200"/>
          </a:xfrm>
          <a:prstGeom prst="line">
            <a:avLst/>
          </a:prstGeom>
          <a:noFill/>
          <a:ln w="12700" cap="sq">
            <a:solidFill>
              <a:schemeClr val="tx1"/>
            </a:solidFill>
            <a:round/>
            <a:headEnd type="none" w="sm" len="sm"/>
            <a:tailEnd type="triangle" w="lg" len="med"/>
          </a:ln>
        </p:spPr>
        <p:txBody>
          <a:bodyPr/>
          <a:lstStyle/>
          <a:p>
            <a:endParaRPr lang="en-US"/>
          </a:p>
        </p:txBody>
      </p:sp>
      <p:sp>
        <p:nvSpPr>
          <p:cNvPr id="37909" name="Line 22"/>
          <p:cNvSpPr>
            <a:spLocks noChangeShapeType="1"/>
          </p:cNvSpPr>
          <p:nvPr/>
        </p:nvSpPr>
        <p:spPr bwMode="auto">
          <a:xfrm flipV="1">
            <a:off x="2438400" y="3976687"/>
            <a:ext cx="0" cy="533400"/>
          </a:xfrm>
          <a:prstGeom prst="line">
            <a:avLst/>
          </a:prstGeom>
          <a:noFill/>
          <a:ln w="12700" cap="sq">
            <a:solidFill>
              <a:schemeClr val="tx1"/>
            </a:solidFill>
            <a:round/>
            <a:headEnd type="none" w="sm" len="sm"/>
            <a:tailEnd type="triangle" w="lg" len="med"/>
          </a:ln>
        </p:spPr>
        <p:txBody>
          <a:bodyPr/>
          <a:lstStyle/>
          <a:p>
            <a:endParaRPr lang="en-US"/>
          </a:p>
        </p:txBody>
      </p:sp>
      <p:sp>
        <p:nvSpPr>
          <p:cNvPr id="37910" name="Line 23"/>
          <p:cNvSpPr>
            <a:spLocks noChangeShapeType="1"/>
          </p:cNvSpPr>
          <p:nvPr/>
        </p:nvSpPr>
        <p:spPr bwMode="auto">
          <a:xfrm>
            <a:off x="1447800" y="4510087"/>
            <a:ext cx="990600" cy="0"/>
          </a:xfrm>
          <a:prstGeom prst="line">
            <a:avLst/>
          </a:prstGeom>
          <a:noFill/>
          <a:ln w="12700" cap="sq">
            <a:solidFill>
              <a:schemeClr val="tx1"/>
            </a:solidFill>
            <a:round/>
            <a:headEnd type="none" w="sm" len="sm"/>
            <a:tailEnd type="none" w="sm" len="sm"/>
          </a:ln>
        </p:spPr>
        <p:txBody>
          <a:bodyPr/>
          <a:lstStyle/>
          <a:p>
            <a:endParaRPr lang="en-US"/>
          </a:p>
        </p:txBody>
      </p:sp>
      <p:sp>
        <p:nvSpPr>
          <p:cNvPr id="37911" name="Line 24"/>
          <p:cNvSpPr>
            <a:spLocks noChangeShapeType="1"/>
          </p:cNvSpPr>
          <p:nvPr/>
        </p:nvSpPr>
        <p:spPr bwMode="auto">
          <a:xfrm flipV="1">
            <a:off x="1447800" y="3976687"/>
            <a:ext cx="0" cy="533400"/>
          </a:xfrm>
          <a:prstGeom prst="line">
            <a:avLst/>
          </a:prstGeom>
          <a:noFill/>
          <a:ln w="12700" cap="sq">
            <a:solidFill>
              <a:schemeClr val="tx1"/>
            </a:solidFill>
            <a:round/>
            <a:headEnd type="none" w="sm" len="sm"/>
            <a:tailEnd type="none" w="sm" len="sm"/>
          </a:ln>
        </p:spPr>
        <p:txBody>
          <a:bodyPr/>
          <a:lstStyle/>
          <a:p>
            <a:endParaRPr lang="en-US"/>
          </a:p>
        </p:txBody>
      </p:sp>
      <p:sp>
        <p:nvSpPr>
          <p:cNvPr id="365593" name="Line 25"/>
          <p:cNvSpPr>
            <a:spLocks noChangeShapeType="1"/>
          </p:cNvSpPr>
          <p:nvPr/>
        </p:nvSpPr>
        <p:spPr bwMode="auto">
          <a:xfrm>
            <a:off x="6781800" y="3976687"/>
            <a:ext cx="0" cy="1295400"/>
          </a:xfrm>
          <a:prstGeom prst="line">
            <a:avLst/>
          </a:prstGeom>
          <a:noFill/>
          <a:ln w="12700" cap="sq">
            <a:solidFill>
              <a:schemeClr val="tx1"/>
            </a:solidFill>
            <a:round/>
            <a:headEnd type="none" w="sm" len="sm"/>
            <a:tailEnd type="none" w="sm" len="sm"/>
          </a:ln>
          <a:effectLst/>
        </p:spPr>
        <p:txBody>
          <a:bodyPr/>
          <a:lstStyle/>
          <a:p>
            <a:pPr>
              <a:defRPr/>
            </a:pPr>
            <a:endParaRPr lang="th-TH">
              <a:latin typeface="Arial" pitchFamily="34" charset="0"/>
            </a:endParaRPr>
          </a:p>
        </p:txBody>
      </p:sp>
      <p:sp>
        <p:nvSpPr>
          <p:cNvPr id="365594" name="Line 26"/>
          <p:cNvSpPr>
            <a:spLocks noChangeShapeType="1"/>
          </p:cNvSpPr>
          <p:nvPr/>
        </p:nvSpPr>
        <p:spPr bwMode="auto">
          <a:xfrm>
            <a:off x="6781800" y="5272087"/>
            <a:ext cx="1752600" cy="0"/>
          </a:xfrm>
          <a:prstGeom prst="line">
            <a:avLst/>
          </a:prstGeom>
          <a:noFill/>
          <a:ln w="12700" cap="sq">
            <a:solidFill>
              <a:schemeClr val="tx1"/>
            </a:solidFill>
            <a:round/>
            <a:headEnd type="none" w="sm" len="sm"/>
            <a:tailEnd type="none" w="sm" len="sm"/>
          </a:ln>
          <a:effectLst/>
        </p:spPr>
        <p:txBody>
          <a:bodyPr/>
          <a:lstStyle/>
          <a:p>
            <a:pPr>
              <a:defRPr/>
            </a:pPr>
            <a:endParaRPr lang="th-TH">
              <a:latin typeface="Arial" pitchFamily="34" charset="0"/>
            </a:endParaRPr>
          </a:p>
        </p:txBody>
      </p:sp>
      <p:sp>
        <p:nvSpPr>
          <p:cNvPr id="365595" name="Line 27"/>
          <p:cNvSpPr>
            <a:spLocks noChangeShapeType="1"/>
          </p:cNvSpPr>
          <p:nvPr/>
        </p:nvSpPr>
        <p:spPr bwMode="auto">
          <a:xfrm flipV="1">
            <a:off x="7620000" y="3976687"/>
            <a:ext cx="0" cy="1295400"/>
          </a:xfrm>
          <a:prstGeom prst="line">
            <a:avLst/>
          </a:prstGeom>
          <a:noFill/>
          <a:ln w="12700" cap="sq">
            <a:solidFill>
              <a:schemeClr val="tx1"/>
            </a:solidFill>
            <a:round/>
            <a:headEnd type="none" w="sm" len="sm"/>
            <a:tailEnd type="triangle" w="lg" len="med"/>
          </a:ln>
          <a:effectLst/>
        </p:spPr>
        <p:txBody>
          <a:bodyPr/>
          <a:lstStyle/>
          <a:p>
            <a:pPr>
              <a:defRPr/>
            </a:pPr>
            <a:endParaRPr lang="th-TH">
              <a:latin typeface="Arial" pitchFamily="34" charset="0"/>
            </a:endParaRPr>
          </a:p>
        </p:txBody>
      </p:sp>
      <p:sp>
        <p:nvSpPr>
          <p:cNvPr id="37918" name="Line 31"/>
          <p:cNvSpPr>
            <a:spLocks noChangeShapeType="1"/>
          </p:cNvSpPr>
          <p:nvPr/>
        </p:nvSpPr>
        <p:spPr bwMode="auto">
          <a:xfrm>
            <a:off x="6781800" y="2605087"/>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7919" name="Line 32"/>
          <p:cNvSpPr>
            <a:spLocks noChangeShapeType="1"/>
          </p:cNvSpPr>
          <p:nvPr/>
        </p:nvSpPr>
        <p:spPr bwMode="auto">
          <a:xfrm>
            <a:off x="7620000" y="2605087"/>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7920" name="Line 33"/>
          <p:cNvSpPr>
            <a:spLocks noChangeShapeType="1"/>
          </p:cNvSpPr>
          <p:nvPr/>
        </p:nvSpPr>
        <p:spPr bwMode="auto">
          <a:xfrm>
            <a:off x="8458200" y="2605087"/>
            <a:ext cx="0" cy="685800"/>
          </a:xfrm>
          <a:prstGeom prst="line">
            <a:avLst/>
          </a:prstGeom>
          <a:noFill/>
          <a:ln w="12700" cap="sq">
            <a:solidFill>
              <a:schemeClr val="tx1"/>
            </a:solidFill>
            <a:round/>
            <a:headEnd type="none" w="sm" len="sm"/>
            <a:tailEnd type="triangle" w="lg" len="med"/>
          </a:ln>
        </p:spPr>
        <p:txBody>
          <a:bodyPr/>
          <a:lstStyle/>
          <a:p>
            <a:endParaRPr lang="en-US"/>
          </a:p>
        </p:txBody>
      </p:sp>
      <p:sp>
        <p:nvSpPr>
          <p:cNvPr id="365602" name="Line 34"/>
          <p:cNvSpPr>
            <a:spLocks noChangeShapeType="1"/>
          </p:cNvSpPr>
          <p:nvPr/>
        </p:nvSpPr>
        <p:spPr bwMode="auto">
          <a:xfrm flipV="1">
            <a:off x="8534400" y="3976687"/>
            <a:ext cx="0" cy="1295400"/>
          </a:xfrm>
          <a:prstGeom prst="line">
            <a:avLst/>
          </a:prstGeom>
          <a:noFill/>
          <a:ln w="12700" cap="sq">
            <a:solidFill>
              <a:schemeClr val="tx1"/>
            </a:solidFill>
            <a:round/>
            <a:headEnd type="none" w="sm" len="sm"/>
            <a:tailEnd type="triangle" w="lg" len="med"/>
          </a:ln>
          <a:effectLst/>
        </p:spPr>
        <p:txBody>
          <a:bodyPr/>
          <a:lstStyle/>
          <a:p>
            <a:pPr>
              <a:defRPr/>
            </a:pPr>
            <a:endParaRPr lang="th-TH">
              <a:latin typeface="Arial" pitchFamily="34" charset="0"/>
            </a:endParaRPr>
          </a:p>
        </p:txBody>
      </p:sp>
      <p:sp>
        <p:nvSpPr>
          <p:cNvPr id="37922" name="Line 35"/>
          <p:cNvSpPr>
            <a:spLocks noChangeShapeType="1"/>
          </p:cNvSpPr>
          <p:nvPr/>
        </p:nvSpPr>
        <p:spPr bwMode="auto">
          <a:xfrm flipV="1">
            <a:off x="5105400" y="3976687"/>
            <a:ext cx="0" cy="838200"/>
          </a:xfrm>
          <a:prstGeom prst="line">
            <a:avLst/>
          </a:prstGeom>
          <a:noFill/>
          <a:ln w="12700" cap="sq">
            <a:solidFill>
              <a:schemeClr val="tx1"/>
            </a:solidFill>
            <a:round/>
            <a:headEnd type="none" w="sm" len="sm"/>
            <a:tailEnd type="triangle" w="lg" len="med"/>
          </a:ln>
        </p:spPr>
        <p:txBody>
          <a:bodyPr/>
          <a:lstStyle/>
          <a:p>
            <a:endParaRPr lang="en-US"/>
          </a:p>
        </p:txBody>
      </p:sp>
      <p:sp>
        <p:nvSpPr>
          <p:cNvPr id="37923" name="Line 36"/>
          <p:cNvSpPr>
            <a:spLocks noChangeShapeType="1"/>
          </p:cNvSpPr>
          <p:nvPr/>
        </p:nvSpPr>
        <p:spPr bwMode="auto">
          <a:xfrm flipV="1">
            <a:off x="5943600" y="3976687"/>
            <a:ext cx="0" cy="838200"/>
          </a:xfrm>
          <a:prstGeom prst="line">
            <a:avLst/>
          </a:prstGeom>
          <a:noFill/>
          <a:ln w="12700" cap="sq">
            <a:solidFill>
              <a:schemeClr val="tx1"/>
            </a:solidFill>
            <a:round/>
            <a:headEnd type="none" w="sm" len="sm"/>
            <a:tailEnd type="triangle" w="lg" len="med"/>
          </a:ln>
        </p:spPr>
        <p:txBody>
          <a:bodyPr/>
          <a:lstStyle/>
          <a:p>
            <a:endParaRPr lang="en-US"/>
          </a:p>
        </p:txBody>
      </p:sp>
      <p:sp>
        <p:nvSpPr>
          <p:cNvPr id="37924" name="Line 37"/>
          <p:cNvSpPr>
            <a:spLocks noChangeShapeType="1"/>
          </p:cNvSpPr>
          <p:nvPr/>
        </p:nvSpPr>
        <p:spPr bwMode="auto">
          <a:xfrm flipV="1">
            <a:off x="6553200" y="3976687"/>
            <a:ext cx="0" cy="838200"/>
          </a:xfrm>
          <a:prstGeom prst="line">
            <a:avLst/>
          </a:prstGeom>
          <a:noFill/>
          <a:ln w="12700" cap="sq">
            <a:solidFill>
              <a:schemeClr val="tx1"/>
            </a:solidFill>
            <a:round/>
            <a:headEnd type="none" w="sm" len="sm"/>
            <a:tailEnd type="triangle" w="lg" len="med"/>
          </a:ln>
        </p:spPr>
        <p:txBody>
          <a:bodyPr/>
          <a:lstStyle/>
          <a:p>
            <a:endParaRPr lang="en-US"/>
          </a:p>
        </p:txBody>
      </p:sp>
      <p:sp>
        <p:nvSpPr>
          <p:cNvPr id="37925" name="Line 38"/>
          <p:cNvSpPr>
            <a:spLocks noChangeShapeType="1"/>
          </p:cNvSpPr>
          <p:nvPr/>
        </p:nvSpPr>
        <p:spPr bwMode="auto">
          <a:xfrm flipV="1">
            <a:off x="7315200" y="3976687"/>
            <a:ext cx="0" cy="838200"/>
          </a:xfrm>
          <a:prstGeom prst="line">
            <a:avLst/>
          </a:prstGeom>
          <a:noFill/>
          <a:ln w="12700" cap="sq">
            <a:solidFill>
              <a:schemeClr val="tx1"/>
            </a:solidFill>
            <a:round/>
            <a:headEnd type="none" w="sm" len="sm"/>
            <a:tailEnd type="triangle" w="lg" len="med"/>
          </a:ln>
        </p:spPr>
        <p:txBody>
          <a:bodyPr/>
          <a:lstStyle/>
          <a:p>
            <a:endParaRPr lang="en-US"/>
          </a:p>
        </p:txBody>
      </p:sp>
      <p:sp>
        <p:nvSpPr>
          <p:cNvPr id="37926" name="Line 39"/>
          <p:cNvSpPr>
            <a:spLocks noChangeShapeType="1"/>
          </p:cNvSpPr>
          <p:nvPr/>
        </p:nvSpPr>
        <p:spPr bwMode="auto">
          <a:xfrm flipV="1">
            <a:off x="8229600" y="3976687"/>
            <a:ext cx="0" cy="838200"/>
          </a:xfrm>
          <a:prstGeom prst="line">
            <a:avLst/>
          </a:prstGeom>
          <a:noFill/>
          <a:ln w="12700" cap="sq">
            <a:solidFill>
              <a:schemeClr val="tx1"/>
            </a:solidFill>
            <a:round/>
            <a:headEnd type="none" w="sm" len="sm"/>
            <a:tailEnd type="triangle" w="lg" len="med"/>
          </a:ln>
        </p:spPr>
        <p:txBody>
          <a:bodyPr/>
          <a:lstStyle/>
          <a:p>
            <a:endParaRPr lang="en-US"/>
          </a:p>
        </p:txBody>
      </p:sp>
      <p:graphicFrame>
        <p:nvGraphicFramePr>
          <p:cNvPr id="39" name="Table 38"/>
          <p:cNvGraphicFramePr>
            <a:graphicFrameLocks noGrp="1"/>
          </p:cNvGraphicFramePr>
          <p:nvPr/>
        </p:nvGraphicFramePr>
        <p:xfrm>
          <a:off x="228600" y="3352800"/>
          <a:ext cx="8686800" cy="609600"/>
        </p:xfrm>
        <a:graphic>
          <a:graphicData uri="http://schemas.openxmlformats.org/drawingml/2006/table">
            <a:tbl>
              <a:tblPr firstRow="1" bandRow="1">
                <a:tableStyleId>{5940675A-B579-460E-94D1-54222C63F5DA}</a:tableStyleId>
              </a:tblPr>
              <a:tblGrid>
                <a:gridCol w="868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929640">
                  <a:extLst>
                    <a:ext uri="{9D8B030D-6E8A-4147-A177-3AD203B41FA5}">
                      <a16:colId xmlns:a16="http://schemas.microsoft.com/office/drawing/2014/main" val="20002"/>
                    </a:ext>
                  </a:extLst>
                </a:gridCol>
                <a:gridCol w="8077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670560">
                  <a:extLst>
                    <a:ext uri="{9D8B030D-6E8A-4147-A177-3AD203B41FA5}">
                      <a16:colId xmlns:a16="http://schemas.microsoft.com/office/drawing/2014/main" val="20006"/>
                    </a:ext>
                  </a:extLst>
                </a:gridCol>
                <a:gridCol w="777240">
                  <a:extLst>
                    <a:ext uri="{9D8B030D-6E8A-4147-A177-3AD203B41FA5}">
                      <a16:colId xmlns:a16="http://schemas.microsoft.com/office/drawing/2014/main" val="20007"/>
                    </a:ext>
                  </a:extLst>
                </a:gridCol>
                <a:gridCol w="838200">
                  <a:extLst>
                    <a:ext uri="{9D8B030D-6E8A-4147-A177-3AD203B41FA5}">
                      <a16:colId xmlns:a16="http://schemas.microsoft.com/office/drawing/2014/main" val="20008"/>
                    </a:ext>
                  </a:extLst>
                </a:gridCol>
                <a:gridCol w="990600">
                  <a:extLst>
                    <a:ext uri="{9D8B030D-6E8A-4147-A177-3AD203B41FA5}">
                      <a16:colId xmlns:a16="http://schemas.microsoft.com/office/drawing/2014/main" val="20009"/>
                    </a:ext>
                  </a:extLst>
                </a:gridCol>
              </a:tblGrid>
              <a:tr h="609600">
                <a:tc>
                  <a:txBody>
                    <a:bodyPr/>
                    <a:lstStyle/>
                    <a:p>
                      <a:r>
                        <a:rPr lang="en-US" sz="1200" b="1" u="sng" dirty="0" smtClean="0"/>
                        <a:t>Member Cod</a:t>
                      </a:r>
                      <a:endParaRPr lang="en-US" sz="1200" b="1" u="sng" dirty="0">
                        <a:solidFill>
                          <a:schemeClr val="tx1"/>
                        </a:solidFill>
                      </a:endParaRPr>
                    </a:p>
                  </a:txBody>
                  <a:tcPr/>
                </a:tc>
                <a:tc>
                  <a:txBody>
                    <a:bodyPr/>
                    <a:lstStyle/>
                    <a:p>
                      <a:r>
                        <a:rPr lang="en-US" sz="1200" b="1" u="sng" dirty="0" smtClean="0"/>
                        <a:t>Skill Code</a:t>
                      </a:r>
                      <a:endParaRPr lang="en-US" sz="1200" b="1" u="sng" dirty="0">
                        <a:solidFill>
                          <a:schemeClr val="tx1"/>
                        </a:solidFill>
                      </a:endParaRPr>
                    </a:p>
                  </a:txBody>
                  <a:tcPr/>
                </a:tc>
                <a:tc>
                  <a:txBody>
                    <a:bodyPr/>
                    <a:lstStyle/>
                    <a:p>
                      <a:r>
                        <a:rPr lang="en-US" sz="1200" b="1" dirty="0" smtClean="0"/>
                        <a:t>Skill Type</a:t>
                      </a:r>
                      <a:endParaRPr lang="en-US" sz="1200" b="1" dirty="0">
                        <a:solidFill>
                          <a:schemeClr val="tx1"/>
                        </a:solidFill>
                      </a:endParaRPr>
                    </a:p>
                  </a:txBody>
                  <a:tcPr/>
                </a:tc>
                <a:tc>
                  <a:txBody>
                    <a:bodyPr/>
                    <a:lstStyle/>
                    <a:p>
                      <a:r>
                        <a:rPr lang="en-US" sz="1200" b="1" dirty="0" smtClean="0"/>
                        <a:t>Title</a:t>
                      </a:r>
                      <a:endParaRPr lang="en-US" sz="1200" b="1" dirty="0">
                        <a:solidFill>
                          <a:schemeClr val="tx1"/>
                        </a:solidFill>
                      </a:endParaRPr>
                    </a:p>
                  </a:txBody>
                  <a:tcPr/>
                </a:tc>
                <a:tc>
                  <a:txBody>
                    <a:bodyPr/>
                    <a:lstStyle/>
                    <a:p>
                      <a:r>
                        <a:rPr lang="en-US" sz="1200" b="1" dirty="0" smtClean="0"/>
                        <a:t>Name</a:t>
                      </a:r>
                      <a:endParaRPr lang="en-US" sz="1200" b="1" dirty="0">
                        <a:solidFill>
                          <a:schemeClr val="tx1"/>
                        </a:solidFill>
                      </a:endParaRPr>
                    </a:p>
                  </a:txBody>
                  <a:tcPr/>
                </a:tc>
                <a:tc>
                  <a:txBody>
                    <a:bodyPr/>
                    <a:lstStyle/>
                    <a:p>
                      <a:r>
                        <a:rPr lang="en-US" sz="1200" b="1" dirty="0" smtClean="0"/>
                        <a:t>Last Name</a:t>
                      </a:r>
                      <a:endParaRPr lang="en-US" sz="1200" b="1" dirty="0">
                        <a:solidFill>
                          <a:schemeClr val="tx1"/>
                        </a:solidFill>
                      </a:endParaRPr>
                    </a:p>
                  </a:txBody>
                  <a:tcPr/>
                </a:tc>
                <a:tc>
                  <a:txBody>
                    <a:bodyPr/>
                    <a:lstStyle/>
                    <a:p>
                      <a:r>
                        <a:rPr lang="en-US" sz="1200" b="1" dirty="0" smtClean="0"/>
                        <a:t>Age</a:t>
                      </a:r>
                      <a:endParaRPr lang="en-US" sz="1200" b="1" dirty="0">
                        <a:solidFill>
                          <a:schemeClr val="tx1"/>
                        </a:solidFill>
                      </a:endParaRPr>
                    </a:p>
                  </a:txBody>
                  <a:tcPr/>
                </a:tc>
                <a:tc>
                  <a:txBody>
                    <a:bodyPr/>
                    <a:lstStyle/>
                    <a:p>
                      <a:r>
                        <a:rPr lang="en-US" sz="1200" b="1" dirty="0" smtClean="0"/>
                        <a:t>Group Code</a:t>
                      </a:r>
                      <a:endParaRPr lang="en-US" sz="1200" b="1" dirty="0">
                        <a:solidFill>
                          <a:schemeClr val="tx1"/>
                        </a:solidFill>
                      </a:endParaRPr>
                    </a:p>
                  </a:txBody>
                  <a:tcPr/>
                </a:tc>
                <a:tc>
                  <a:txBody>
                    <a:bodyPr/>
                    <a:lstStyle/>
                    <a:p>
                      <a:r>
                        <a:rPr lang="en-US" sz="1200" b="1" dirty="0" smtClean="0"/>
                        <a:t>City Code</a:t>
                      </a:r>
                      <a:endParaRPr lang="en-US" sz="1200" b="1" dirty="0">
                        <a:solidFill>
                          <a:schemeClr val="tx1"/>
                        </a:solidFill>
                      </a:endParaRPr>
                    </a:p>
                  </a:txBody>
                  <a:tcPr/>
                </a:tc>
                <a:tc>
                  <a:txBody>
                    <a:bodyPr/>
                    <a:lstStyle/>
                    <a:p>
                      <a:r>
                        <a:rPr lang="en-US" sz="1200" b="1" dirty="0" smtClean="0"/>
                        <a:t>Post Code</a:t>
                      </a:r>
                      <a:endParaRPr lang="en-US" sz="1200" b="1" dirty="0">
                        <a:solidFill>
                          <a:schemeClr val="tx1"/>
                        </a:solidFill>
                      </a:endParaRPr>
                    </a:p>
                  </a:txBody>
                  <a:tcPr/>
                </a:tc>
                <a:extLst>
                  <a:ext uri="{0D108BD9-81ED-4DB2-BD59-A6C34878D82A}">
                    <a16:rowId xmlns:a16="http://schemas.microsoft.com/office/drawing/2014/main" val="10000"/>
                  </a:ext>
                </a:extLst>
              </a:tr>
            </a:tbl>
          </a:graphicData>
        </a:graphic>
      </p:graphicFrame>
    </p:spTree>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Group 764"/>
          <p:cNvGraphicFramePr>
            <a:graphicFrameLocks/>
          </p:cNvGraphicFramePr>
          <p:nvPr/>
        </p:nvGraphicFramePr>
        <p:xfrm>
          <a:off x="304800" y="1600200"/>
          <a:ext cx="8534400" cy="3477129"/>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762000">
                  <a:extLst>
                    <a:ext uri="{9D8B030D-6E8A-4147-A177-3AD203B41FA5}">
                      <a16:colId xmlns:a16="http://schemas.microsoft.com/office/drawing/2014/main" val="20003"/>
                    </a:ext>
                  </a:extLst>
                </a:gridCol>
                <a:gridCol w="1119222">
                  <a:extLst>
                    <a:ext uri="{9D8B030D-6E8A-4147-A177-3AD203B41FA5}">
                      <a16:colId xmlns:a16="http://schemas.microsoft.com/office/drawing/2014/main" val="20004"/>
                    </a:ext>
                  </a:extLst>
                </a:gridCol>
                <a:gridCol w="1319178">
                  <a:extLst>
                    <a:ext uri="{9D8B030D-6E8A-4147-A177-3AD203B41FA5}">
                      <a16:colId xmlns:a16="http://schemas.microsoft.com/office/drawing/2014/main" val="20005"/>
                    </a:ext>
                  </a:extLst>
                </a:gridCol>
                <a:gridCol w="1295400">
                  <a:extLst>
                    <a:ext uri="{9D8B030D-6E8A-4147-A177-3AD203B41FA5}">
                      <a16:colId xmlns:a16="http://schemas.microsoft.com/office/drawing/2014/main" val="20006"/>
                    </a:ext>
                  </a:extLst>
                </a:gridCol>
                <a:gridCol w="990600">
                  <a:extLst>
                    <a:ext uri="{9D8B030D-6E8A-4147-A177-3AD203B41FA5}">
                      <a16:colId xmlns:a16="http://schemas.microsoft.com/office/drawing/2014/main" val="20007"/>
                    </a:ext>
                  </a:extLst>
                </a:gridCol>
              </a:tblGrid>
              <a:tr h="701078">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sng" strike="noStrike" cap="none" normalizeH="0" baseline="0" dirty="0" smtClean="0">
                          <a:ln>
                            <a:noFill/>
                          </a:ln>
                          <a:effectLst/>
                        </a:rPr>
                        <a:t>Expert</a:t>
                      </a:r>
                    </a:p>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sng" strike="noStrike" cap="none" normalizeH="0" baseline="0" dirty="0" smtClean="0">
                          <a:ln>
                            <a:noFill/>
                          </a:ln>
                          <a:effectLst/>
                        </a:rPr>
                        <a:t>Code</a:t>
                      </a:r>
                      <a:endParaRPr kumimoji="0" lang="th-TH" sz="1400" b="0" i="0" u="sng"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sng" strike="noStrike" cap="none" normalizeH="0" baseline="0" dirty="0" smtClean="0">
                          <a:ln>
                            <a:noFill/>
                          </a:ln>
                          <a:effectLst/>
                        </a:rPr>
                        <a:t>Expertise Code</a:t>
                      </a:r>
                      <a:endParaRPr kumimoji="0" lang="th-TH" sz="1400" b="0" i="0" u="sng"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solidFill>
                      <a:srgbClr val="FFC000"/>
                    </a:solidFill>
                  </a:tcPr>
                </a:tc>
                <a:tc>
                  <a:txBody>
                    <a:bodyPr/>
                    <a:lstStyle/>
                    <a:p>
                      <a:pPr marL="342900" marR="0" lvl="0" indent="-342900" algn="l"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The</a:t>
                      </a:r>
                    </a:p>
                    <a:p>
                      <a:pPr marL="342900" marR="0" lvl="0" indent="-342900" algn="l"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Expertise</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Name</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Last Name</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Department Code</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Department Name</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Location</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solidFill>
                      <a:srgbClr val="FFC000"/>
                    </a:solidFill>
                  </a:tcPr>
                </a:tc>
                <a:extLst>
                  <a:ext uri="{0D108BD9-81ED-4DB2-BD59-A6C34878D82A}">
                    <a16:rowId xmlns:a16="http://schemas.microsoft.com/office/drawing/2014/main" val="10000"/>
                  </a:ext>
                </a:extLst>
              </a:tr>
              <a:tr h="396261">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th-TH" sz="1400" u="none" strike="noStrike" cap="none" normalizeH="0" baseline="0" dirty="0" smtClean="0">
                          <a:ln>
                            <a:noFill/>
                          </a:ln>
                          <a:effectLst/>
                        </a:rPr>
                        <a:t>21</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th-TH" sz="1400" u="none" strike="noStrike" cap="none" normalizeH="0" baseline="0" dirty="0" smtClean="0">
                          <a:ln>
                            <a:noFill/>
                          </a:ln>
                          <a:effectLst/>
                        </a:rPr>
                        <a:t>113</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System</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Alice</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Adams</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55</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Brown</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NYC</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extLst>
                  <a:ext uri="{0D108BD9-81ED-4DB2-BD59-A6C34878D82A}">
                    <a16:rowId xmlns:a16="http://schemas.microsoft.com/office/drawing/2014/main" val="10001"/>
                  </a:ext>
                </a:extLst>
              </a:tr>
              <a:tr h="398485">
                <a:tc rowSpan="3">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th-TH" sz="1400" u="none" strike="noStrike" cap="none" normalizeH="0" baseline="0" dirty="0" smtClean="0">
                          <a:ln>
                            <a:noFill/>
                          </a:ln>
                          <a:effectLst/>
                        </a:rPr>
                        <a:t>35</a:t>
                      </a:r>
                      <a:endParaRPr kumimoji="1"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th-TH" sz="1400" u="none" strike="noStrike" cap="none" normalizeH="0" baseline="0" dirty="0" smtClean="0">
                          <a:ln>
                            <a:noFill/>
                          </a:ln>
                          <a:effectLst/>
                        </a:rPr>
                        <a:t>113</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System</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rowSpan="3">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Tom</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tc>
                <a:tc rowSpan="3">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Hank</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rowSpan="3">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32</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tc>
                <a:tc rowSpan="3">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Green</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rowSpan="3">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LA</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extLst>
                  <a:ext uri="{0D108BD9-81ED-4DB2-BD59-A6C34878D82A}">
                    <a16:rowId xmlns:a16="http://schemas.microsoft.com/office/drawing/2014/main" val="10002"/>
                  </a:ext>
                </a:extLst>
              </a:tr>
              <a:tr h="396261">
                <a:tc v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1" lang="th-TH"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th-TH" sz="1400" u="none" strike="noStrike" cap="none" normalizeH="0" baseline="0" dirty="0" smtClean="0">
                          <a:ln>
                            <a:noFill/>
                          </a:ln>
                          <a:effectLst/>
                        </a:rPr>
                        <a:t>179</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Database</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th-TH"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th-TH"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extLst>
                  <a:ext uri="{0D108BD9-81ED-4DB2-BD59-A6C34878D82A}">
                    <a16:rowId xmlns:a16="http://schemas.microsoft.com/office/drawing/2014/main" val="10003"/>
                  </a:ext>
                </a:extLst>
              </a:tr>
              <a:tr h="396261">
                <a:tc v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1" lang="th-TH"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th-TH" sz="1400" u="none" strike="noStrike" cap="none" normalizeH="0" baseline="0" dirty="0" smtClean="0">
                          <a:ln>
                            <a:noFill/>
                          </a:ln>
                          <a:effectLst/>
                        </a:rPr>
                        <a:t>204</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Program</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th-TH"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extLst>
                  <a:ext uri="{0D108BD9-81ED-4DB2-BD59-A6C34878D82A}">
                    <a16:rowId xmlns:a16="http://schemas.microsoft.com/office/drawing/2014/main" val="10004"/>
                  </a:ext>
                </a:extLst>
              </a:tr>
              <a:tr h="396261">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th-TH" sz="1400" u="none" strike="noStrike" cap="none" normalizeH="0" baseline="0" dirty="0" smtClean="0">
                          <a:ln>
                            <a:noFill/>
                          </a:ln>
                          <a:effectLst/>
                        </a:rPr>
                        <a:t>50</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th-TH" sz="1400" u="none" strike="noStrike" cap="none" normalizeH="0" baseline="0" dirty="0" smtClean="0">
                          <a:ln>
                            <a:noFill/>
                          </a:ln>
                          <a:effectLst/>
                        </a:rPr>
                        <a:t>179</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defRPr/>
                      </a:pPr>
                      <a:r>
                        <a:rPr kumimoji="0" lang="en-US" sz="1400" u="none" strike="noStrike" cap="none" normalizeH="0" baseline="0" dirty="0" smtClean="0">
                          <a:ln>
                            <a:noFill/>
                          </a:ln>
                          <a:effectLst/>
                        </a:rPr>
                        <a:t>Database</a:t>
                      </a:r>
                      <a:endParaRPr kumimoji="0" lang="en-US" sz="1400" b="0" i="0" u="none" strike="noStrike" cap="none" normalizeH="0" baseline="0" dirty="0" smtClean="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Robert</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Cody</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40</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Yellow</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Mexico</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extLst>
                  <a:ext uri="{0D108BD9-81ED-4DB2-BD59-A6C34878D82A}">
                    <a16:rowId xmlns:a16="http://schemas.microsoft.com/office/drawing/2014/main" val="10005"/>
                  </a:ext>
                </a:extLst>
              </a:tr>
              <a:tr h="396261">
                <a:tc row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th-TH" sz="1400" u="none" strike="noStrike" cap="none" normalizeH="0" baseline="0" dirty="0" smtClean="0">
                          <a:ln>
                            <a:noFill/>
                          </a:ln>
                          <a:effectLst/>
                        </a:rPr>
                        <a:t>77</a:t>
                      </a:r>
                      <a:endParaRPr kumimoji="1"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th-TH" sz="1400" u="none" strike="noStrike" cap="none" normalizeH="0" baseline="0" dirty="0" smtClean="0">
                          <a:ln>
                            <a:noFill/>
                          </a:ln>
                          <a:effectLst/>
                        </a:rPr>
                        <a:t>148</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Web</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rowSpan="2">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Lisa</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rowSpan="2">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Baker</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rowSpan="2">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52</a:t>
                      </a:r>
                      <a:endParaRPr kumimoji="0" lang="th-TH" sz="1400" b="0" i="0" u="none" strike="noStrike" cap="none" normalizeH="0" baseline="0" dirty="0">
                        <a:ln>
                          <a:noFill/>
                        </a:ln>
                        <a:solidFill>
                          <a:srgbClr val="0D0D0D"/>
                        </a:solidFill>
                        <a:effectLst/>
                        <a:latin typeface="Arial" pitchFamily="34" charset="0"/>
                        <a:ea typeface="Tahoma" pitchFamily="34" charset="0"/>
                        <a:cs typeface="Tahoma" pitchFamily="34" charset="0"/>
                      </a:endParaRPr>
                    </a:p>
                  </a:txBody>
                  <a:tcPr marT="45722" marB="45722" anchor="ctr" horzOverflow="overflow"/>
                </a:tc>
                <a:tc rowSpan="2">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Black</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rowSpan="2">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400" u="none" strike="noStrike" cap="none" normalizeH="0" baseline="0" dirty="0" smtClean="0">
                          <a:ln>
                            <a:noFill/>
                          </a:ln>
                          <a:effectLst/>
                        </a:rPr>
                        <a:t>Hawaii</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extLst>
                  <a:ext uri="{0D108BD9-81ED-4DB2-BD59-A6C34878D82A}">
                    <a16:rowId xmlns:a16="http://schemas.microsoft.com/office/drawing/2014/main" val="10006"/>
                  </a:ext>
                </a:extLst>
              </a:tr>
              <a:tr h="396261">
                <a:tc v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1" lang="th-TH"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th-TH" sz="1400" u="none" strike="noStrike" cap="none" normalizeH="0" baseline="0" dirty="0" smtClean="0">
                          <a:ln>
                            <a:noFill/>
                          </a:ln>
                          <a:effectLst/>
                        </a:rPr>
                        <a:t>179</a:t>
                      </a:r>
                      <a:endParaRPr kumimoji="0" lang="en-US" sz="1400" b="0" i="0" u="none" strike="noStrike" cap="none" normalizeH="0" baseline="0" dirty="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defRPr/>
                      </a:pPr>
                      <a:r>
                        <a:rPr kumimoji="0" lang="en-US" sz="1400" u="none" strike="noStrike" cap="none" normalizeH="0" baseline="0" dirty="0" smtClean="0">
                          <a:ln>
                            <a:noFill/>
                          </a:ln>
                          <a:effectLst/>
                        </a:rPr>
                        <a:t>Database</a:t>
                      </a:r>
                      <a:endParaRPr kumimoji="0" lang="en-US" sz="1400" b="0" i="0" u="none" strike="noStrike" cap="none" normalizeH="0" baseline="0" dirty="0" smtClean="0">
                        <a:ln>
                          <a:noFill/>
                        </a:ln>
                        <a:solidFill>
                          <a:srgbClr val="0D0D0D"/>
                        </a:solidFill>
                        <a:effectLst/>
                        <a:latin typeface="Arial" pitchFamily="34" charset="0"/>
                        <a:ea typeface="Tahoma" pitchFamily="34" charset="0"/>
                        <a:cs typeface="Arial" pitchFamily="34" charset="0"/>
                      </a:endParaRPr>
                    </a:p>
                  </a:txBody>
                  <a:tcPr marT="45722" marB="45722" anchor="ctr" horzOverflow="overflow"/>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th-TH"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th-TH"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tc vMerge="1">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endParaRPr kumimoji="0" lang="en-US" sz="2000" b="1" i="0" u="none" strike="noStrike" cap="none" normalizeH="0" baseline="0" dirty="0">
                        <a:ln>
                          <a:noFill/>
                        </a:ln>
                        <a:solidFill>
                          <a:srgbClr val="0D0D0D"/>
                        </a:solidFill>
                        <a:effectLst/>
                        <a:latin typeface="TH SarabunPSK" pitchFamily="34" charset="-34"/>
                        <a:cs typeface="TH SarabunPSK" pitchFamily="34" charset="-34"/>
                      </a:endParaRPr>
                    </a:p>
                  </a:txBody>
                  <a:tcPr marT="45722" marB="45722"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CCFFFF"/>
                    </a:solidFill>
                  </a:tcPr>
                </a:tc>
                <a:extLst>
                  <a:ext uri="{0D108BD9-81ED-4DB2-BD59-A6C34878D82A}">
                    <a16:rowId xmlns:a16="http://schemas.microsoft.com/office/drawing/2014/main" val="10007"/>
                  </a:ext>
                </a:extLst>
              </a:tr>
            </a:tbl>
          </a:graphicData>
        </a:graphic>
      </p:graphicFrame>
      <p:sp>
        <p:nvSpPr>
          <p:cNvPr id="6" name="Text Box 765"/>
          <p:cNvSpPr txBox="1">
            <a:spLocks noChangeArrowheads="1"/>
          </p:cNvSpPr>
          <p:nvPr/>
        </p:nvSpPr>
        <p:spPr bwMode="auto">
          <a:xfrm>
            <a:off x="304800" y="419100"/>
            <a:ext cx="8572472" cy="1028700"/>
          </a:xfrm>
          <a:prstGeom prst="rect">
            <a:avLst/>
          </a:prstGeom>
          <a:noFill/>
          <a:ln w="9525">
            <a:noFill/>
            <a:miter lim="800000"/>
            <a:headEnd/>
            <a:tailEnd/>
          </a:ln>
        </p:spPr>
        <p:txBody>
          <a:bodyPr/>
          <a:lstStyle/>
          <a:p>
            <a:r>
              <a:rPr lang="en-US" sz="2400" b="1" dirty="0" smtClean="0">
                <a:latin typeface="Times New Roman" pitchFamily="18" charset="0"/>
                <a:cs typeface="Times New Roman" pitchFamily="18" charset="0"/>
              </a:rPr>
              <a:t>EXERCISE 3</a:t>
            </a:r>
            <a:r>
              <a:rPr lang="en-US" sz="2400" dirty="0" smtClean="0">
                <a:latin typeface="Times New Roman" pitchFamily="18" charset="0"/>
                <a:cs typeface="Times New Roman" pitchFamily="18" charset="0"/>
              </a:rPr>
              <a:t>: Analyze and prepare Normalization </a:t>
            </a:r>
            <a:r>
              <a:rPr lang="en-US" sz="2400" b="1" dirty="0" smtClean="0">
                <a:latin typeface="Times New Roman" pitchFamily="18" charset="0"/>
                <a:cs typeface="Times New Roman" pitchFamily="18" charset="0"/>
              </a:rPr>
              <a:t>Expert database system </a:t>
            </a:r>
            <a:r>
              <a:rPr lang="en-US" sz="2400" dirty="0" smtClean="0">
                <a:latin typeface="Times New Roman" pitchFamily="18" charset="0"/>
                <a:cs typeface="Times New Roman" pitchFamily="18" charset="0"/>
              </a:rPr>
              <a:t>To have the least redundancy.</a:t>
            </a:r>
            <a:endParaRPr lang="th-TH" sz="2400" dirty="0">
              <a:latin typeface="Times New Roman" pitchFamily="18" charset="0"/>
              <a:ea typeface="GungsuhChe" pitchFamily="49" charset="-127"/>
              <a:cs typeface="AngsanaUPC" pitchFamily="18" charset="-34"/>
            </a:endParaRPr>
          </a:p>
        </p:txBody>
      </p:sp>
    </p:spTree>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67356" name="Group 764"/>
          <p:cNvGraphicFramePr>
            <a:graphicFrameLocks noGrp="1"/>
          </p:cNvGraphicFramePr>
          <p:nvPr>
            <p:ph/>
          </p:nvPr>
        </p:nvGraphicFramePr>
        <p:xfrm>
          <a:off x="304800" y="1415097"/>
          <a:ext cx="8534400" cy="4833303"/>
        </p:xfrm>
        <a:graphic>
          <a:graphicData uri="http://schemas.openxmlformats.org/drawingml/2006/table">
            <a:tbl>
              <a:tblPr>
                <a:tableStyleId>{5940675A-B579-460E-94D1-54222C63F5DA}</a:tableStyleId>
              </a:tblPr>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1295400">
                  <a:extLst>
                    <a:ext uri="{9D8B030D-6E8A-4147-A177-3AD203B41FA5}">
                      <a16:colId xmlns:a16="http://schemas.microsoft.com/office/drawing/2014/main" val="20002"/>
                    </a:ext>
                  </a:extLst>
                </a:gridCol>
                <a:gridCol w="1676400">
                  <a:extLst>
                    <a:ext uri="{9D8B030D-6E8A-4147-A177-3AD203B41FA5}">
                      <a16:colId xmlns:a16="http://schemas.microsoft.com/office/drawing/2014/main" val="20003"/>
                    </a:ext>
                  </a:extLst>
                </a:gridCol>
                <a:gridCol w="1219200">
                  <a:extLst>
                    <a:ext uri="{9D8B030D-6E8A-4147-A177-3AD203B41FA5}">
                      <a16:colId xmlns:a16="http://schemas.microsoft.com/office/drawing/2014/main" val="20004"/>
                    </a:ext>
                  </a:extLst>
                </a:gridCol>
                <a:gridCol w="1447800">
                  <a:extLst>
                    <a:ext uri="{9D8B030D-6E8A-4147-A177-3AD203B41FA5}">
                      <a16:colId xmlns:a16="http://schemas.microsoft.com/office/drawing/2014/main" val="20005"/>
                    </a:ext>
                  </a:extLst>
                </a:gridCol>
                <a:gridCol w="9906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tblGrid>
              <a:tr h="269875">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200" u="none" strike="noStrike" cap="none" normalizeH="0" baseline="0" dirty="0" smtClean="0">
                          <a:ln>
                            <a:noFill/>
                          </a:ln>
                          <a:effectLst/>
                        </a:rPr>
                        <a:t>Code</a:t>
                      </a:r>
                      <a:endParaRPr kumimoji="0" lang="th-TH" sz="1200" b="1"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200" u="none" strike="noStrike" cap="none" normalizeH="0" baseline="0" dirty="0" smtClean="0">
                          <a:ln>
                            <a:noFill/>
                          </a:ln>
                          <a:effectLst/>
                        </a:rPr>
                        <a:t>Term</a:t>
                      </a:r>
                      <a:endParaRPr kumimoji="0" lang="th-TH" sz="1200" b="1"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200" u="none" strike="noStrike" cap="none" normalizeH="0" baseline="0" dirty="0" smtClean="0">
                          <a:ln>
                            <a:noFill/>
                          </a:ln>
                          <a:effectLst/>
                        </a:rPr>
                        <a:t>Subject Code</a:t>
                      </a:r>
                      <a:endParaRPr kumimoji="0" lang="th-TH" sz="1200" b="1"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200" u="none" strike="noStrike" cap="none" normalizeH="0" baseline="0" dirty="0" smtClean="0">
                          <a:ln>
                            <a:noFill/>
                          </a:ln>
                          <a:effectLst/>
                        </a:rPr>
                        <a:t>Subject Name</a:t>
                      </a:r>
                      <a:endParaRPr kumimoji="0" lang="th-TH" sz="1200" b="1"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solidFill>
                      <a:srgbClr val="FFC000"/>
                    </a:solidFill>
                  </a:tcPr>
                </a:tc>
                <a:tc>
                  <a:txBody>
                    <a:bodyPr/>
                    <a:lstStyle/>
                    <a:p>
                      <a:pPr marL="342900" marR="0" lvl="0" indent="-342900" algn="l" defTabSz="914400" rtl="0" eaLnBrk="0" fontAlgn="base" latinLnBrk="0" hangingPunct="0">
                        <a:lnSpc>
                          <a:spcPct val="100000"/>
                        </a:lnSpc>
                        <a:spcBef>
                          <a:spcPct val="0"/>
                        </a:spcBef>
                        <a:spcAft>
                          <a:spcPct val="0"/>
                        </a:spcAft>
                        <a:buClrTx/>
                        <a:buSzTx/>
                        <a:buFontTx/>
                        <a:buNone/>
                        <a:tabLst/>
                      </a:pPr>
                      <a:r>
                        <a:rPr kumimoji="0" lang="en-US" sz="1200" u="none" strike="noStrike" cap="none" normalizeH="0" baseline="0" dirty="0" smtClean="0">
                          <a:ln>
                            <a:noFill/>
                          </a:ln>
                          <a:effectLst/>
                        </a:rPr>
                        <a:t>Subject Category</a:t>
                      </a:r>
                      <a:endParaRPr kumimoji="0" lang="th-TH" sz="1200" b="1"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200" u="none" strike="noStrike" cap="none" normalizeH="0" baseline="0" dirty="0" smtClean="0">
                          <a:ln>
                            <a:noFill/>
                          </a:ln>
                          <a:effectLst/>
                        </a:rPr>
                        <a:t>Category Name</a:t>
                      </a:r>
                      <a:endParaRPr kumimoji="0" lang="th-TH" sz="1200" b="1"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200" u="none" strike="noStrike" cap="none" normalizeH="0" baseline="0" dirty="0" smtClean="0">
                          <a:ln>
                            <a:noFill/>
                          </a:ln>
                          <a:effectLst/>
                        </a:rPr>
                        <a:t>Credit Hours</a:t>
                      </a:r>
                      <a:endParaRPr kumimoji="0" lang="th-TH" sz="1200" b="1"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solidFill>
                      <a:srgbClr val="FFC000"/>
                    </a:solidFill>
                  </a:tcPr>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200" u="none" strike="noStrike" cap="none" normalizeH="0" baseline="0" dirty="0" smtClean="0">
                          <a:ln>
                            <a:noFill/>
                          </a:ln>
                          <a:effectLst/>
                        </a:rPr>
                        <a:t>Grade</a:t>
                      </a:r>
                      <a:endParaRPr kumimoji="0" lang="th-TH" sz="1200" b="1"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solidFill>
                      <a:srgbClr val="FFC000"/>
                    </a:solidFill>
                  </a:tcPr>
                </a:tc>
                <a:extLst>
                  <a:ext uri="{0D108BD9-81ED-4DB2-BD59-A6C34878D82A}">
                    <a16:rowId xmlns:a16="http://schemas.microsoft.com/office/drawing/2014/main" val="10000"/>
                  </a:ext>
                </a:extLst>
              </a:tr>
              <a:tr h="271463">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4501</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1/45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A01</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Mathematics</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02</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Natural Science</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F</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01"/>
                  </a:ext>
                </a:extLst>
              </a:tr>
              <a:tr h="398463">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1" lang="th-TH" sz="1300" b="0" i="0" u="none" strike="noStrike" cap="none" normalizeH="0" baseline="0" smtClean="0">
                        <a:ln>
                          <a:noFill/>
                        </a:ln>
                        <a:solidFill>
                          <a:srgbClr val="0D0D0D"/>
                        </a:solidFill>
                        <a:effectLst/>
                        <a:latin typeface="Arial" pitchFamily="34" charset="0"/>
                        <a:cs typeface="Angsana New" pitchFamily="18" charset="-34"/>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1/45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A03</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Urdu Language</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01</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Basic Studies</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C</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02"/>
                  </a:ext>
                </a:extLst>
              </a:tr>
              <a:tr h="3048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1" lang="th-TH" sz="1300" b="0" i="0" u="none" strike="noStrike" cap="none" normalizeH="0" baseline="0" smtClean="0">
                        <a:ln>
                          <a:noFill/>
                        </a:ln>
                        <a:solidFill>
                          <a:srgbClr val="0D0D0D"/>
                        </a:solidFill>
                        <a:effectLst/>
                        <a:latin typeface="Arial" pitchFamily="34" charset="0"/>
                        <a:cs typeface="Angsana New" pitchFamily="18" charset="-34"/>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2/45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A01</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Mathematics</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02</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Natural Science</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D</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03"/>
                  </a:ext>
                </a:extLst>
              </a:tr>
              <a:tr h="3048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1" lang="th-TH" sz="1300" b="0" i="0" u="none" strike="noStrike" cap="none" normalizeH="0" baseline="0" smtClean="0">
                        <a:ln>
                          <a:noFill/>
                        </a:ln>
                        <a:solidFill>
                          <a:srgbClr val="0D0D0D"/>
                        </a:solidFill>
                        <a:effectLst/>
                        <a:latin typeface="Arial" pitchFamily="34" charset="0"/>
                        <a:cs typeface="Angsana New" pitchFamily="18" charset="-34"/>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2/45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A04</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English 1</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01</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Basic Studies</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D+</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04"/>
                  </a:ext>
                </a:extLst>
              </a:tr>
              <a:tr h="269875">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4502</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1/45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A01</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Mathematics</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02</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Natural</a:t>
                      </a:r>
                      <a:r>
                        <a:rPr lang="en-US" sz="1300" baseline="0" dirty="0" smtClean="0"/>
                        <a:t> </a:t>
                      </a:r>
                      <a:r>
                        <a:rPr lang="en-US" sz="1300" dirty="0" smtClean="0"/>
                        <a:t>Science</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B</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05"/>
                  </a:ext>
                </a:extLst>
              </a:tr>
              <a:tr h="3048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1" lang="th-TH" sz="1300" b="0" i="0" u="none" strike="noStrike" cap="none" normalizeH="0" baseline="0" smtClean="0">
                        <a:ln>
                          <a:noFill/>
                        </a:ln>
                        <a:solidFill>
                          <a:srgbClr val="0D0D0D"/>
                        </a:solidFill>
                        <a:effectLst/>
                        <a:latin typeface="Arial" pitchFamily="34" charset="0"/>
                        <a:cs typeface="Angsana New" pitchFamily="18" charset="-34"/>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1/45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A04</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English 1</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01</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Basic Studies</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C</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06"/>
                  </a:ext>
                </a:extLst>
              </a:tr>
              <a:tr h="3048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1" lang="th-TH" sz="1300" b="0" i="0" u="none" strike="noStrike" cap="none" normalizeH="0" baseline="0" smtClean="0">
                        <a:ln>
                          <a:noFill/>
                        </a:ln>
                        <a:solidFill>
                          <a:srgbClr val="0D0D0D"/>
                        </a:solidFill>
                        <a:effectLst/>
                        <a:latin typeface="Arial" pitchFamily="34" charset="0"/>
                        <a:cs typeface="Angsana New" pitchFamily="18" charset="-34"/>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2/45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A02</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Database System</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03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Computer Science</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B</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07"/>
                  </a:ext>
                </a:extLst>
              </a:tr>
              <a:tr h="3048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1" lang="th-TH" sz="1300" b="0" i="0" u="none" strike="noStrike" cap="none" normalizeH="0" baseline="0" smtClean="0">
                        <a:ln>
                          <a:noFill/>
                        </a:ln>
                        <a:solidFill>
                          <a:srgbClr val="0D0D0D"/>
                        </a:solidFill>
                        <a:effectLst/>
                        <a:latin typeface="Arial" pitchFamily="34" charset="0"/>
                        <a:cs typeface="Angsana New" pitchFamily="18" charset="-34"/>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2/45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Physics</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02</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Natural Science</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3</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D</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08"/>
                  </a:ext>
                </a:extLst>
              </a:tr>
              <a:tr h="271463">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4503</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1/45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A06</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Data communication</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03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Computer Science</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A</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09"/>
                  </a:ext>
                </a:extLst>
              </a:tr>
              <a:tr h="3048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1" lang="th-TH" sz="1300" b="0" i="0" u="none" strike="noStrike" cap="none" normalizeH="0" baseline="0" smtClean="0">
                        <a:ln>
                          <a:noFill/>
                        </a:ln>
                        <a:solidFill>
                          <a:srgbClr val="0D0D0D"/>
                        </a:solidFill>
                        <a:effectLst/>
                        <a:latin typeface="Arial" pitchFamily="34" charset="0"/>
                        <a:cs typeface="Angsana New" pitchFamily="18" charset="-34"/>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1/45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A04</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English 1</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01</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Basic Studies</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3</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C</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10"/>
                  </a:ext>
                </a:extLst>
              </a:tr>
              <a:tr h="3048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1" lang="th-TH" sz="1300" b="0" i="0" u="none" strike="noStrike" cap="none" normalizeH="0" baseline="0" smtClean="0">
                        <a:ln>
                          <a:noFill/>
                        </a:ln>
                        <a:solidFill>
                          <a:srgbClr val="0D0D0D"/>
                        </a:solidFill>
                        <a:effectLst/>
                        <a:latin typeface="Arial" pitchFamily="34" charset="0"/>
                        <a:cs typeface="Angsana New" pitchFamily="18" charset="-34"/>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2/45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Physics</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02</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Natural Science</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3</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D</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11"/>
                  </a:ext>
                </a:extLst>
              </a:tr>
              <a:tr h="271463">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4506</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1/45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A03</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Urdu Language</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01</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Basic Studies</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3</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B+</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12"/>
                  </a:ext>
                </a:extLst>
              </a:tr>
              <a:tr h="3048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1" lang="th-TH" sz="1300" b="0" i="0" u="none" strike="noStrike" cap="none" normalizeH="0" baseline="0" smtClean="0">
                        <a:ln>
                          <a:noFill/>
                        </a:ln>
                        <a:solidFill>
                          <a:srgbClr val="0D0D0D"/>
                        </a:solidFill>
                        <a:effectLst/>
                        <a:latin typeface="Arial" pitchFamily="34" charset="0"/>
                        <a:cs typeface="Angsana New" pitchFamily="18" charset="-34"/>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1/45</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A04</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lang="en-US" sz="1300" dirty="0" smtClean="0"/>
                        <a:t>English 1</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01</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Basic Studies</a:t>
                      </a:r>
                      <a:endParaRPr kumimoji="0" lang="th-TH" sz="1300" b="0" i="0" u="none" strike="noStrike" cap="none" normalizeH="0" baseline="0" dirty="0" smtClean="0">
                        <a:ln>
                          <a:noFill/>
                        </a:ln>
                        <a:solidFill>
                          <a:srgbClr val="0D0D0D"/>
                        </a:solidFill>
                        <a:effectLst/>
                        <a:latin typeface="Arial" pitchFamily="34" charset="0"/>
                        <a:cs typeface="Times New Roman" pitchFamily="18"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smtClean="0">
                          <a:ln>
                            <a:noFill/>
                          </a:ln>
                          <a:effectLst/>
                        </a:rPr>
                        <a:t>3</a:t>
                      </a:r>
                      <a:endParaRPr kumimoji="0" lang="en-US" sz="1300" b="0" i="0" u="none" strike="noStrike" cap="none" normalizeH="0" baseline="0" smtClean="0">
                        <a:ln>
                          <a:noFill/>
                        </a:ln>
                        <a:solidFill>
                          <a:srgbClr val="0D0D0D"/>
                        </a:solidFill>
                        <a:effectLst/>
                        <a:latin typeface="Arial" pitchFamily="34" charset="0"/>
                        <a:cs typeface="Arial" pitchFamily="34" charset="0"/>
                      </a:endParaRPr>
                    </a:p>
                  </a:txBody>
                  <a:tcPr anchor="ctr" horzOverflow="overflow"/>
                </a:tc>
                <a:tc>
                  <a:txBody>
                    <a:bodyPr/>
                    <a:lstStyle/>
                    <a:p>
                      <a:pPr marL="342900" marR="0" lvl="0" indent="-342900" algn="ctr" defTabSz="914400" rtl="0" eaLnBrk="0" fontAlgn="base" latinLnBrk="0" hangingPunct="0">
                        <a:lnSpc>
                          <a:spcPct val="100000"/>
                        </a:lnSpc>
                        <a:spcBef>
                          <a:spcPct val="0"/>
                        </a:spcBef>
                        <a:spcAft>
                          <a:spcPct val="0"/>
                        </a:spcAft>
                        <a:buClrTx/>
                        <a:buSzTx/>
                        <a:buFontTx/>
                        <a:buNone/>
                        <a:tabLst/>
                      </a:pPr>
                      <a:r>
                        <a:rPr kumimoji="0" lang="en-US" sz="1300" u="none" strike="noStrike" cap="none" normalizeH="0" baseline="0" dirty="0" smtClean="0">
                          <a:ln>
                            <a:noFill/>
                          </a:ln>
                          <a:effectLst/>
                        </a:rPr>
                        <a:t>C</a:t>
                      </a:r>
                      <a:endParaRPr kumimoji="0" lang="en-US" sz="1300" b="0" i="0" u="none" strike="noStrike" cap="none" normalizeH="0" baseline="0" dirty="0" smtClean="0">
                        <a:ln>
                          <a:noFill/>
                        </a:ln>
                        <a:solidFill>
                          <a:srgbClr val="0D0D0D"/>
                        </a:solidFill>
                        <a:effectLst/>
                        <a:latin typeface="Arial" pitchFamily="34" charset="0"/>
                        <a:cs typeface="Arial" pitchFamily="34" charset="0"/>
                      </a:endParaRPr>
                    </a:p>
                  </a:txBody>
                  <a:tcPr anchor="ctr" horzOverflow="overflow"/>
                </a:tc>
                <a:extLst>
                  <a:ext uri="{0D108BD9-81ED-4DB2-BD59-A6C34878D82A}">
                    <a16:rowId xmlns:a16="http://schemas.microsoft.com/office/drawing/2014/main" val="10013"/>
                  </a:ext>
                </a:extLst>
              </a:tr>
            </a:tbl>
          </a:graphicData>
        </a:graphic>
      </p:graphicFrame>
      <p:sp>
        <p:nvSpPr>
          <p:cNvPr id="39051" name="Text Box 765"/>
          <p:cNvSpPr txBox="1">
            <a:spLocks noChangeArrowheads="1"/>
          </p:cNvSpPr>
          <p:nvPr/>
        </p:nvSpPr>
        <p:spPr bwMode="auto">
          <a:xfrm>
            <a:off x="304800" y="419100"/>
            <a:ext cx="8572472" cy="952500"/>
          </a:xfrm>
          <a:prstGeom prst="rect">
            <a:avLst/>
          </a:prstGeom>
          <a:noFill/>
          <a:ln w="9525">
            <a:noFill/>
            <a:miter lim="800000"/>
            <a:headEnd/>
            <a:tailEnd/>
          </a:ln>
        </p:spPr>
        <p:txBody>
          <a:bodyPr/>
          <a:lstStyle/>
          <a:p>
            <a:r>
              <a:rPr lang="en-US" sz="2800" b="1" dirty="0" smtClean="0">
                <a:latin typeface="Times New Roman" pitchFamily="18" charset="0"/>
                <a:cs typeface="Times New Roman" pitchFamily="18" charset="0"/>
              </a:rPr>
              <a:t>EXERCISE 4</a:t>
            </a:r>
            <a:r>
              <a:rPr lang="en-US" sz="2800" dirty="0" smtClean="0">
                <a:latin typeface="Times New Roman" pitchFamily="18" charset="0"/>
                <a:cs typeface="Times New Roman" pitchFamily="18" charset="0"/>
              </a:rPr>
              <a:t>: Analyze and prepare Normalization Student registration system To have the least redundancy.</a:t>
            </a:r>
            <a:endParaRPr lang="th-TH" sz="2800" dirty="0">
              <a:latin typeface="Times New Roman" pitchFamily="18" charset="0"/>
              <a:ea typeface="GungsuhChe" pitchFamily="49" charset="-127"/>
              <a:cs typeface="AngsanaUPC" pitchFamily="18" charset="-34"/>
            </a:endParaRPr>
          </a:p>
        </p:txBody>
      </p:sp>
    </p:spTree>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210" name="Rectangle 2"/>
          <p:cNvSpPr>
            <a:spLocks noChangeArrowheads="1"/>
          </p:cNvSpPr>
          <p:nvPr/>
        </p:nvSpPr>
        <p:spPr bwMode="auto">
          <a:xfrm>
            <a:off x="990600" y="381000"/>
            <a:ext cx="7391400" cy="6338887"/>
          </a:xfrm>
          <a:prstGeom prst="rect">
            <a:avLst/>
          </a:prstGeom>
          <a:solidFill>
            <a:schemeClr val="bg1"/>
          </a:solidFill>
          <a:ln w="12700">
            <a:solidFill>
              <a:schemeClr val="tx1"/>
            </a:solidFill>
            <a:miter lim="800000"/>
            <a:headEnd/>
            <a:tailEnd/>
          </a:ln>
          <a:effectLst>
            <a:outerShdw dist="53882" dir="2700000" algn="ctr" rotWithShape="0">
              <a:schemeClr val="bg2"/>
            </a:outerShdw>
          </a:effectLst>
        </p:spPr>
        <p:txBody>
          <a:bodyPr wrap="none" anchor="ctr"/>
          <a:lstStyle/>
          <a:p>
            <a:pPr>
              <a:defRPr/>
            </a:pPr>
            <a:endParaRPr lang="en-US"/>
          </a:p>
        </p:txBody>
      </p:sp>
      <p:sp>
        <p:nvSpPr>
          <p:cNvPr id="478211" name="Oval 3"/>
          <p:cNvSpPr>
            <a:spLocks noChangeArrowheads="1"/>
          </p:cNvSpPr>
          <p:nvPr/>
        </p:nvSpPr>
        <p:spPr bwMode="auto">
          <a:xfrm>
            <a:off x="3551237" y="768350"/>
            <a:ext cx="117475" cy="117475"/>
          </a:xfrm>
          <a:prstGeom prst="ellipse">
            <a:avLst/>
          </a:prstGeom>
          <a:noFill/>
          <a:ln w="12700">
            <a:solidFill>
              <a:srgbClr val="000000"/>
            </a:solidFill>
            <a:round/>
            <a:headEnd/>
            <a:tailEnd/>
          </a:ln>
          <a:effectLst/>
        </p:spPr>
        <p:txBody>
          <a:bodyPr wrap="none" anchor="ctr"/>
          <a:lstStyle/>
          <a:p>
            <a:pPr>
              <a:defRPr/>
            </a:pPr>
            <a:endParaRPr lang="en-US"/>
          </a:p>
        </p:txBody>
      </p:sp>
      <p:sp>
        <p:nvSpPr>
          <p:cNvPr id="478212" name="Oval 4"/>
          <p:cNvSpPr>
            <a:spLocks noChangeArrowheads="1"/>
          </p:cNvSpPr>
          <p:nvPr/>
        </p:nvSpPr>
        <p:spPr bwMode="auto">
          <a:xfrm>
            <a:off x="3482975" y="700087"/>
            <a:ext cx="254000" cy="254000"/>
          </a:xfrm>
          <a:prstGeom prst="ellipse">
            <a:avLst/>
          </a:prstGeom>
          <a:noFill/>
          <a:ln w="12700">
            <a:solidFill>
              <a:srgbClr val="000000"/>
            </a:solidFill>
            <a:round/>
            <a:headEnd/>
            <a:tailEnd/>
          </a:ln>
          <a:effectLst/>
        </p:spPr>
        <p:txBody>
          <a:bodyPr wrap="none" anchor="ctr"/>
          <a:lstStyle/>
          <a:p>
            <a:pPr>
              <a:defRPr/>
            </a:pPr>
            <a:endParaRPr lang="en-US"/>
          </a:p>
        </p:txBody>
      </p:sp>
      <p:sp>
        <p:nvSpPr>
          <p:cNvPr id="478213" name="Oval 5"/>
          <p:cNvSpPr>
            <a:spLocks noChangeArrowheads="1"/>
          </p:cNvSpPr>
          <p:nvPr/>
        </p:nvSpPr>
        <p:spPr bwMode="auto">
          <a:xfrm>
            <a:off x="3429000" y="647700"/>
            <a:ext cx="361950" cy="358775"/>
          </a:xfrm>
          <a:prstGeom prst="ellipse">
            <a:avLst/>
          </a:prstGeom>
          <a:noFill/>
          <a:ln w="12700">
            <a:solidFill>
              <a:srgbClr val="000000"/>
            </a:solidFill>
            <a:round/>
            <a:headEnd/>
            <a:tailEnd/>
          </a:ln>
          <a:effectLst/>
        </p:spPr>
        <p:txBody>
          <a:bodyPr wrap="none" anchor="ctr"/>
          <a:lstStyle/>
          <a:p>
            <a:pPr>
              <a:defRPr/>
            </a:pPr>
            <a:endParaRPr lang="en-US"/>
          </a:p>
        </p:txBody>
      </p:sp>
      <p:sp>
        <p:nvSpPr>
          <p:cNvPr id="478214" name="Oval 6"/>
          <p:cNvSpPr>
            <a:spLocks noChangeArrowheads="1"/>
          </p:cNvSpPr>
          <p:nvPr/>
        </p:nvSpPr>
        <p:spPr bwMode="auto">
          <a:xfrm>
            <a:off x="3373437" y="592137"/>
            <a:ext cx="473075" cy="471488"/>
          </a:xfrm>
          <a:prstGeom prst="ellipse">
            <a:avLst/>
          </a:prstGeom>
          <a:noFill/>
          <a:ln w="12700">
            <a:solidFill>
              <a:srgbClr val="000000"/>
            </a:solidFill>
            <a:round/>
            <a:headEnd/>
            <a:tailEnd/>
          </a:ln>
          <a:effectLst/>
        </p:spPr>
        <p:txBody>
          <a:bodyPr wrap="none" anchor="ctr"/>
          <a:lstStyle/>
          <a:p>
            <a:pPr>
              <a:defRPr/>
            </a:pPr>
            <a:endParaRPr lang="en-US"/>
          </a:p>
        </p:txBody>
      </p:sp>
      <p:sp>
        <p:nvSpPr>
          <p:cNvPr id="6151" name="Rectangle 7"/>
          <p:cNvSpPr>
            <a:spLocks noChangeArrowheads="1"/>
          </p:cNvSpPr>
          <p:nvPr/>
        </p:nvSpPr>
        <p:spPr bwMode="auto">
          <a:xfrm>
            <a:off x="3698874" y="547687"/>
            <a:ext cx="1941513" cy="728663"/>
          </a:xfrm>
          <a:prstGeom prst="rect">
            <a:avLst/>
          </a:prstGeom>
          <a:noFill/>
          <a:ln w="12700">
            <a:noFill/>
            <a:miter lim="800000"/>
            <a:headEnd/>
            <a:tailEnd/>
          </a:ln>
        </p:spPr>
        <p:txBody>
          <a:bodyPr wrap="none" lIns="90488" tIns="44450" rIns="90488" bIns="44450">
            <a:spAutoFit/>
          </a:bodyPr>
          <a:lstStyle/>
          <a:p>
            <a:pPr algn="ctr"/>
            <a:r>
              <a:rPr lang="en-US" dirty="0">
                <a:solidFill>
                  <a:srgbClr val="000000"/>
                </a:solidFill>
                <a:effectLst/>
              </a:rPr>
              <a:t>Stereos To Go</a:t>
            </a:r>
          </a:p>
          <a:p>
            <a:pPr algn="ctr"/>
            <a:r>
              <a:rPr lang="en-US" sz="1800" dirty="0">
                <a:solidFill>
                  <a:srgbClr val="000000"/>
                </a:solidFill>
                <a:effectLst/>
              </a:rPr>
              <a:t>Invoice</a:t>
            </a:r>
          </a:p>
        </p:txBody>
      </p:sp>
      <p:sp>
        <p:nvSpPr>
          <p:cNvPr id="6152" name="Rectangle 8"/>
          <p:cNvSpPr>
            <a:spLocks noChangeArrowheads="1"/>
          </p:cNvSpPr>
          <p:nvPr/>
        </p:nvSpPr>
        <p:spPr bwMode="auto">
          <a:xfrm>
            <a:off x="5967412" y="579437"/>
            <a:ext cx="954088" cy="317500"/>
          </a:xfrm>
          <a:prstGeom prst="rect">
            <a:avLst/>
          </a:prstGeom>
          <a:noFill/>
          <a:ln w="12700">
            <a:noFill/>
            <a:miter lim="800000"/>
            <a:headEnd/>
            <a:tailEnd/>
          </a:ln>
        </p:spPr>
        <p:txBody>
          <a:bodyPr wrap="none" lIns="90488" tIns="44450" rIns="90488" bIns="44450">
            <a:spAutoFit/>
          </a:bodyPr>
          <a:lstStyle/>
          <a:p>
            <a:r>
              <a:rPr lang="en-US" sz="1500">
                <a:solidFill>
                  <a:srgbClr val="000000"/>
                </a:solidFill>
                <a:effectLst/>
              </a:rPr>
              <a:t>Order No.</a:t>
            </a:r>
          </a:p>
        </p:txBody>
      </p:sp>
      <p:sp>
        <p:nvSpPr>
          <p:cNvPr id="478217" name="Rectangle 9"/>
          <p:cNvSpPr>
            <a:spLocks noChangeArrowheads="1"/>
          </p:cNvSpPr>
          <p:nvPr/>
        </p:nvSpPr>
        <p:spPr bwMode="auto">
          <a:xfrm>
            <a:off x="7123112" y="539750"/>
            <a:ext cx="912813" cy="292100"/>
          </a:xfrm>
          <a:prstGeom prst="rect">
            <a:avLst/>
          </a:prstGeom>
          <a:noFill/>
          <a:ln w="12700">
            <a:solidFill>
              <a:srgbClr val="000000"/>
            </a:solidFill>
            <a:miter lim="800000"/>
            <a:headEnd/>
            <a:tailEnd/>
          </a:ln>
          <a:effectLst/>
        </p:spPr>
        <p:txBody>
          <a:bodyPr wrap="none" anchor="ctr"/>
          <a:lstStyle/>
          <a:p>
            <a:pPr>
              <a:defRPr/>
            </a:pPr>
            <a:endParaRPr lang="en-US"/>
          </a:p>
        </p:txBody>
      </p:sp>
      <p:sp>
        <p:nvSpPr>
          <p:cNvPr id="6154" name="Rectangle 10"/>
          <p:cNvSpPr>
            <a:spLocks noChangeArrowheads="1"/>
          </p:cNvSpPr>
          <p:nvPr/>
        </p:nvSpPr>
        <p:spPr bwMode="auto">
          <a:xfrm>
            <a:off x="1103312" y="1181100"/>
            <a:ext cx="803275" cy="320601"/>
          </a:xfrm>
          <a:prstGeom prst="rect">
            <a:avLst/>
          </a:prstGeom>
          <a:noFill/>
          <a:ln w="12700">
            <a:noFill/>
            <a:miter lim="800000"/>
            <a:headEnd/>
            <a:tailEnd/>
          </a:ln>
        </p:spPr>
        <p:txBody>
          <a:bodyPr wrap="square" lIns="90488" tIns="44450" rIns="90488" bIns="44450">
            <a:spAutoFit/>
          </a:bodyPr>
          <a:lstStyle/>
          <a:p>
            <a:r>
              <a:rPr lang="en-US" sz="1500" dirty="0">
                <a:solidFill>
                  <a:srgbClr val="000000"/>
                </a:solidFill>
                <a:effectLst/>
              </a:rPr>
              <a:t>Date: </a:t>
            </a:r>
          </a:p>
        </p:txBody>
      </p:sp>
      <p:sp>
        <p:nvSpPr>
          <p:cNvPr id="6156" name="Rectangle 12"/>
          <p:cNvSpPr>
            <a:spLocks noChangeArrowheads="1"/>
          </p:cNvSpPr>
          <p:nvPr/>
        </p:nvSpPr>
        <p:spPr bwMode="auto">
          <a:xfrm>
            <a:off x="1103312" y="1736725"/>
            <a:ext cx="1154113" cy="317500"/>
          </a:xfrm>
          <a:prstGeom prst="rect">
            <a:avLst/>
          </a:prstGeom>
          <a:noFill/>
          <a:ln w="12700">
            <a:noFill/>
            <a:miter lim="800000"/>
            <a:headEnd/>
            <a:tailEnd/>
          </a:ln>
        </p:spPr>
        <p:txBody>
          <a:bodyPr wrap="none" lIns="90488" tIns="44450" rIns="90488" bIns="44450">
            <a:spAutoFit/>
          </a:bodyPr>
          <a:lstStyle/>
          <a:p>
            <a:r>
              <a:rPr lang="en-US" sz="1500">
                <a:solidFill>
                  <a:srgbClr val="000000"/>
                </a:solidFill>
                <a:effectLst/>
              </a:rPr>
              <a:t>Account No.</a:t>
            </a:r>
          </a:p>
        </p:txBody>
      </p:sp>
      <p:sp>
        <p:nvSpPr>
          <p:cNvPr id="478221" name="Line 13"/>
          <p:cNvSpPr>
            <a:spLocks noChangeShapeType="1"/>
          </p:cNvSpPr>
          <p:nvPr/>
        </p:nvSpPr>
        <p:spPr bwMode="auto">
          <a:xfrm>
            <a:off x="2506662" y="1952625"/>
            <a:ext cx="2693988" cy="0"/>
          </a:xfrm>
          <a:prstGeom prst="line">
            <a:avLst/>
          </a:prstGeom>
          <a:noFill/>
          <a:ln w="12700">
            <a:solidFill>
              <a:srgbClr val="000000"/>
            </a:solidFill>
            <a:round/>
            <a:headEnd/>
            <a:tailEnd/>
          </a:ln>
          <a:effectLst/>
        </p:spPr>
        <p:txBody>
          <a:bodyPr wrap="none" anchor="ctr"/>
          <a:lstStyle/>
          <a:p>
            <a:pPr>
              <a:defRPr/>
            </a:pPr>
            <a:endParaRPr lang="en-US"/>
          </a:p>
        </p:txBody>
      </p:sp>
      <p:sp>
        <p:nvSpPr>
          <p:cNvPr id="6158" name="Rectangle 14"/>
          <p:cNvSpPr>
            <a:spLocks noChangeArrowheads="1"/>
          </p:cNvSpPr>
          <p:nvPr/>
        </p:nvSpPr>
        <p:spPr bwMode="auto">
          <a:xfrm>
            <a:off x="1087437" y="3560762"/>
            <a:ext cx="434975"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Item</a:t>
            </a:r>
          </a:p>
        </p:txBody>
      </p:sp>
      <p:sp>
        <p:nvSpPr>
          <p:cNvPr id="6159" name="Rectangle 15"/>
          <p:cNvSpPr>
            <a:spLocks noChangeArrowheads="1"/>
          </p:cNvSpPr>
          <p:nvPr/>
        </p:nvSpPr>
        <p:spPr bwMode="auto">
          <a:xfrm>
            <a:off x="1090612" y="3752850"/>
            <a:ext cx="638175"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Number</a:t>
            </a:r>
          </a:p>
        </p:txBody>
      </p:sp>
      <p:sp>
        <p:nvSpPr>
          <p:cNvPr id="6160" name="Rectangle 16"/>
          <p:cNvSpPr>
            <a:spLocks noChangeArrowheads="1"/>
          </p:cNvSpPr>
          <p:nvPr/>
        </p:nvSpPr>
        <p:spPr bwMode="auto">
          <a:xfrm>
            <a:off x="3767137" y="3740150"/>
            <a:ext cx="2093913"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Product Description/Manufacturer</a:t>
            </a:r>
          </a:p>
        </p:txBody>
      </p:sp>
      <p:sp>
        <p:nvSpPr>
          <p:cNvPr id="6161" name="Rectangle 17"/>
          <p:cNvSpPr>
            <a:spLocks noChangeArrowheads="1"/>
          </p:cNvSpPr>
          <p:nvPr/>
        </p:nvSpPr>
        <p:spPr bwMode="auto">
          <a:xfrm>
            <a:off x="7042150" y="3744912"/>
            <a:ext cx="390525"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Qty</a:t>
            </a:r>
          </a:p>
        </p:txBody>
      </p:sp>
      <p:sp>
        <p:nvSpPr>
          <p:cNvPr id="6162" name="Rectangle 18"/>
          <p:cNvSpPr>
            <a:spLocks noChangeArrowheads="1"/>
          </p:cNvSpPr>
          <p:nvPr/>
        </p:nvSpPr>
        <p:spPr bwMode="auto">
          <a:xfrm>
            <a:off x="7594600" y="3740150"/>
            <a:ext cx="466725"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Price</a:t>
            </a:r>
          </a:p>
        </p:txBody>
      </p:sp>
      <p:sp>
        <p:nvSpPr>
          <p:cNvPr id="6163" name="Rectangle 19"/>
          <p:cNvSpPr>
            <a:spLocks noChangeArrowheads="1"/>
          </p:cNvSpPr>
          <p:nvPr/>
        </p:nvSpPr>
        <p:spPr bwMode="auto">
          <a:xfrm>
            <a:off x="1836737" y="3557587"/>
            <a:ext cx="614363"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Product</a:t>
            </a:r>
          </a:p>
        </p:txBody>
      </p:sp>
      <p:sp>
        <p:nvSpPr>
          <p:cNvPr id="6164" name="Rectangle 20"/>
          <p:cNvSpPr>
            <a:spLocks noChangeArrowheads="1"/>
          </p:cNvSpPr>
          <p:nvPr/>
        </p:nvSpPr>
        <p:spPr bwMode="auto">
          <a:xfrm>
            <a:off x="1836737" y="3749675"/>
            <a:ext cx="476250"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Code</a:t>
            </a:r>
          </a:p>
        </p:txBody>
      </p:sp>
      <p:sp>
        <p:nvSpPr>
          <p:cNvPr id="478229" name="Freeform 21"/>
          <p:cNvSpPr>
            <a:spLocks/>
          </p:cNvSpPr>
          <p:nvPr/>
        </p:nvSpPr>
        <p:spPr bwMode="auto">
          <a:xfrm>
            <a:off x="1189037" y="3990975"/>
            <a:ext cx="7019925" cy="334962"/>
          </a:xfrm>
          <a:custGeom>
            <a:avLst/>
            <a:gdLst/>
            <a:ahLst/>
            <a:cxnLst>
              <a:cxn ang="0">
                <a:pos x="0" y="210"/>
              </a:cxn>
              <a:cxn ang="0">
                <a:pos x="0" y="0"/>
              </a:cxn>
              <a:cxn ang="0">
                <a:pos x="4421" y="0"/>
              </a:cxn>
              <a:cxn ang="0">
                <a:pos x="4421" y="210"/>
              </a:cxn>
            </a:cxnLst>
            <a:rect l="0" t="0" r="r" b="b"/>
            <a:pathLst>
              <a:path w="4422" h="211">
                <a:moveTo>
                  <a:pt x="0" y="210"/>
                </a:moveTo>
                <a:lnTo>
                  <a:pt x="0" y="0"/>
                </a:lnTo>
                <a:lnTo>
                  <a:pt x="4421" y="0"/>
                </a:lnTo>
                <a:lnTo>
                  <a:pt x="4421" y="210"/>
                </a:lnTo>
              </a:path>
            </a:pathLst>
          </a:custGeom>
          <a:noFill/>
          <a:ln w="12700" cap="rnd" cmpd="sng">
            <a:solidFill>
              <a:srgbClr val="000000"/>
            </a:solidFill>
            <a:prstDash val="solid"/>
            <a:round/>
            <a:headEnd type="none" w="med" len="med"/>
            <a:tailEnd type="none" w="med" len="med"/>
          </a:ln>
          <a:effectLst/>
        </p:spPr>
        <p:txBody>
          <a:bodyPr/>
          <a:lstStyle/>
          <a:p>
            <a:pPr>
              <a:defRPr/>
            </a:pPr>
            <a:endParaRPr lang="en-US"/>
          </a:p>
        </p:txBody>
      </p:sp>
      <p:sp>
        <p:nvSpPr>
          <p:cNvPr id="478230" name="Freeform 22"/>
          <p:cNvSpPr>
            <a:spLocks/>
          </p:cNvSpPr>
          <p:nvPr/>
        </p:nvSpPr>
        <p:spPr bwMode="auto">
          <a:xfrm>
            <a:off x="1189037" y="4303712"/>
            <a:ext cx="7019925" cy="300038"/>
          </a:xfrm>
          <a:custGeom>
            <a:avLst/>
            <a:gdLst/>
            <a:ahLst/>
            <a:cxnLst>
              <a:cxn ang="0">
                <a:pos x="0" y="188"/>
              </a:cxn>
              <a:cxn ang="0">
                <a:pos x="0" y="0"/>
              </a:cxn>
              <a:cxn ang="0">
                <a:pos x="4421" y="0"/>
              </a:cxn>
              <a:cxn ang="0">
                <a:pos x="4421" y="188"/>
              </a:cxn>
            </a:cxnLst>
            <a:rect l="0" t="0" r="r" b="b"/>
            <a:pathLst>
              <a:path w="4422" h="189">
                <a:moveTo>
                  <a:pt x="0" y="188"/>
                </a:moveTo>
                <a:lnTo>
                  <a:pt x="0" y="0"/>
                </a:lnTo>
                <a:lnTo>
                  <a:pt x="4421" y="0"/>
                </a:lnTo>
                <a:lnTo>
                  <a:pt x="4421" y="188"/>
                </a:lnTo>
              </a:path>
            </a:pathLst>
          </a:custGeom>
          <a:noFill/>
          <a:ln w="12700" cap="rnd" cmpd="sng">
            <a:solidFill>
              <a:srgbClr val="000000"/>
            </a:solidFill>
            <a:prstDash val="solid"/>
            <a:round/>
            <a:headEnd type="none" w="med" len="med"/>
            <a:tailEnd type="none" w="med" len="med"/>
          </a:ln>
          <a:effectLst/>
        </p:spPr>
        <p:txBody>
          <a:bodyPr/>
          <a:lstStyle/>
          <a:p>
            <a:pPr>
              <a:defRPr/>
            </a:pPr>
            <a:endParaRPr lang="en-US"/>
          </a:p>
        </p:txBody>
      </p:sp>
      <p:sp>
        <p:nvSpPr>
          <p:cNvPr id="478231" name="Freeform 23"/>
          <p:cNvSpPr>
            <a:spLocks/>
          </p:cNvSpPr>
          <p:nvPr/>
        </p:nvSpPr>
        <p:spPr bwMode="auto">
          <a:xfrm>
            <a:off x="1189037" y="4600575"/>
            <a:ext cx="7019925" cy="300037"/>
          </a:xfrm>
          <a:custGeom>
            <a:avLst/>
            <a:gdLst/>
            <a:ahLst/>
            <a:cxnLst>
              <a:cxn ang="0">
                <a:pos x="0" y="188"/>
              </a:cxn>
              <a:cxn ang="0">
                <a:pos x="0" y="0"/>
              </a:cxn>
              <a:cxn ang="0">
                <a:pos x="4421" y="0"/>
              </a:cxn>
              <a:cxn ang="0">
                <a:pos x="4421" y="188"/>
              </a:cxn>
            </a:cxnLst>
            <a:rect l="0" t="0" r="r" b="b"/>
            <a:pathLst>
              <a:path w="4422" h="189">
                <a:moveTo>
                  <a:pt x="0" y="188"/>
                </a:moveTo>
                <a:lnTo>
                  <a:pt x="0" y="0"/>
                </a:lnTo>
                <a:lnTo>
                  <a:pt x="4421" y="0"/>
                </a:lnTo>
                <a:lnTo>
                  <a:pt x="4421" y="188"/>
                </a:lnTo>
              </a:path>
            </a:pathLst>
          </a:custGeom>
          <a:noFill/>
          <a:ln w="12700" cap="rnd" cmpd="sng">
            <a:solidFill>
              <a:srgbClr val="000000"/>
            </a:solidFill>
            <a:prstDash val="solid"/>
            <a:round/>
            <a:headEnd type="none" w="med" len="med"/>
            <a:tailEnd type="none" w="med" len="med"/>
          </a:ln>
          <a:effectLst/>
        </p:spPr>
        <p:txBody>
          <a:bodyPr/>
          <a:lstStyle/>
          <a:p>
            <a:pPr>
              <a:defRPr/>
            </a:pPr>
            <a:endParaRPr lang="en-US"/>
          </a:p>
        </p:txBody>
      </p:sp>
      <p:sp>
        <p:nvSpPr>
          <p:cNvPr id="478232" name="Freeform 24"/>
          <p:cNvSpPr>
            <a:spLocks/>
          </p:cNvSpPr>
          <p:nvPr/>
        </p:nvSpPr>
        <p:spPr bwMode="auto">
          <a:xfrm>
            <a:off x="1189037" y="4895850"/>
            <a:ext cx="7019925" cy="300037"/>
          </a:xfrm>
          <a:custGeom>
            <a:avLst/>
            <a:gdLst/>
            <a:ahLst/>
            <a:cxnLst>
              <a:cxn ang="0">
                <a:pos x="0" y="188"/>
              </a:cxn>
              <a:cxn ang="0">
                <a:pos x="0" y="0"/>
              </a:cxn>
              <a:cxn ang="0">
                <a:pos x="4421" y="0"/>
              </a:cxn>
              <a:cxn ang="0">
                <a:pos x="4421" y="188"/>
              </a:cxn>
            </a:cxnLst>
            <a:rect l="0" t="0" r="r" b="b"/>
            <a:pathLst>
              <a:path w="4422" h="189">
                <a:moveTo>
                  <a:pt x="0" y="188"/>
                </a:moveTo>
                <a:lnTo>
                  <a:pt x="0" y="0"/>
                </a:lnTo>
                <a:lnTo>
                  <a:pt x="4421" y="0"/>
                </a:lnTo>
                <a:lnTo>
                  <a:pt x="4421" y="188"/>
                </a:lnTo>
              </a:path>
            </a:pathLst>
          </a:custGeom>
          <a:noFill/>
          <a:ln w="12700" cap="rnd" cmpd="sng">
            <a:solidFill>
              <a:srgbClr val="000000"/>
            </a:solidFill>
            <a:prstDash val="solid"/>
            <a:round/>
            <a:headEnd type="none" w="med" len="med"/>
            <a:tailEnd type="none" w="med" len="med"/>
          </a:ln>
          <a:effectLst/>
        </p:spPr>
        <p:txBody>
          <a:bodyPr/>
          <a:lstStyle/>
          <a:p>
            <a:pPr>
              <a:defRPr/>
            </a:pPr>
            <a:endParaRPr lang="en-US"/>
          </a:p>
        </p:txBody>
      </p:sp>
      <p:sp>
        <p:nvSpPr>
          <p:cNvPr id="478233" name="Freeform 25"/>
          <p:cNvSpPr>
            <a:spLocks/>
          </p:cNvSpPr>
          <p:nvPr/>
        </p:nvSpPr>
        <p:spPr bwMode="auto">
          <a:xfrm>
            <a:off x="1189037" y="5192712"/>
            <a:ext cx="7019925" cy="300038"/>
          </a:xfrm>
          <a:custGeom>
            <a:avLst/>
            <a:gdLst/>
            <a:ahLst/>
            <a:cxnLst>
              <a:cxn ang="0">
                <a:pos x="0" y="188"/>
              </a:cxn>
              <a:cxn ang="0">
                <a:pos x="0" y="0"/>
              </a:cxn>
              <a:cxn ang="0">
                <a:pos x="4421" y="0"/>
              </a:cxn>
              <a:cxn ang="0">
                <a:pos x="4421" y="188"/>
              </a:cxn>
            </a:cxnLst>
            <a:rect l="0" t="0" r="r" b="b"/>
            <a:pathLst>
              <a:path w="4422" h="189">
                <a:moveTo>
                  <a:pt x="0" y="188"/>
                </a:moveTo>
                <a:lnTo>
                  <a:pt x="0" y="0"/>
                </a:lnTo>
                <a:lnTo>
                  <a:pt x="4421" y="0"/>
                </a:lnTo>
                <a:lnTo>
                  <a:pt x="4421" y="188"/>
                </a:lnTo>
              </a:path>
            </a:pathLst>
          </a:custGeom>
          <a:noFill/>
          <a:ln w="12700" cap="rnd" cmpd="sng">
            <a:solidFill>
              <a:srgbClr val="000000"/>
            </a:solidFill>
            <a:prstDash val="solid"/>
            <a:round/>
            <a:headEnd type="none" w="med" len="med"/>
            <a:tailEnd type="none" w="med" len="med"/>
          </a:ln>
          <a:effectLst/>
        </p:spPr>
        <p:txBody>
          <a:bodyPr/>
          <a:lstStyle/>
          <a:p>
            <a:pPr>
              <a:defRPr/>
            </a:pPr>
            <a:endParaRPr lang="en-US"/>
          </a:p>
        </p:txBody>
      </p:sp>
      <p:sp>
        <p:nvSpPr>
          <p:cNvPr id="478234" name="Line 26"/>
          <p:cNvSpPr>
            <a:spLocks noChangeShapeType="1"/>
          </p:cNvSpPr>
          <p:nvPr/>
        </p:nvSpPr>
        <p:spPr bwMode="auto">
          <a:xfrm flipH="1">
            <a:off x="1182687" y="5495925"/>
            <a:ext cx="7031038" cy="0"/>
          </a:xfrm>
          <a:prstGeom prst="line">
            <a:avLst/>
          </a:prstGeom>
          <a:noFill/>
          <a:ln w="12700">
            <a:solidFill>
              <a:srgbClr val="000000"/>
            </a:solidFill>
            <a:round/>
            <a:headEnd/>
            <a:tailEnd/>
          </a:ln>
          <a:effectLst/>
        </p:spPr>
        <p:txBody>
          <a:bodyPr wrap="none" anchor="ctr"/>
          <a:lstStyle/>
          <a:p>
            <a:pPr>
              <a:defRPr/>
            </a:pPr>
            <a:endParaRPr lang="en-US"/>
          </a:p>
        </p:txBody>
      </p:sp>
      <p:sp>
        <p:nvSpPr>
          <p:cNvPr id="478235" name="Line 27"/>
          <p:cNvSpPr>
            <a:spLocks noChangeShapeType="1"/>
          </p:cNvSpPr>
          <p:nvPr/>
        </p:nvSpPr>
        <p:spPr bwMode="auto">
          <a:xfrm>
            <a:off x="7921625" y="3997325"/>
            <a:ext cx="0" cy="1492250"/>
          </a:xfrm>
          <a:prstGeom prst="line">
            <a:avLst/>
          </a:prstGeom>
          <a:noFill/>
          <a:ln w="12700">
            <a:solidFill>
              <a:srgbClr val="000000"/>
            </a:solidFill>
            <a:round/>
            <a:headEnd/>
            <a:tailEnd/>
          </a:ln>
          <a:effectLst/>
        </p:spPr>
        <p:txBody>
          <a:bodyPr wrap="none" anchor="ctr"/>
          <a:lstStyle/>
          <a:p>
            <a:pPr>
              <a:defRPr/>
            </a:pPr>
            <a:endParaRPr lang="en-US"/>
          </a:p>
        </p:txBody>
      </p:sp>
      <p:sp>
        <p:nvSpPr>
          <p:cNvPr id="478236" name="Line 28"/>
          <p:cNvSpPr>
            <a:spLocks noChangeShapeType="1"/>
          </p:cNvSpPr>
          <p:nvPr/>
        </p:nvSpPr>
        <p:spPr bwMode="auto">
          <a:xfrm flipV="1">
            <a:off x="7494587" y="3984625"/>
            <a:ext cx="0" cy="1517650"/>
          </a:xfrm>
          <a:prstGeom prst="line">
            <a:avLst/>
          </a:prstGeom>
          <a:noFill/>
          <a:ln w="12700">
            <a:solidFill>
              <a:srgbClr val="000000"/>
            </a:solidFill>
            <a:round/>
            <a:headEnd/>
            <a:tailEnd/>
          </a:ln>
          <a:effectLst/>
        </p:spPr>
        <p:txBody>
          <a:bodyPr wrap="none" anchor="ctr"/>
          <a:lstStyle/>
          <a:p>
            <a:pPr>
              <a:defRPr/>
            </a:pPr>
            <a:endParaRPr lang="en-US"/>
          </a:p>
        </p:txBody>
      </p:sp>
      <p:sp>
        <p:nvSpPr>
          <p:cNvPr id="478237" name="Line 29"/>
          <p:cNvSpPr>
            <a:spLocks noChangeShapeType="1"/>
          </p:cNvSpPr>
          <p:nvPr/>
        </p:nvSpPr>
        <p:spPr bwMode="auto">
          <a:xfrm flipV="1">
            <a:off x="6980237" y="3984625"/>
            <a:ext cx="0" cy="1517650"/>
          </a:xfrm>
          <a:prstGeom prst="line">
            <a:avLst/>
          </a:prstGeom>
          <a:noFill/>
          <a:ln w="12700">
            <a:solidFill>
              <a:srgbClr val="000000"/>
            </a:solidFill>
            <a:round/>
            <a:headEnd/>
            <a:tailEnd/>
          </a:ln>
          <a:effectLst/>
        </p:spPr>
        <p:txBody>
          <a:bodyPr wrap="none" anchor="ctr"/>
          <a:lstStyle/>
          <a:p>
            <a:pPr>
              <a:defRPr/>
            </a:pPr>
            <a:endParaRPr lang="en-US"/>
          </a:p>
        </p:txBody>
      </p:sp>
      <p:sp>
        <p:nvSpPr>
          <p:cNvPr id="478238" name="Line 30"/>
          <p:cNvSpPr>
            <a:spLocks noChangeShapeType="1"/>
          </p:cNvSpPr>
          <p:nvPr/>
        </p:nvSpPr>
        <p:spPr bwMode="auto">
          <a:xfrm>
            <a:off x="1552575" y="3998912"/>
            <a:ext cx="0" cy="1490663"/>
          </a:xfrm>
          <a:prstGeom prst="line">
            <a:avLst/>
          </a:prstGeom>
          <a:noFill/>
          <a:ln w="12700">
            <a:solidFill>
              <a:srgbClr val="000000"/>
            </a:solidFill>
            <a:round/>
            <a:headEnd/>
            <a:tailEnd/>
          </a:ln>
          <a:effectLst/>
        </p:spPr>
        <p:txBody>
          <a:bodyPr wrap="none" anchor="ctr"/>
          <a:lstStyle/>
          <a:p>
            <a:pPr>
              <a:defRPr/>
            </a:pPr>
            <a:endParaRPr lang="en-US"/>
          </a:p>
        </p:txBody>
      </p:sp>
      <p:sp>
        <p:nvSpPr>
          <p:cNvPr id="478239" name="Line 31"/>
          <p:cNvSpPr>
            <a:spLocks noChangeShapeType="1"/>
          </p:cNvSpPr>
          <p:nvPr/>
        </p:nvSpPr>
        <p:spPr bwMode="auto">
          <a:xfrm>
            <a:off x="2886075" y="3997325"/>
            <a:ext cx="0" cy="1492250"/>
          </a:xfrm>
          <a:prstGeom prst="line">
            <a:avLst/>
          </a:prstGeom>
          <a:noFill/>
          <a:ln w="12700">
            <a:solidFill>
              <a:srgbClr val="000000"/>
            </a:solidFill>
            <a:round/>
            <a:headEnd/>
            <a:tailEnd/>
          </a:ln>
          <a:effectLst/>
        </p:spPr>
        <p:txBody>
          <a:bodyPr wrap="none" anchor="ctr"/>
          <a:lstStyle/>
          <a:p>
            <a:pPr>
              <a:defRPr/>
            </a:pPr>
            <a:endParaRPr lang="en-US"/>
          </a:p>
        </p:txBody>
      </p:sp>
      <p:sp>
        <p:nvSpPr>
          <p:cNvPr id="6176" name="Rectangle 32"/>
          <p:cNvSpPr>
            <a:spLocks noChangeArrowheads="1"/>
          </p:cNvSpPr>
          <p:nvPr/>
        </p:nvSpPr>
        <p:spPr bwMode="auto">
          <a:xfrm>
            <a:off x="1225550" y="4005262"/>
            <a:ext cx="250825"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1</a:t>
            </a:r>
          </a:p>
        </p:txBody>
      </p:sp>
      <p:sp>
        <p:nvSpPr>
          <p:cNvPr id="6177" name="Rectangle 33"/>
          <p:cNvSpPr>
            <a:spLocks noChangeArrowheads="1"/>
          </p:cNvSpPr>
          <p:nvPr/>
        </p:nvSpPr>
        <p:spPr bwMode="auto">
          <a:xfrm>
            <a:off x="1225550" y="4322762"/>
            <a:ext cx="250825"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2</a:t>
            </a:r>
          </a:p>
        </p:txBody>
      </p:sp>
      <p:sp>
        <p:nvSpPr>
          <p:cNvPr id="6178" name="Rectangle 34"/>
          <p:cNvSpPr>
            <a:spLocks noChangeArrowheads="1"/>
          </p:cNvSpPr>
          <p:nvPr/>
        </p:nvSpPr>
        <p:spPr bwMode="auto">
          <a:xfrm>
            <a:off x="1225550" y="4619625"/>
            <a:ext cx="250825"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3</a:t>
            </a:r>
          </a:p>
        </p:txBody>
      </p:sp>
      <p:sp>
        <p:nvSpPr>
          <p:cNvPr id="6179" name="Rectangle 35"/>
          <p:cNvSpPr>
            <a:spLocks noChangeArrowheads="1"/>
          </p:cNvSpPr>
          <p:nvPr/>
        </p:nvSpPr>
        <p:spPr bwMode="auto">
          <a:xfrm>
            <a:off x="1225550" y="4916487"/>
            <a:ext cx="250825"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4</a:t>
            </a:r>
          </a:p>
        </p:txBody>
      </p:sp>
      <p:sp>
        <p:nvSpPr>
          <p:cNvPr id="6180" name="Rectangle 36"/>
          <p:cNvSpPr>
            <a:spLocks noChangeArrowheads="1"/>
          </p:cNvSpPr>
          <p:nvPr/>
        </p:nvSpPr>
        <p:spPr bwMode="auto">
          <a:xfrm>
            <a:off x="1225550" y="5213350"/>
            <a:ext cx="250825"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5</a:t>
            </a:r>
          </a:p>
        </p:txBody>
      </p:sp>
      <p:sp>
        <p:nvSpPr>
          <p:cNvPr id="6181" name="Rectangle 37"/>
          <p:cNvSpPr>
            <a:spLocks noChangeArrowheads="1"/>
          </p:cNvSpPr>
          <p:nvPr/>
        </p:nvSpPr>
        <p:spPr bwMode="auto">
          <a:xfrm>
            <a:off x="1103312" y="3216275"/>
            <a:ext cx="1482779" cy="320601"/>
          </a:xfrm>
          <a:prstGeom prst="rect">
            <a:avLst/>
          </a:prstGeom>
          <a:noFill/>
          <a:ln w="12700">
            <a:noFill/>
            <a:miter lim="800000"/>
            <a:headEnd/>
            <a:tailEnd/>
          </a:ln>
        </p:spPr>
        <p:txBody>
          <a:bodyPr wrap="none" lIns="90488" tIns="44450" rIns="90488" bIns="44450">
            <a:spAutoFit/>
          </a:bodyPr>
          <a:lstStyle/>
          <a:p>
            <a:r>
              <a:rPr lang="en-US" sz="1500" dirty="0">
                <a:solidFill>
                  <a:srgbClr val="000000"/>
                </a:solidFill>
                <a:effectLst/>
              </a:rPr>
              <a:t>Date Shipped: </a:t>
            </a:r>
          </a:p>
        </p:txBody>
      </p:sp>
      <p:sp>
        <p:nvSpPr>
          <p:cNvPr id="6183" name="Rectangle 39"/>
          <p:cNvSpPr>
            <a:spLocks noChangeArrowheads="1"/>
          </p:cNvSpPr>
          <p:nvPr/>
        </p:nvSpPr>
        <p:spPr bwMode="auto">
          <a:xfrm>
            <a:off x="1103312" y="2109787"/>
            <a:ext cx="973138" cy="317500"/>
          </a:xfrm>
          <a:prstGeom prst="rect">
            <a:avLst/>
          </a:prstGeom>
          <a:noFill/>
          <a:ln w="12700">
            <a:noFill/>
            <a:miter lim="800000"/>
            <a:headEnd/>
            <a:tailEnd/>
          </a:ln>
        </p:spPr>
        <p:txBody>
          <a:bodyPr wrap="none" lIns="90488" tIns="44450" rIns="90488" bIns="44450">
            <a:spAutoFit/>
          </a:bodyPr>
          <a:lstStyle/>
          <a:p>
            <a:r>
              <a:rPr lang="en-US" sz="1500">
                <a:solidFill>
                  <a:srgbClr val="000000"/>
                </a:solidFill>
                <a:effectLst/>
              </a:rPr>
              <a:t>Customer:</a:t>
            </a:r>
          </a:p>
        </p:txBody>
      </p:sp>
      <p:sp>
        <p:nvSpPr>
          <p:cNvPr id="478248" name="Line 40"/>
          <p:cNvSpPr>
            <a:spLocks noChangeShapeType="1"/>
          </p:cNvSpPr>
          <p:nvPr/>
        </p:nvSpPr>
        <p:spPr bwMode="auto">
          <a:xfrm>
            <a:off x="2244725" y="2322512"/>
            <a:ext cx="2940050" cy="0"/>
          </a:xfrm>
          <a:prstGeom prst="line">
            <a:avLst/>
          </a:prstGeom>
          <a:noFill/>
          <a:ln w="12700">
            <a:solidFill>
              <a:srgbClr val="000000"/>
            </a:solidFill>
            <a:round/>
            <a:headEnd/>
            <a:tailEnd/>
          </a:ln>
          <a:effectLst/>
        </p:spPr>
        <p:txBody>
          <a:bodyPr wrap="none" anchor="ctr"/>
          <a:lstStyle/>
          <a:p>
            <a:pPr>
              <a:defRPr/>
            </a:pPr>
            <a:endParaRPr lang="en-US"/>
          </a:p>
        </p:txBody>
      </p:sp>
      <p:sp>
        <p:nvSpPr>
          <p:cNvPr id="478249" name="Line 41"/>
          <p:cNvSpPr>
            <a:spLocks noChangeShapeType="1"/>
          </p:cNvSpPr>
          <p:nvPr/>
        </p:nvSpPr>
        <p:spPr bwMode="auto">
          <a:xfrm>
            <a:off x="2244725" y="2574925"/>
            <a:ext cx="2940050" cy="0"/>
          </a:xfrm>
          <a:prstGeom prst="line">
            <a:avLst/>
          </a:prstGeom>
          <a:noFill/>
          <a:ln w="12700">
            <a:solidFill>
              <a:srgbClr val="000000"/>
            </a:solidFill>
            <a:round/>
            <a:headEnd/>
            <a:tailEnd/>
          </a:ln>
          <a:effectLst/>
        </p:spPr>
        <p:txBody>
          <a:bodyPr wrap="none" anchor="ctr"/>
          <a:lstStyle/>
          <a:p>
            <a:pPr>
              <a:defRPr/>
            </a:pPr>
            <a:endParaRPr lang="en-US"/>
          </a:p>
        </p:txBody>
      </p:sp>
      <p:sp>
        <p:nvSpPr>
          <p:cNvPr id="478250" name="Line 42"/>
          <p:cNvSpPr>
            <a:spLocks noChangeShapeType="1"/>
          </p:cNvSpPr>
          <p:nvPr/>
        </p:nvSpPr>
        <p:spPr bwMode="auto">
          <a:xfrm>
            <a:off x="2244725" y="2827337"/>
            <a:ext cx="1704975" cy="0"/>
          </a:xfrm>
          <a:prstGeom prst="line">
            <a:avLst/>
          </a:prstGeom>
          <a:noFill/>
          <a:ln w="12700">
            <a:solidFill>
              <a:srgbClr val="000000"/>
            </a:solidFill>
            <a:round/>
            <a:headEnd/>
            <a:tailEnd/>
          </a:ln>
          <a:effectLst/>
        </p:spPr>
        <p:txBody>
          <a:bodyPr wrap="none" anchor="ctr"/>
          <a:lstStyle/>
          <a:p>
            <a:pPr>
              <a:defRPr/>
            </a:pPr>
            <a:endParaRPr lang="en-US"/>
          </a:p>
        </p:txBody>
      </p:sp>
      <p:sp>
        <p:nvSpPr>
          <p:cNvPr id="478251" name="Line 43"/>
          <p:cNvSpPr>
            <a:spLocks noChangeShapeType="1"/>
          </p:cNvSpPr>
          <p:nvPr/>
        </p:nvSpPr>
        <p:spPr bwMode="auto">
          <a:xfrm>
            <a:off x="4092575" y="2827337"/>
            <a:ext cx="288925" cy="0"/>
          </a:xfrm>
          <a:prstGeom prst="line">
            <a:avLst/>
          </a:prstGeom>
          <a:noFill/>
          <a:ln w="12700">
            <a:solidFill>
              <a:srgbClr val="000000"/>
            </a:solidFill>
            <a:round/>
            <a:headEnd/>
            <a:tailEnd/>
          </a:ln>
          <a:effectLst/>
        </p:spPr>
        <p:txBody>
          <a:bodyPr wrap="none" anchor="ctr"/>
          <a:lstStyle/>
          <a:p>
            <a:pPr>
              <a:defRPr/>
            </a:pPr>
            <a:endParaRPr lang="en-US"/>
          </a:p>
        </p:txBody>
      </p:sp>
      <p:sp>
        <p:nvSpPr>
          <p:cNvPr id="478252" name="Line 44"/>
          <p:cNvSpPr>
            <a:spLocks noChangeShapeType="1"/>
          </p:cNvSpPr>
          <p:nvPr/>
        </p:nvSpPr>
        <p:spPr bwMode="auto">
          <a:xfrm>
            <a:off x="4524375" y="2827337"/>
            <a:ext cx="660400" cy="0"/>
          </a:xfrm>
          <a:prstGeom prst="line">
            <a:avLst/>
          </a:prstGeom>
          <a:noFill/>
          <a:ln w="12700">
            <a:solidFill>
              <a:srgbClr val="000000"/>
            </a:solidFill>
            <a:round/>
            <a:headEnd/>
            <a:tailEnd/>
          </a:ln>
          <a:effectLst/>
        </p:spPr>
        <p:txBody>
          <a:bodyPr wrap="none" anchor="ctr"/>
          <a:lstStyle/>
          <a:p>
            <a:pPr>
              <a:defRPr/>
            </a:pPr>
            <a:endParaRPr lang="en-US"/>
          </a:p>
        </p:txBody>
      </p:sp>
      <p:sp>
        <p:nvSpPr>
          <p:cNvPr id="6189" name="Rectangle 45"/>
          <p:cNvSpPr>
            <a:spLocks noChangeArrowheads="1"/>
          </p:cNvSpPr>
          <p:nvPr/>
        </p:nvSpPr>
        <p:spPr bwMode="auto">
          <a:xfrm>
            <a:off x="1220787" y="2393950"/>
            <a:ext cx="955675" cy="305212"/>
          </a:xfrm>
          <a:prstGeom prst="rect">
            <a:avLst/>
          </a:prstGeom>
          <a:noFill/>
          <a:ln w="12700">
            <a:noFill/>
            <a:miter lim="800000"/>
            <a:headEnd/>
            <a:tailEnd/>
          </a:ln>
        </p:spPr>
        <p:txBody>
          <a:bodyPr wrap="square" lIns="90488" tIns="44450" rIns="90488" bIns="44450">
            <a:spAutoFit/>
          </a:bodyPr>
          <a:lstStyle/>
          <a:p>
            <a:r>
              <a:rPr lang="en-US" sz="1400" dirty="0">
                <a:solidFill>
                  <a:srgbClr val="000000"/>
                </a:solidFill>
                <a:effectLst/>
              </a:rPr>
              <a:t>Address:</a:t>
            </a:r>
          </a:p>
        </p:txBody>
      </p:sp>
      <p:sp>
        <p:nvSpPr>
          <p:cNvPr id="6190" name="Rectangle 46"/>
          <p:cNvSpPr>
            <a:spLocks noChangeArrowheads="1"/>
          </p:cNvSpPr>
          <p:nvPr/>
        </p:nvSpPr>
        <p:spPr bwMode="auto">
          <a:xfrm>
            <a:off x="2143125" y="2820987"/>
            <a:ext cx="420687"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City</a:t>
            </a:r>
          </a:p>
        </p:txBody>
      </p:sp>
      <p:sp>
        <p:nvSpPr>
          <p:cNvPr id="6191" name="Rectangle 47"/>
          <p:cNvSpPr>
            <a:spLocks noChangeArrowheads="1"/>
          </p:cNvSpPr>
          <p:nvPr/>
        </p:nvSpPr>
        <p:spPr bwMode="auto">
          <a:xfrm>
            <a:off x="3971925" y="2820987"/>
            <a:ext cx="458787"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State</a:t>
            </a:r>
          </a:p>
        </p:txBody>
      </p:sp>
      <p:sp>
        <p:nvSpPr>
          <p:cNvPr id="6192" name="Rectangle 48"/>
          <p:cNvSpPr>
            <a:spLocks noChangeArrowheads="1"/>
          </p:cNvSpPr>
          <p:nvPr/>
        </p:nvSpPr>
        <p:spPr bwMode="auto">
          <a:xfrm>
            <a:off x="4465637" y="2820987"/>
            <a:ext cx="704850" cy="257175"/>
          </a:xfrm>
          <a:prstGeom prst="rect">
            <a:avLst/>
          </a:prstGeom>
          <a:noFill/>
          <a:ln w="12700">
            <a:noFill/>
            <a:miter lim="800000"/>
            <a:headEnd/>
            <a:tailEnd/>
          </a:ln>
        </p:spPr>
        <p:txBody>
          <a:bodyPr wrap="none" lIns="90488" tIns="44450" rIns="90488" bIns="44450">
            <a:spAutoFit/>
          </a:bodyPr>
          <a:lstStyle/>
          <a:p>
            <a:r>
              <a:rPr lang="en-US" sz="1100">
                <a:solidFill>
                  <a:srgbClr val="000000"/>
                </a:solidFill>
                <a:effectLst/>
              </a:rPr>
              <a:t>Zip Code</a:t>
            </a:r>
          </a:p>
        </p:txBody>
      </p:sp>
      <p:sp>
        <p:nvSpPr>
          <p:cNvPr id="6193" name="Rectangle 49"/>
          <p:cNvSpPr>
            <a:spLocks noChangeArrowheads="1"/>
          </p:cNvSpPr>
          <p:nvPr/>
        </p:nvSpPr>
        <p:spPr bwMode="auto">
          <a:xfrm>
            <a:off x="7129462" y="508000"/>
            <a:ext cx="942975" cy="393700"/>
          </a:xfrm>
          <a:prstGeom prst="rect">
            <a:avLst/>
          </a:prstGeom>
          <a:noFill/>
          <a:ln w="12700">
            <a:noFill/>
            <a:miter lim="800000"/>
            <a:headEnd/>
            <a:tailEnd/>
          </a:ln>
        </p:spPr>
        <p:txBody>
          <a:bodyPr wrap="none" lIns="90488" tIns="44450" rIns="90488" bIns="44450">
            <a:spAutoFit/>
          </a:bodyPr>
          <a:lstStyle/>
          <a:p>
            <a:r>
              <a:rPr lang="en-US" sz="2000" dirty="0">
                <a:solidFill>
                  <a:srgbClr val="000080"/>
                </a:solidFill>
                <a:effectLst/>
                <a:latin typeface="Courier New" pitchFamily="49" charset="0"/>
              </a:rPr>
              <a:t>10001</a:t>
            </a:r>
          </a:p>
        </p:txBody>
      </p:sp>
      <p:sp>
        <p:nvSpPr>
          <p:cNvPr id="6195" name="Rectangle 51"/>
          <p:cNvSpPr>
            <a:spLocks noChangeArrowheads="1"/>
          </p:cNvSpPr>
          <p:nvPr/>
        </p:nvSpPr>
        <p:spPr bwMode="auto">
          <a:xfrm>
            <a:off x="2419350" y="1658937"/>
            <a:ext cx="2228850" cy="363538"/>
          </a:xfrm>
          <a:prstGeom prst="rect">
            <a:avLst/>
          </a:prstGeom>
          <a:noFill/>
          <a:ln w="12700">
            <a:noFill/>
            <a:miter lim="800000"/>
            <a:headEnd/>
            <a:tailEnd/>
          </a:ln>
        </p:spPr>
        <p:txBody>
          <a:bodyPr wrap="none" lIns="90488" tIns="44450" rIns="90488" bIns="44450">
            <a:spAutoFit/>
          </a:bodyPr>
          <a:lstStyle/>
          <a:p>
            <a:r>
              <a:rPr lang="en-US" sz="1800">
                <a:solidFill>
                  <a:srgbClr val="000080"/>
                </a:solidFill>
                <a:effectLst/>
                <a:latin typeface="Courier New" pitchFamily="49" charset="0"/>
              </a:rPr>
              <a:t>0000-000-0000-0</a:t>
            </a:r>
          </a:p>
        </p:txBody>
      </p:sp>
      <p:sp>
        <p:nvSpPr>
          <p:cNvPr id="6196" name="Rectangle 52"/>
          <p:cNvSpPr>
            <a:spLocks noChangeArrowheads="1"/>
          </p:cNvSpPr>
          <p:nvPr/>
        </p:nvSpPr>
        <p:spPr bwMode="auto">
          <a:xfrm>
            <a:off x="2185987" y="2028825"/>
            <a:ext cx="1546225" cy="363537"/>
          </a:xfrm>
          <a:prstGeom prst="rect">
            <a:avLst/>
          </a:prstGeom>
          <a:noFill/>
          <a:ln w="12700">
            <a:noFill/>
            <a:miter lim="800000"/>
            <a:headEnd/>
            <a:tailEnd/>
          </a:ln>
        </p:spPr>
        <p:txBody>
          <a:bodyPr wrap="none" lIns="90488" tIns="44450" rIns="90488" bIns="44450">
            <a:spAutoFit/>
          </a:bodyPr>
          <a:lstStyle/>
          <a:p>
            <a:r>
              <a:rPr lang="en-US" sz="1800">
                <a:solidFill>
                  <a:srgbClr val="000080"/>
                </a:solidFill>
                <a:effectLst/>
                <a:latin typeface="Courier New" pitchFamily="49" charset="0"/>
              </a:rPr>
              <a:t>John Smith</a:t>
            </a:r>
          </a:p>
        </p:txBody>
      </p:sp>
      <p:sp>
        <p:nvSpPr>
          <p:cNvPr id="6197" name="Rectangle 53"/>
          <p:cNvSpPr>
            <a:spLocks noChangeArrowheads="1"/>
          </p:cNvSpPr>
          <p:nvPr/>
        </p:nvSpPr>
        <p:spPr bwMode="auto">
          <a:xfrm>
            <a:off x="2185987" y="2309812"/>
            <a:ext cx="2092325" cy="363538"/>
          </a:xfrm>
          <a:prstGeom prst="rect">
            <a:avLst/>
          </a:prstGeom>
          <a:noFill/>
          <a:ln w="12700">
            <a:noFill/>
            <a:miter lim="800000"/>
            <a:headEnd/>
            <a:tailEnd/>
          </a:ln>
        </p:spPr>
        <p:txBody>
          <a:bodyPr wrap="none" lIns="90488" tIns="44450" rIns="90488" bIns="44450">
            <a:spAutoFit/>
          </a:bodyPr>
          <a:lstStyle/>
          <a:p>
            <a:r>
              <a:rPr lang="en-US" sz="1800">
                <a:solidFill>
                  <a:srgbClr val="000080"/>
                </a:solidFill>
                <a:effectLst/>
                <a:latin typeface="Courier New" pitchFamily="49" charset="0"/>
              </a:rPr>
              <a:t>2036-26 Street</a:t>
            </a:r>
          </a:p>
        </p:txBody>
      </p:sp>
      <p:sp>
        <p:nvSpPr>
          <p:cNvPr id="6198" name="Rectangle 54"/>
          <p:cNvSpPr>
            <a:spLocks noChangeArrowheads="1"/>
          </p:cNvSpPr>
          <p:nvPr/>
        </p:nvSpPr>
        <p:spPr bwMode="auto">
          <a:xfrm>
            <a:off x="2185987" y="2549525"/>
            <a:ext cx="3048000" cy="363537"/>
          </a:xfrm>
          <a:prstGeom prst="rect">
            <a:avLst/>
          </a:prstGeom>
          <a:noFill/>
          <a:ln w="12700">
            <a:noFill/>
            <a:miter lim="800000"/>
            <a:headEnd/>
            <a:tailEnd/>
          </a:ln>
        </p:spPr>
        <p:txBody>
          <a:bodyPr wrap="none" lIns="90488" tIns="44450" rIns="90488" bIns="44450">
            <a:spAutoFit/>
          </a:bodyPr>
          <a:lstStyle/>
          <a:p>
            <a:r>
              <a:rPr lang="en-US" sz="1800">
                <a:solidFill>
                  <a:srgbClr val="000080"/>
                </a:solidFill>
                <a:effectLst/>
                <a:latin typeface="Courier New" pitchFamily="49" charset="0"/>
              </a:rPr>
              <a:t>Sacramento   CA 95819</a:t>
            </a:r>
          </a:p>
        </p:txBody>
      </p:sp>
      <p:sp>
        <p:nvSpPr>
          <p:cNvPr id="6199" name="Rectangle 55"/>
          <p:cNvSpPr>
            <a:spLocks noChangeArrowheads="1"/>
          </p:cNvSpPr>
          <p:nvPr/>
        </p:nvSpPr>
        <p:spPr bwMode="auto">
          <a:xfrm>
            <a:off x="1585912" y="4002087"/>
            <a:ext cx="4826000" cy="333375"/>
          </a:xfrm>
          <a:prstGeom prst="rect">
            <a:avLst/>
          </a:prstGeom>
          <a:noFill/>
          <a:ln w="12700">
            <a:noFill/>
            <a:miter lim="800000"/>
            <a:headEnd/>
            <a:tailEnd/>
          </a:ln>
        </p:spPr>
        <p:txBody>
          <a:bodyPr wrap="none" lIns="90488" tIns="44450" rIns="90488" bIns="44450">
            <a:spAutoFit/>
          </a:bodyPr>
          <a:lstStyle/>
          <a:p>
            <a:r>
              <a:rPr lang="en-US" sz="1600">
                <a:solidFill>
                  <a:srgbClr val="000080"/>
                </a:solidFill>
                <a:effectLst/>
                <a:latin typeface="Courier New" pitchFamily="49" charset="0"/>
              </a:rPr>
              <a:t>SAGX730    Pioneer Remote A/V Receiver</a:t>
            </a:r>
          </a:p>
        </p:txBody>
      </p:sp>
      <p:sp>
        <p:nvSpPr>
          <p:cNvPr id="6200" name="Rectangle 56"/>
          <p:cNvSpPr>
            <a:spLocks noChangeArrowheads="1"/>
          </p:cNvSpPr>
          <p:nvPr/>
        </p:nvSpPr>
        <p:spPr bwMode="auto">
          <a:xfrm>
            <a:off x="1585912" y="4325937"/>
            <a:ext cx="4581525" cy="333375"/>
          </a:xfrm>
          <a:prstGeom prst="rect">
            <a:avLst/>
          </a:prstGeom>
          <a:noFill/>
          <a:ln w="12700">
            <a:noFill/>
            <a:miter lim="800000"/>
            <a:headEnd/>
            <a:tailEnd/>
          </a:ln>
        </p:spPr>
        <p:txBody>
          <a:bodyPr wrap="none" lIns="90488" tIns="44450" rIns="90488" bIns="44450">
            <a:spAutoFit/>
          </a:bodyPr>
          <a:lstStyle/>
          <a:p>
            <a:r>
              <a:rPr lang="en-US" sz="1600">
                <a:solidFill>
                  <a:srgbClr val="000080"/>
                </a:solidFill>
                <a:effectLst/>
                <a:latin typeface="Courier New" pitchFamily="49" charset="0"/>
              </a:rPr>
              <a:t>AT10       Cervwin Vega Loudspeakers</a:t>
            </a:r>
          </a:p>
        </p:txBody>
      </p:sp>
      <p:sp>
        <p:nvSpPr>
          <p:cNvPr id="6201" name="Rectangle 57"/>
          <p:cNvSpPr>
            <a:spLocks noChangeArrowheads="1"/>
          </p:cNvSpPr>
          <p:nvPr/>
        </p:nvSpPr>
        <p:spPr bwMode="auto">
          <a:xfrm>
            <a:off x="1585912" y="4610100"/>
            <a:ext cx="4826000" cy="333375"/>
          </a:xfrm>
          <a:prstGeom prst="rect">
            <a:avLst/>
          </a:prstGeom>
          <a:noFill/>
          <a:ln w="12700">
            <a:noFill/>
            <a:miter lim="800000"/>
            <a:headEnd/>
            <a:tailEnd/>
          </a:ln>
        </p:spPr>
        <p:txBody>
          <a:bodyPr wrap="none" lIns="90488" tIns="44450" rIns="90488" bIns="44450">
            <a:spAutoFit/>
          </a:bodyPr>
          <a:lstStyle/>
          <a:p>
            <a:r>
              <a:rPr lang="en-US" sz="1600">
                <a:solidFill>
                  <a:srgbClr val="000080"/>
                </a:solidFill>
                <a:effectLst/>
                <a:latin typeface="Courier New" pitchFamily="49" charset="0"/>
              </a:rPr>
              <a:t>CDPC725    Sony Disc-Jockey CD Changer</a:t>
            </a:r>
          </a:p>
        </p:txBody>
      </p:sp>
      <p:sp>
        <p:nvSpPr>
          <p:cNvPr id="478267" name="Rectangle 59"/>
          <p:cNvSpPr>
            <a:spLocks noChangeArrowheads="1"/>
          </p:cNvSpPr>
          <p:nvPr/>
        </p:nvSpPr>
        <p:spPr bwMode="auto">
          <a:xfrm>
            <a:off x="7005637" y="5595937"/>
            <a:ext cx="1193800" cy="1003300"/>
          </a:xfrm>
          <a:prstGeom prst="rect">
            <a:avLst/>
          </a:prstGeom>
          <a:noFill/>
          <a:ln w="12700">
            <a:solidFill>
              <a:srgbClr val="414141"/>
            </a:solidFill>
            <a:miter lim="800000"/>
            <a:headEnd/>
            <a:tailEnd/>
          </a:ln>
          <a:effectLst/>
        </p:spPr>
        <p:txBody>
          <a:bodyPr wrap="none" anchor="ctr"/>
          <a:lstStyle/>
          <a:p>
            <a:pPr>
              <a:defRPr/>
            </a:pPr>
            <a:endParaRPr lang="en-US"/>
          </a:p>
        </p:txBody>
      </p:sp>
      <p:sp>
        <p:nvSpPr>
          <p:cNvPr id="6204" name="Rectangle 60"/>
          <p:cNvSpPr>
            <a:spLocks noChangeArrowheads="1"/>
          </p:cNvSpPr>
          <p:nvPr/>
        </p:nvSpPr>
        <p:spPr bwMode="auto">
          <a:xfrm>
            <a:off x="5221287" y="5607050"/>
            <a:ext cx="1819275" cy="1003300"/>
          </a:xfrm>
          <a:prstGeom prst="rect">
            <a:avLst/>
          </a:prstGeom>
          <a:noFill/>
          <a:ln w="12700">
            <a:noFill/>
            <a:miter lim="800000"/>
            <a:headEnd/>
            <a:tailEnd/>
          </a:ln>
        </p:spPr>
        <p:txBody>
          <a:bodyPr wrap="none" lIns="90488" tIns="44450" rIns="90488" bIns="44450">
            <a:spAutoFit/>
          </a:bodyPr>
          <a:lstStyle/>
          <a:p>
            <a:pPr algn="r"/>
            <a:r>
              <a:rPr lang="en-US" sz="1500">
                <a:solidFill>
                  <a:srgbClr val="414141"/>
                </a:solidFill>
                <a:effectLst/>
              </a:rPr>
              <a:t>Subtotal</a:t>
            </a:r>
          </a:p>
          <a:p>
            <a:pPr algn="r"/>
            <a:r>
              <a:rPr lang="en-US" sz="1500">
                <a:solidFill>
                  <a:srgbClr val="414141"/>
                </a:solidFill>
                <a:effectLst/>
              </a:rPr>
              <a:t>Shipping &amp; Handling</a:t>
            </a:r>
          </a:p>
          <a:p>
            <a:pPr algn="r"/>
            <a:r>
              <a:rPr lang="en-US" sz="1500">
                <a:solidFill>
                  <a:srgbClr val="414141"/>
                </a:solidFill>
                <a:effectLst/>
              </a:rPr>
              <a:t>Sales Tax</a:t>
            </a:r>
          </a:p>
          <a:p>
            <a:pPr algn="r"/>
            <a:r>
              <a:rPr lang="en-US" sz="1500">
                <a:solidFill>
                  <a:srgbClr val="414141"/>
                </a:solidFill>
                <a:effectLst/>
              </a:rPr>
              <a:t>Total</a:t>
            </a:r>
          </a:p>
        </p:txBody>
      </p:sp>
      <p:sp>
        <p:nvSpPr>
          <p:cNvPr id="478269" name="Line 61"/>
          <p:cNvSpPr>
            <a:spLocks noChangeShapeType="1"/>
          </p:cNvSpPr>
          <p:nvPr/>
        </p:nvSpPr>
        <p:spPr bwMode="auto">
          <a:xfrm>
            <a:off x="7926387" y="5595937"/>
            <a:ext cx="0" cy="1003300"/>
          </a:xfrm>
          <a:prstGeom prst="line">
            <a:avLst/>
          </a:prstGeom>
          <a:noFill/>
          <a:ln w="12700">
            <a:solidFill>
              <a:srgbClr val="414141"/>
            </a:solidFill>
            <a:round/>
            <a:headEnd/>
            <a:tailEnd/>
          </a:ln>
          <a:effectLst/>
        </p:spPr>
        <p:txBody>
          <a:bodyPr wrap="none" anchor="ctr"/>
          <a:lstStyle/>
          <a:p>
            <a:pPr>
              <a:defRPr/>
            </a:pPr>
            <a:endParaRPr lang="en-US"/>
          </a:p>
        </p:txBody>
      </p:sp>
      <p:sp>
        <p:nvSpPr>
          <p:cNvPr id="6206" name="Rectangle 62"/>
          <p:cNvSpPr>
            <a:spLocks noChangeArrowheads="1"/>
          </p:cNvSpPr>
          <p:nvPr/>
        </p:nvSpPr>
        <p:spPr bwMode="auto">
          <a:xfrm>
            <a:off x="7346950" y="5562600"/>
            <a:ext cx="914400" cy="1066800"/>
          </a:xfrm>
          <a:prstGeom prst="rect">
            <a:avLst/>
          </a:prstGeom>
          <a:noFill/>
          <a:ln w="12700">
            <a:noFill/>
            <a:miter lim="800000"/>
            <a:headEnd/>
            <a:tailEnd/>
          </a:ln>
        </p:spPr>
        <p:txBody>
          <a:bodyPr wrap="none" lIns="90488" tIns="44450" rIns="90488" bIns="44450">
            <a:spAutoFit/>
          </a:bodyPr>
          <a:lstStyle/>
          <a:p>
            <a:pPr algn="r"/>
            <a:r>
              <a:rPr lang="en-US" sz="1600">
                <a:solidFill>
                  <a:srgbClr val="500093"/>
                </a:solidFill>
                <a:effectLst/>
                <a:latin typeface="Courier New" pitchFamily="49" charset="0"/>
              </a:rPr>
              <a:t>132985</a:t>
            </a:r>
          </a:p>
          <a:p>
            <a:pPr algn="r"/>
            <a:r>
              <a:rPr lang="en-US" sz="1600">
                <a:solidFill>
                  <a:srgbClr val="500093"/>
                </a:solidFill>
                <a:effectLst/>
                <a:latin typeface="Courier New" pitchFamily="49" charset="0"/>
              </a:rPr>
              <a:t>10000</a:t>
            </a:r>
          </a:p>
          <a:p>
            <a:pPr algn="r"/>
            <a:r>
              <a:rPr lang="en-US" sz="1600">
                <a:solidFill>
                  <a:srgbClr val="500093"/>
                </a:solidFill>
                <a:effectLst/>
                <a:latin typeface="Courier New" pitchFamily="49" charset="0"/>
              </a:rPr>
              <a:t>10306</a:t>
            </a:r>
          </a:p>
          <a:p>
            <a:pPr algn="r"/>
            <a:r>
              <a:rPr lang="en-US" sz="1600">
                <a:solidFill>
                  <a:srgbClr val="500093"/>
                </a:solidFill>
                <a:effectLst/>
                <a:latin typeface="Courier New" pitchFamily="49" charset="0"/>
              </a:rPr>
              <a:t>153291</a:t>
            </a:r>
          </a:p>
        </p:txBody>
      </p:sp>
      <p:sp>
        <p:nvSpPr>
          <p:cNvPr id="478271" name="Line 63"/>
          <p:cNvSpPr>
            <a:spLocks noChangeShapeType="1"/>
          </p:cNvSpPr>
          <p:nvPr/>
        </p:nvSpPr>
        <p:spPr bwMode="auto">
          <a:xfrm>
            <a:off x="7008812" y="6338887"/>
            <a:ext cx="1184275" cy="1588"/>
          </a:xfrm>
          <a:prstGeom prst="line">
            <a:avLst/>
          </a:prstGeom>
          <a:noFill/>
          <a:ln w="12700">
            <a:solidFill>
              <a:srgbClr val="414141"/>
            </a:solidFill>
            <a:round/>
            <a:headEnd/>
            <a:tailEnd/>
          </a:ln>
          <a:effectLst/>
        </p:spPr>
        <p:txBody>
          <a:bodyPr wrap="none" anchor="ctr"/>
          <a:lstStyle/>
          <a:p>
            <a:pPr>
              <a:defRPr/>
            </a:pPr>
            <a:endParaRPr lang="en-US"/>
          </a:p>
        </p:txBody>
      </p:sp>
      <p:sp>
        <p:nvSpPr>
          <p:cNvPr id="478272" name="Line 64"/>
          <p:cNvSpPr>
            <a:spLocks noChangeShapeType="1"/>
          </p:cNvSpPr>
          <p:nvPr/>
        </p:nvSpPr>
        <p:spPr bwMode="auto">
          <a:xfrm>
            <a:off x="7008812" y="6091237"/>
            <a:ext cx="1184275" cy="1588"/>
          </a:xfrm>
          <a:prstGeom prst="line">
            <a:avLst/>
          </a:prstGeom>
          <a:noFill/>
          <a:ln w="12700">
            <a:solidFill>
              <a:srgbClr val="414141"/>
            </a:solidFill>
            <a:round/>
            <a:headEnd/>
            <a:tailEnd/>
          </a:ln>
          <a:effectLst/>
        </p:spPr>
        <p:txBody>
          <a:bodyPr wrap="none" anchor="ctr"/>
          <a:lstStyle/>
          <a:p>
            <a:pPr>
              <a:defRPr/>
            </a:pPr>
            <a:endParaRPr lang="en-US"/>
          </a:p>
        </p:txBody>
      </p:sp>
      <p:sp>
        <p:nvSpPr>
          <p:cNvPr id="478273" name="Line 65"/>
          <p:cNvSpPr>
            <a:spLocks noChangeShapeType="1"/>
          </p:cNvSpPr>
          <p:nvPr/>
        </p:nvSpPr>
        <p:spPr bwMode="auto">
          <a:xfrm>
            <a:off x="7008812" y="5848350"/>
            <a:ext cx="1184275" cy="1587"/>
          </a:xfrm>
          <a:prstGeom prst="line">
            <a:avLst/>
          </a:prstGeom>
          <a:noFill/>
          <a:ln w="12700">
            <a:solidFill>
              <a:srgbClr val="414141"/>
            </a:solidFill>
            <a:round/>
            <a:headEnd/>
            <a:tailEnd/>
          </a:ln>
          <a:effectLst/>
        </p:spPr>
        <p:txBody>
          <a:bodyPr wrap="none" anchor="ctr"/>
          <a:lstStyle/>
          <a:p>
            <a:pPr>
              <a:defRPr/>
            </a:pPr>
            <a:endParaRPr lang="en-US"/>
          </a:p>
        </p:txBody>
      </p:sp>
      <p:sp>
        <p:nvSpPr>
          <p:cNvPr id="6210" name="Rectangle 66"/>
          <p:cNvSpPr>
            <a:spLocks noChangeArrowheads="1"/>
          </p:cNvSpPr>
          <p:nvPr/>
        </p:nvSpPr>
        <p:spPr bwMode="auto">
          <a:xfrm>
            <a:off x="7172325" y="4025900"/>
            <a:ext cx="282575" cy="931862"/>
          </a:xfrm>
          <a:prstGeom prst="rect">
            <a:avLst/>
          </a:prstGeom>
          <a:noFill/>
          <a:ln w="12700">
            <a:noFill/>
            <a:miter lim="800000"/>
            <a:headEnd/>
            <a:tailEnd/>
          </a:ln>
        </p:spPr>
        <p:txBody>
          <a:bodyPr wrap="none" lIns="90488" tIns="44450" rIns="90488" bIns="44450">
            <a:spAutoFit/>
          </a:bodyPr>
          <a:lstStyle/>
          <a:p>
            <a:pPr>
              <a:lnSpc>
                <a:spcPct val="115000"/>
              </a:lnSpc>
            </a:pPr>
            <a:r>
              <a:rPr lang="en-US" sz="1600">
                <a:solidFill>
                  <a:srgbClr val="500093"/>
                </a:solidFill>
                <a:effectLst/>
              </a:rPr>
              <a:t>1</a:t>
            </a:r>
          </a:p>
          <a:p>
            <a:pPr>
              <a:lnSpc>
                <a:spcPct val="115000"/>
              </a:lnSpc>
            </a:pPr>
            <a:r>
              <a:rPr lang="en-US" sz="1600">
                <a:solidFill>
                  <a:srgbClr val="500093"/>
                </a:solidFill>
                <a:effectLst/>
              </a:rPr>
              <a:t>1</a:t>
            </a:r>
          </a:p>
          <a:p>
            <a:pPr>
              <a:lnSpc>
                <a:spcPct val="115000"/>
              </a:lnSpc>
            </a:pPr>
            <a:r>
              <a:rPr lang="en-US" sz="1600">
                <a:solidFill>
                  <a:srgbClr val="500093"/>
                </a:solidFill>
                <a:effectLst/>
              </a:rPr>
              <a:t>1</a:t>
            </a:r>
          </a:p>
        </p:txBody>
      </p:sp>
      <p:sp>
        <p:nvSpPr>
          <p:cNvPr id="6211" name="Rectangle 67"/>
          <p:cNvSpPr>
            <a:spLocks noChangeArrowheads="1"/>
          </p:cNvSpPr>
          <p:nvPr/>
        </p:nvSpPr>
        <p:spPr bwMode="auto">
          <a:xfrm>
            <a:off x="7469187" y="4025900"/>
            <a:ext cx="792163" cy="931862"/>
          </a:xfrm>
          <a:prstGeom prst="rect">
            <a:avLst/>
          </a:prstGeom>
          <a:noFill/>
          <a:ln w="12700">
            <a:noFill/>
            <a:miter lim="800000"/>
            <a:headEnd/>
            <a:tailEnd/>
          </a:ln>
        </p:spPr>
        <p:txBody>
          <a:bodyPr wrap="none" lIns="90488" tIns="44450" rIns="90488" bIns="44450">
            <a:spAutoFit/>
          </a:bodyPr>
          <a:lstStyle/>
          <a:p>
            <a:pPr>
              <a:lnSpc>
                <a:spcPct val="115000"/>
              </a:lnSpc>
            </a:pPr>
            <a:r>
              <a:rPr lang="en-US" sz="1600">
                <a:solidFill>
                  <a:srgbClr val="500093"/>
                </a:solidFill>
                <a:effectLst/>
                <a:latin typeface="Courier New" pitchFamily="49" charset="0"/>
              </a:rPr>
              <a:t>56995</a:t>
            </a:r>
          </a:p>
          <a:p>
            <a:pPr>
              <a:lnSpc>
                <a:spcPct val="115000"/>
              </a:lnSpc>
            </a:pPr>
            <a:r>
              <a:rPr lang="en-US" sz="1600">
                <a:solidFill>
                  <a:srgbClr val="500093"/>
                </a:solidFill>
                <a:effectLst/>
                <a:latin typeface="Courier New" pitchFamily="49" charset="0"/>
              </a:rPr>
              <a:t>35995</a:t>
            </a:r>
          </a:p>
          <a:p>
            <a:pPr>
              <a:lnSpc>
                <a:spcPct val="115000"/>
              </a:lnSpc>
            </a:pPr>
            <a:r>
              <a:rPr lang="en-US" sz="1600">
                <a:solidFill>
                  <a:srgbClr val="500093"/>
                </a:solidFill>
                <a:effectLst/>
                <a:latin typeface="Courier New" pitchFamily="49" charset="0"/>
              </a:rPr>
              <a:t>39995</a:t>
            </a:r>
          </a:p>
        </p:txBody>
      </p:sp>
      <p:sp>
        <p:nvSpPr>
          <p:cNvPr id="78" name="TextBox 77"/>
          <p:cNvSpPr txBox="1"/>
          <p:nvPr/>
        </p:nvSpPr>
        <p:spPr>
          <a:xfrm>
            <a:off x="1830387" y="1157287"/>
            <a:ext cx="1447800" cy="369332"/>
          </a:xfrm>
          <a:prstGeom prst="rect">
            <a:avLst/>
          </a:prstGeom>
          <a:noFill/>
          <a:ln>
            <a:solidFill>
              <a:schemeClr val="tx1"/>
            </a:solidFill>
          </a:ln>
        </p:spPr>
        <p:txBody>
          <a:bodyPr wrap="square" rtlCol="0">
            <a:spAutoFit/>
          </a:bodyPr>
          <a:lstStyle/>
          <a:p>
            <a:r>
              <a:rPr lang="en-US" dirty="0" smtClean="0"/>
              <a:t>06/15/2010</a:t>
            </a:r>
            <a:endParaRPr lang="en-US" dirty="0"/>
          </a:p>
        </p:txBody>
      </p:sp>
      <p:sp>
        <p:nvSpPr>
          <p:cNvPr id="79" name="TextBox 78"/>
          <p:cNvSpPr txBox="1"/>
          <p:nvPr/>
        </p:nvSpPr>
        <p:spPr>
          <a:xfrm>
            <a:off x="2516187" y="3214687"/>
            <a:ext cx="1447800" cy="369332"/>
          </a:xfrm>
          <a:prstGeom prst="rect">
            <a:avLst/>
          </a:prstGeom>
          <a:noFill/>
          <a:ln>
            <a:solidFill>
              <a:schemeClr val="tx1"/>
            </a:solidFill>
          </a:ln>
        </p:spPr>
        <p:txBody>
          <a:bodyPr wrap="square" rtlCol="0">
            <a:spAutoFit/>
          </a:bodyPr>
          <a:lstStyle/>
          <a:p>
            <a:r>
              <a:rPr lang="en-US" dirty="0" smtClean="0"/>
              <a:t>06/15/2010</a:t>
            </a:r>
            <a:endParaRPr lang="en-US" dirty="0"/>
          </a:p>
        </p:txBody>
      </p:sp>
      <p:sp>
        <p:nvSpPr>
          <p:cNvPr id="80" name="Rectangle 2"/>
          <p:cNvSpPr txBox="1">
            <a:spLocks noChangeArrowheads="1"/>
          </p:cNvSpPr>
          <p:nvPr/>
        </p:nvSpPr>
        <p:spPr>
          <a:xfrm>
            <a:off x="304800" y="304800"/>
            <a:ext cx="457200" cy="5791200"/>
          </a:xfrm>
          <a:prstGeom prst="rect">
            <a:avLst/>
          </a:prstGeom>
        </p:spPr>
        <p:txBody>
          <a:bodyPr/>
          <a:lstStyle/>
          <a:p>
            <a:pPr marL="0" marR="0" lvl="0" indent="0" algn="ctr" defTabSz="914400" rtl="0" eaLnBrk="0" fontAlgn="base" latinLnBrk="0" hangingPunct="0">
              <a:spcBef>
                <a:spcPct val="0"/>
              </a:spcBef>
              <a:spcAft>
                <a:spcPct val="0"/>
              </a:spcAft>
              <a:buClrTx/>
              <a:buSzTx/>
              <a:buFontTx/>
              <a:buNone/>
              <a:tabLst/>
              <a:defRPr/>
            </a:pPr>
            <a:r>
              <a:rPr kumimoji="0" lang="en-US" sz="48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t>Exercise 5</a:t>
            </a:r>
            <a:endParaRPr kumimoji="0" lang="th-TH" sz="48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AngsanaUPC" pitchFamily="18" charset="-34"/>
            </a:endParaRPr>
          </a:p>
        </p:txBody>
      </p:sp>
    </p:spTree>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az 3"/>
          <p:cNvPicPr>
            <a:picLocks noChangeAspect="1"/>
          </p:cNvPicPr>
          <p:nvPr/>
        </p:nvPicPr>
        <p:blipFill>
          <a:blip r:embed="rId2"/>
          <a:srcRect l="3659" t="5826" r="2439" b="3868"/>
          <a:stretch>
            <a:fillRect/>
          </a:stretch>
        </p:blipFill>
        <p:spPr>
          <a:xfrm>
            <a:off x="1524000" y="1371600"/>
            <a:ext cx="6151306" cy="4953000"/>
          </a:xfrm>
          <a:prstGeom prst="rect">
            <a:avLst/>
          </a:prstGeom>
        </p:spPr>
      </p:pic>
      <p:sp>
        <p:nvSpPr>
          <p:cNvPr id="6" name="Rectangle 2"/>
          <p:cNvSpPr txBox="1">
            <a:spLocks noChangeArrowheads="1"/>
          </p:cNvSpPr>
          <p:nvPr/>
        </p:nvSpPr>
        <p:spPr>
          <a:xfrm>
            <a:off x="457200" y="457200"/>
            <a:ext cx="8229600" cy="1066800"/>
          </a:xfrm>
          <a:prstGeom prst="rect">
            <a:avLst/>
          </a:prstGeom>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t>Exercise 6</a:t>
            </a:r>
            <a:endParaRPr kumimoji="0" lang="th-TH" sz="48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AngsanaUPC" pitchFamily="18" charset="-34"/>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Rectangle 2"/>
          <p:cNvSpPr txBox="1">
            <a:spLocks noChangeArrowheads="1"/>
          </p:cNvSpPr>
          <p:nvPr/>
        </p:nvSpPr>
        <p:spPr>
          <a:xfrm>
            <a:off x="457200" y="457200"/>
            <a:ext cx="8229600" cy="1066800"/>
          </a:xfrm>
          <a:prstGeom prst="rect">
            <a:avLst/>
          </a:prstGeom>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t>Exercise 7</a:t>
            </a:r>
            <a:endParaRPr kumimoji="0" lang="th-TH" sz="48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AngsanaUPC" pitchFamily="18" charset="-34"/>
            </a:endParaRPr>
          </a:p>
        </p:txBody>
      </p:sp>
      <p:pic>
        <p:nvPicPr>
          <p:cNvPr id="4" name="Picture 3" descr="12302-4-1CEEI1.png"/>
          <p:cNvPicPr>
            <a:picLocks noChangeAspect="1"/>
          </p:cNvPicPr>
          <p:nvPr/>
        </p:nvPicPr>
        <p:blipFill>
          <a:blip r:embed="rId2"/>
          <a:srcRect l="1149"/>
          <a:stretch>
            <a:fillRect/>
          </a:stretch>
        </p:blipFill>
        <p:spPr>
          <a:xfrm>
            <a:off x="914400" y="1142999"/>
            <a:ext cx="7162800" cy="5507435"/>
          </a:xfrm>
          <a:prstGeom prst="rect">
            <a:avLst/>
          </a:prstGeom>
        </p:spPr>
      </p:pic>
    </p:spTree>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az 3"/>
          <p:cNvPicPr>
            <a:picLocks noChangeAspect="1"/>
          </p:cNvPicPr>
          <p:nvPr/>
        </p:nvPicPr>
        <p:blipFill>
          <a:blip r:embed="rId2"/>
          <a:srcRect t="6286" b="3612"/>
          <a:stretch>
            <a:fillRect/>
          </a:stretch>
        </p:blipFill>
        <p:spPr>
          <a:xfrm>
            <a:off x="1905000" y="304800"/>
            <a:ext cx="4495800" cy="3391568"/>
          </a:xfrm>
          <a:prstGeom prst="rect">
            <a:avLst/>
          </a:prstGeom>
        </p:spPr>
      </p:pic>
      <p:pic>
        <p:nvPicPr>
          <p:cNvPr id="2" name="Picture 9" descr="FIG05_25"/>
          <p:cNvPicPr>
            <a:picLocks noChangeAspect="1" noChangeArrowheads="1"/>
          </p:cNvPicPr>
          <p:nvPr/>
        </p:nvPicPr>
        <p:blipFill>
          <a:blip r:embed="rId3" cstate="print"/>
          <a:srcRect t="4622" b="4891"/>
          <a:stretch>
            <a:fillRect/>
          </a:stretch>
        </p:blipFill>
        <p:spPr bwMode="auto">
          <a:xfrm>
            <a:off x="914400" y="3657600"/>
            <a:ext cx="7346092" cy="3124200"/>
          </a:xfrm>
          <a:prstGeom prst="rect">
            <a:avLst/>
          </a:prstGeom>
          <a:noFill/>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30" descr="FIG05_27"/>
          <p:cNvPicPr>
            <a:picLocks noChangeAspect="1" noChangeArrowheads="1"/>
          </p:cNvPicPr>
          <p:nvPr/>
        </p:nvPicPr>
        <p:blipFill>
          <a:blip r:embed="rId2" cstate="print"/>
          <a:srcRect/>
          <a:stretch>
            <a:fillRect/>
          </a:stretch>
        </p:blipFill>
        <p:spPr>
          <a:xfrm>
            <a:off x="0" y="228600"/>
            <a:ext cx="8979245" cy="3429000"/>
          </a:xfrm>
          <a:prstGeom prst="rect">
            <a:avLst/>
          </a:prstGeom>
          <a:noFill/>
          <a:ln/>
        </p:spPr>
      </p:pic>
      <p:pic>
        <p:nvPicPr>
          <p:cNvPr id="5" name="Obraz 5"/>
          <p:cNvPicPr>
            <a:picLocks noChangeAspect="1"/>
          </p:cNvPicPr>
          <p:nvPr/>
        </p:nvPicPr>
        <p:blipFill>
          <a:blip r:embed="rId3"/>
          <a:stretch>
            <a:fillRect/>
          </a:stretch>
        </p:blipFill>
        <p:spPr>
          <a:xfrm>
            <a:off x="1447800" y="3517391"/>
            <a:ext cx="5486400" cy="33406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p:cNvSpPr>
            <a:spLocks noGrp="1"/>
          </p:cNvSpPr>
          <p:nvPr>
            <p:ph type="title"/>
          </p:nvPr>
        </p:nvSpPr>
        <p:spPr/>
        <p:txBody>
          <a:bodyPr/>
          <a:lstStyle/>
          <a:p>
            <a:r>
              <a:rPr lang="en-US" dirty="0" smtClean="0"/>
              <a:t>Exercise</a:t>
            </a:r>
            <a:r>
              <a:rPr lang="pl-PL" dirty="0" smtClean="0"/>
              <a:t> 1</a:t>
            </a:r>
            <a:endParaRPr lang="en-US" dirty="0"/>
          </a:p>
        </p:txBody>
      </p:sp>
      <p:sp>
        <p:nvSpPr>
          <p:cNvPr id="3" name="Symbol zastępczy zawartości 2"/>
          <p:cNvSpPr>
            <a:spLocks noGrp="1"/>
          </p:cNvSpPr>
          <p:nvPr>
            <p:ph idx="1"/>
          </p:nvPr>
        </p:nvSpPr>
        <p:spPr>
          <a:xfrm>
            <a:off x="457200" y="1676400"/>
            <a:ext cx="8001000" cy="2250765"/>
          </a:xfrm>
        </p:spPr>
        <p:txBody>
          <a:bodyPr>
            <a:normAutofit fontScale="62500" lnSpcReduction="20000"/>
          </a:bodyPr>
          <a:lstStyle/>
          <a:p>
            <a:pPr marL="0" indent="0">
              <a:buNone/>
            </a:pPr>
            <a:r>
              <a:rPr lang="en-US" dirty="0" smtClean="0"/>
              <a:t>Table 4-3 contains sample data for parts and for vendors who supply those parts. In discussing these data with users, we find that part numbers (but not descriptions) uniquely identify parts and that vendor names uniquely identify vendors. </a:t>
            </a:r>
          </a:p>
          <a:p>
            <a:r>
              <a:rPr lang="en-US" dirty="0" smtClean="0"/>
              <a:t>Convert this table to a relation (named PART SUPPLIER) in first normal form. </a:t>
            </a:r>
            <a:r>
              <a:rPr lang="en-US" dirty="0"/>
              <a:t>Illustrate the relation with </a:t>
            </a:r>
            <a:r>
              <a:rPr lang="en-US" dirty="0" smtClean="0"/>
              <a:t>the</a:t>
            </a:r>
            <a:r>
              <a:rPr lang="pl-PL" dirty="0" smtClean="0"/>
              <a:t> </a:t>
            </a:r>
            <a:r>
              <a:rPr lang="en-US" dirty="0" smtClean="0"/>
              <a:t>sample </a:t>
            </a:r>
            <a:r>
              <a:rPr lang="en-US" dirty="0"/>
              <a:t>data in the table.</a:t>
            </a:r>
            <a:endParaRPr lang="en-US" dirty="0" smtClean="0"/>
          </a:p>
          <a:p>
            <a:r>
              <a:rPr lang="en-US" dirty="0" smtClean="0"/>
              <a:t>List the functional dependencies in PART SUPPLIER relation and identify a candidate key.</a:t>
            </a:r>
            <a:endParaRPr lang="pl-PL" dirty="0" smtClean="0"/>
          </a:p>
          <a:p>
            <a:r>
              <a:rPr lang="en-US" dirty="0"/>
              <a:t>Develop a set of 3NF relations from PART SUPPLIER.</a:t>
            </a:r>
          </a:p>
        </p:txBody>
      </p:sp>
      <p:pic>
        <p:nvPicPr>
          <p:cNvPr id="7" name="Obraz 6"/>
          <p:cNvPicPr>
            <a:picLocks noChangeAspect="1"/>
          </p:cNvPicPr>
          <p:nvPr/>
        </p:nvPicPr>
        <p:blipFill>
          <a:blip r:embed="rId2"/>
          <a:stretch>
            <a:fillRect/>
          </a:stretch>
        </p:blipFill>
        <p:spPr>
          <a:xfrm>
            <a:off x="941102" y="3973035"/>
            <a:ext cx="6390618" cy="2740834"/>
          </a:xfrm>
          <a:prstGeom prst="rect">
            <a:avLst/>
          </a:prstGeom>
        </p:spPr>
      </p:pic>
    </p:spTree>
    <p:extLst>
      <p:ext uri="{BB962C8B-B14F-4D97-AF65-F5344CB8AC3E}">
        <p14:creationId xmlns:p14="http://schemas.microsoft.com/office/powerpoint/2010/main" val="240924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p:cNvSpPr>
            <a:spLocks noGrp="1"/>
          </p:cNvSpPr>
          <p:nvPr>
            <p:ph type="title"/>
          </p:nvPr>
        </p:nvSpPr>
        <p:spPr/>
        <p:txBody>
          <a:bodyPr/>
          <a:lstStyle/>
          <a:p>
            <a:r>
              <a:rPr lang="en-US" dirty="0" smtClean="0"/>
              <a:t>Exercise</a:t>
            </a:r>
            <a:r>
              <a:rPr lang="pl-PL" dirty="0" smtClean="0"/>
              <a:t> 2</a:t>
            </a:r>
            <a:endParaRPr lang="en-US" dirty="0"/>
          </a:p>
        </p:txBody>
      </p:sp>
      <p:sp>
        <p:nvSpPr>
          <p:cNvPr id="3" name="Symbol zastępczy zawartości 2"/>
          <p:cNvSpPr>
            <a:spLocks noGrp="1"/>
          </p:cNvSpPr>
          <p:nvPr>
            <p:ph idx="1"/>
          </p:nvPr>
        </p:nvSpPr>
        <p:spPr>
          <a:xfrm>
            <a:off x="457200" y="1524000"/>
            <a:ext cx="8153400" cy="1502512"/>
          </a:xfrm>
        </p:spPr>
        <p:txBody>
          <a:bodyPr>
            <a:normAutofit fontScale="85000" lnSpcReduction="20000"/>
          </a:bodyPr>
          <a:lstStyle/>
          <a:p>
            <a:pPr marL="0" indent="0">
              <a:buNone/>
            </a:pPr>
            <a:r>
              <a:rPr lang="en-US" dirty="0"/>
              <a:t>Table 4-4 shows a relation called GRADE REPORT for a university.</a:t>
            </a:r>
            <a:r>
              <a:rPr lang="en-US" dirty="0" smtClean="0"/>
              <a:t> </a:t>
            </a:r>
          </a:p>
          <a:p>
            <a:r>
              <a:rPr lang="en-US" dirty="0"/>
              <a:t>In what normal form is this relation</a:t>
            </a:r>
            <a:r>
              <a:rPr lang="en-US" dirty="0" smtClean="0"/>
              <a:t>?</a:t>
            </a:r>
            <a:endParaRPr lang="pl-PL" dirty="0" smtClean="0"/>
          </a:p>
          <a:p>
            <a:r>
              <a:rPr lang="en-US" dirty="0"/>
              <a:t>Decompose GRADE REPORT into a set of 3NF relations</a:t>
            </a:r>
            <a:r>
              <a:rPr lang="en-US" dirty="0" smtClean="0"/>
              <a:t>.</a:t>
            </a:r>
            <a:endParaRPr lang="pl-PL" dirty="0" smtClean="0"/>
          </a:p>
        </p:txBody>
      </p:sp>
      <p:pic>
        <p:nvPicPr>
          <p:cNvPr id="5" name="Obraz 4"/>
          <p:cNvPicPr>
            <a:picLocks noChangeAspect="1"/>
          </p:cNvPicPr>
          <p:nvPr/>
        </p:nvPicPr>
        <p:blipFill>
          <a:blip r:embed="rId2"/>
          <a:stretch>
            <a:fillRect/>
          </a:stretch>
        </p:blipFill>
        <p:spPr>
          <a:xfrm>
            <a:off x="609600" y="3276600"/>
            <a:ext cx="7834197" cy="3162274"/>
          </a:xfrm>
          <a:prstGeom prst="rect">
            <a:avLst/>
          </a:prstGeom>
        </p:spPr>
      </p:pic>
    </p:spTree>
    <p:extLst>
      <p:ext uri="{BB962C8B-B14F-4D97-AF65-F5344CB8AC3E}">
        <p14:creationId xmlns:p14="http://schemas.microsoft.com/office/powerpoint/2010/main" val="1497045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srcRect/>
          <a:stretch>
            <a:fillRect/>
          </a:stretch>
        </p:blipFill>
        <p:spPr bwMode="auto">
          <a:xfrm>
            <a:off x="76200" y="1600200"/>
            <a:ext cx="9004594" cy="2819400"/>
          </a:xfrm>
          <a:prstGeom prst="rect">
            <a:avLst/>
          </a:prstGeom>
          <a:noFill/>
          <a:ln w="9525">
            <a:noFill/>
            <a:miter lim="800000"/>
            <a:headEnd/>
            <a:tailEnd/>
          </a:ln>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nurular0fah.files.wordpress.com/2012/11/kwit.jpg"/>
          <p:cNvPicPr>
            <a:picLocks noChangeAspect="1" noChangeArrowheads="1"/>
          </p:cNvPicPr>
          <p:nvPr/>
        </p:nvPicPr>
        <p:blipFill>
          <a:blip r:embed="rId2"/>
          <a:srcRect r="7855" b="7595"/>
          <a:stretch>
            <a:fillRect/>
          </a:stretch>
        </p:blipFill>
        <p:spPr bwMode="auto">
          <a:xfrm>
            <a:off x="0" y="457200"/>
            <a:ext cx="8991600" cy="6077656"/>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UT0007"/>
          <p:cNvPicPr>
            <a:picLocks noChangeAspect="1" noChangeArrowheads="1"/>
          </p:cNvPicPr>
          <p:nvPr/>
        </p:nvPicPr>
        <p:blipFill>
          <a:blip r:embed="rId2"/>
          <a:srcRect/>
          <a:stretch>
            <a:fillRect/>
          </a:stretch>
        </p:blipFill>
        <p:spPr bwMode="auto">
          <a:xfrm>
            <a:off x="304800" y="457200"/>
            <a:ext cx="8458200" cy="6256491"/>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ex_db"/>
          <p:cNvPicPr>
            <a:picLocks noGrp="1" noChangeAspect="1" noChangeArrowheads="1"/>
          </p:cNvPicPr>
          <p:nvPr>
            <p:ph/>
          </p:nvPr>
        </p:nvPicPr>
        <p:blipFill>
          <a:blip r:embed="rId2"/>
          <a:srcRect l="20758" t="17861" r="1608"/>
          <a:stretch>
            <a:fillRect/>
          </a:stretch>
        </p:blipFill>
        <p:spPr>
          <a:xfrm>
            <a:off x="381000" y="380101"/>
            <a:ext cx="8001000" cy="6401699"/>
          </a:xfrm>
          <a:noFill/>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2" descr="~AUT0008"/>
          <p:cNvPicPr>
            <a:picLocks noChangeAspect="1" noChangeArrowheads="1"/>
          </p:cNvPicPr>
          <p:nvPr/>
        </p:nvPicPr>
        <p:blipFill>
          <a:blip r:embed="rId2" cstate="print"/>
          <a:srcRect l="2084" b="4790"/>
          <a:stretch>
            <a:fillRect/>
          </a:stretch>
        </p:blipFill>
        <p:spPr bwMode="auto">
          <a:xfrm>
            <a:off x="547688" y="1524000"/>
            <a:ext cx="8596312" cy="3294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Slide Number Placeholder 6"/>
          <p:cNvSpPr>
            <a:spLocks noGrp="1"/>
          </p:cNvSpPr>
          <p:nvPr>
            <p:ph type="sldNum" sz="quarter" idx="4294967295"/>
          </p:nvPr>
        </p:nvSpPr>
        <p:spPr bwMode="auto">
          <a:xfrm>
            <a:off x="612775" y="6356350"/>
            <a:ext cx="1981200" cy="365125"/>
          </a:xfrm>
          <a:prstGeom prst="rect">
            <a:avLst/>
          </a:prstGeom>
          <a:noFill/>
          <a:ln>
            <a:miter lim="800000"/>
            <a:headEnd/>
            <a:tailEnd/>
          </a:ln>
        </p:spPr>
        <p:txBody>
          <a:bodyPr/>
          <a:lstStyle/>
          <a:p>
            <a:fld id="{6F2EBC3F-4F03-4793-BAB9-C1FBF53AA54B}" type="slidenum">
              <a:rPr lang="en-US" altLang="en-US"/>
              <a:pPr/>
              <a:t>18</a:t>
            </a:fld>
            <a:endParaRPr lang="en-US" altLang="en-US"/>
          </a:p>
        </p:txBody>
      </p:sp>
      <p:pic>
        <p:nvPicPr>
          <p:cNvPr id="168963" name="Picture 8"/>
          <p:cNvPicPr>
            <a:picLocks noGrp="1" noChangeAspect="1" noChangeArrowheads="1"/>
          </p:cNvPicPr>
          <p:nvPr>
            <p:ph sz="quarter" idx="1"/>
          </p:nvPr>
        </p:nvPicPr>
        <p:blipFill>
          <a:blip r:embed="rId3"/>
          <a:srcRect/>
          <a:stretch>
            <a:fillRect/>
          </a:stretch>
        </p:blipFill>
        <p:spPr>
          <a:xfrm>
            <a:off x="457200" y="1493837"/>
            <a:ext cx="4038600" cy="4830763"/>
          </a:xfrm>
        </p:spPr>
      </p:pic>
      <p:pic>
        <p:nvPicPr>
          <p:cNvPr id="168964" name="Picture 7"/>
          <p:cNvPicPr>
            <a:picLocks noGrp="1" noChangeAspect="1" noChangeArrowheads="1"/>
          </p:cNvPicPr>
          <p:nvPr>
            <p:ph sz="quarter" idx="2"/>
          </p:nvPr>
        </p:nvPicPr>
        <p:blipFill>
          <a:blip r:embed="rId4"/>
          <a:srcRect/>
          <a:stretch>
            <a:fillRect/>
          </a:stretch>
        </p:blipFill>
        <p:spPr>
          <a:xfrm>
            <a:off x="4648200" y="1493837"/>
            <a:ext cx="4038600" cy="4830763"/>
          </a:xfrm>
        </p:spPr>
      </p:pic>
      <p:sp>
        <p:nvSpPr>
          <p:cNvPr id="168965" name="Text Box 9"/>
          <p:cNvSpPr txBox="1">
            <a:spLocks noChangeArrowheads="1"/>
          </p:cNvSpPr>
          <p:nvPr/>
        </p:nvSpPr>
        <p:spPr bwMode="auto">
          <a:xfrm>
            <a:off x="304800" y="304800"/>
            <a:ext cx="8458200" cy="830997"/>
          </a:xfrm>
          <a:prstGeom prst="rect">
            <a:avLst/>
          </a:prstGeom>
          <a:noFill/>
          <a:ln w="9525">
            <a:noFill/>
            <a:miter lim="800000"/>
            <a:headEnd/>
            <a:tailEnd/>
          </a:ln>
        </p:spPr>
        <p:txBody>
          <a:bodyPr wrap="square">
            <a:spAutoFit/>
          </a:bodyPr>
          <a:lstStyle/>
          <a:p>
            <a:pPr algn="ctr" eaLnBrk="1" hangingPunct="1"/>
            <a:r>
              <a:rPr lang="en-US" altLang="en-US" sz="2400" b="1" dirty="0"/>
              <a:t>University Database </a:t>
            </a:r>
          </a:p>
          <a:p>
            <a:pPr algn="ctr" eaLnBrk="1" hangingPunct="1"/>
            <a:r>
              <a:rPr lang="en-US" altLang="en-US" sz="2400" b="1" dirty="0"/>
              <a:t>(Third Normal Form relations)</a:t>
            </a:r>
          </a:p>
        </p:txBody>
      </p:sp>
    </p:spTree>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Urban">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Urban">
      <a:majorFont>
        <a:latin typeface="Trebuchet MS"/>
        <a:ea typeface=""/>
        <a:cs typeface=""/>
        <a:font script="Jpan" typeface="HGｺﾞｼｯｸM"/>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eorgia"/>
        <a:ea typeface=""/>
        <a:cs typeface=""/>
        <a:font script="Jpan" typeface="HG明朝B"/>
        <a:font script="Hang" typeface="맑은 고딕"/>
        <a:font script="Hans" typeface="宋体"/>
        <a:font script="Hant" typeface="新細明體"/>
        <a:font script="Arab" typeface="Arial"/>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Urban</Template>
  <TotalTime>834</TotalTime>
  <Words>467</Words>
  <Application>Microsoft Office PowerPoint</Application>
  <PresentationFormat>On-screen Show (4:3)</PresentationFormat>
  <Paragraphs>236</Paragraphs>
  <Slides>18</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18</vt:i4>
      </vt:variant>
    </vt:vector>
  </HeadingPairs>
  <TitlesOfParts>
    <vt:vector size="29" baseType="lpstr">
      <vt:lpstr>Angsana New</vt:lpstr>
      <vt:lpstr>AngsanaUPC</vt:lpstr>
      <vt:lpstr>Arial</vt:lpstr>
      <vt:lpstr>Calibri</vt:lpstr>
      <vt:lpstr>Courier New</vt:lpstr>
      <vt:lpstr>Georgia</vt:lpstr>
      <vt:lpstr>GungsuhChe</vt:lpstr>
      <vt:lpstr>Tahoma</vt:lpstr>
      <vt:lpstr>Times New Roman</vt:lpstr>
      <vt:lpstr>Wingdings</vt:lpstr>
      <vt:lpstr>Urban</vt:lpstr>
      <vt:lpstr>Normalization Exercise</vt:lpstr>
      <vt:lpstr>Exercise 1</vt:lpstr>
      <vt:lpstr>Exercise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 1</vt:lpstr>
      <vt:lpstr>Exercise 2</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Sharon Thomas</dc:creator>
  <cp:lastModifiedBy>BUKC</cp:lastModifiedBy>
  <cp:revision>204</cp:revision>
  <dcterms:created xsi:type="dcterms:W3CDTF">2014-01-28T12:09:28Z</dcterms:created>
  <dcterms:modified xsi:type="dcterms:W3CDTF">2024-05-13T05:03:21Z</dcterms:modified>
</cp:coreProperties>
</file>